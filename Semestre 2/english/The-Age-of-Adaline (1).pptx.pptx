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Prata" panose="020B0604020202020204" charset="0"/>
      <p:regular r:id="rId8"/>
    </p:embeddedFont>
    <p:embeddedFont>
      <p:font typeface="Raleway Italics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aleway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6187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23843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55195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8085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e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4222994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The Age of Adaline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477027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dirty="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Podcast Presentation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4" r="-45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260" end="6922.041"/>
                </p14:media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2182" y="654025"/>
            <a:ext cx="5537749" cy="7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3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Time and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501826" y="621506"/>
            <a:ext cx="5537749" cy="72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3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Time and Change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85087" y="2047123"/>
            <a:ext cx="9745561" cy="5847312"/>
            <a:chOff x="0" y="0"/>
            <a:chExt cx="12994081" cy="77964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94132" cy="7796403"/>
            </a:xfrm>
            <a:custGeom>
              <a:avLst/>
              <a:gdLst/>
              <a:ahLst/>
              <a:cxnLst/>
              <a:rect l="l" t="t" r="r" b="b"/>
              <a:pathLst>
                <a:path w="12994132" h="7796403">
                  <a:moveTo>
                    <a:pt x="0" y="0"/>
                  </a:moveTo>
                  <a:lnTo>
                    <a:pt x="12994132" y="0"/>
                  </a:lnTo>
                  <a:lnTo>
                    <a:pt x="12994132" y="7796403"/>
                  </a:lnTo>
                  <a:lnTo>
                    <a:pt x="0" y="7796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97" r="-339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58285" y="8654205"/>
            <a:ext cx="9745561" cy="3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 i="1">
                <a:solidFill>
                  <a:srgbClr val="CFCBB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When Adaline's daughter was young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1194" y="1342282"/>
            <a:ext cx="6768581" cy="6664223"/>
            <a:chOff x="0" y="0"/>
            <a:chExt cx="9024774" cy="88856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24775" cy="8885682"/>
            </a:xfrm>
            <a:custGeom>
              <a:avLst/>
              <a:gdLst/>
              <a:ahLst/>
              <a:cxnLst/>
              <a:rect l="l" t="t" r="r" b="b"/>
              <a:pathLst>
                <a:path w="9024775" h="8885682">
                  <a:moveTo>
                    <a:pt x="0" y="0"/>
                  </a:moveTo>
                  <a:lnTo>
                    <a:pt x="9024775" y="0"/>
                  </a:lnTo>
                  <a:lnTo>
                    <a:pt x="9024775" y="8885682"/>
                  </a:lnTo>
                  <a:lnTo>
                    <a:pt x="0" y="8885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013" r="-5423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797160" y="8598246"/>
            <a:ext cx="4998244" cy="3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 i="1">
                <a:solidFill>
                  <a:srgbClr val="CFCBB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When Adaline's daughter has aged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1826" y="9264101"/>
            <a:ext cx="15284206" cy="3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7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 visual representation of Adaline's timeless existence alongside the inevitable passage of time in her daughter's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40939.501"/>
                </p14:media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114300"/>
            <a:ext cx="18288000" cy="10287000"/>
            <a:chOff x="0" y="152400"/>
            <a:chExt cx="24384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15240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8" name="Freeform 8" descr="preencoded.png">
              <a:hlinkClick r:id="rId8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012923" y="4219423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Key Scene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12923" y="5524874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 i="1">
                <a:solidFill>
                  <a:srgbClr val="CFCBB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The moment her true identity is discovered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C1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4152005"/>
            <a:ext cx="8071695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Thank You for Listening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547865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68</Words>
  <Application>Microsoft Office PowerPoint</Application>
  <PresentationFormat>Custom</PresentationFormat>
  <Paragraphs>23</Paragraphs>
  <Slides>5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Prata</vt:lpstr>
      <vt:lpstr>Raleway Italics</vt:lpstr>
      <vt:lpstr>Calibri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The-Age-of-Adaline (1).pptx</dc:title>
  <cp:lastModifiedBy>Ajmi Ons</cp:lastModifiedBy>
  <cp:revision>3</cp:revision>
  <dcterms:created xsi:type="dcterms:W3CDTF">2006-08-16T00:00:00Z</dcterms:created>
  <dcterms:modified xsi:type="dcterms:W3CDTF">2026-05-07T08:50:52Z</dcterms:modified>
  <dc:identifier>DAHI6ivtbiI</dc:identifier>
</cp:coreProperties>
</file>