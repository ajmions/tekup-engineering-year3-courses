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98CF66-87EE-4154-B50A-E04CFB24E176}" v="1252" dt="2021-01-31T15:25:43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9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-39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anda Reynard" userId="S::miranda.reynard@bramhopeprimaryschool.co.uk::9378bc59-cd65-4499-b3ce-a67b870d38d6" providerId="AD" clId="Web-{3E98CF66-87EE-4154-B50A-E04CFB24E176}"/>
    <pc:docChg chg="addSld modSld">
      <pc:chgData name="Miranda Reynard" userId="S::miranda.reynard@bramhopeprimaryschool.co.uk::9378bc59-cd65-4499-b3ce-a67b870d38d6" providerId="AD" clId="Web-{3E98CF66-87EE-4154-B50A-E04CFB24E176}" dt="2021-01-31T15:25:42.382" v="625" actId="20577"/>
      <pc:docMkLst>
        <pc:docMk/>
      </pc:docMkLst>
      <pc:sldChg chg="addSp delSp modSp mod setBg">
        <pc:chgData name="Miranda Reynard" userId="S::miranda.reynard@bramhopeprimaryschool.co.uk::9378bc59-cd65-4499-b3ce-a67b870d38d6" providerId="AD" clId="Web-{3E98CF66-87EE-4154-B50A-E04CFB24E176}" dt="2021-01-31T13:28:40.570" v="8" actId="14100"/>
        <pc:sldMkLst>
          <pc:docMk/>
          <pc:sldMk cId="109857222" sldId="256"/>
        </pc:sldMkLst>
        <pc:spChg chg="mod">
          <ac:chgData name="Miranda Reynard" userId="S::miranda.reynard@bramhopeprimaryschool.co.uk::9378bc59-cd65-4499-b3ce-a67b870d38d6" providerId="AD" clId="Web-{3E98CF66-87EE-4154-B50A-E04CFB24E176}" dt="2021-01-31T13:28:40.570" v="8" actId="14100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Miranda Reynard" userId="S::miranda.reynard@bramhopeprimaryschool.co.uk::9378bc59-cd65-4499-b3ce-a67b870d38d6" providerId="AD" clId="Web-{3E98CF66-87EE-4154-B50A-E04CFB24E176}" dt="2021-01-31T13:28:24.975" v="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Miranda Reynard" userId="S::miranda.reynard@bramhopeprimaryschool.co.uk::9378bc59-cd65-4499-b3ce-a67b870d38d6" providerId="AD" clId="Web-{3E98CF66-87EE-4154-B50A-E04CFB24E176}" dt="2021-01-31T13:27:11.377" v="1"/>
          <ac:spMkLst>
            <pc:docMk/>
            <pc:sldMk cId="109857222" sldId="256"/>
            <ac:spMk id="9" creationId="{E91DC736-0EF8-4F87-9146-EBF1D2EE4D3D}"/>
          </ac:spMkLst>
        </pc:spChg>
        <pc:spChg chg="add">
          <ac:chgData name="Miranda Reynard" userId="S::miranda.reynard@bramhopeprimaryschool.co.uk::9378bc59-cd65-4499-b3ce-a67b870d38d6" providerId="AD" clId="Web-{3E98CF66-87EE-4154-B50A-E04CFB24E176}" dt="2021-01-31T13:27:11.377" v="1"/>
          <ac:spMkLst>
            <pc:docMk/>
            <pc:sldMk cId="109857222" sldId="256"/>
            <ac:spMk id="11" creationId="{097CD68E-23E3-4007-8847-CD0944C4F7BE}"/>
          </ac:spMkLst>
        </pc:spChg>
        <pc:spChg chg="add">
          <ac:chgData name="Miranda Reynard" userId="S::miranda.reynard@bramhopeprimaryschool.co.uk::9378bc59-cd65-4499-b3ce-a67b870d38d6" providerId="AD" clId="Web-{3E98CF66-87EE-4154-B50A-E04CFB24E176}" dt="2021-01-31T13:27:11.377" v="1"/>
          <ac:spMkLst>
            <pc:docMk/>
            <pc:sldMk cId="109857222" sldId="256"/>
            <ac:spMk id="13" creationId="{AF2F604E-43BE-4DC3-B983-E071523364F8}"/>
          </ac:spMkLst>
        </pc:spChg>
        <pc:spChg chg="add">
          <ac:chgData name="Miranda Reynard" userId="S::miranda.reynard@bramhopeprimaryschool.co.uk::9378bc59-cd65-4499-b3ce-a67b870d38d6" providerId="AD" clId="Web-{3E98CF66-87EE-4154-B50A-E04CFB24E176}" dt="2021-01-31T13:27:11.377" v="1"/>
          <ac:spMkLst>
            <pc:docMk/>
            <pc:sldMk cId="109857222" sldId="256"/>
            <ac:spMk id="15" creationId="{08C9B587-E65E-4B52-B37C-ABEBB6E87928}"/>
          </ac:spMkLst>
        </pc:spChg>
        <pc:picChg chg="add mod ord">
          <ac:chgData name="Miranda Reynard" userId="S::miranda.reynard@bramhopeprimaryschool.co.uk::9378bc59-cd65-4499-b3ce-a67b870d38d6" providerId="AD" clId="Web-{3E98CF66-87EE-4154-B50A-E04CFB24E176}" dt="2021-01-31T13:27:11.377" v="1"/>
          <ac:picMkLst>
            <pc:docMk/>
            <pc:sldMk cId="109857222" sldId="256"/>
            <ac:picMk id="4" creationId="{BB53D9BA-074C-42BB-8253-6232E87DAC6C}"/>
          </ac:picMkLst>
        </pc:picChg>
      </pc:sldChg>
      <pc:sldChg chg="modSp new">
        <pc:chgData name="Miranda Reynard" userId="S::miranda.reynard@bramhopeprimaryschool.co.uk::9378bc59-cd65-4499-b3ce-a67b870d38d6" providerId="AD" clId="Web-{3E98CF66-87EE-4154-B50A-E04CFB24E176}" dt="2021-01-31T15:25:16.773" v="619" actId="20577"/>
        <pc:sldMkLst>
          <pc:docMk/>
          <pc:sldMk cId="4162730620" sldId="257"/>
        </pc:sldMkLst>
        <pc:spChg chg="mod">
          <ac:chgData name="Miranda Reynard" userId="S::miranda.reynard@bramhopeprimaryschool.co.uk::9378bc59-cd65-4499-b3ce-a67b870d38d6" providerId="AD" clId="Web-{3E98CF66-87EE-4154-B50A-E04CFB24E176}" dt="2021-01-31T15:25:16.773" v="619" actId="20577"/>
          <ac:spMkLst>
            <pc:docMk/>
            <pc:sldMk cId="4162730620" sldId="257"/>
            <ac:spMk id="2" creationId="{68EC14DA-3110-4663-86CE-E1815600E3E9}"/>
          </ac:spMkLst>
        </pc:spChg>
        <pc:spChg chg="mod">
          <ac:chgData name="Miranda Reynard" userId="S::miranda.reynard@bramhopeprimaryschool.co.uk::9378bc59-cd65-4499-b3ce-a67b870d38d6" providerId="AD" clId="Web-{3E98CF66-87EE-4154-B50A-E04CFB24E176}" dt="2021-01-31T13:30:31.545" v="32" actId="20577"/>
          <ac:spMkLst>
            <pc:docMk/>
            <pc:sldMk cId="4162730620" sldId="257"/>
            <ac:spMk id="3" creationId="{5D5863C4-30BC-4C55-8A84-B28BD261BC46}"/>
          </ac:spMkLst>
        </pc:spChg>
      </pc:sldChg>
      <pc:sldChg chg="modSp new">
        <pc:chgData name="Miranda Reynard" userId="S::miranda.reynard@bramhopeprimaryschool.co.uk::9378bc59-cd65-4499-b3ce-a67b870d38d6" providerId="AD" clId="Web-{3E98CF66-87EE-4154-B50A-E04CFB24E176}" dt="2021-01-31T15:25:23.757" v="621" actId="20577"/>
        <pc:sldMkLst>
          <pc:docMk/>
          <pc:sldMk cId="2378809322" sldId="258"/>
        </pc:sldMkLst>
        <pc:spChg chg="mod">
          <ac:chgData name="Miranda Reynard" userId="S::miranda.reynard@bramhopeprimaryschool.co.uk::9378bc59-cd65-4499-b3ce-a67b870d38d6" providerId="AD" clId="Web-{3E98CF66-87EE-4154-B50A-E04CFB24E176}" dt="2021-01-31T15:25:23.757" v="621" actId="20577"/>
          <ac:spMkLst>
            <pc:docMk/>
            <pc:sldMk cId="2378809322" sldId="258"/>
            <ac:spMk id="2" creationId="{B8CB39F4-E15C-43FB-B3FE-F3D71A4C4ABA}"/>
          </ac:spMkLst>
        </pc:spChg>
        <pc:spChg chg="mod">
          <ac:chgData name="Miranda Reynard" userId="S::miranda.reynard@bramhopeprimaryschool.co.uk::9378bc59-cd65-4499-b3ce-a67b870d38d6" providerId="AD" clId="Web-{3E98CF66-87EE-4154-B50A-E04CFB24E176}" dt="2021-01-31T14:51:30.616" v="452" actId="20577"/>
          <ac:spMkLst>
            <pc:docMk/>
            <pc:sldMk cId="2378809322" sldId="258"/>
            <ac:spMk id="3" creationId="{8CFF1FA5-7C59-4F19-A11E-5BBE49488A98}"/>
          </ac:spMkLst>
        </pc:spChg>
      </pc:sldChg>
      <pc:sldChg chg="modSp new">
        <pc:chgData name="Miranda Reynard" userId="S::miranda.reynard@bramhopeprimaryschool.co.uk::9378bc59-cd65-4499-b3ce-a67b870d38d6" providerId="AD" clId="Web-{3E98CF66-87EE-4154-B50A-E04CFB24E176}" dt="2021-01-31T15:25:42.382" v="625" actId="20577"/>
        <pc:sldMkLst>
          <pc:docMk/>
          <pc:sldMk cId="1161506338" sldId="259"/>
        </pc:sldMkLst>
        <pc:spChg chg="mod">
          <ac:chgData name="Miranda Reynard" userId="S::miranda.reynard@bramhopeprimaryschool.co.uk::9378bc59-cd65-4499-b3ce-a67b870d38d6" providerId="AD" clId="Web-{3E98CF66-87EE-4154-B50A-E04CFB24E176}" dt="2021-01-31T15:25:42.382" v="625" actId="20577"/>
          <ac:spMkLst>
            <pc:docMk/>
            <pc:sldMk cId="1161506338" sldId="259"/>
            <ac:spMk id="2" creationId="{529E1259-43C7-42CE-9177-940ACDCA046B}"/>
          </ac:spMkLst>
        </pc:spChg>
        <pc:spChg chg="mod">
          <ac:chgData name="Miranda Reynard" userId="S::miranda.reynard@bramhopeprimaryschool.co.uk::9378bc59-cd65-4499-b3ce-a67b870d38d6" providerId="AD" clId="Web-{3E98CF66-87EE-4154-B50A-E04CFB24E176}" dt="2021-01-31T15:24:15.787" v="616" actId="20577"/>
          <ac:spMkLst>
            <pc:docMk/>
            <pc:sldMk cId="1161506338" sldId="259"/>
            <ac:spMk id="3" creationId="{59BD6354-1C66-4483-9F0F-E18F3165ABAF}"/>
          </ac:spMkLst>
        </pc:spChg>
      </pc:sldChg>
      <pc:sldChg chg="modSp new">
        <pc:chgData name="Miranda Reynard" userId="S::miranda.reynard@bramhopeprimaryschool.co.uk::9378bc59-cd65-4499-b3ce-a67b870d38d6" providerId="AD" clId="Web-{3E98CF66-87EE-4154-B50A-E04CFB24E176}" dt="2021-01-31T15:25:30.913" v="623" actId="20577"/>
        <pc:sldMkLst>
          <pc:docMk/>
          <pc:sldMk cId="2735668910" sldId="260"/>
        </pc:sldMkLst>
        <pc:spChg chg="mod">
          <ac:chgData name="Miranda Reynard" userId="S::miranda.reynard@bramhopeprimaryschool.co.uk::9378bc59-cd65-4499-b3ce-a67b870d38d6" providerId="AD" clId="Web-{3E98CF66-87EE-4154-B50A-E04CFB24E176}" dt="2021-01-31T15:25:30.913" v="623" actId="20577"/>
          <ac:spMkLst>
            <pc:docMk/>
            <pc:sldMk cId="2735668910" sldId="260"/>
            <ac:spMk id="2" creationId="{46FE6627-4AD7-4ADE-B1B7-ADED1B49776C}"/>
          </ac:spMkLst>
        </pc:spChg>
        <pc:spChg chg="mod">
          <ac:chgData name="Miranda Reynard" userId="S::miranda.reynard@bramhopeprimaryschool.co.uk::9378bc59-cd65-4499-b3ce-a67b870d38d6" providerId="AD" clId="Web-{3E98CF66-87EE-4154-B50A-E04CFB24E176}" dt="2021-01-31T14:47:50.533" v="438" actId="20577"/>
          <ac:spMkLst>
            <pc:docMk/>
            <pc:sldMk cId="2735668910" sldId="260"/>
            <ac:spMk id="3" creationId="{50971A15-8806-43F6-BE49-DBE9B80DBD75}"/>
          </ac:spMkLst>
        </pc:spChg>
      </pc:sldChg>
      <pc:sldChg chg="modSp new">
        <pc:chgData name="Miranda Reynard" userId="S::miranda.reynard@bramhopeprimaryschool.co.uk::9378bc59-cd65-4499-b3ce-a67b870d38d6" providerId="AD" clId="Web-{3E98CF66-87EE-4154-B50A-E04CFB24E176}" dt="2021-01-31T15:22:03.972" v="589" actId="20577"/>
        <pc:sldMkLst>
          <pc:docMk/>
          <pc:sldMk cId="3683199271" sldId="261"/>
        </pc:sldMkLst>
        <pc:spChg chg="mod">
          <ac:chgData name="Miranda Reynard" userId="S::miranda.reynard@bramhopeprimaryschool.co.uk::9378bc59-cd65-4499-b3ce-a67b870d38d6" providerId="AD" clId="Web-{3E98CF66-87EE-4154-B50A-E04CFB24E176}" dt="2021-01-31T15:22:03.972" v="589" actId="20577"/>
          <ac:spMkLst>
            <pc:docMk/>
            <pc:sldMk cId="3683199271" sldId="261"/>
            <ac:spMk id="2" creationId="{06C1BCEA-17AA-48A3-8E7E-C75716DD8631}"/>
          </ac:spMkLst>
        </pc:spChg>
        <pc:spChg chg="mod">
          <ac:chgData name="Miranda Reynard" userId="S::miranda.reynard@bramhopeprimaryschool.co.uk::9378bc59-cd65-4499-b3ce-a67b870d38d6" providerId="AD" clId="Web-{3E98CF66-87EE-4154-B50A-E04CFB24E176}" dt="2021-01-31T15:12:41.134" v="509" actId="20577"/>
          <ac:spMkLst>
            <pc:docMk/>
            <pc:sldMk cId="3683199271" sldId="261"/>
            <ac:spMk id="3" creationId="{EA6829D5-62A0-48BD-A2DC-06307C8917FC}"/>
          </ac:spMkLst>
        </pc:spChg>
      </pc:sldChg>
      <pc:sldChg chg="modSp new">
        <pc:chgData name="Miranda Reynard" userId="S::miranda.reynard@bramhopeprimaryschool.co.uk::9378bc59-cd65-4499-b3ce-a67b870d38d6" providerId="AD" clId="Web-{3E98CF66-87EE-4154-B50A-E04CFB24E176}" dt="2021-01-31T15:22:33.582" v="591" actId="20577"/>
        <pc:sldMkLst>
          <pc:docMk/>
          <pc:sldMk cId="1131808889" sldId="262"/>
        </pc:sldMkLst>
        <pc:spChg chg="mod">
          <ac:chgData name="Miranda Reynard" userId="S::miranda.reynard@bramhopeprimaryschool.co.uk::9378bc59-cd65-4499-b3ce-a67b870d38d6" providerId="AD" clId="Web-{3E98CF66-87EE-4154-B50A-E04CFB24E176}" dt="2021-01-31T15:22:33.582" v="591" actId="20577"/>
          <ac:spMkLst>
            <pc:docMk/>
            <pc:sldMk cId="1131808889" sldId="262"/>
            <ac:spMk id="2" creationId="{A63A7BE9-D02E-431D-82A6-26763F84D33F}"/>
          </ac:spMkLst>
        </pc:spChg>
        <pc:spChg chg="mod">
          <ac:chgData name="Miranda Reynard" userId="S::miranda.reynard@bramhopeprimaryschool.co.uk::9378bc59-cd65-4499-b3ce-a67b870d38d6" providerId="AD" clId="Web-{3E98CF66-87EE-4154-B50A-E04CFB24E176}" dt="2021-01-31T15:21:38.581" v="576" actId="20577"/>
          <ac:spMkLst>
            <pc:docMk/>
            <pc:sldMk cId="1131808889" sldId="262"/>
            <ac:spMk id="3" creationId="{A2279FCA-5FD3-4E74-B36E-C937B98E44E0}"/>
          </ac:spMkLst>
        </pc:spChg>
      </pc:sldChg>
      <pc:sldChg chg="modSp new">
        <pc:chgData name="Miranda Reynard" userId="S::miranda.reynard@bramhopeprimaryschool.co.uk::9378bc59-cd65-4499-b3ce-a67b870d38d6" providerId="AD" clId="Web-{3E98CF66-87EE-4154-B50A-E04CFB24E176}" dt="2021-01-31T15:24:33.537" v="617" actId="20577"/>
        <pc:sldMkLst>
          <pc:docMk/>
          <pc:sldMk cId="2382191833" sldId="263"/>
        </pc:sldMkLst>
        <pc:spChg chg="mod">
          <ac:chgData name="Miranda Reynard" userId="S::miranda.reynard@bramhopeprimaryschool.co.uk::9378bc59-cd65-4499-b3ce-a67b870d38d6" providerId="AD" clId="Web-{3E98CF66-87EE-4154-B50A-E04CFB24E176}" dt="2021-01-31T15:22:41.551" v="593" actId="20577"/>
          <ac:spMkLst>
            <pc:docMk/>
            <pc:sldMk cId="2382191833" sldId="263"/>
            <ac:spMk id="2" creationId="{A10C4B1B-633E-4B91-B032-4A433DEA278F}"/>
          </ac:spMkLst>
        </pc:spChg>
        <pc:spChg chg="mod">
          <ac:chgData name="Miranda Reynard" userId="S::miranda.reynard@bramhopeprimaryschool.co.uk::9378bc59-cd65-4499-b3ce-a67b870d38d6" providerId="AD" clId="Web-{3E98CF66-87EE-4154-B50A-E04CFB24E176}" dt="2021-01-31T15:24:33.537" v="617" actId="20577"/>
          <ac:spMkLst>
            <pc:docMk/>
            <pc:sldMk cId="2382191833" sldId="263"/>
            <ac:spMk id="3" creationId="{A89567AF-0A66-45F7-A353-17A0A624BB52}"/>
          </ac:spMkLst>
        </pc:spChg>
      </pc:sldChg>
      <pc:sldChg chg="modSp new">
        <pc:chgData name="Miranda Reynard" userId="S::miranda.reynard@bramhopeprimaryschool.co.uk::9378bc59-cd65-4499-b3ce-a67b870d38d6" providerId="AD" clId="Web-{3E98CF66-87EE-4154-B50A-E04CFB24E176}" dt="2021-01-31T15:22:49.723" v="595" actId="20577"/>
        <pc:sldMkLst>
          <pc:docMk/>
          <pc:sldMk cId="568055621" sldId="264"/>
        </pc:sldMkLst>
        <pc:spChg chg="mod">
          <ac:chgData name="Miranda Reynard" userId="S::miranda.reynard@bramhopeprimaryschool.co.uk::9378bc59-cd65-4499-b3ce-a67b870d38d6" providerId="AD" clId="Web-{3E98CF66-87EE-4154-B50A-E04CFB24E176}" dt="2021-01-31T15:22:49.723" v="595" actId="20577"/>
          <ac:spMkLst>
            <pc:docMk/>
            <pc:sldMk cId="568055621" sldId="264"/>
            <ac:spMk id="2" creationId="{448A492E-4D20-47B3-AE06-5CC65CDAA56A}"/>
          </ac:spMkLst>
        </pc:spChg>
        <pc:spChg chg="mod">
          <ac:chgData name="Miranda Reynard" userId="S::miranda.reynard@bramhopeprimaryschool.co.uk::9378bc59-cd65-4499-b3ce-a67b870d38d6" providerId="AD" clId="Web-{3E98CF66-87EE-4154-B50A-E04CFB24E176}" dt="2021-01-31T15:20:03.298" v="573" actId="20577"/>
          <ac:spMkLst>
            <pc:docMk/>
            <pc:sldMk cId="568055621" sldId="264"/>
            <ac:spMk id="3" creationId="{8F931F92-FDF4-4D42-A34E-E143400EFB2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E91DC736-0EF8-4F87-9146-EBF1D2EE4D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xmlns="" id="{BB53D9BA-074C-42BB-8253-6232E87DAC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0" t="1132" r="-1" b="34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97CD68E-23E3-4007-8847-CD0944C4F7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619246" cy="3204134"/>
          </a:xfrm>
        </p:spPr>
        <p:txBody>
          <a:bodyPr anchor="b">
            <a:noAutofit/>
          </a:bodyPr>
          <a:lstStyle/>
          <a:p>
            <a:pPr algn="l"/>
            <a:r>
              <a:rPr lang="en-US" sz="8000" dirty="0">
                <a:ea typeface="+mj-lt"/>
                <a:cs typeface="+mj-lt"/>
              </a:rPr>
              <a:t>Podcasts and Podcasting</a:t>
            </a:r>
            <a:endParaRPr lang="en-US" sz="8000">
              <a:cs typeface="Calibr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EC14DA-3110-4663-86CE-E1815600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/>
                <a:cs typeface="Calibri Light"/>
              </a:rPr>
              <a:t>ING-3 (Second Semester)</a:t>
            </a:r>
            <a:r>
              <a:rPr lang="en-US" dirty="0">
                <a:latin typeface="Calibri"/>
                <a:cs typeface="Calibri Light"/>
              </a:rPr>
              <a:t/>
            </a:r>
            <a:br>
              <a:rPr lang="en-US" dirty="0">
                <a:latin typeface="Calibri"/>
                <a:cs typeface="Calibri Light"/>
              </a:rPr>
            </a:br>
            <a:r>
              <a:rPr lang="en-US" dirty="0" smtClean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 I plan my own podcast?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5863C4-30BC-4C55-8A84-B28BD261B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4000" dirty="0" smtClean="0">
              <a:latin typeface="Calibri Light"/>
              <a:cs typeface="Calibri"/>
            </a:endParaRPr>
          </a:p>
          <a:p>
            <a:pPr marL="0" indent="0">
              <a:buNone/>
            </a:pPr>
            <a:r>
              <a:rPr lang="en-US" sz="4000" dirty="0" smtClean="0">
                <a:latin typeface="Calibri Light"/>
                <a:cs typeface="Calibri"/>
              </a:rPr>
              <a:t>Let's </a:t>
            </a:r>
            <a:r>
              <a:rPr lang="en-US" sz="4000" dirty="0">
                <a:latin typeface="Calibri Light"/>
                <a:cs typeface="Calibri"/>
              </a:rPr>
              <a:t>recap what a podcast is and the features</a:t>
            </a:r>
            <a:endParaRPr lang="en-US" dirty="0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6273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Definition</a:t>
            </a:r>
            <a:endParaRPr lang="ar-TN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podcast is a digital audio program, often part of a series, available for on-demand streaming or download over the internet. Typically episodic, it functions like on-demand talk radio, covering specific topics or themes. While primarily audio, many modern podcasts also include video components on platforms like YouTube.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term </a:t>
            </a:r>
            <a:r>
              <a:rPr lang="en-US" b="1" dirty="0" smtClean="0"/>
              <a:t>podcast</a:t>
            </a:r>
            <a:r>
              <a:rPr lang="en-US" dirty="0" smtClean="0"/>
              <a:t> is a portmanteau (a combination of words) of "</a:t>
            </a:r>
            <a:r>
              <a:rPr lang="en-US" b="1" dirty="0" smtClean="0"/>
              <a:t>iPod</a:t>
            </a:r>
            <a:r>
              <a:rPr lang="en-US" dirty="0" smtClean="0"/>
              <a:t>" and "broadcasting" (or broadcast). Coined in early February 2004 by journalist Ben </a:t>
            </a:r>
            <a:r>
              <a:rPr lang="en-US" dirty="0" err="1" smtClean="0"/>
              <a:t>Hammersley</a:t>
            </a:r>
            <a:r>
              <a:rPr lang="en-US" dirty="0" smtClean="0"/>
              <a:t>, the term was created to describe the rising trend of amateur, RSS-fed audio content that users could download and listen to on portable media players, particularly Apple's iPod.</a:t>
            </a:r>
            <a:endParaRPr lang="ar-T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CB39F4-E15C-43FB-B3FE-F3D71A4C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Lesson 2</a:t>
            </a:r>
            <a:r>
              <a:rPr lang="en-US" dirty="0">
                <a:latin typeface="Calibri"/>
                <a:cs typeface="Calibri"/>
              </a:rPr>
              <a:t/>
            </a:r>
            <a:br>
              <a:rPr lang="en-US" dirty="0">
                <a:latin typeface="Calibri"/>
                <a:cs typeface="Calibri"/>
              </a:rPr>
            </a:br>
            <a:r>
              <a:rPr lang="en-US">
                <a:latin typeface="Calibri"/>
                <a:cs typeface="Calibri"/>
              </a:rPr>
              <a:t>LC: Can I plan my own podcast?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FF1FA5-7C59-4F19-A11E-5BBE49488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cs typeface="Calibri"/>
              </a:rPr>
              <a:t>Recap</a:t>
            </a:r>
          </a:p>
          <a:p>
            <a:r>
              <a:rPr lang="en-US" dirty="0">
                <a:latin typeface="Calibri Light"/>
                <a:cs typeface="Calibri"/>
              </a:rPr>
              <a:t>An audio </a:t>
            </a:r>
            <a:r>
              <a:rPr lang="en-US" err="1">
                <a:latin typeface="Calibri Light"/>
                <a:cs typeface="Calibri"/>
              </a:rPr>
              <a:t>programme</a:t>
            </a:r>
            <a:r>
              <a:rPr lang="en-US" dirty="0">
                <a:latin typeface="Calibri Light"/>
                <a:cs typeface="Calibri"/>
              </a:rPr>
              <a:t> downloaded from the internet</a:t>
            </a:r>
            <a:endParaRPr lang="en-US">
              <a:latin typeface="Calibri Light"/>
              <a:cs typeface="Calibri Light"/>
            </a:endParaRPr>
          </a:p>
          <a:p>
            <a:r>
              <a:rPr lang="en-US">
                <a:latin typeface="Calibri Light"/>
                <a:cs typeface="Calibri"/>
              </a:rPr>
              <a:t>Can be listened to anytime and anywhere on a </a:t>
            </a:r>
            <a:r>
              <a:rPr lang="en-US" dirty="0">
                <a:latin typeface="Calibri Light"/>
                <a:cs typeface="Calibri"/>
              </a:rPr>
              <a:t>tablet/phone/computer using earphones/headphones/speakers</a:t>
            </a:r>
          </a:p>
          <a:p>
            <a:r>
              <a:rPr lang="en-US">
                <a:latin typeface="Calibri Light"/>
                <a:cs typeface="Calibri"/>
              </a:rPr>
              <a:t>The podcast is a series of </a:t>
            </a:r>
            <a:r>
              <a:rPr lang="en-US" err="1">
                <a:latin typeface="Calibri Light"/>
                <a:cs typeface="Calibri"/>
              </a:rPr>
              <a:t>programmes</a:t>
            </a:r>
            <a:r>
              <a:rPr lang="en-US" dirty="0">
                <a:latin typeface="Calibri Light"/>
                <a:cs typeface="Calibri"/>
              </a:rPr>
              <a:t> with individual podcast episodes within that series</a:t>
            </a:r>
          </a:p>
          <a:p>
            <a:r>
              <a:rPr lang="en-US" dirty="0">
                <a:latin typeface="Calibri Light"/>
                <a:cs typeface="Calibri"/>
              </a:rPr>
              <a:t>Vary in length from a few minutes to a couple of hours</a:t>
            </a:r>
          </a:p>
          <a:p>
            <a:r>
              <a:rPr lang="en-US">
                <a:latin typeface="Calibri Light"/>
                <a:cs typeface="Calibri"/>
              </a:rPr>
              <a:t>Daily/weekly/monthly, some run indefinitely</a:t>
            </a:r>
          </a:p>
          <a:p>
            <a:r>
              <a:rPr lang="en-US" dirty="0">
                <a:latin typeface="Calibri Light"/>
                <a:cs typeface="Calibri"/>
              </a:rPr>
              <a:t>Wide range of topics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7880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FE6627-4AD7-4ADE-B1B7-ADED1B497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Lesson 2</a:t>
            </a:r>
            <a:r>
              <a:rPr lang="en-US" dirty="0">
                <a:latin typeface="Calibri"/>
                <a:cs typeface="Calibri"/>
              </a:rPr>
              <a:t/>
            </a:r>
            <a:br>
              <a:rPr lang="en-US" dirty="0">
                <a:latin typeface="Calibri"/>
                <a:cs typeface="Calibri"/>
              </a:rPr>
            </a:br>
            <a:r>
              <a:rPr lang="en-US">
                <a:latin typeface="Calibri"/>
                <a:cs typeface="Calibri"/>
              </a:rPr>
              <a:t>LC: Can I plan my own podcast?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971A15-8806-43F6-BE49-DBE9B80DB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latin typeface="Calibri Light"/>
                <a:cs typeface="Calibri"/>
              </a:rPr>
              <a:t>Once a podcast has been recorded, the producer sends the sound files to a podcast hosting site along with a bit of </a:t>
            </a:r>
            <a:r>
              <a:rPr lang="en-US" sz="4000">
                <a:latin typeface="Calibri Light"/>
                <a:cs typeface="Calibri"/>
              </a:rPr>
              <a:t>information about the podcast to help publicise it</a:t>
            </a:r>
            <a:endParaRPr lang="en-US">
              <a:latin typeface="Calibri Light"/>
              <a:cs typeface="Calibri Light"/>
            </a:endParaRPr>
          </a:p>
          <a:p>
            <a:r>
              <a:rPr lang="en-US" sz="4000">
                <a:latin typeface="Calibri Light"/>
                <a:cs typeface="Calibri"/>
              </a:rPr>
              <a:t>Other people can then download the podcast to their </a:t>
            </a:r>
            <a:r>
              <a:rPr lang="en-US" sz="4000" dirty="0">
                <a:latin typeface="Calibri Light"/>
                <a:cs typeface="Calibri"/>
              </a:rPr>
              <a:t>own device and listen to it</a:t>
            </a:r>
            <a:endParaRPr lang="en-US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5668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9E1259-43C7-42CE-9177-940ACDCA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/>
            </a:r>
            <a:br>
              <a:rPr lang="en-US" dirty="0">
                <a:latin typeface="Calibri"/>
                <a:cs typeface="Calibri"/>
              </a:rPr>
            </a:b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BD6354-1C66-4483-9F0F-E18F3165A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 Light"/>
                <a:cs typeface="Calibri"/>
              </a:rPr>
              <a:t>This </a:t>
            </a:r>
            <a:r>
              <a:rPr lang="en-US" dirty="0" smtClean="0">
                <a:latin typeface="Calibri Light"/>
                <a:cs typeface="Calibri"/>
              </a:rPr>
              <a:t>term</a:t>
            </a:r>
            <a:r>
              <a:rPr lang="en-US" dirty="0" smtClean="0">
                <a:latin typeface="Calibri Light"/>
                <a:cs typeface="Calibri"/>
              </a:rPr>
              <a:t> </a:t>
            </a:r>
            <a:r>
              <a:rPr lang="en-US" dirty="0">
                <a:latin typeface="Calibri Light"/>
                <a:cs typeface="Calibri"/>
              </a:rPr>
              <a:t>you are going to plan a podcast </a:t>
            </a:r>
            <a:r>
              <a:rPr lang="en-US" dirty="0" smtClean="0">
                <a:latin typeface="Calibri Light"/>
                <a:cs typeface="Calibri"/>
              </a:rPr>
              <a:t>episode </a:t>
            </a:r>
            <a:r>
              <a:rPr lang="en-US" dirty="0">
                <a:latin typeface="Calibri Light"/>
                <a:cs typeface="Calibri"/>
              </a:rPr>
              <a:t>of your own, thinking about the features you have just </a:t>
            </a:r>
            <a:r>
              <a:rPr lang="en-US" dirty="0" smtClean="0">
                <a:latin typeface="Calibri Light"/>
                <a:cs typeface="Calibri"/>
              </a:rPr>
              <a:t>revisited</a:t>
            </a:r>
            <a:endParaRPr lang="en-US" dirty="0">
              <a:latin typeface="Calibri Ligh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61506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C1BCEA-17AA-48A3-8E7E-C75716DD8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/>
                <a:cs typeface="Calibri"/>
              </a:rPr>
              <a:t>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6829D5-62A0-48BD-A2DC-06307C89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What is your overall topic/theme?</a:t>
            </a:r>
            <a:endParaRPr lang="en-US" dirty="0"/>
          </a:p>
          <a:p>
            <a:r>
              <a:rPr lang="en-US" dirty="0">
                <a:latin typeface="Calibri Light"/>
                <a:ea typeface="+mn-lt"/>
                <a:cs typeface="+mn-lt"/>
              </a:rPr>
              <a:t>This can be something quite broad with individual episodes being more specific </a:t>
            </a:r>
            <a:endParaRPr lang="en-US" b="1" dirty="0">
              <a:latin typeface="Calibri Light"/>
              <a:cs typeface="Calibri"/>
            </a:endParaRPr>
          </a:p>
          <a:p>
            <a:r>
              <a:rPr lang="en-US" dirty="0">
                <a:latin typeface="Calibri Light"/>
                <a:ea typeface="+mn-lt"/>
                <a:cs typeface="+mn-lt"/>
              </a:rPr>
              <a:t>Needs to be something that you can talk about in depth, something that really interests you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Title/name of your podcast series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latin typeface="Calibri Light"/>
                <a:ea typeface="+mn-lt"/>
                <a:cs typeface="+mn-lt"/>
              </a:rPr>
              <a:t>Catchy </a:t>
            </a:r>
          </a:p>
          <a:p>
            <a:r>
              <a:rPr lang="en-US" dirty="0">
                <a:latin typeface="Calibri Light"/>
                <a:ea typeface="+mn-lt"/>
                <a:cs typeface="+mn-lt"/>
              </a:rPr>
              <a:t>Not very long </a:t>
            </a:r>
          </a:p>
          <a:p>
            <a:r>
              <a:rPr lang="en-US" dirty="0">
                <a:latin typeface="Calibri Light"/>
                <a:ea typeface="+mn-lt"/>
                <a:cs typeface="+mn-lt"/>
              </a:rPr>
              <a:t>Use alliteration </a:t>
            </a:r>
          </a:p>
          <a:p>
            <a:r>
              <a:rPr lang="en-US" dirty="0">
                <a:latin typeface="Calibri Light"/>
                <a:ea typeface="+mn-lt"/>
                <a:cs typeface="+mn-lt"/>
              </a:rPr>
              <a:t>Use a </a:t>
            </a:r>
            <a:r>
              <a:rPr lang="en-US" b="1" dirty="0" smtClean="0">
                <a:latin typeface="Calibri Light"/>
                <a:ea typeface="+mn-lt"/>
                <a:cs typeface="+mn-lt"/>
              </a:rPr>
              <a:t>pun( a wordplay that exploits multiple meanings of a term generally used to create wit, irony or comedy…)</a:t>
            </a:r>
            <a:endParaRPr lang="en-US" b="1" dirty="0">
              <a:latin typeface="Calibri Light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Who is your target audience?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latin typeface="Calibri Light"/>
                <a:ea typeface="+mn-lt"/>
                <a:cs typeface="+mn-lt"/>
              </a:rPr>
              <a:t>Who do you want to listen to your podcast?   </a:t>
            </a:r>
            <a:endParaRPr lang="en-US" dirty="0">
              <a:latin typeface="Calibri Light"/>
              <a:cs typeface="Calibri" panose="020F0502020204030204"/>
            </a:endParaRPr>
          </a:p>
          <a:p>
            <a:r>
              <a:rPr lang="en-US" dirty="0">
                <a:latin typeface="Calibri Light"/>
                <a:ea typeface="+mn-lt"/>
                <a:cs typeface="+mn-lt"/>
              </a:rPr>
              <a:t>Specific groups of people? </a:t>
            </a:r>
            <a:endParaRPr lang="en-US" dirty="0">
              <a:latin typeface="Calibri Light"/>
              <a:cs typeface="Calibri Light"/>
            </a:endParaRPr>
          </a:p>
          <a:p>
            <a:r>
              <a:rPr lang="en-US" dirty="0">
                <a:latin typeface="Calibri Light"/>
                <a:ea typeface="+mn-lt"/>
                <a:cs typeface="+mn-lt"/>
              </a:rPr>
              <a:t>Age range?</a:t>
            </a:r>
            <a:endParaRPr lang="en-US" dirty="0">
              <a:latin typeface="Calibri Light"/>
              <a:cs typeface="Calibri Light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8319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3A7BE9-D02E-431D-82A6-26763F84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279FCA-5FD3-4E74-B36E-C937B98E4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How many episodes will your podcast series have?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What are your individual episodes going to be about?</a:t>
            </a:r>
            <a:endParaRPr lang="en-US"/>
          </a:p>
          <a:p>
            <a:r>
              <a:rPr lang="en-US">
                <a:latin typeface="Calibri Light"/>
                <a:ea typeface="+mn-lt"/>
                <a:cs typeface="+mn-lt"/>
              </a:rPr>
              <a:t>You need to have enough episodes to cover your topic and keep your listener interested, perhaps 4, 5 or 6 to start with </a:t>
            </a:r>
            <a:endParaRPr lang="en-US" b="1">
              <a:latin typeface="Calibri Light"/>
              <a:cs typeface="Calibri"/>
            </a:endParaRPr>
          </a:p>
          <a:p>
            <a:r>
              <a:rPr lang="en-US">
                <a:latin typeface="Calibri Light"/>
                <a:ea typeface="+mn-lt"/>
                <a:cs typeface="+mn-lt"/>
              </a:rPr>
              <a:t>Each episode needs to have its own title, a bit like a subheading </a:t>
            </a:r>
            <a:endParaRPr lang="en-US">
              <a:latin typeface="Calibri Light"/>
              <a:cs typeface="Calibri Light"/>
            </a:endParaRPr>
          </a:p>
          <a:p>
            <a:r>
              <a:rPr lang="en-US">
                <a:latin typeface="Calibri Light"/>
                <a:ea typeface="+mn-lt"/>
                <a:cs typeface="+mn-lt"/>
              </a:rPr>
              <a:t>What will be the main content of each episode? 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How long will each episode last?</a:t>
            </a:r>
          </a:p>
          <a:p>
            <a:r>
              <a:rPr lang="en-US">
                <a:latin typeface="Calibri Light"/>
                <a:ea typeface="+mn-lt"/>
                <a:cs typeface="+mn-lt"/>
              </a:rPr>
              <a:t>The episodes need to be long enough for you to get your info/message across but short enough that listeners don’t get bored and switch off </a:t>
            </a:r>
            <a:endParaRPr lang="en-US" b="1">
              <a:latin typeface="Calibri Light"/>
              <a:cs typeface="Calibri"/>
            </a:endParaRPr>
          </a:p>
          <a:p>
            <a:r>
              <a:rPr lang="en-US">
                <a:latin typeface="Calibri Light"/>
                <a:ea typeface="+mn-lt"/>
                <a:cs typeface="+mn-lt"/>
              </a:rPr>
              <a:t>You’ve got to be able to fill the time</a:t>
            </a:r>
            <a:endParaRPr lang="en-US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3180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0C4B1B-633E-4B91-B032-4A433DEA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9567AF-0A66-45F7-A353-17A0A624B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Have you got some introduction music?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Can you think of a jingle or a slogan?</a:t>
            </a:r>
            <a:endParaRPr lang="en-US"/>
          </a:p>
          <a:p>
            <a:r>
              <a:rPr lang="en-US">
                <a:latin typeface="Calibri Light"/>
                <a:ea typeface="+mn-lt"/>
                <a:cs typeface="+mn-lt"/>
              </a:rPr>
              <a:t>Podcasts often start with some music or a jingle. In real life, you would have to check the permissions to use other people’s music. </a:t>
            </a:r>
            <a:endParaRPr lang="en-US" b="1">
              <a:latin typeface="Calibri Light"/>
              <a:cs typeface="Calibri"/>
            </a:endParaRPr>
          </a:p>
          <a:p>
            <a:r>
              <a:rPr lang="en-US">
                <a:latin typeface="Calibri Light"/>
                <a:ea typeface="+mn-lt"/>
                <a:cs typeface="+mn-lt"/>
              </a:rPr>
              <a:t>A jingle is a bit like a logo. It’s a short burst of music/song that can be identified as being your podcast. Lots of famous brands have a jingle which is instantly recognisable without us even seeing the logo or product eg MacDonalds 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Design a logo</a:t>
            </a:r>
          </a:p>
          <a:p>
            <a:r>
              <a:rPr lang="en-US">
                <a:latin typeface="Calibri Light"/>
                <a:ea typeface="+mn-lt"/>
                <a:cs typeface="+mn-lt"/>
              </a:rPr>
              <a:t>This is a symbol/picture that people will instantly recognise as being your podcast </a:t>
            </a:r>
            <a:endParaRPr lang="en-US" b="1">
              <a:latin typeface="Calibri Light"/>
              <a:ea typeface="+mn-lt"/>
              <a:cs typeface="+mn-lt"/>
            </a:endParaRPr>
          </a:p>
          <a:p>
            <a:r>
              <a:rPr lang="en-US">
                <a:latin typeface="Calibri Light"/>
                <a:ea typeface="+mn-lt"/>
                <a:cs typeface="+mn-lt"/>
              </a:rPr>
              <a:t>Something quite simple but eye catching </a:t>
            </a:r>
            <a:endParaRPr lang="en-US">
              <a:latin typeface="Calibri Light"/>
              <a:cs typeface="Calibri Light"/>
            </a:endParaRPr>
          </a:p>
          <a:p>
            <a:r>
              <a:rPr lang="en-US">
                <a:latin typeface="Calibri Light"/>
                <a:ea typeface="+mn-lt"/>
                <a:cs typeface="+mn-lt"/>
              </a:rPr>
              <a:t>Something related to your topic</a:t>
            </a:r>
            <a:endParaRPr lang="en-US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2191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8A492E-4D20-47B3-AE06-5CC65CDA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Lesson 2</a:t>
            </a:r>
            <a:r>
              <a:rPr lang="en-US" dirty="0">
                <a:latin typeface="Calibri"/>
                <a:cs typeface="Calibri"/>
              </a:rPr>
              <a:t/>
            </a:r>
            <a:br>
              <a:rPr lang="en-US" dirty="0">
                <a:latin typeface="Calibri"/>
                <a:cs typeface="Calibri"/>
              </a:rPr>
            </a:br>
            <a:r>
              <a:rPr lang="en-US">
                <a:latin typeface="Calibri"/>
                <a:cs typeface="Calibri"/>
              </a:rPr>
              <a:t>LC: Can I plan my own podcast?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931F92-FDF4-4D42-A34E-E143400EF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Who would you like to interview/contribute to your different episodes?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>
              <a:ea typeface="+mn-lt"/>
              <a:cs typeface="+mn-lt"/>
            </a:endParaRPr>
          </a:p>
          <a:p>
            <a:r>
              <a:rPr lang="en-US">
                <a:latin typeface="Calibri Light"/>
                <a:ea typeface="+mn-lt"/>
                <a:cs typeface="+mn-lt"/>
              </a:rPr>
              <a:t>Depending on what you’re talking about, you might want to invite people on to your show; friends, family, celebrities </a:t>
            </a:r>
          </a:p>
          <a:p>
            <a:r>
              <a:rPr lang="en-US">
                <a:latin typeface="Calibri Light"/>
                <a:ea typeface="+mn-lt"/>
                <a:cs typeface="+mn-lt"/>
              </a:rPr>
              <a:t>It might be someone who has the same passion for your topic as you do or you might want to interview someone famous </a:t>
            </a:r>
          </a:p>
          <a:p>
            <a:r>
              <a:rPr lang="en-US">
                <a:latin typeface="Calibri Light"/>
                <a:ea typeface="+mn-lt"/>
                <a:cs typeface="+mn-lt"/>
              </a:rPr>
              <a:t>You might invite people for a couple of episodes or you might interview someone new every time 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Will you be presenting on your own or with others?</a:t>
            </a:r>
          </a:p>
          <a:p>
            <a:r>
              <a:rPr lang="en-US">
                <a:latin typeface="Calibri Light"/>
                <a:ea typeface="+mn-lt"/>
                <a:cs typeface="+mn-lt"/>
              </a:rPr>
              <a:t>Would you want to present on your own and invite different people to join you? </a:t>
            </a:r>
            <a:endParaRPr lang="en-US" b="1">
              <a:latin typeface="Calibri Light"/>
              <a:ea typeface="+mn-lt"/>
              <a:cs typeface="+mn-lt"/>
            </a:endParaRPr>
          </a:p>
          <a:p>
            <a:r>
              <a:rPr lang="en-US">
                <a:latin typeface="Calibri Light"/>
                <a:ea typeface="+mn-lt"/>
                <a:cs typeface="+mn-lt"/>
              </a:rPr>
              <a:t>Would you want to present with someone else? A friend or family member?</a:t>
            </a:r>
            <a:endParaRPr lang="en-US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68055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TN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fr-FR" sz="8000" smtClean="0"/>
          </a:p>
          <a:p>
            <a:pPr algn="ctr"/>
            <a:r>
              <a:rPr lang="fr-FR" sz="8000" smtClean="0"/>
              <a:t>ANY QUESTIONS?</a:t>
            </a:r>
            <a:endParaRPr lang="ar-TN" sz="8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TN"/>
          </a:p>
        </p:txBody>
      </p:sp>
      <p:pic>
        <p:nvPicPr>
          <p:cNvPr id="4" name="Espace réservé du contenu 3" descr="Screenshot_20260406_094139_Chrome (1)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194</Words>
  <Application>Microsoft Office PowerPoint</Application>
  <PresentationFormat>Personnalisé</PresentationFormat>
  <Paragraphs>57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office theme</vt:lpstr>
      <vt:lpstr>Podcasts and Podcasting</vt:lpstr>
      <vt:lpstr>ING-3 (Second Semester)  Can I plan my own podcast?</vt:lpstr>
      <vt:lpstr>Definition</vt:lpstr>
      <vt:lpstr>Lesson 2 LC: Can I plan my own podcast?</vt:lpstr>
      <vt:lpstr>Lesson 2 LC: Can I plan my own podcast?</vt:lpstr>
      <vt:lpstr> </vt:lpstr>
      <vt:lpstr> </vt:lpstr>
      <vt:lpstr>Diapositive 8</vt:lpstr>
      <vt:lpstr>Diapositive 9</vt:lpstr>
      <vt:lpstr>Lesson 2 LC: Can I plan my own podcast?</vt:lpstr>
      <vt:lpstr>Diapositive 11</vt:lpstr>
      <vt:lpstr>Diapositive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221</cp:revision>
  <dcterms:created xsi:type="dcterms:W3CDTF">2021-01-31T13:26:56Z</dcterms:created>
  <dcterms:modified xsi:type="dcterms:W3CDTF">2026-04-23T13:28:31Z</dcterms:modified>
</cp:coreProperties>
</file>