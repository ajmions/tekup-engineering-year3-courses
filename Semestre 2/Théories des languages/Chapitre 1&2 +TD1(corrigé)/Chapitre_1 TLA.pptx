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3" r:id="rId1"/>
    <p:sldMasterId id="2147484135" r:id="rId2"/>
  </p:sldMasterIdLst>
  <p:notesMasterIdLst>
    <p:notesMasterId r:id="rId20"/>
  </p:notesMasterIdLst>
  <p:handoutMasterIdLst>
    <p:handoutMasterId r:id="rId21"/>
  </p:handoutMasterIdLst>
  <p:sldIdLst>
    <p:sldId id="521" r:id="rId3"/>
    <p:sldId id="256" r:id="rId4"/>
    <p:sldId id="1485" r:id="rId5"/>
    <p:sldId id="1500" r:id="rId6"/>
    <p:sldId id="1499" r:id="rId7"/>
    <p:sldId id="1486" r:id="rId8"/>
    <p:sldId id="1487" r:id="rId9"/>
    <p:sldId id="1488" r:id="rId10"/>
    <p:sldId id="1489" r:id="rId11"/>
    <p:sldId id="1490" r:id="rId12"/>
    <p:sldId id="1491" r:id="rId13"/>
    <p:sldId id="1492" r:id="rId14"/>
    <p:sldId id="1493" r:id="rId15"/>
    <p:sldId id="1494" r:id="rId16"/>
    <p:sldId id="1496" r:id="rId17"/>
    <p:sldId id="1498" r:id="rId18"/>
    <p:sldId id="1497" r:id="rId19"/>
  </p:sldIdLst>
  <p:sldSz cx="12192000" cy="6858000"/>
  <p:notesSz cx="7315200" cy="96012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LILI RADHOUANE" initials="TR" lastIdx="2" clrIdx="0">
    <p:extLst>
      <p:ext uri="{19B8F6BF-5375-455C-9EA6-DF929625EA0E}">
        <p15:presenceInfo xmlns:p15="http://schemas.microsoft.com/office/powerpoint/2012/main" userId="S::radhouane.tlili@kasserine.r-iset.tn::8930e9a9-fac6-42fe-958c-b98018379ef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0000"/>
    <a:srgbClr val="0099CC"/>
    <a:srgbClr val="339900"/>
    <a:srgbClr val="FF4949"/>
    <a:srgbClr val="990716"/>
    <a:srgbClr val="336600"/>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8683" autoAdjust="0"/>
  </p:normalViewPr>
  <p:slideViewPr>
    <p:cSldViewPr snapToGrid="0">
      <p:cViewPr varScale="1">
        <p:scale>
          <a:sx n="68" d="100"/>
          <a:sy n="68" d="100"/>
        </p:scale>
        <p:origin x="738"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44"/>
    </p:cViewPr>
  </p:sorterViewPr>
  <p:notesViewPr>
    <p:cSldViewPr snapToGrid="0">
      <p:cViewPr varScale="1">
        <p:scale>
          <a:sx n="50" d="100"/>
          <a:sy n="50" d="100"/>
        </p:scale>
        <p:origin x="2814" y="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36F5CF7B-953B-4F51-9960-218379B14301}"/>
              </a:ext>
            </a:extLst>
          </p:cNvPr>
          <p:cNvSpPr>
            <a:spLocks noGrp="1" noChangeArrowheads="1"/>
          </p:cNvSpPr>
          <p:nvPr>
            <p:ph type="hdr" sz="quarter"/>
          </p:nvPr>
        </p:nvSpPr>
        <p:spPr bwMode="auto">
          <a:xfrm>
            <a:off x="0" y="0"/>
            <a:ext cx="3170238" cy="479425"/>
          </a:xfrm>
          <a:prstGeom prst="rect">
            <a:avLst/>
          </a:prstGeom>
          <a:noFill/>
          <a:ln>
            <a:noFill/>
          </a:ln>
        </p:spPr>
        <p:txBody>
          <a:bodyPr vert="horz" wrap="square" lIns="91429" tIns="45714" rIns="91429" bIns="45714" numCol="1" anchor="t"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endParaRPr lang="en-US"/>
          </a:p>
        </p:txBody>
      </p:sp>
      <p:sp>
        <p:nvSpPr>
          <p:cNvPr id="131075" name="Rectangle 3">
            <a:extLst>
              <a:ext uri="{FF2B5EF4-FFF2-40B4-BE49-F238E27FC236}">
                <a16:creationId xmlns:a16="http://schemas.microsoft.com/office/drawing/2014/main" id="{EF0D8BB2-F0FB-42E2-9A6B-2B66FB00F2DF}"/>
              </a:ext>
            </a:extLst>
          </p:cNvPr>
          <p:cNvSpPr>
            <a:spLocks noGrp="1" noChangeArrowheads="1"/>
          </p:cNvSpPr>
          <p:nvPr>
            <p:ph type="dt" sz="quarter" idx="1"/>
          </p:nvPr>
        </p:nvSpPr>
        <p:spPr bwMode="auto">
          <a:xfrm>
            <a:off x="4143375" y="0"/>
            <a:ext cx="3170238" cy="479425"/>
          </a:xfrm>
          <a:prstGeom prst="rect">
            <a:avLst/>
          </a:prstGeom>
          <a:noFill/>
          <a:ln>
            <a:noFill/>
          </a:ln>
        </p:spPr>
        <p:txBody>
          <a:bodyPr vert="horz" wrap="square" lIns="91429" tIns="45714" rIns="91429" bIns="45714" numCol="1" anchor="t" anchorCtr="0" compatLnSpc="1">
            <a:prstTxWarp prst="textNoShape">
              <a:avLst/>
            </a:prstTxWarp>
          </a:bodyPr>
          <a:lstStyle>
            <a:lvl1pPr algn="r">
              <a:defRPr sz="1200">
                <a:latin typeface="Times New Roman" charset="0"/>
                <a:ea typeface="ＭＳ Ｐゴシック" charset="0"/>
                <a:cs typeface="ＭＳ Ｐゴシック" charset="0"/>
              </a:defRPr>
            </a:lvl1pPr>
          </a:lstStyle>
          <a:p>
            <a:pPr>
              <a:defRPr/>
            </a:pPr>
            <a:endParaRPr lang="en-US"/>
          </a:p>
        </p:txBody>
      </p:sp>
      <p:sp>
        <p:nvSpPr>
          <p:cNvPr id="131076" name="Rectangle 4">
            <a:extLst>
              <a:ext uri="{FF2B5EF4-FFF2-40B4-BE49-F238E27FC236}">
                <a16:creationId xmlns:a16="http://schemas.microsoft.com/office/drawing/2014/main" id="{625130C6-BBBC-4D7B-99EA-C49F41E4F92E}"/>
              </a:ext>
            </a:extLst>
          </p:cNvPr>
          <p:cNvSpPr>
            <a:spLocks noGrp="1" noChangeArrowheads="1"/>
          </p:cNvSpPr>
          <p:nvPr>
            <p:ph type="ftr" sz="quarter" idx="2"/>
          </p:nvPr>
        </p:nvSpPr>
        <p:spPr bwMode="auto">
          <a:xfrm>
            <a:off x="0" y="9120188"/>
            <a:ext cx="3170238" cy="479425"/>
          </a:xfrm>
          <a:prstGeom prst="rect">
            <a:avLst/>
          </a:prstGeom>
          <a:noFill/>
          <a:ln>
            <a:noFill/>
          </a:ln>
        </p:spPr>
        <p:txBody>
          <a:bodyPr vert="horz" wrap="square" lIns="91429" tIns="45714" rIns="91429" bIns="45714" numCol="1" anchor="b"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endParaRPr lang="en-US"/>
          </a:p>
        </p:txBody>
      </p:sp>
      <p:sp>
        <p:nvSpPr>
          <p:cNvPr id="131077" name="Rectangle 5">
            <a:extLst>
              <a:ext uri="{FF2B5EF4-FFF2-40B4-BE49-F238E27FC236}">
                <a16:creationId xmlns:a16="http://schemas.microsoft.com/office/drawing/2014/main" id="{3ECC8A16-0E9C-41E3-8F62-A7C85854C502}"/>
              </a:ext>
            </a:extLst>
          </p:cNvPr>
          <p:cNvSpPr>
            <a:spLocks noGrp="1" noChangeArrowheads="1"/>
          </p:cNvSpPr>
          <p:nvPr>
            <p:ph type="sldNum" sz="quarter" idx="3"/>
          </p:nvPr>
        </p:nvSpPr>
        <p:spPr bwMode="auto">
          <a:xfrm>
            <a:off x="4143375" y="9120188"/>
            <a:ext cx="3170238" cy="479425"/>
          </a:xfrm>
          <a:prstGeom prst="rect">
            <a:avLst/>
          </a:prstGeom>
          <a:noFill/>
          <a:ln>
            <a:noFill/>
          </a:ln>
        </p:spPr>
        <p:txBody>
          <a:bodyPr vert="horz" wrap="square" lIns="91429" tIns="45714" rIns="91429" bIns="45714" numCol="1" anchor="b" anchorCtr="0" compatLnSpc="1">
            <a:prstTxWarp prst="textNoShape">
              <a:avLst/>
            </a:prstTxWarp>
          </a:bodyPr>
          <a:lstStyle>
            <a:lvl1pPr algn="r">
              <a:defRPr sz="1200">
                <a:latin typeface="Times New Roman" panose="02020603050405020304" pitchFamily="18" charset="0"/>
              </a:defRPr>
            </a:lvl1pPr>
          </a:lstStyle>
          <a:p>
            <a:pPr>
              <a:defRPr/>
            </a:pPr>
            <a:fld id="{00EE0A3A-2A0F-4AFC-8729-57A6EDDECF66}" type="slidenum">
              <a:rPr lang="en-US" altLang="fr-FR"/>
              <a:pPr>
                <a:defRPr/>
              </a:pPr>
              <a:t>‹N°›</a:t>
            </a:fld>
            <a:endParaRPr lang="en-US" altLang="fr-F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587D52D6-79D0-4A58-BE35-56E165214B46}"/>
              </a:ext>
            </a:extLst>
          </p:cNvPr>
          <p:cNvSpPr>
            <a:spLocks noGrp="1" noChangeArrowheads="1"/>
          </p:cNvSpPr>
          <p:nvPr>
            <p:ph type="hdr" sz="quarter"/>
          </p:nvPr>
        </p:nvSpPr>
        <p:spPr bwMode="auto">
          <a:xfrm>
            <a:off x="0" y="0"/>
            <a:ext cx="3170238" cy="479425"/>
          </a:xfrm>
          <a:prstGeom prst="rect">
            <a:avLst/>
          </a:prstGeom>
          <a:noFill/>
          <a:ln>
            <a:noFill/>
          </a:ln>
        </p:spPr>
        <p:txBody>
          <a:bodyPr vert="horz" wrap="square" lIns="96649" tIns="48325" rIns="96649" bIns="48325" numCol="1" anchor="t"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3075" name="Rectangle 3">
            <a:extLst>
              <a:ext uri="{FF2B5EF4-FFF2-40B4-BE49-F238E27FC236}">
                <a16:creationId xmlns:a16="http://schemas.microsoft.com/office/drawing/2014/main" id="{7DB12764-5A34-4F9C-BBBF-E9235306CB25}"/>
              </a:ext>
            </a:extLst>
          </p:cNvPr>
          <p:cNvSpPr>
            <a:spLocks noGrp="1" noChangeArrowheads="1"/>
          </p:cNvSpPr>
          <p:nvPr>
            <p:ph type="dt" idx="1"/>
          </p:nvPr>
        </p:nvSpPr>
        <p:spPr bwMode="auto">
          <a:xfrm>
            <a:off x="4144963" y="0"/>
            <a:ext cx="3170237" cy="479425"/>
          </a:xfrm>
          <a:prstGeom prst="rect">
            <a:avLst/>
          </a:prstGeom>
          <a:noFill/>
          <a:ln>
            <a:noFill/>
          </a:ln>
        </p:spPr>
        <p:txBody>
          <a:bodyPr vert="horz" wrap="square" lIns="96649" tIns="48325" rIns="96649" bIns="48325" numCol="1" anchor="t" anchorCtr="0" compatLnSpc="1">
            <a:prstTxWarp prst="textNoShape">
              <a:avLst/>
            </a:prstTxWarp>
          </a:bodyPr>
          <a:lstStyle>
            <a:lvl1pPr algn="r" defTabSz="966788">
              <a:defRPr sz="1300">
                <a:latin typeface="Times New Roman" charset="0"/>
                <a:ea typeface="ＭＳ Ｐゴシック" charset="0"/>
                <a:cs typeface="ＭＳ Ｐゴシック" charset="0"/>
              </a:defRPr>
            </a:lvl1pPr>
          </a:lstStyle>
          <a:p>
            <a:pPr>
              <a:defRPr/>
            </a:pPr>
            <a:endParaRPr lang="en-US"/>
          </a:p>
        </p:txBody>
      </p:sp>
      <p:sp>
        <p:nvSpPr>
          <p:cNvPr id="9220" name="Rectangle 4">
            <a:extLst>
              <a:ext uri="{FF2B5EF4-FFF2-40B4-BE49-F238E27FC236}">
                <a16:creationId xmlns:a16="http://schemas.microsoft.com/office/drawing/2014/main" id="{2677E940-8154-4D2D-8FDE-8F95F27EB96F}"/>
              </a:ext>
            </a:extLst>
          </p:cNvPr>
          <p:cNvSpPr>
            <a:spLocks noGrp="1" noRot="1" noChangeAspect="1" noChangeArrowheads="1" noTextEdit="1"/>
          </p:cNvSpPr>
          <p:nvPr>
            <p:ph type="sldImg" idx="2"/>
          </p:nvPr>
        </p:nvSpPr>
        <p:spPr bwMode="auto">
          <a:xfrm>
            <a:off x="458788" y="720725"/>
            <a:ext cx="64008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E8B5BFEF-A705-4407-B910-DF0DAE2BF09B}"/>
              </a:ext>
            </a:extLst>
          </p:cNvPr>
          <p:cNvSpPr>
            <a:spLocks noGrp="1" noChangeArrowheads="1"/>
          </p:cNvSpPr>
          <p:nvPr>
            <p:ph type="body" sz="quarter" idx="3"/>
          </p:nvPr>
        </p:nvSpPr>
        <p:spPr bwMode="auto">
          <a:xfrm>
            <a:off x="974725" y="4560888"/>
            <a:ext cx="5365750" cy="4319587"/>
          </a:xfrm>
          <a:prstGeom prst="rect">
            <a:avLst/>
          </a:prstGeom>
          <a:noFill/>
          <a:ln>
            <a:noFill/>
          </a:ln>
        </p:spPr>
        <p:txBody>
          <a:bodyPr vert="horz" wrap="square" lIns="96649" tIns="48325" rIns="96649" bIns="483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369F9249-3705-4ED8-B738-008641D92754}"/>
              </a:ext>
            </a:extLst>
          </p:cNvPr>
          <p:cNvSpPr>
            <a:spLocks noGrp="1" noChangeArrowheads="1"/>
          </p:cNvSpPr>
          <p:nvPr>
            <p:ph type="ftr" sz="quarter" idx="4"/>
          </p:nvPr>
        </p:nvSpPr>
        <p:spPr bwMode="auto">
          <a:xfrm>
            <a:off x="0" y="9121775"/>
            <a:ext cx="3170238" cy="479425"/>
          </a:xfrm>
          <a:prstGeom prst="rect">
            <a:avLst/>
          </a:prstGeom>
          <a:noFill/>
          <a:ln>
            <a:noFill/>
          </a:ln>
        </p:spPr>
        <p:txBody>
          <a:bodyPr vert="horz" wrap="square" lIns="96649" tIns="48325" rIns="96649" bIns="48325" numCol="1" anchor="b"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3079" name="Rectangle 7">
            <a:extLst>
              <a:ext uri="{FF2B5EF4-FFF2-40B4-BE49-F238E27FC236}">
                <a16:creationId xmlns:a16="http://schemas.microsoft.com/office/drawing/2014/main" id="{22569AE3-8992-4159-841C-8E2DEF1FE867}"/>
              </a:ext>
            </a:extLst>
          </p:cNvPr>
          <p:cNvSpPr>
            <a:spLocks noGrp="1" noChangeArrowheads="1"/>
          </p:cNvSpPr>
          <p:nvPr>
            <p:ph type="sldNum" sz="quarter" idx="5"/>
          </p:nvPr>
        </p:nvSpPr>
        <p:spPr bwMode="auto">
          <a:xfrm>
            <a:off x="4144963" y="9121775"/>
            <a:ext cx="3170237" cy="479425"/>
          </a:xfrm>
          <a:prstGeom prst="rect">
            <a:avLst/>
          </a:prstGeom>
          <a:noFill/>
          <a:ln>
            <a:noFill/>
          </a:ln>
        </p:spPr>
        <p:txBody>
          <a:bodyPr vert="horz" wrap="square" lIns="96649" tIns="48325" rIns="96649" bIns="48325" numCol="1" anchor="b" anchorCtr="0" compatLnSpc="1">
            <a:prstTxWarp prst="textNoShape">
              <a:avLst/>
            </a:prstTxWarp>
          </a:bodyPr>
          <a:lstStyle>
            <a:lvl1pPr algn="r" defTabSz="966788">
              <a:defRPr sz="1300">
                <a:latin typeface="Times New Roman" panose="02020603050405020304" pitchFamily="18" charset="0"/>
              </a:defRPr>
            </a:lvl1pPr>
          </a:lstStyle>
          <a:p>
            <a:pPr>
              <a:defRPr/>
            </a:pPr>
            <a:fld id="{29457111-CDDA-4220-B956-1D01D942AECC}" type="slidenum">
              <a:rPr lang="en-US" altLang="fr-FR"/>
              <a:pPr>
                <a:defRPr/>
              </a:pPr>
              <a:t>‹N°›</a:t>
            </a:fld>
            <a:endParaRPr lang="en-US" altLang="fr-F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4BFC8E20-2F3E-4C3D-9DA5-98B568015DC4}"/>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4856CE6D-0C0D-4B1C-84ED-409E7CD98B2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78403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34733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87887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1353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24532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0459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99754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518962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36750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93338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900998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32402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387701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00745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25968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C01EF728-1991-4FAA-B8AA-E4FB6B88724E}"/>
              </a:ext>
            </a:extLst>
          </p:cNvPr>
          <p:cNvSpPr>
            <a:spLocks noGrp="1" noChangeArrowheads="1"/>
          </p:cNvSpPr>
          <p:nvPr>
            <p:ph type="ftr" sz="quarter" idx="10"/>
          </p:nvPr>
        </p:nvSpPr>
        <p:spPr/>
        <p:txBody>
          <a:bodyPr/>
          <a:lstStyle>
            <a:lvl1pPr>
              <a:defRPr/>
            </a:lvl1pPr>
          </a:lstStyle>
          <a:p>
            <a:pPr>
              <a:defRPr/>
            </a:pPr>
            <a:r>
              <a:rPr lang="en-US"/>
              <a:t>Introduction </a:t>
            </a:r>
          </a:p>
        </p:txBody>
      </p:sp>
      <p:sp>
        <p:nvSpPr>
          <p:cNvPr id="5" name="Rectangle 6">
            <a:extLst>
              <a:ext uri="{FF2B5EF4-FFF2-40B4-BE49-F238E27FC236}">
                <a16:creationId xmlns:a16="http://schemas.microsoft.com/office/drawing/2014/main" id="{3B1D2010-073B-46CA-A765-A9104D625328}"/>
              </a:ext>
            </a:extLst>
          </p:cNvPr>
          <p:cNvSpPr>
            <a:spLocks noGrp="1" noChangeArrowheads="1"/>
          </p:cNvSpPr>
          <p:nvPr>
            <p:ph type="sldNum" sz="quarter" idx="11"/>
          </p:nvPr>
        </p:nvSpPr>
        <p:spPr/>
        <p:txBody>
          <a:bodyPr/>
          <a:lstStyle>
            <a:lvl1pPr>
              <a:defRPr/>
            </a:lvl1pPr>
          </a:lstStyle>
          <a:p>
            <a:pPr>
              <a:defRPr/>
            </a:pPr>
            <a:r>
              <a:rPr lang="en-US" altLang="fr-FR"/>
              <a:t>2-</a:t>
            </a:r>
            <a:fld id="{02719EB8-330F-4A01-AE59-122C076630A1}" type="slidenum">
              <a:rPr lang="en-US" altLang="fr-FR" smtClean="0"/>
              <a:pPr>
                <a:defRPr/>
              </a:pPr>
              <a:t>‹N°›</a:t>
            </a:fld>
            <a:endParaRPr lang="en-US" altLang="fr-FR"/>
          </a:p>
        </p:txBody>
      </p:sp>
    </p:spTree>
    <p:extLst>
      <p:ext uri="{BB962C8B-B14F-4D97-AF65-F5344CB8AC3E}">
        <p14:creationId xmlns:p14="http://schemas.microsoft.com/office/powerpoint/2010/main" val="1284582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ACFCF62-34F6-41FF-B606-863FD873BE3C}"/>
              </a:ext>
            </a:extLst>
          </p:cNvPr>
          <p:cNvSpPr>
            <a:spLocks noGrp="1" noChangeArrowheads="1"/>
          </p:cNvSpPr>
          <p:nvPr>
            <p:ph type="dt" sz="half" idx="10"/>
          </p:nvPr>
        </p:nvSpPr>
        <p:spPr>
          <a:ln/>
        </p:spPr>
        <p:txBody>
          <a:bodyPr/>
          <a:lstStyle>
            <a:lvl1pPr>
              <a:defRPr/>
            </a:lvl1pPr>
          </a:lstStyle>
          <a:p>
            <a:pPr>
              <a:defRPr/>
            </a:pPr>
            <a:fld id="{9FD7C5A8-40A4-4918-A7BF-C4C0428549DC}" type="datetime1">
              <a:rPr lang="en-US" altLang="fr-FR" smtClean="0"/>
              <a:t>1/20/2023</a:t>
            </a:fld>
            <a:endParaRPr lang="en-US" altLang="fr-FR"/>
          </a:p>
        </p:txBody>
      </p:sp>
      <p:sp>
        <p:nvSpPr>
          <p:cNvPr id="5" name="Rectangle 5">
            <a:extLst>
              <a:ext uri="{FF2B5EF4-FFF2-40B4-BE49-F238E27FC236}">
                <a16:creationId xmlns:a16="http://schemas.microsoft.com/office/drawing/2014/main" id="{87F90C7A-37C1-44BD-8630-464A6598616F}"/>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6">
            <a:extLst>
              <a:ext uri="{FF2B5EF4-FFF2-40B4-BE49-F238E27FC236}">
                <a16:creationId xmlns:a16="http://schemas.microsoft.com/office/drawing/2014/main" id="{07E62703-99C6-4B6C-B263-6DFA7E851930}"/>
              </a:ext>
            </a:extLst>
          </p:cNvPr>
          <p:cNvSpPr>
            <a:spLocks noGrp="1" noChangeArrowheads="1"/>
          </p:cNvSpPr>
          <p:nvPr>
            <p:ph type="sldNum" sz="quarter" idx="12"/>
          </p:nvPr>
        </p:nvSpPr>
        <p:spPr>
          <a:ln/>
        </p:spPr>
        <p:txBody>
          <a:bodyPr/>
          <a:lstStyle>
            <a:lvl1pPr>
              <a:defRPr/>
            </a:lvl1pPr>
          </a:lstStyle>
          <a:p>
            <a:pPr>
              <a:defRPr/>
            </a:pPr>
            <a:r>
              <a:rPr lang="en-US" altLang="fr-FR"/>
              <a:t>2-</a:t>
            </a:r>
            <a:fld id="{A9089B58-83D4-4D2D-A69F-F53849F8FC2F}" type="slidenum">
              <a:rPr lang="en-US" altLang="fr-FR" smtClean="0"/>
              <a:pPr>
                <a:defRPr/>
              </a:pPr>
              <a:t>‹N°›</a:t>
            </a:fld>
            <a:endParaRPr lang="en-US" altLang="fr-FR"/>
          </a:p>
        </p:txBody>
      </p:sp>
    </p:spTree>
    <p:extLst>
      <p:ext uri="{BB962C8B-B14F-4D97-AF65-F5344CB8AC3E}">
        <p14:creationId xmlns:p14="http://schemas.microsoft.com/office/powerpoint/2010/main" val="1857227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9A5EC11-2C2B-4586-8489-299AE6853637}"/>
              </a:ext>
            </a:extLst>
          </p:cNvPr>
          <p:cNvSpPr>
            <a:spLocks noGrp="1" noChangeArrowheads="1"/>
          </p:cNvSpPr>
          <p:nvPr>
            <p:ph type="dt" sz="half" idx="10"/>
          </p:nvPr>
        </p:nvSpPr>
        <p:spPr>
          <a:ln/>
        </p:spPr>
        <p:txBody>
          <a:bodyPr/>
          <a:lstStyle>
            <a:lvl1pPr>
              <a:defRPr/>
            </a:lvl1pPr>
          </a:lstStyle>
          <a:p>
            <a:pPr>
              <a:defRPr/>
            </a:pPr>
            <a:fld id="{AE447734-FE1C-4DB9-8DAB-4C098632FD12}" type="datetime1">
              <a:rPr lang="en-US" altLang="fr-FR" smtClean="0"/>
              <a:t>1/20/2023</a:t>
            </a:fld>
            <a:endParaRPr lang="en-US" altLang="fr-FR"/>
          </a:p>
        </p:txBody>
      </p:sp>
      <p:sp>
        <p:nvSpPr>
          <p:cNvPr id="5" name="Rectangle 5">
            <a:extLst>
              <a:ext uri="{FF2B5EF4-FFF2-40B4-BE49-F238E27FC236}">
                <a16:creationId xmlns:a16="http://schemas.microsoft.com/office/drawing/2014/main" id="{541C5306-9252-4423-A6B7-CB4F490213B4}"/>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6">
            <a:extLst>
              <a:ext uri="{FF2B5EF4-FFF2-40B4-BE49-F238E27FC236}">
                <a16:creationId xmlns:a16="http://schemas.microsoft.com/office/drawing/2014/main" id="{34B8B805-AF0F-4D1E-A32E-E0FDDC429074}"/>
              </a:ext>
            </a:extLst>
          </p:cNvPr>
          <p:cNvSpPr>
            <a:spLocks noGrp="1" noChangeArrowheads="1"/>
          </p:cNvSpPr>
          <p:nvPr>
            <p:ph type="sldNum" sz="quarter" idx="12"/>
          </p:nvPr>
        </p:nvSpPr>
        <p:spPr>
          <a:ln/>
        </p:spPr>
        <p:txBody>
          <a:bodyPr/>
          <a:lstStyle>
            <a:lvl1pPr>
              <a:defRPr/>
            </a:lvl1pPr>
          </a:lstStyle>
          <a:p>
            <a:pPr>
              <a:defRPr/>
            </a:pPr>
            <a:r>
              <a:rPr lang="en-US" altLang="fr-FR"/>
              <a:t>2-</a:t>
            </a:r>
            <a:fld id="{D4E76D38-4EB6-416B-BF1A-AFA9B7E8649A}" type="slidenum">
              <a:rPr lang="en-US" altLang="fr-FR" smtClean="0"/>
              <a:pPr>
                <a:defRPr/>
              </a:pPr>
              <a:t>‹N°›</a:t>
            </a:fld>
            <a:endParaRPr lang="en-US" altLang="fr-FR"/>
          </a:p>
        </p:txBody>
      </p:sp>
    </p:spTree>
    <p:extLst>
      <p:ext uri="{BB962C8B-B14F-4D97-AF65-F5344CB8AC3E}">
        <p14:creationId xmlns:p14="http://schemas.microsoft.com/office/powerpoint/2010/main" val="836774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1200" y="1611313"/>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94400" y="1611313"/>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F4E6978-5605-412E-8082-2FB32CAC1948}"/>
              </a:ext>
            </a:extLst>
          </p:cNvPr>
          <p:cNvSpPr>
            <a:spLocks noGrp="1" noChangeArrowheads="1"/>
          </p:cNvSpPr>
          <p:nvPr>
            <p:ph type="dt" sz="half" idx="10"/>
          </p:nvPr>
        </p:nvSpPr>
        <p:spPr>
          <a:ln/>
        </p:spPr>
        <p:txBody>
          <a:bodyPr/>
          <a:lstStyle>
            <a:lvl1pPr>
              <a:defRPr/>
            </a:lvl1pPr>
          </a:lstStyle>
          <a:p>
            <a:pPr>
              <a:defRPr/>
            </a:pPr>
            <a:fld id="{158D6B83-60E4-407C-8254-95A7F317D08B}" type="datetime1">
              <a:rPr lang="en-US" altLang="fr-FR" smtClean="0"/>
              <a:t>1/20/2023</a:t>
            </a:fld>
            <a:endParaRPr lang="en-US" altLang="fr-FR"/>
          </a:p>
        </p:txBody>
      </p:sp>
      <p:sp>
        <p:nvSpPr>
          <p:cNvPr id="6" name="Rectangle 5">
            <a:extLst>
              <a:ext uri="{FF2B5EF4-FFF2-40B4-BE49-F238E27FC236}">
                <a16:creationId xmlns:a16="http://schemas.microsoft.com/office/drawing/2014/main" id="{70959D4C-5D97-4E68-90E8-BB89230F2E83}"/>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6">
            <a:extLst>
              <a:ext uri="{FF2B5EF4-FFF2-40B4-BE49-F238E27FC236}">
                <a16:creationId xmlns:a16="http://schemas.microsoft.com/office/drawing/2014/main" id="{79B7A87D-377C-4402-9382-DFDCE890AD2C}"/>
              </a:ext>
            </a:extLst>
          </p:cNvPr>
          <p:cNvSpPr>
            <a:spLocks noGrp="1" noChangeArrowheads="1"/>
          </p:cNvSpPr>
          <p:nvPr>
            <p:ph type="sldNum" sz="quarter" idx="12"/>
          </p:nvPr>
        </p:nvSpPr>
        <p:spPr>
          <a:ln/>
        </p:spPr>
        <p:txBody>
          <a:bodyPr/>
          <a:lstStyle>
            <a:lvl1pPr>
              <a:defRPr/>
            </a:lvl1pPr>
          </a:lstStyle>
          <a:p>
            <a:pPr>
              <a:defRPr/>
            </a:pPr>
            <a:r>
              <a:rPr lang="en-US" altLang="fr-FR"/>
              <a:t>2-</a:t>
            </a:r>
            <a:fld id="{4BFA9CED-9FD9-4383-B708-C52A742AAE59}" type="slidenum">
              <a:rPr lang="en-US" altLang="fr-FR" smtClean="0"/>
              <a:pPr>
                <a:defRPr/>
              </a:pPr>
              <a:t>‹N°›</a:t>
            </a:fld>
            <a:endParaRPr lang="en-US" altLang="fr-FR"/>
          </a:p>
        </p:txBody>
      </p:sp>
    </p:spTree>
    <p:extLst>
      <p:ext uri="{BB962C8B-B14F-4D97-AF65-F5344CB8AC3E}">
        <p14:creationId xmlns:p14="http://schemas.microsoft.com/office/powerpoint/2010/main" val="783532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BF2C709-5AD2-429D-B1D0-8D731B868C98}"/>
              </a:ext>
            </a:extLst>
          </p:cNvPr>
          <p:cNvSpPr>
            <a:spLocks noGrp="1" noChangeArrowheads="1"/>
          </p:cNvSpPr>
          <p:nvPr>
            <p:ph type="dt" sz="half" idx="10"/>
          </p:nvPr>
        </p:nvSpPr>
        <p:spPr>
          <a:ln/>
        </p:spPr>
        <p:txBody>
          <a:bodyPr/>
          <a:lstStyle>
            <a:lvl1pPr>
              <a:defRPr/>
            </a:lvl1pPr>
          </a:lstStyle>
          <a:p>
            <a:pPr>
              <a:defRPr/>
            </a:pPr>
            <a:fld id="{8422768E-89B5-4CA0-B781-1A751160DD75}" type="datetime1">
              <a:rPr lang="en-US" altLang="fr-FR" smtClean="0"/>
              <a:t>1/20/2023</a:t>
            </a:fld>
            <a:endParaRPr lang="en-US" altLang="fr-FR"/>
          </a:p>
        </p:txBody>
      </p:sp>
      <p:sp>
        <p:nvSpPr>
          <p:cNvPr id="8" name="Rectangle 5">
            <a:extLst>
              <a:ext uri="{FF2B5EF4-FFF2-40B4-BE49-F238E27FC236}">
                <a16:creationId xmlns:a16="http://schemas.microsoft.com/office/drawing/2014/main" id="{7840A25E-DA17-446A-8F9E-0628B56572FE}"/>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9" name="Rectangle 6">
            <a:extLst>
              <a:ext uri="{FF2B5EF4-FFF2-40B4-BE49-F238E27FC236}">
                <a16:creationId xmlns:a16="http://schemas.microsoft.com/office/drawing/2014/main" id="{7640D998-EFD1-4D94-8EB4-67281FABB7D4}"/>
              </a:ext>
            </a:extLst>
          </p:cNvPr>
          <p:cNvSpPr>
            <a:spLocks noGrp="1" noChangeArrowheads="1"/>
          </p:cNvSpPr>
          <p:nvPr>
            <p:ph type="sldNum" sz="quarter" idx="12"/>
          </p:nvPr>
        </p:nvSpPr>
        <p:spPr>
          <a:ln/>
        </p:spPr>
        <p:txBody>
          <a:bodyPr/>
          <a:lstStyle>
            <a:lvl1pPr>
              <a:defRPr/>
            </a:lvl1pPr>
          </a:lstStyle>
          <a:p>
            <a:pPr>
              <a:defRPr/>
            </a:pPr>
            <a:r>
              <a:rPr lang="en-US" altLang="fr-FR"/>
              <a:t>2-</a:t>
            </a:r>
            <a:fld id="{A4B17BB8-1A6D-4EE6-BDFE-35BBDD561E1F}" type="slidenum">
              <a:rPr lang="en-US" altLang="fr-FR" smtClean="0"/>
              <a:pPr>
                <a:defRPr/>
              </a:pPr>
              <a:t>‹N°›</a:t>
            </a:fld>
            <a:endParaRPr lang="en-US" altLang="fr-FR"/>
          </a:p>
        </p:txBody>
      </p:sp>
    </p:spTree>
    <p:extLst>
      <p:ext uri="{BB962C8B-B14F-4D97-AF65-F5344CB8AC3E}">
        <p14:creationId xmlns:p14="http://schemas.microsoft.com/office/powerpoint/2010/main" val="3715584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306202E-B9C9-45D6-9119-1975317BF633}"/>
              </a:ext>
            </a:extLst>
          </p:cNvPr>
          <p:cNvSpPr>
            <a:spLocks noGrp="1" noChangeArrowheads="1"/>
          </p:cNvSpPr>
          <p:nvPr>
            <p:ph type="dt" sz="half" idx="10"/>
          </p:nvPr>
        </p:nvSpPr>
        <p:spPr>
          <a:ln/>
        </p:spPr>
        <p:txBody>
          <a:bodyPr/>
          <a:lstStyle>
            <a:lvl1pPr>
              <a:defRPr/>
            </a:lvl1pPr>
          </a:lstStyle>
          <a:p>
            <a:pPr>
              <a:defRPr/>
            </a:pPr>
            <a:fld id="{04724D4E-8CBF-44C4-B880-49ABA6CA754F}" type="datetime1">
              <a:rPr lang="en-US" altLang="fr-FR" smtClean="0"/>
              <a:t>1/20/2023</a:t>
            </a:fld>
            <a:endParaRPr lang="en-US" altLang="fr-FR"/>
          </a:p>
        </p:txBody>
      </p:sp>
      <p:sp>
        <p:nvSpPr>
          <p:cNvPr id="4" name="Rectangle 5">
            <a:extLst>
              <a:ext uri="{FF2B5EF4-FFF2-40B4-BE49-F238E27FC236}">
                <a16:creationId xmlns:a16="http://schemas.microsoft.com/office/drawing/2014/main" id="{BF99E874-96AF-4572-8609-31A8C18460A1}"/>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5" name="Rectangle 6">
            <a:extLst>
              <a:ext uri="{FF2B5EF4-FFF2-40B4-BE49-F238E27FC236}">
                <a16:creationId xmlns:a16="http://schemas.microsoft.com/office/drawing/2014/main" id="{1AD1E1CE-031E-4511-8B11-4C43545A84FF}"/>
              </a:ext>
            </a:extLst>
          </p:cNvPr>
          <p:cNvSpPr>
            <a:spLocks noGrp="1" noChangeArrowheads="1"/>
          </p:cNvSpPr>
          <p:nvPr>
            <p:ph type="sldNum" sz="quarter" idx="12"/>
          </p:nvPr>
        </p:nvSpPr>
        <p:spPr>
          <a:ln/>
        </p:spPr>
        <p:txBody>
          <a:bodyPr/>
          <a:lstStyle>
            <a:lvl1pPr>
              <a:defRPr/>
            </a:lvl1pPr>
          </a:lstStyle>
          <a:p>
            <a:pPr>
              <a:defRPr/>
            </a:pPr>
            <a:r>
              <a:rPr lang="en-US" altLang="fr-FR"/>
              <a:t>2-</a:t>
            </a:r>
            <a:fld id="{533D1CA1-9B06-4BF3-A13D-A4EA0C7E5D5E}" type="slidenum">
              <a:rPr lang="en-US" altLang="fr-FR" smtClean="0"/>
              <a:pPr>
                <a:defRPr/>
              </a:pPr>
              <a:t>‹N°›</a:t>
            </a:fld>
            <a:endParaRPr lang="en-US" altLang="fr-FR"/>
          </a:p>
        </p:txBody>
      </p:sp>
    </p:spTree>
    <p:extLst>
      <p:ext uri="{BB962C8B-B14F-4D97-AF65-F5344CB8AC3E}">
        <p14:creationId xmlns:p14="http://schemas.microsoft.com/office/powerpoint/2010/main" val="3749731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A5228B-876D-4C8C-A22C-053E64D319B8}"/>
              </a:ext>
            </a:extLst>
          </p:cNvPr>
          <p:cNvSpPr>
            <a:spLocks noGrp="1"/>
          </p:cNvSpPr>
          <p:nvPr>
            <p:ph type="dt" sz="half" idx="10"/>
          </p:nvPr>
        </p:nvSpPr>
        <p:spPr/>
        <p:txBody>
          <a:bodyPr/>
          <a:lstStyle>
            <a:lvl1pPr>
              <a:defRPr smtClean="0"/>
            </a:lvl1pPr>
          </a:lstStyle>
          <a:p>
            <a:pPr>
              <a:defRPr/>
            </a:pPr>
            <a:fld id="{32B77BB6-3E04-4AC5-975D-B1D609BAC2F8}" type="datetime1">
              <a:rPr lang="en-US" altLang="fr-FR" smtClean="0"/>
              <a:t>1/20/2023</a:t>
            </a:fld>
            <a:endParaRPr lang="en-US" altLang="fr-FR"/>
          </a:p>
        </p:txBody>
      </p:sp>
      <p:sp>
        <p:nvSpPr>
          <p:cNvPr id="3" name="Footer Placeholder 2">
            <a:extLst>
              <a:ext uri="{FF2B5EF4-FFF2-40B4-BE49-F238E27FC236}">
                <a16:creationId xmlns:a16="http://schemas.microsoft.com/office/drawing/2014/main" id="{9202279B-CB67-4C39-B5FB-474DB5161F9F}"/>
              </a:ext>
            </a:extLst>
          </p:cNvPr>
          <p:cNvSpPr>
            <a:spLocks noGrp="1"/>
          </p:cNvSpPr>
          <p:nvPr>
            <p:ph type="ftr" sz="quarter" idx="11"/>
          </p:nvPr>
        </p:nvSpPr>
        <p:spPr/>
        <p:txBody>
          <a:bodyPr/>
          <a:lstStyle>
            <a:lvl1pPr>
              <a:defRPr/>
            </a:lvl1pPr>
          </a:lstStyle>
          <a:p>
            <a:pPr>
              <a:defRPr/>
            </a:pPr>
            <a:r>
              <a:rPr lang="en-US"/>
              <a:t>Introduction </a:t>
            </a:r>
          </a:p>
        </p:txBody>
      </p:sp>
      <p:sp>
        <p:nvSpPr>
          <p:cNvPr id="4" name="Slide Number Placeholder 3">
            <a:extLst>
              <a:ext uri="{FF2B5EF4-FFF2-40B4-BE49-F238E27FC236}">
                <a16:creationId xmlns:a16="http://schemas.microsoft.com/office/drawing/2014/main" id="{B39A65BC-FDF5-408C-94AF-C1D5F776087D}"/>
              </a:ext>
            </a:extLst>
          </p:cNvPr>
          <p:cNvSpPr>
            <a:spLocks noGrp="1"/>
          </p:cNvSpPr>
          <p:nvPr>
            <p:ph type="sldNum" sz="quarter" idx="12"/>
          </p:nvPr>
        </p:nvSpPr>
        <p:spPr/>
        <p:txBody>
          <a:bodyPr/>
          <a:lstStyle>
            <a:lvl1pPr>
              <a:defRPr/>
            </a:lvl1pPr>
          </a:lstStyle>
          <a:p>
            <a:pPr>
              <a:defRPr/>
            </a:pPr>
            <a:r>
              <a:rPr lang="en-US" altLang="fr-FR"/>
              <a:t>1-</a:t>
            </a:r>
            <a:fld id="{1B9E7BF5-931C-4EE2-B7B0-B734040F7C58}" type="slidenum">
              <a:rPr lang="en-US" altLang="fr-FR" smtClean="0"/>
              <a:pPr>
                <a:defRPr/>
              </a:pPr>
              <a:t>‹N°›</a:t>
            </a:fld>
            <a:endParaRPr lang="en-US" altLang="fr-FR"/>
          </a:p>
        </p:txBody>
      </p:sp>
    </p:spTree>
    <p:extLst>
      <p:ext uri="{BB962C8B-B14F-4D97-AF65-F5344CB8AC3E}">
        <p14:creationId xmlns:p14="http://schemas.microsoft.com/office/powerpoint/2010/main" val="3171998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8E4FF539-2C2D-4C6F-B59F-D1DF0A8EA0E2}"/>
              </a:ext>
            </a:extLst>
          </p:cNvPr>
          <p:cNvSpPr>
            <a:spLocks noGrp="1"/>
          </p:cNvSpPr>
          <p:nvPr>
            <p:ph type="dt" sz="half" idx="10"/>
          </p:nvPr>
        </p:nvSpPr>
        <p:spPr/>
        <p:txBody>
          <a:bodyPr/>
          <a:lstStyle>
            <a:lvl1pPr>
              <a:defRPr smtClean="0"/>
            </a:lvl1pPr>
          </a:lstStyle>
          <a:p>
            <a:pPr>
              <a:defRPr/>
            </a:pPr>
            <a:fld id="{21515A48-C80C-461E-A1F2-2303CA4A79B2}" type="datetime1">
              <a:rPr lang="en-US" altLang="fr-FR" smtClean="0"/>
              <a:t>1/20/2023</a:t>
            </a:fld>
            <a:endParaRPr lang="en-US" altLang="fr-FR"/>
          </a:p>
        </p:txBody>
      </p:sp>
      <p:sp>
        <p:nvSpPr>
          <p:cNvPr id="6" name="Footer Placeholder 5">
            <a:extLst>
              <a:ext uri="{FF2B5EF4-FFF2-40B4-BE49-F238E27FC236}">
                <a16:creationId xmlns:a16="http://schemas.microsoft.com/office/drawing/2014/main" id="{6E02A269-09C7-4EFE-B7E4-EC54581EFE88}"/>
              </a:ext>
            </a:extLst>
          </p:cNvPr>
          <p:cNvSpPr>
            <a:spLocks noGrp="1"/>
          </p:cNvSpPr>
          <p:nvPr>
            <p:ph type="ftr" sz="quarter" idx="11"/>
          </p:nvPr>
        </p:nvSpPr>
        <p:spPr/>
        <p:txBody>
          <a:bodyPr/>
          <a:lstStyle>
            <a:lvl1pPr>
              <a:defRPr/>
            </a:lvl1pPr>
          </a:lstStyle>
          <a:p>
            <a:pPr>
              <a:defRPr/>
            </a:pPr>
            <a:r>
              <a:rPr lang="en-US"/>
              <a:t>Introduction </a:t>
            </a:r>
          </a:p>
        </p:txBody>
      </p:sp>
      <p:sp>
        <p:nvSpPr>
          <p:cNvPr id="7" name="Slide Number Placeholder 6">
            <a:extLst>
              <a:ext uri="{FF2B5EF4-FFF2-40B4-BE49-F238E27FC236}">
                <a16:creationId xmlns:a16="http://schemas.microsoft.com/office/drawing/2014/main" id="{95A5C668-66BB-41C8-8BB5-52A54D81FF46}"/>
              </a:ext>
            </a:extLst>
          </p:cNvPr>
          <p:cNvSpPr>
            <a:spLocks noGrp="1"/>
          </p:cNvSpPr>
          <p:nvPr>
            <p:ph type="sldNum" sz="quarter" idx="12"/>
          </p:nvPr>
        </p:nvSpPr>
        <p:spPr/>
        <p:txBody>
          <a:bodyPr/>
          <a:lstStyle>
            <a:lvl1pPr>
              <a:defRPr/>
            </a:lvl1pPr>
          </a:lstStyle>
          <a:p>
            <a:pPr>
              <a:defRPr/>
            </a:pPr>
            <a:r>
              <a:rPr lang="en-US" altLang="fr-FR"/>
              <a:t>1-</a:t>
            </a:r>
            <a:fld id="{220C738F-E58F-4E4B-B6B8-E0B048DB4B3C}" type="slidenum">
              <a:rPr lang="en-US" altLang="fr-FR" smtClean="0"/>
              <a:pPr>
                <a:defRPr/>
              </a:pPr>
              <a:t>‹N°›</a:t>
            </a:fld>
            <a:endParaRPr lang="en-US" altLang="fr-FR"/>
          </a:p>
        </p:txBody>
      </p:sp>
    </p:spTree>
    <p:extLst>
      <p:ext uri="{BB962C8B-B14F-4D97-AF65-F5344CB8AC3E}">
        <p14:creationId xmlns:p14="http://schemas.microsoft.com/office/powerpoint/2010/main" val="2068804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DE23544-3AEC-48A9-8E24-ECF09F381BC1}"/>
              </a:ext>
            </a:extLst>
          </p:cNvPr>
          <p:cNvSpPr>
            <a:spLocks noGrp="1" noChangeArrowheads="1"/>
          </p:cNvSpPr>
          <p:nvPr>
            <p:ph type="dt" sz="half" idx="10"/>
          </p:nvPr>
        </p:nvSpPr>
        <p:spPr>
          <a:ln/>
        </p:spPr>
        <p:txBody>
          <a:bodyPr/>
          <a:lstStyle>
            <a:lvl1pPr>
              <a:defRPr/>
            </a:lvl1pPr>
          </a:lstStyle>
          <a:p>
            <a:pPr>
              <a:defRPr/>
            </a:pPr>
            <a:fld id="{F5E90A8D-82FE-4114-98C9-08A0C7D7901C}" type="datetime1">
              <a:rPr lang="en-US" altLang="fr-FR" smtClean="0"/>
              <a:t>1/20/2023</a:t>
            </a:fld>
            <a:endParaRPr lang="en-US" altLang="fr-FR"/>
          </a:p>
        </p:txBody>
      </p:sp>
      <p:sp>
        <p:nvSpPr>
          <p:cNvPr id="6" name="Rectangle 5">
            <a:extLst>
              <a:ext uri="{FF2B5EF4-FFF2-40B4-BE49-F238E27FC236}">
                <a16:creationId xmlns:a16="http://schemas.microsoft.com/office/drawing/2014/main" id="{52CEB66C-E899-45C6-94C0-18512E69B1F5}"/>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6">
            <a:extLst>
              <a:ext uri="{FF2B5EF4-FFF2-40B4-BE49-F238E27FC236}">
                <a16:creationId xmlns:a16="http://schemas.microsoft.com/office/drawing/2014/main" id="{C6F4243E-3322-482D-95FF-E2C6D2270FE2}"/>
              </a:ext>
            </a:extLst>
          </p:cNvPr>
          <p:cNvSpPr>
            <a:spLocks noGrp="1" noChangeArrowheads="1"/>
          </p:cNvSpPr>
          <p:nvPr>
            <p:ph type="sldNum" sz="quarter" idx="12"/>
          </p:nvPr>
        </p:nvSpPr>
        <p:spPr>
          <a:ln/>
        </p:spPr>
        <p:txBody>
          <a:bodyPr/>
          <a:lstStyle>
            <a:lvl1pPr>
              <a:defRPr/>
            </a:lvl1pPr>
          </a:lstStyle>
          <a:p>
            <a:pPr>
              <a:defRPr/>
            </a:pPr>
            <a:r>
              <a:rPr lang="en-US" altLang="fr-FR"/>
              <a:t>2-</a:t>
            </a:r>
            <a:fld id="{F2CAD2B0-FACF-4A2F-A21B-039BA2E6AA97}" type="slidenum">
              <a:rPr lang="en-US" altLang="fr-FR" smtClean="0"/>
              <a:pPr>
                <a:defRPr/>
              </a:pPr>
              <a:t>‹N°›</a:t>
            </a:fld>
            <a:endParaRPr lang="en-US" altLang="fr-FR"/>
          </a:p>
        </p:txBody>
      </p:sp>
    </p:spTree>
    <p:extLst>
      <p:ext uri="{BB962C8B-B14F-4D97-AF65-F5344CB8AC3E}">
        <p14:creationId xmlns:p14="http://schemas.microsoft.com/office/powerpoint/2010/main" val="3870669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5717B7-A9C1-4F6B-9784-1555DD7593A5}"/>
              </a:ext>
            </a:extLst>
          </p:cNvPr>
          <p:cNvSpPr>
            <a:spLocks noGrp="1"/>
          </p:cNvSpPr>
          <p:nvPr>
            <p:ph type="dt" sz="half" idx="10"/>
          </p:nvPr>
        </p:nvSpPr>
        <p:spPr/>
        <p:txBody>
          <a:bodyPr/>
          <a:lstStyle>
            <a:lvl1pPr>
              <a:defRPr smtClean="0"/>
            </a:lvl1pPr>
          </a:lstStyle>
          <a:p>
            <a:pPr>
              <a:defRPr/>
            </a:pPr>
            <a:fld id="{BA945A9F-616E-47B9-8D79-1CBBD7FE6F93}" type="datetime1">
              <a:rPr lang="en-US" altLang="fr-FR" smtClean="0"/>
              <a:t>1/20/2023</a:t>
            </a:fld>
            <a:endParaRPr lang="en-US" altLang="fr-FR"/>
          </a:p>
        </p:txBody>
      </p:sp>
      <p:sp>
        <p:nvSpPr>
          <p:cNvPr id="5" name="Footer Placeholder 4">
            <a:extLst>
              <a:ext uri="{FF2B5EF4-FFF2-40B4-BE49-F238E27FC236}">
                <a16:creationId xmlns:a16="http://schemas.microsoft.com/office/drawing/2014/main" id="{9D6F3D3E-CBEC-4705-8ABA-A39F1074256D}"/>
              </a:ext>
            </a:extLst>
          </p:cNvPr>
          <p:cNvSpPr>
            <a:spLocks noGrp="1"/>
          </p:cNvSpPr>
          <p:nvPr>
            <p:ph type="ftr" sz="quarter" idx="11"/>
          </p:nvPr>
        </p:nvSpPr>
        <p:spPr/>
        <p:txBody>
          <a:bodyPr/>
          <a:lstStyle>
            <a:lvl1pPr>
              <a:defRPr/>
            </a:lvl1pPr>
          </a:lstStyle>
          <a:p>
            <a:pPr>
              <a:defRPr/>
            </a:pPr>
            <a:r>
              <a:rPr lang="en-US"/>
              <a:t>Introduction </a:t>
            </a:r>
          </a:p>
        </p:txBody>
      </p:sp>
      <p:sp>
        <p:nvSpPr>
          <p:cNvPr id="6" name="Slide Number Placeholder 5">
            <a:extLst>
              <a:ext uri="{FF2B5EF4-FFF2-40B4-BE49-F238E27FC236}">
                <a16:creationId xmlns:a16="http://schemas.microsoft.com/office/drawing/2014/main" id="{5FAB93D3-CF52-4024-A335-17B629D273E7}"/>
              </a:ext>
            </a:extLst>
          </p:cNvPr>
          <p:cNvSpPr>
            <a:spLocks noGrp="1"/>
          </p:cNvSpPr>
          <p:nvPr>
            <p:ph type="sldNum" sz="quarter" idx="12"/>
          </p:nvPr>
        </p:nvSpPr>
        <p:spPr/>
        <p:txBody>
          <a:bodyPr/>
          <a:lstStyle>
            <a:lvl1pPr>
              <a:defRPr/>
            </a:lvl1pPr>
          </a:lstStyle>
          <a:p>
            <a:pPr>
              <a:defRPr/>
            </a:pPr>
            <a:r>
              <a:rPr lang="en-US" altLang="fr-FR"/>
              <a:t>1-</a:t>
            </a:r>
            <a:fld id="{293FF4D4-4395-4A9C-8251-C547C65605FB}" type="slidenum">
              <a:rPr lang="en-US" altLang="fr-FR" smtClean="0"/>
              <a:pPr>
                <a:defRPr/>
              </a:pPr>
              <a:t>‹N°›</a:t>
            </a:fld>
            <a:endParaRPr lang="en-US" altLang="fr-FR"/>
          </a:p>
        </p:txBody>
      </p:sp>
    </p:spTree>
    <p:extLst>
      <p:ext uri="{BB962C8B-B14F-4D97-AF65-F5344CB8AC3E}">
        <p14:creationId xmlns:p14="http://schemas.microsoft.com/office/powerpoint/2010/main" val="225688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83600" y="228601"/>
            <a:ext cx="2590800" cy="60309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1200" y="228601"/>
            <a:ext cx="7569200" cy="6030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D8407-A314-4DC7-88DF-92D76C871258}"/>
              </a:ext>
            </a:extLst>
          </p:cNvPr>
          <p:cNvSpPr>
            <a:spLocks noGrp="1"/>
          </p:cNvSpPr>
          <p:nvPr>
            <p:ph type="dt" sz="half" idx="10"/>
          </p:nvPr>
        </p:nvSpPr>
        <p:spPr/>
        <p:txBody>
          <a:bodyPr/>
          <a:lstStyle>
            <a:lvl1pPr>
              <a:defRPr smtClean="0"/>
            </a:lvl1pPr>
          </a:lstStyle>
          <a:p>
            <a:pPr>
              <a:defRPr/>
            </a:pPr>
            <a:fld id="{FA239D8C-40AC-43F2-BBCC-2E805357C4A9}" type="datetime1">
              <a:rPr lang="en-US" altLang="fr-FR" smtClean="0"/>
              <a:t>1/20/2023</a:t>
            </a:fld>
            <a:endParaRPr lang="en-US" altLang="fr-FR"/>
          </a:p>
        </p:txBody>
      </p:sp>
      <p:sp>
        <p:nvSpPr>
          <p:cNvPr id="5" name="Footer Placeholder 4">
            <a:extLst>
              <a:ext uri="{FF2B5EF4-FFF2-40B4-BE49-F238E27FC236}">
                <a16:creationId xmlns:a16="http://schemas.microsoft.com/office/drawing/2014/main" id="{842B233C-4873-4D04-96FA-5FE07A089BCA}"/>
              </a:ext>
            </a:extLst>
          </p:cNvPr>
          <p:cNvSpPr>
            <a:spLocks noGrp="1"/>
          </p:cNvSpPr>
          <p:nvPr>
            <p:ph type="ftr" sz="quarter" idx="11"/>
          </p:nvPr>
        </p:nvSpPr>
        <p:spPr/>
        <p:txBody>
          <a:bodyPr/>
          <a:lstStyle>
            <a:lvl1pPr>
              <a:defRPr/>
            </a:lvl1pPr>
          </a:lstStyle>
          <a:p>
            <a:pPr>
              <a:defRPr/>
            </a:pPr>
            <a:r>
              <a:rPr lang="en-US"/>
              <a:t>Introduction </a:t>
            </a:r>
          </a:p>
        </p:txBody>
      </p:sp>
      <p:sp>
        <p:nvSpPr>
          <p:cNvPr id="6" name="Slide Number Placeholder 5">
            <a:extLst>
              <a:ext uri="{FF2B5EF4-FFF2-40B4-BE49-F238E27FC236}">
                <a16:creationId xmlns:a16="http://schemas.microsoft.com/office/drawing/2014/main" id="{8C34F08B-8516-4FC7-8DDB-E942841C4244}"/>
              </a:ext>
            </a:extLst>
          </p:cNvPr>
          <p:cNvSpPr>
            <a:spLocks noGrp="1"/>
          </p:cNvSpPr>
          <p:nvPr>
            <p:ph type="sldNum" sz="quarter" idx="12"/>
          </p:nvPr>
        </p:nvSpPr>
        <p:spPr/>
        <p:txBody>
          <a:bodyPr/>
          <a:lstStyle>
            <a:lvl1pPr>
              <a:defRPr/>
            </a:lvl1pPr>
          </a:lstStyle>
          <a:p>
            <a:pPr>
              <a:defRPr/>
            </a:pPr>
            <a:r>
              <a:rPr lang="en-US" altLang="fr-FR"/>
              <a:t>1-</a:t>
            </a:r>
            <a:fld id="{1CCD152C-97C2-41A6-AF1D-D1FD27E39FAD}" type="slidenum">
              <a:rPr lang="en-US" altLang="fr-FR" smtClean="0"/>
              <a:pPr>
                <a:defRPr/>
              </a:pPr>
              <a:t>‹N°›</a:t>
            </a:fld>
            <a:endParaRPr lang="en-US" altLang="fr-FR"/>
          </a:p>
        </p:txBody>
      </p:sp>
    </p:spTree>
    <p:extLst>
      <p:ext uri="{BB962C8B-B14F-4D97-AF65-F5344CB8AC3E}">
        <p14:creationId xmlns:p14="http://schemas.microsoft.com/office/powerpoint/2010/main" val="21877148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Content Placeholder 2"/>
          <p:cNvSpPr>
            <a:spLocks noGrp="1"/>
          </p:cNvSpPr>
          <p:nvPr>
            <p:ph sz="half" idx="1"/>
          </p:nvPr>
        </p:nvSpPr>
        <p:spPr>
          <a:xfrm>
            <a:off x="711200" y="1611313"/>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994400" y="1611313"/>
            <a:ext cx="508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994400" y="4011613"/>
            <a:ext cx="508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2D4C01C5-B5A2-42A4-8949-4429B8A05F41}"/>
              </a:ext>
            </a:extLst>
          </p:cNvPr>
          <p:cNvSpPr>
            <a:spLocks noGrp="1"/>
          </p:cNvSpPr>
          <p:nvPr>
            <p:ph type="dt" sz="half" idx="10"/>
          </p:nvPr>
        </p:nvSpPr>
        <p:spPr/>
        <p:txBody>
          <a:bodyPr/>
          <a:lstStyle>
            <a:lvl1pPr>
              <a:defRPr smtClean="0"/>
            </a:lvl1pPr>
          </a:lstStyle>
          <a:p>
            <a:pPr>
              <a:defRPr/>
            </a:pPr>
            <a:fld id="{F0128CDA-CD40-4D07-AC14-6F590401CA4B}" type="datetime1">
              <a:rPr lang="en-US" altLang="fr-FR" smtClean="0"/>
              <a:t>1/20/2023</a:t>
            </a:fld>
            <a:endParaRPr lang="en-US" altLang="fr-FR"/>
          </a:p>
        </p:txBody>
      </p:sp>
      <p:sp>
        <p:nvSpPr>
          <p:cNvPr id="7" name="Footer Placeholder 6">
            <a:extLst>
              <a:ext uri="{FF2B5EF4-FFF2-40B4-BE49-F238E27FC236}">
                <a16:creationId xmlns:a16="http://schemas.microsoft.com/office/drawing/2014/main" id="{C7D5A674-E765-4642-AA71-AB0115C14960}"/>
              </a:ext>
            </a:extLst>
          </p:cNvPr>
          <p:cNvSpPr>
            <a:spLocks noGrp="1"/>
          </p:cNvSpPr>
          <p:nvPr>
            <p:ph type="ftr" sz="quarter" idx="11"/>
          </p:nvPr>
        </p:nvSpPr>
        <p:spPr/>
        <p:txBody>
          <a:bodyPr/>
          <a:lstStyle>
            <a:lvl1pPr>
              <a:defRPr/>
            </a:lvl1pPr>
          </a:lstStyle>
          <a:p>
            <a:pPr>
              <a:defRPr/>
            </a:pPr>
            <a:r>
              <a:rPr lang="en-US"/>
              <a:t>Introduction </a:t>
            </a:r>
          </a:p>
        </p:txBody>
      </p:sp>
      <p:sp>
        <p:nvSpPr>
          <p:cNvPr id="8" name="Slide Number Placeholder 7">
            <a:extLst>
              <a:ext uri="{FF2B5EF4-FFF2-40B4-BE49-F238E27FC236}">
                <a16:creationId xmlns:a16="http://schemas.microsoft.com/office/drawing/2014/main" id="{8FC921CA-7617-4307-B441-F2AC2210B5F8}"/>
              </a:ext>
            </a:extLst>
          </p:cNvPr>
          <p:cNvSpPr>
            <a:spLocks noGrp="1"/>
          </p:cNvSpPr>
          <p:nvPr>
            <p:ph type="sldNum" sz="quarter" idx="12"/>
          </p:nvPr>
        </p:nvSpPr>
        <p:spPr/>
        <p:txBody>
          <a:bodyPr/>
          <a:lstStyle>
            <a:lvl1pPr>
              <a:defRPr/>
            </a:lvl1pPr>
          </a:lstStyle>
          <a:p>
            <a:pPr>
              <a:defRPr/>
            </a:pPr>
            <a:r>
              <a:rPr lang="en-US" altLang="fr-FR"/>
              <a:t>1</a:t>
            </a:r>
            <a:fld id="{54B00835-19DF-4954-8888-606D50DC733A}" type="slidenum">
              <a:rPr lang="en-US" altLang="fr-FR" smtClean="0"/>
              <a:pPr>
                <a:defRPr/>
              </a:pPr>
              <a:t>‹N°›</a:t>
            </a:fld>
            <a:endParaRPr lang="en-US" altLang="fr-FR"/>
          </a:p>
        </p:txBody>
      </p:sp>
    </p:spTree>
    <p:extLst>
      <p:ext uri="{BB962C8B-B14F-4D97-AF65-F5344CB8AC3E}">
        <p14:creationId xmlns:p14="http://schemas.microsoft.com/office/powerpoint/2010/main" val="21279765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4777671-4787-48E7-B26D-8F3568B6690B}"/>
              </a:ext>
            </a:extLst>
          </p:cNvPr>
          <p:cNvSpPr>
            <a:spLocks noGrp="1" noChangeArrowheads="1"/>
          </p:cNvSpPr>
          <p:nvPr>
            <p:ph type="dt" sz="half" idx="10"/>
          </p:nvPr>
        </p:nvSpPr>
        <p:spPr>
          <a:ln/>
        </p:spPr>
        <p:txBody>
          <a:bodyPr/>
          <a:lstStyle>
            <a:lvl1pPr>
              <a:defRPr/>
            </a:lvl1pPr>
          </a:lstStyle>
          <a:p>
            <a:pPr>
              <a:defRPr/>
            </a:pPr>
            <a:fld id="{A2D8B53C-E269-4A07-B025-9BB20D05DE3A}" type="datetime1">
              <a:rPr lang="en-US" altLang="fr-FR" smtClean="0"/>
              <a:t>1/20/2023</a:t>
            </a:fld>
            <a:endParaRPr lang="en-US" altLang="fr-FR"/>
          </a:p>
        </p:txBody>
      </p:sp>
      <p:sp>
        <p:nvSpPr>
          <p:cNvPr id="5" name="Rectangle 7">
            <a:extLst>
              <a:ext uri="{FF2B5EF4-FFF2-40B4-BE49-F238E27FC236}">
                <a16:creationId xmlns:a16="http://schemas.microsoft.com/office/drawing/2014/main" id="{F931594A-7709-45C2-A8AC-4140CCDF8C11}"/>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FA6F7F74-3450-4B02-B91D-50ADBAB2BA03}"/>
              </a:ext>
            </a:extLst>
          </p:cNvPr>
          <p:cNvSpPr>
            <a:spLocks noGrp="1" noChangeArrowheads="1"/>
          </p:cNvSpPr>
          <p:nvPr>
            <p:ph type="sldNum" sz="quarter" idx="12"/>
          </p:nvPr>
        </p:nvSpPr>
        <p:spPr>
          <a:ln/>
        </p:spPr>
        <p:txBody>
          <a:bodyPr/>
          <a:lstStyle>
            <a:lvl1pPr>
              <a:defRPr/>
            </a:lvl1pPr>
          </a:lstStyle>
          <a:p>
            <a:pPr>
              <a:defRPr/>
            </a:pPr>
            <a:r>
              <a:rPr lang="en-US" altLang="fr-FR"/>
              <a:t>2-</a:t>
            </a:r>
            <a:fld id="{FF231934-DBF3-48C6-B9F2-CBB0AEF058EB}" type="slidenum">
              <a:rPr lang="en-US" altLang="fr-FR" smtClean="0"/>
              <a:pPr>
                <a:defRPr/>
              </a:pPr>
              <a:t>‹N°›</a:t>
            </a:fld>
            <a:endParaRPr lang="en-US" altLang="fr-FR"/>
          </a:p>
        </p:txBody>
      </p:sp>
    </p:spTree>
    <p:extLst>
      <p:ext uri="{BB962C8B-B14F-4D97-AF65-F5344CB8AC3E}">
        <p14:creationId xmlns:p14="http://schemas.microsoft.com/office/powerpoint/2010/main" val="4270741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BA9DD56-CBE8-4D57-AE46-7D5527ED142D}"/>
              </a:ext>
            </a:extLst>
          </p:cNvPr>
          <p:cNvSpPr>
            <a:spLocks noGrp="1" noChangeArrowheads="1"/>
          </p:cNvSpPr>
          <p:nvPr>
            <p:ph type="dt" sz="half" idx="10"/>
          </p:nvPr>
        </p:nvSpPr>
        <p:spPr>
          <a:ln/>
        </p:spPr>
        <p:txBody>
          <a:bodyPr/>
          <a:lstStyle>
            <a:lvl1pPr>
              <a:defRPr/>
            </a:lvl1pPr>
          </a:lstStyle>
          <a:p>
            <a:pPr>
              <a:defRPr/>
            </a:pPr>
            <a:fld id="{8C289B28-7202-49A4-8711-2CDCFD849B58}" type="datetime1">
              <a:rPr lang="en-US" altLang="fr-FR" smtClean="0"/>
              <a:t>1/20/2023</a:t>
            </a:fld>
            <a:endParaRPr lang="en-US" altLang="fr-FR"/>
          </a:p>
        </p:txBody>
      </p:sp>
      <p:sp>
        <p:nvSpPr>
          <p:cNvPr id="5" name="Rectangle 7">
            <a:extLst>
              <a:ext uri="{FF2B5EF4-FFF2-40B4-BE49-F238E27FC236}">
                <a16:creationId xmlns:a16="http://schemas.microsoft.com/office/drawing/2014/main" id="{3E2310F9-6535-42B2-9698-40544245FA12}"/>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9AD2171D-F000-4911-A650-91C92F50E63F}"/>
              </a:ext>
            </a:extLst>
          </p:cNvPr>
          <p:cNvSpPr>
            <a:spLocks noGrp="1" noChangeArrowheads="1"/>
          </p:cNvSpPr>
          <p:nvPr>
            <p:ph type="sldNum" sz="quarter" idx="12"/>
          </p:nvPr>
        </p:nvSpPr>
        <p:spPr>
          <a:ln/>
        </p:spPr>
        <p:txBody>
          <a:bodyPr/>
          <a:lstStyle>
            <a:lvl1pPr>
              <a:defRPr/>
            </a:lvl1pPr>
          </a:lstStyle>
          <a:p>
            <a:pPr>
              <a:defRPr/>
            </a:pPr>
            <a:r>
              <a:rPr lang="en-US" altLang="fr-FR"/>
              <a:t>2-</a:t>
            </a:r>
            <a:fld id="{3A6ECFCC-BA03-4428-8F9F-2FC5EAB7469E}" type="slidenum">
              <a:rPr lang="en-US" altLang="fr-FR" smtClean="0"/>
              <a:pPr>
                <a:defRPr/>
              </a:pPr>
              <a:t>‹N°›</a:t>
            </a:fld>
            <a:endParaRPr lang="en-US" altLang="fr-FR"/>
          </a:p>
        </p:txBody>
      </p:sp>
    </p:spTree>
    <p:extLst>
      <p:ext uri="{BB962C8B-B14F-4D97-AF65-F5344CB8AC3E}">
        <p14:creationId xmlns:p14="http://schemas.microsoft.com/office/powerpoint/2010/main" val="2252445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512325D2-AD37-4D4A-9AF3-6D6899A3EECC}"/>
              </a:ext>
            </a:extLst>
          </p:cNvPr>
          <p:cNvSpPr>
            <a:spLocks noGrp="1" noChangeArrowheads="1"/>
          </p:cNvSpPr>
          <p:nvPr>
            <p:ph type="dt" sz="half" idx="10"/>
          </p:nvPr>
        </p:nvSpPr>
        <p:spPr>
          <a:ln/>
        </p:spPr>
        <p:txBody>
          <a:bodyPr/>
          <a:lstStyle>
            <a:lvl1pPr>
              <a:defRPr/>
            </a:lvl1pPr>
          </a:lstStyle>
          <a:p>
            <a:pPr>
              <a:defRPr/>
            </a:pPr>
            <a:fld id="{5D0F3E6A-4C4B-45F7-83FB-48E00379BBE7}" type="datetime1">
              <a:rPr lang="en-US" altLang="fr-FR" smtClean="0"/>
              <a:t>1/20/2023</a:t>
            </a:fld>
            <a:endParaRPr lang="en-US" altLang="fr-FR"/>
          </a:p>
        </p:txBody>
      </p:sp>
      <p:sp>
        <p:nvSpPr>
          <p:cNvPr id="5" name="Rectangle 7">
            <a:extLst>
              <a:ext uri="{FF2B5EF4-FFF2-40B4-BE49-F238E27FC236}">
                <a16:creationId xmlns:a16="http://schemas.microsoft.com/office/drawing/2014/main" id="{87BD64ED-321A-4251-ABA2-EA15E8081078}"/>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3CBDA959-1054-4EAB-9206-EB4298AB9767}"/>
              </a:ext>
            </a:extLst>
          </p:cNvPr>
          <p:cNvSpPr>
            <a:spLocks noGrp="1" noChangeArrowheads="1"/>
          </p:cNvSpPr>
          <p:nvPr>
            <p:ph type="sldNum" sz="quarter" idx="12"/>
          </p:nvPr>
        </p:nvSpPr>
        <p:spPr>
          <a:ln/>
        </p:spPr>
        <p:txBody>
          <a:bodyPr/>
          <a:lstStyle>
            <a:lvl1pPr>
              <a:defRPr/>
            </a:lvl1pPr>
          </a:lstStyle>
          <a:p>
            <a:pPr>
              <a:defRPr/>
            </a:pPr>
            <a:r>
              <a:rPr lang="en-US" altLang="fr-FR"/>
              <a:t>2-</a:t>
            </a:r>
            <a:fld id="{340EEB37-4B8C-4088-9641-173AD930C292}" type="slidenum">
              <a:rPr lang="en-US" altLang="fr-FR" smtClean="0"/>
              <a:pPr>
                <a:defRPr/>
              </a:pPr>
              <a:t>‹N°›</a:t>
            </a:fld>
            <a:endParaRPr lang="en-US" altLang="fr-FR"/>
          </a:p>
        </p:txBody>
      </p:sp>
    </p:spTree>
    <p:extLst>
      <p:ext uri="{BB962C8B-B14F-4D97-AF65-F5344CB8AC3E}">
        <p14:creationId xmlns:p14="http://schemas.microsoft.com/office/powerpoint/2010/main" val="1238171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1200" y="1600200"/>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94400" y="1600200"/>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D11058B-CDFC-4E3B-B719-C772B99DED70}"/>
              </a:ext>
            </a:extLst>
          </p:cNvPr>
          <p:cNvSpPr>
            <a:spLocks noGrp="1" noChangeArrowheads="1"/>
          </p:cNvSpPr>
          <p:nvPr>
            <p:ph type="dt" sz="half" idx="10"/>
          </p:nvPr>
        </p:nvSpPr>
        <p:spPr>
          <a:ln/>
        </p:spPr>
        <p:txBody>
          <a:bodyPr/>
          <a:lstStyle>
            <a:lvl1pPr>
              <a:defRPr/>
            </a:lvl1pPr>
          </a:lstStyle>
          <a:p>
            <a:pPr>
              <a:defRPr/>
            </a:pPr>
            <a:fld id="{4050BEFA-B818-4C70-976C-B913BCE13C44}" type="datetime1">
              <a:rPr lang="en-US" altLang="fr-FR" smtClean="0"/>
              <a:t>1/20/2023</a:t>
            </a:fld>
            <a:endParaRPr lang="en-US" altLang="fr-FR"/>
          </a:p>
        </p:txBody>
      </p:sp>
      <p:sp>
        <p:nvSpPr>
          <p:cNvPr id="6" name="Rectangle 7">
            <a:extLst>
              <a:ext uri="{FF2B5EF4-FFF2-40B4-BE49-F238E27FC236}">
                <a16:creationId xmlns:a16="http://schemas.microsoft.com/office/drawing/2014/main" id="{B4B48078-D078-430A-A851-0E7F13DD6DC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500D75E2-F9EA-439D-B4FD-B567BBBF9D93}"/>
              </a:ext>
            </a:extLst>
          </p:cNvPr>
          <p:cNvSpPr>
            <a:spLocks noGrp="1" noChangeArrowheads="1"/>
          </p:cNvSpPr>
          <p:nvPr>
            <p:ph type="sldNum" sz="quarter" idx="12"/>
          </p:nvPr>
        </p:nvSpPr>
        <p:spPr>
          <a:ln/>
        </p:spPr>
        <p:txBody>
          <a:bodyPr/>
          <a:lstStyle>
            <a:lvl1pPr>
              <a:defRPr/>
            </a:lvl1pPr>
          </a:lstStyle>
          <a:p>
            <a:pPr>
              <a:defRPr/>
            </a:pPr>
            <a:r>
              <a:rPr lang="en-US" altLang="fr-FR"/>
              <a:t>2-</a:t>
            </a:r>
            <a:fld id="{4E114111-4203-4F5D-ABF4-DCA710109AC9}" type="slidenum">
              <a:rPr lang="en-US" altLang="fr-FR" smtClean="0"/>
              <a:pPr>
                <a:defRPr/>
              </a:pPr>
              <a:t>‹N°›</a:t>
            </a:fld>
            <a:endParaRPr lang="en-US" altLang="fr-FR"/>
          </a:p>
        </p:txBody>
      </p:sp>
    </p:spTree>
    <p:extLst>
      <p:ext uri="{BB962C8B-B14F-4D97-AF65-F5344CB8AC3E}">
        <p14:creationId xmlns:p14="http://schemas.microsoft.com/office/powerpoint/2010/main" val="1613732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FE285F3-00AB-41C8-8B9B-44B0045F7934}"/>
              </a:ext>
            </a:extLst>
          </p:cNvPr>
          <p:cNvSpPr>
            <a:spLocks noGrp="1" noChangeArrowheads="1"/>
          </p:cNvSpPr>
          <p:nvPr>
            <p:ph type="dt" sz="half" idx="10"/>
          </p:nvPr>
        </p:nvSpPr>
        <p:spPr>
          <a:ln/>
        </p:spPr>
        <p:txBody>
          <a:bodyPr/>
          <a:lstStyle>
            <a:lvl1pPr>
              <a:defRPr/>
            </a:lvl1pPr>
          </a:lstStyle>
          <a:p>
            <a:pPr>
              <a:defRPr/>
            </a:pPr>
            <a:fld id="{9DA40FB9-D3C5-4CA9-8E7B-7C58302D96CB}" type="datetime1">
              <a:rPr lang="en-US" altLang="fr-FR" smtClean="0"/>
              <a:t>1/20/2023</a:t>
            </a:fld>
            <a:endParaRPr lang="en-US" altLang="fr-FR"/>
          </a:p>
        </p:txBody>
      </p:sp>
      <p:sp>
        <p:nvSpPr>
          <p:cNvPr id="8" name="Rectangle 7">
            <a:extLst>
              <a:ext uri="{FF2B5EF4-FFF2-40B4-BE49-F238E27FC236}">
                <a16:creationId xmlns:a16="http://schemas.microsoft.com/office/drawing/2014/main" id="{0E1B6774-85C6-44CF-941C-C61200B0917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9" name="Rectangle 8">
            <a:extLst>
              <a:ext uri="{FF2B5EF4-FFF2-40B4-BE49-F238E27FC236}">
                <a16:creationId xmlns:a16="http://schemas.microsoft.com/office/drawing/2014/main" id="{A4AB7F0C-40B4-46D6-9679-E36D354AE4CA}"/>
              </a:ext>
            </a:extLst>
          </p:cNvPr>
          <p:cNvSpPr>
            <a:spLocks noGrp="1" noChangeArrowheads="1"/>
          </p:cNvSpPr>
          <p:nvPr>
            <p:ph type="sldNum" sz="quarter" idx="12"/>
          </p:nvPr>
        </p:nvSpPr>
        <p:spPr>
          <a:ln/>
        </p:spPr>
        <p:txBody>
          <a:bodyPr/>
          <a:lstStyle>
            <a:lvl1pPr>
              <a:defRPr/>
            </a:lvl1pPr>
          </a:lstStyle>
          <a:p>
            <a:pPr>
              <a:defRPr/>
            </a:pPr>
            <a:r>
              <a:rPr lang="en-US" altLang="fr-FR"/>
              <a:t>2-</a:t>
            </a:r>
            <a:fld id="{31B22366-9DF1-4968-91C8-4EADFACAC444}" type="slidenum">
              <a:rPr lang="en-US" altLang="fr-FR" smtClean="0"/>
              <a:pPr>
                <a:defRPr/>
              </a:pPr>
              <a:t>‹N°›</a:t>
            </a:fld>
            <a:endParaRPr lang="en-US" altLang="fr-FR"/>
          </a:p>
        </p:txBody>
      </p:sp>
    </p:spTree>
    <p:extLst>
      <p:ext uri="{BB962C8B-B14F-4D97-AF65-F5344CB8AC3E}">
        <p14:creationId xmlns:p14="http://schemas.microsoft.com/office/powerpoint/2010/main" val="3238962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CC68477-6539-49B0-BCC0-2A3D4FB2DACD}"/>
              </a:ext>
            </a:extLst>
          </p:cNvPr>
          <p:cNvSpPr>
            <a:spLocks noGrp="1" noChangeArrowheads="1"/>
          </p:cNvSpPr>
          <p:nvPr>
            <p:ph type="dt" sz="half" idx="10"/>
          </p:nvPr>
        </p:nvSpPr>
        <p:spPr>
          <a:ln/>
        </p:spPr>
        <p:txBody>
          <a:bodyPr/>
          <a:lstStyle>
            <a:lvl1pPr>
              <a:defRPr/>
            </a:lvl1pPr>
          </a:lstStyle>
          <a:p>
            <a:pPr>
              <a:defRPr/>
            </a:pPr>
            <a:fld id="{99113ABD-6892-491C-8E48-9EE095EEDB46}" type="datetime1">
              <a:rPr lang="en-US" altLang="fr-FR" smtClean="0"/>
              <a:t>1/20/2023</a:t>
            </a:fld>
            <a:endParaRPr lang="en-US" altLang="fr-FR"/>
          </a:p>
        </p:txBody>
      </p:sp>
      <p:sp>
        <p:nvSpPr>
          <p:cNvPr id="4" name="Rectangle 7">
            <a:extLst>
              <a:ext uri="{FF2B5EF4-FFF2-40B4-BE49-F238E27FC236}">
                <a16:creationId xmlns:a16="http://schemas.microsoft.com/office/drawing/2014/main" id="{A06D248B-6FA1-4345-935C-3737ACBBAA86}"/>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5" name="Rectangle 8">
            <a:extLst>
              <a:ext uri="{FF2B5EF4-FFF2-40B4-BE49-F238E27FC236}">
                <a16:creationId xmlns:a16="http://schemas.microsoft.com/office/drawing/2014/main" id="{EB29A32F-A39D-43D7-B2BB-D8CEB39D5740}"/>
              </a:ext>
            </a:extLst>
          </p:cNvPr>
          <p:cNvSpPr>
            <a:spLocks noGrp="1" noChangeArrowheads="1"/>
          </p:cNvSpPr>
          <p:nvPr>
            <p:ph type="sldNum" sz="quarter" idx="12"/>
          </p:nvPr>
        </p:nvSpPr>
        <p:spPr>
          <a:ln/>
        </p:spPr>
        <p:txBody>
          <a:bodyPr/>
          <a:lstStyle>
            <a:lvl1pPr>
              <a:defRPr/>
            </a:lvl1pPr>
          </a:lstStyle>
          <a:p>
            <a:pPr>
              <a:defRPr/>
            </a:pPr>
            <a:r>
              <a:rPr lang="en-US" altLang="fr-FR"/>
              <a:t>2-</a:t>
            </a:r>
            <a:fld id="{90C51D2E-B3D4-4C77-A83D-A055BEA023ED}" type="slidenum">
              <a:rPr lang="en-US" altLang="fr-FR" smtClean="0"/>
              <a:pPr>
                <a:defRPr/>
              </a:pPr>
              <a:t>‹N°›</a:t>
            </a:fld>
            <a:endParaRPr lang="en-US" altLang="fr-FR"/>
          </a:p>
        </p:txBody>
      </p:sp>
    </p:spTree>
    <p:extLst>
      <p:ext uri="{BB962C8B-B14F-4D97-AF65-F5344CB8AC3E}">
        <p14:creationId xmlns:p14="http://schemas.microsoft.com/office/powerpoint/2010/main" val="35359680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B58C27C-CA3E-4D74-973B-B2DCDE71A26D}"/>
              </a:ext>
            </a:extLst>
          </p:cNvPr>
          <p:cNvSpPr>
            <a:spLocks noGrp="1" noChangeArrowheads="1"/>
          </p:cNvSpPr>
          <p:nvPr>
            <p:ph type="dt" sz="half" idx="10"/>
          </p:nvPr>
        </p:nvSpPr>
        <p:spPr>
          <a:ln/>
        </p:spPr>
        <p:txBody>
          <a:bodyPr/>
          <a:lstStyle>
            <a:lvl1pPr>
              <a:defRPr/>
            </a:lvl1pPr>
          </a:lstStyle>
          <a:p>
            <a:pPr>
              <a:defRPr/>
            </a:pPr>
            <a:fld id="{72F71DFF-C96E-4471-9C91-ED2B66A04CD8}" type="datetime1">
              <a:rPr lang="en-US" altLang="fr-FR" smtClean="0"/>
              <a:t>1/20/2023</a:t>
            </a:fld>
            <a:endParaRPr lang="en-US" altLang="fr-FR"/>
          </a:p>
        </p:txBody>
      </p:sp>
      <p:sp>
        <p:nvSpPr>
          <p:cNvPr id="3" name="Rectangle 7">
            <a:extLst>
              <a:ext uri="{FF2B5EF4-FFF2-40B4-BE49-F238E27FC236}">
                <a16:creationId xmlns:a16="http://schemas.microsoft.com/office/drawing/2014/main" id="{F353FC9F-7086-4714-9CFD-728F553CC3F5}"/>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4" name="Rectangle 8">
            <a:extLst>
              <a:ext uri="{FF2B5EF4-FFF2-40B4-BE49-F238E27FC236}">
                <a16:creationId xmlns:a16="http://schemas.microsoft.com/office/drawing/2014/main" id="{75D95C81-C054-442A-A0EC-A172C83266EE}"/>
              </a:ext>
            </a:extLst>
          </p:cNvPr>
          <p:cNvSpPr>
            <a:spLocks noGrp="1" noChangeArrowheads="1"/>
          </p:cNvSpPr>
          <p:nvPr>
            <p:ph type="sldNum" sz="quarter" idx="12"/>
          </p:nvPr>
        </p:nvSpPr>
        <p:spPr>
          <a:ln/>
        </p:spPr>
        <p:txBody>
          <a:bodyPr/>
          <a:lstStyle>
            <a:lvl1pPr>
              <a:defRPr/>
            </a:lvl1pPr>
          </a:lstStyle>
          <a:p>
            <a:pPr>
              <a:defRPr/>
            </a:pPr>
            <a:r>
              <a:rPr lang="en-US" altLang="fr-FR"/>
              <a:t>2-</a:t>
            </a:r>
            <a:fld id="{11EA41B4-A968-4BA2-B549-20FEC3F2E1F0}" type="slidenum">
              <a:rPr lang="en-US" altLang="fr-FR" smtClean="0"/>
              <a:pPr>
                <a:defRPr/>
              </a:pPr>
              <a:t>‹N°›</a:t>
            </a:fld>
            <a:endParaRPr lang="en-US" altLang="fr-FR"/>
          </a:p>
        </p:txBody>
      </p:sp>
    </p:spTree>
    <p:extLst>
      <p:ext uri="{BB962C8B-B14F-4D97-AF65-F5344CB8AC3E}">
        <p14:creationId xmlns:p14="http://schemas.microsoft.com/office/powerpoint/2010/main" val="28475484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52882ED-0E48-404D-B03C-6DEC34CEF4D4}"/>
              </a:ext>
            </a:extLst>
          </p:cNvPr>
          <p:cNvSpPr>
            <a:spLocks noGrp="1" noChangeArrowheads="1"/>
          </p:cNvSpPr>
          <p:nvPr>
            <p:ph type="dt" sz="half" idx="10"/>
          </p:nvPr>
        </p:nvSpPr>
        <p:spPr>
          <a:ln/>
        </p:spPr>
        <p:txBody>
          <a:bodyPr/>
          <a:lstStyle>
            <a:lvl1pPr>
              <a:defRPr/>
            </a:lvl1pPr>
          </a:lstStyle>
          <a:p>
            <a:pPr>
              <a:defRPr/>
            </a:pPr>
            <a:fld id="{1208F971-FE27-42DA-9C66-DD9FF064DC56}" type="datetime1">
              <a:rPr lang="en-US" altLang="fr-FR" smtClean="0"/>
              <a:t>1/20/2023</a:t>
            </a:fld>
            <a:endParaRPr lang="en-US" altLang="fr-FR"/>
          </a:p>
        </p:txBody>
      </p:sp>
      <p:sp>
        <p:nvSpPr>
          <p:cNvPr id="6" name="Rectangle 7">
            <a:extLst>
              <a:ext uri="{FF2B5EF4-FFF2-40B4-BE49-F238E27FC236}">
                <a16:creationId xmlns:a16="http://schemas.microsoft.com/office/drawing/2014/main" id="{A4C45FA0-5380-42B1-959C-4F20C6193074}"/>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C33742AE-DBF3-482A-99CA-FA4B548E0852}"/>
              </a:ext>
            </a:extLst>
          </p:cNvPr>
          <p:cNvSpPr>
            <a:spLocks noGrp="1" noChangeArrowheads="1"/>
          </p:cNvSpPr>
          <p:nvPr>
            <p:ph type="sldNum" sz="quarter" idx="12"/>
          </p:nvPr>
        </p:nvSpPr>
        <p:spPr>
          <a:ln/>
        </p:spPr>
        <p:txBody>
          <a:bodyPr/>
          <a:lstStyle>
            <a:lvl1pPr>
              <a:defRPr/>
            </a:lvl1pPr>
          </a:lstStyle>
          <a:p>
            <a:pPr>
              <a:defRPr/>
            </a:pPr>
            <a:r>
              <a:rPr lang="en-US" altLang="fr-FR"/>
              <a:t>2-</a:t>
            </a:r>
            <a:fld id="{96F5B24A-B667-4123-8BA5-C06E5048516D}" type="slidenum">
              <a:rPr lang="en-US" altLang="fr-FR" smtClean="0"/>
              <a:pPr>
                <a:defRPr/>
              </a:pPr>
              <a:t>‹N°›</a:t>
            </a:fld>
            <a:endParaRPr lang="en-US" altLang="fr-FR"/>
          </a:p>
        </p:txBody>
      </p:sp>
    </p:spTree>
    <p:extLst>
      <p:ext uri="{BB962C8B-B14F-4D97-AF65-F5344CB8AC3E}">
        <p14:creationId xmlns:p14="http://schemas.microsoft.com/office/powerpoint/2010/main" val="28251366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75654F2-5AD3-471F-A246-FEEE54172604}"/>
              </a:ext>
            </a:extLst>
          </p:cNvPr>
          <p:cNvSpPr>
            <a:spLocks noGrp="1" noChangeArrowheads="1"/>
          </p:cNvSpPr>
          <p:nvPr>
            <p:ph type="dt" sz="half" idx="10"/>
          </p:nvPr>
        </p:nvSpPr>
        <p:spPr>
          <a:ln/>
        </p:spPr>
        <p:txBody>
          <a:bodyPr/>
          <a:lstStyle>
            <a:lvl1pPr>
              <a:defRPr/>
            </a:lvl1pPr>
          </a:lstStyle>
          <a:p>
            <a:pPr>
              <a:defRPr/>
            </a:pPr>
            <a:fld id="{C02139CA-1F42-41AE-A1F8-4917C6241B51}" type="datetime1">
              <a:rPr lang="en-US" altLang="fr-FR" smtClean="0"/>
              <a:t>1/20/2023</a:t>
            </a:fld>
            <a:endParaRPr lang="en-US" altLang="fr-FR"/>
          </a:p>
        </p:txBody>
      </p:sp>
      <p:sp>
        <p:nvSpPr>
          <p:cNvPr id="6" name="Rectangle 7">
            <a:extLst>
              <a:ext uri="{FF2B5EF4-FFF2-40B4-BE49-F238E27FC236}">
                <a16:creationId xmlns:a16="http://schemas.microsoft.com/office/drawing/2014/main" id="{BF6C1E26-A680-4029-8DAC-2B0C77DBB591}"/>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24C68783-BF2C-4F88-977D-54AC9BB8E88C}"/>
              </a:ext>
            </a:extLst>
          </p:cNvPr>
          <p:cNvSpPr>
            <a:spLocks noGrp="1" noChangeArrowheads="1"/>
          </p:cNvSpPr>
          <p:nvPr>
            <p:ph type="sldNum" sz="quarter" idx="12"/>
          </p:nvPr>
        </p:nvSpPr>
        <p:spPr>
          <a:ln/>
        </p:spPr>
        <p:txBody>
          <a:bodyPr/>
          <a:lstStyle>
            <a:lvl1pPr>
              <a:defRPr/>
            </a:lvl1pPr>
          </a:lstStyle>
          <a:p>
            <a:pPr>
              <a:defRPr/>
            </a:pPr>
            <a:r>
              <a:rPr lang="en-US" altLang="fr-FR"/>
              <a:t>2-</a:t>
            </a:r>
            <a:fld id="{35184DA2-DA46-45E8-9C95-DD848FFB7461}" type="slidenum">
              <a:rPr lang="en-US" altLang="fr-FR" smtClean="0"/>
              <a:pPr>
                <a:defRPr/>
              </a:pPr>
              <a:t>‹N°›</a:t>
            </a:fld>
            <a:endParaRPr lang="en-US" altLang="fr-FR"/>
          </a:p>
        </p:txBody>
      </p:sp>
    </p:spTree>
    <p:extLst>
      <p:ext uri="{BB962C8B-B14F-4D97-AF65-F5344CB8AC3E}">
        <p14:creationId xmlns:p14="http://schemas.microsoft.com/office/powerpoint/2010/main" val="41912665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31DF43F-953C-4898-A583-95736E3905DA}"/>
              </a:ext>
            </a:extLst>
          </p:cNvPr>
          <p:cNvSpPr>
            <a:spLocks noGrp="1" noChangeArrowheads="1"/>
          </p:cNvSpPr>
          <p:nvPr>
            <p:ph type="dt" sz="half" idx="10"/>
          </p:nvPr>
        </p:nvSpPr>
        <p:spPr>
          <a:ln/>
        </p:spPr>
        <p:txBody>
          <a:bodyPr/>
          <a:lstStyle>
            <a:lvl1pPr>
              <a:defRPr/>
            </a:lvl1pPr>
          </a:lstStyle>
          <a:p>
            <a:pPr>
              <a:defRPr/>
            </a:pPr>
            <a:fld id="{D9CC09E0-B63B-473D-911D-ADD906DC0004}" type="datetime1">
              <a:rPr lang="en-US" altLang="fr-FR" smtClean="0"/>
              <a:t>1/20/2023</a:t>
            </a:fld>
            <a:endParaRPr lang="en-US" altLang="fr-FR"/>
          </a:p>
        </p:txBody>
      </p:sp>
      <p:sp>
        <p:nvSpPr>
          <p:cNvPr id="5" name="Rectangle 7">
            <a:extLst>
              <a:ext uri="{FF2B5EF4-FFF2-40B4-BE49-F238E27FC236}">
                <a16:creationId xmlns:a16="http://schemas.microsoft.com/office/drawing/2014/main" id="{9C26AA8E-A6A0-42C2-9FB7-D795E0F739ED}"/>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EFFA380C-3F90-4A7C-B340-F9915837E3C4}"/>
              </a:ext>
            </a:extLst>
          </p:cNvPr>
          <p:cNvSpPr>
            <a:spLocks noGrp="1" noChangeArrowheads="1"/>
          </p:cNvSpPr>
          <p:nvPr>
            <p:ph type="sldNum" sz="quarter" idx="12"/>
          </p:nvPr>
        </p:nvSpPr>
        <p:spPr>
          <a:ln/>
        </p:spPr>
        <p:txBody>
          <a:bodyPr/>
          <a:lstStyle>
            <a:lvl1pPr>
              <a:defRPr/>
            </a:lvl1pPr>
          </a:lstStyle>
          <a:p>
            <a:pPr>
              <a:defRPr/>
            </a:pPr>
            <a:r>
              <a:rPr lang="en-US" altLang="fr-FR"/>
              <a:t>2-</a:t>
            </a:r>
            <a:fld id="{0181237F-36FD-4D4C-9AA6-92E2AC4C20A4}" type="slidenum">
              <a:rPr lang="en-US" altLang="fr-FR" smtClean="0"/>
              <a:pPr>
                <a:defRPr/>
              </a:pPr>
              <a:t>‹N°›</a:t>
            </a:fld>
            <a:endParaRPr lang="en-US" altLang="fr-FR"/>
          </a:p>
        </p:txBody>
      </p:sp>
    </p:spTree>
    <p:extLst>
      <p:ext uri="{BB962C8B-B14F-4D97-AF65-F5344CB8AC3E}">
        <p14:creationId xmlns:p14="http://schemas.microsoft.com/office/powerpoint/2010/main" val="2970591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83600" y="228600"/>
            <a:ext cx="25908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1200" y="228600"/>
            <a:ext cx="75692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6968715-91D9-4536-A503-2EA23F898045}"/>
              </a:ext>
            </a:extLst>
          </p:cNvPr>
          <p:cNvSpPr>
            <a:spLocks noGrp="1" noChangeArrowheads="1"/>
          </p:cNvSpPr>
          <p:nvPr>
            <p:ph type="dt" sz="half" idx="10"/>
          </p:nvPr>
        </p:nvSpPr>
        <p:spPr>
          <a:ln/>
        </p:spPr>
        <p:txBody>
          <a:bodyPr/>
          <a:lstStyle>
            <a:lvl1pPr>
              <a:defRPr/>
            </a:lvl1pPr>
          </a:lstStyle>
          <a:p>
            <a:pPr>
              <a:defRPr/>
            </a:pPr>
            <a:fld id="{A0EE334B-8040-4FBA-8A7F-F0DA95D6B16B}" type="datetime1">
              <a:rPr lang="en-US" altLang="fr-FR" smtClean="0"/>
              <a:t>1/20/2023</a:t>
            </a:fld>
            <a:endParaRPr lang="en-US" altLang="fr-FR"/>
          </a:p>
        </p:txBody>
      </p:sp>
      <p:sp>
        <p:nvSpPr>
          <p:cNvPr id="5" name="Rectangle 7">
            <a:extLst>
              <a:ext uri="{FF2B5EF4-FFF2-40B4-BE49-F238E27FC236}">
                <a16:creationId xmlns:a16="http://schemas.microsoft.com/office/drawing/2014/main" id="{618CCD1E-EFE9-4DE6-8855-A50E76CEACA6}"/>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2237C97C-CE04-4B83-A257-56170F43E724}"/>
              </a:ext>
            </a:extLst>
          </p:cNvPr>
          <p:cNvSpPr>
            <a:spLocks noGrp="1" noChangeArrowheads="1"/>
          </p:cNvSpPr>
          <p:nvPr>
            <p:ph type="sldNum" sz="quarter" idx="12"/>
          </p:nvPr>
        </p:nvSpPr>
        <p:spPr>
          <a:ln/>
        </p:spPr>
        <p:txBody>
          <a:bodyPr/>
          <a:lstStyle>
            <a:lvl1pPr>
              <a:defRPr/>
            </a:lvl1pPr>
          </a:lstStyle>
          <a:p>
            <a:pPr>
              <a:defRPr/>
            </a:pPr>
            <a:r>
              <a:rPr lang="en-US" altLang="fr-FR"/>
              <a:t>2-</a:t>
            </a:r>
            <a:fld id="{189787B1-EAF8-4A7C-82F5-CB2A5E3097A9}" type="slidenum">
              <a:rPr lang="en-US" altLang="fr-FR" smtClean="0"/>
              <a:pPr>
                <a:defRPr/>
              </a:pPr>
              <a:t>‹N°›</a:t>
            </a:fld>
            <a:endParaRPr lang="en-US" altLang="fr-FR"/>
          </a:p>
        </p:txBody>
      </p:sp>
    </p:spTree>
    <p:extLst>
      <p:ext uri="{BB962C8B-B14F-4D97-AF65-F5344CB8AC3E}">
        <p14:creationId xmlns:p14="http://schemas.microsoft.com/office/powerpoint/2010/main" val="19654888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Content Placeholder 2"/>
          <p:cNvSpPr>
            <a:spLocks noGrp="1"/>
          </p:cNvSpPr>
          <p:nvPr>
            <p:ph sz="half" idx="1"/>
          </p:nvPr>
        </p:nvSpPr>
        <p:spPr>
          <a:xfrm>
            <a:off x="7112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944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DAB6A24-940C-46B1-B513-A8330F6C1335}"/>
              </a:ext>
            </a:extLst>
          </p:cNvPr>
          <p:cNvSpPr>
            <a:spLocks noGrp="1" noChangeArrowheads="1"/>
          </p:cNvSpPr>
          <p:nvPr>
            <p:ph type="dt" sz="half" idx="10"/>
          </p:nvPr>
        </p:nvSpPr>
        <p:spPr>
          <a:ln/>
        </p:spPr>
        <p:txBody>
          <a:bodyPr/>
          <a:lstStyle>
            <a:lvl1pPr>
              <a:defRPr/>
            </a:lvl1pPr>
          </a:lstStyle>
          <a:p>
            <a:pPr>
              <a:defRPr/>
            </a:pPr>
            <a:fld id="{71F1ADDF-2085-4A93-8DE7-5156F9EB8293}" type="datetime1">
              <a:rPr lang="en-US" altLang="fr-FR" smtClean="0"/>
              <a:t>1/20/2023</a:t>
            </a:fld>
            <a:endParaRPr lang="en-US" altLang="fr-FR"/>
          </a:p>
        </p:txBody>
      </p:sp>
      <p:sp>
        <p:nvSpPr>
          <p:cNvPr id="6" name="Rectangle 7">
            <a:extLst>
              <a:ext uri="{FF2B5EF4-FFF2-40B4-BE49-F238E27FC236}">
                <a16:creationId xmlns:a16="http://schemas.microsoft.com/office/drawing/2014/main" id="{CD169D94-BAEB-4CD0-A09F-C9521945776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322EA4BA-09FC-4A80-860C-C75CE32E151E}"/>
              </a:ext>
            </a:extLst>
          </p:cNvPr>
          <p:cNvSpPr>
            <a:spLocks noGrp="1" noChangeArrowheads="1"/>
          </p:cNvSpPr>
          <p:nvPr>
            <p:ph type="sldNum" sz="quarter" idx="12"/>
          </p:nvPr>
        </p:nvSpPr>
        <p:spPr>
          <a:ln/>
        </p:spPr>
        <p:txBody>
          <a:bodyPr/>
          <a:lstStyle>
            <a:lvl1pPr>
              <a:defRPr/>
            </a:lvl1pPr>
          </a:lstStyle>
          <a:p>
            <a:pPr>
              <a:defRPr/>
            </a:pPr>
            <a:r>
              <a:rPr lang="en-US" altLang="fr-FR"/>
              <a:t>2-</a:t>
            </a:r>
            <a:fld id="{439AE35B-3E48-4329-8922-E58E5D3A6D30}" type="slidenum">
              <a:rPr lang="en-US" altLang="fr-FR" smtClean="0"/>
              <a:pPr>
                <a:defRPr/>
              </a:pPr>
              <a:t>‹N°›</a:t>
            </a:fld>
            <a:endParaRPr lang="en-US" altLang="fr-FR"/>
          </a:p>
        </p:txBody>
      </p:sp>
    </p:spTree>
    <p:extLst>
      <p:ext uri="{BB962C8B-B14F-4D97-AF65-F5344CB8AC3E}">
        <p14:creationId xmlns:p14="http://schemas.microsoft.com/office/powerpoint/2010/main" val="1538693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7112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944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B817199-9C9C-436C-90DE-2C22D2BF0A01}"/>
              </a:ext>
            </a:extLst>
          </p:cNvPr>
          <p:cNvSpPr>
            <a:spLocks noGrp="1" noChangeArrowheads="1"/>
          </p:cNvSpPr>
          <p:nvPr>
            <p:ph type="dt" sz="half" idx="10"/>
          </p:nvPr>
        </p:nvSpPr>
        <p:spPr>
          <a:ln/>
        </p:spPr>
        <p:txBody>
          <a:bodyPr/>
          <a:lstStyle>
            <a:lvl1pPr>
              <a:defRPr/>
            </a:lvl1pPr>
          </a:lstStyle>
          <a:p>
            <a:pPr>
              <a:defRPr/>
            </a:pPr>
            <a:fld id="{5E961CB3-E06A-46CA-8C76-512983FA7B37}" type="datetime1">
              <a:rPr lang="en-US" altLang="fr-FR" smtClean="0"/>
              <a:t>1/20/2023</a:t>
            </a:fld>
            <a:endParaRPr lang="en-US" altLang="fr-FR"/>
          </a:p>
        </p:txBody>
      </p:sp>
      <p:sp>
        <p:nvSpPr>
          <p:cNvPr id="6" name="Rectangle 7">
            <a:extLst>
              <a:ext uri="{FF2B5EF4-FFF2-40B4-BE49-F238E27FC236}">
                <a16:creationId xmlns:a16="http://schemas.microsoft.com/office/drawing/2014/main" id="{2859F8FB-6D78-42E7-A196-47F28C88354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93B7AB6F-1435-429B-BD0F-FA90CBB24AF0}"/>
              </a:ext>
            </a:extLst>
          </p:cNvPr>
          <p:cNvSpPr>
            <a:spLocks noGrp="1" noChangeArrowheads="1"/>
          </p:cNvSpPr>
          <p:nvPr>
            <p:ph type="sldNum" sz="quarter" idx="12"/>
          </p:nvPr>
        </p:nvSpPr>
        <p:spPr>
          <a:ln/>
        </p:spPr>
        <p:txBody>
          <a:bodyPr/>
          <a:lstStyle>
            <a:lvl1pPr>
              <a:defRPr/>
            </a:lvl1pPr>
          </a:lstStyle>
          <a:p>
            <a:pPr>
              <a:defRPr/>
            </a:pPr>
            <a:r>
              <a:rPr lang="en-US" altLang="fr-FR"/>
              <a:t>2-</a:t>
            </a:r>
            <a:fld id="{C5DE55A7-02B1-4F98-8B1D-0CB10799F524}" type="slidenum">
              <a:rPr lang="en-US" altLang="fr-FR" smtClean="0"/>
              <a:pPr>
                <a:defRPr/>
              </a:pPr>
              <a:t>‹N°›</a:t>
            </a:fld>
            <a:endParaRPr lang="en-US" altLang="fr-FR"/>
          </a:p>
        </p:txBody>
      </p:sp>
    </p:spTree>
    <p:extLst>
      <p:ext uri="{BB962C8B-B14F-4D97-AF65-F5344CB8AC3E}">
        <p14:creationId xmlns:p14="http://schemas.microsoft.com/office/powerpoint/2010/main" val="22652296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7112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5994400" y="1600200"/>
            <a:ext cx="5080000" cy="4648200"/>
          </a:xfrm>
        </p:spPr>
        <p:txBody>
          <a:bodyPr/>
          <a:lstStyle/>
          <a:p>
            <a:pPr lvl="0"/>
            <a:endParaRPr lang="en-US" noProof="0"/>
          </a:p>
        </p:txBody>
      </p:sp>
      <p:sp>
        <p:nvSpPr>
          <p:cNvPr id="5" name="Rectangle 4">
            <a:extLst>
              <a:ext uri="{FF2B5EF4-FFF2-40B4-BE49-F238E27FC236}">
                <a16:creationId xmlns:a16="http://schemas.microsoft.com/office/drawing/2014/main" id="{EA0EE7D4-3D8F-41CC-B76D-6F0D6149ACDF}"/>
              </a:ext>
            </a:extLst>
          </p:cNvPr>
          <p:cNvSpPr>
            <a:spLocks noGrp="1" noChangeArrowheads="1"/>
          </p:cNvSpPr>
          <p:nvPr>
            <p:ph type="dt" sz="half" idx="10"/>
          </p:nvPr>
        </p:nvSpPr>
        <p:spPr>
          <a:ln/>
        </p:spPr>
        <p:txBody>
          <a:bodyPr/>
          <a:lstStyle>
            <a:lvl1pPr>
              <a:defRPr/>
            </a:lvl1pPr>
          </a:lstStyle>
          <a:p>
            <a:pPr>
              <a:defRPr/>
            </a:pPr>
            <a:fld id="{59415401-F57B-414A-BDDE-7D21FF854804}" type="datetime1">
              <a:rPr lang="en-US" altLang="fr-FR" smtClean="0"/>
              <a:t>1/20/2023</a:t>
            </a:fld>
            <a:endParaRPr lang="en-US" altLang="fr-FR"/>
          </a:p>
        </p:txBody>
      </p:sp>
      <p:sp>
        <p:nvSpPr>
          <p:cNvPr id="6" name="Rectangle 7">
            <a:extLst>
              <a:ext uri="{FF2B5EF4-FFF2-40B4-BE49-F238E27FC236}">
                <a16:creationId xmlns:a16="http://schemas.microsoft.com/office/drawing/2014/main" id="{EDDA7471-62FE-4B7E-8159-5C2F718878D7}"/>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53A21069-1F4A-4762-9CD6-4E38ACE50330}"/>
              </a:ext>
            </a:extLst>
          </p:cNvPr>
          <p:cNvSpPr>
            <a:spLocks noGrp="1" noChangeArrowheads="1"/>
          </p:cNvSpPr>
          <p:nvPr>
            <p:ph type="sldNum" sz="quarter" idx="12"/>
          </p:nvPr>
        </p:nvSpPr>
        <p:spPr>
          <a:ln/>
        </p:spPr>
        <p:txBody>
          <a:bodyPr/>
          <a:lstStyle>
            <a:lvl1pPr>
              <a:defRPr/>
            </a:lvl1pPr>
          </a:lstStyle>
          <a:p>
            <a:pPr>
              <a:defRPr/>
            </a:pPr>
            <a:r>
              <a:rPr lang="en-US" altLang="fr-FR"/>
              <a:t>2-</a:t>
            </a:r>
            <a:fld id="{47869928-FFA9-403E-84A8-343A4EA9FEED}" type="slidenum">
              <a:rPr lang="en-US" altLang="fr-FR" smtClean="0"/>
              <a:pPr>
                <a:defRPr/>
              </a:pPr>
              <a:t>‹N°›</a:t>
            </a:fld>
            <a:endParaRPr lang="en-US" altLang="fr-FR"/>
          </a:p>
        </p:txBody>
      </p:sp>
    </p:spTree>
    <p:extLst>
      <p:ext uri="{BB962C8B-B14F-4D97-AF65-F5344CB8AC3E}">
        <p14:creationId xmlns:p14="http://schemas.microsoft.com/office/powerpoint/2010/main" val="35436600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Content Placeholder 2"/>
          <p:cNvSpPr>
            <a:spLocks noGrp="1"/>
          </p:cNvSpPr>
          <p:nvPr>
            <p:ph sz="half" idx="1"/>
          </p:nvPr>
        </p:nvSpPr>
        <p:spPr>
          <a:xfrm>
            <a:off x="711200" y="1600200"/>
            <a:ext cx="103632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1200" y="4000500"/>
            <a:ext cx="103632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8914D21-99D9-4879-9590-9AE8CAC56593}"/>
              </a:ext>
            </a:extLst>
          </p:cNvPr>
          <p:cNvSpPr>
            <a:spLocks noGrp="1" noChangeArrowheads="1"/>
          </p:cNvSpPr>
          <p:nvPr>
            <p:ph type="dt" sz="half" idx="10"/>
          </p:nvPr>
        </p:nvSpPr>
        <p:spPr>
          <a:ln/>
        </p:spPr>
        <p:txBody>
          <a:bodyPr/>
          <a:lstStyle>
            <a:lvl1pPr>
              <a:defRPr/>
            </a:lvl1pPr>
          </a:lstStyle>
          <a:p>
            <a:pPr>
              <a:defRPr/>
            </a:pPr>
            <a:fld id="{98712D2D-3C24-4BDF-80A1-295A09C2F7B6}" type="datetime1">
              <a:rPr lang="en-US" altLang="fr-FR" smtClean="0"/>
              <a:t>1/20/2023</a:t>
            </a:fld>
            <a:endParaRPr lang="en-US" altLang="fr-FR"/>
          </a:p>
        </p:txBody>
      </p:sp>
      <p:sp>
        <p:nvSpPr>
          <p:cNvPr id="6" name="Rectangle 7">
            <a:extLst>
              <a:ext uri="{FF2B5EF4-FFF2-40B4-BE49-F238E27FC236}">
                <a16:creationId xmlns:a16="http://schemas.microsoft.com/office/drawing/2014/main" id="{9066BD4B-EDBF-4F4C-A258-E143ED295B1E}"/>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B1945EB0-DC11-48E9-AF50-DD6F74913000}"/>
              </a:ext>
            </a:extLst>
          </p:cNvPr>
          <p:cNvSpPr>
            <a:spLocks noGrp="1" noChangeArrowheads="1"/>
          </p:cNvSpPr>
          <p:nvPr>
            <p:ph type="sldNum" sz="quarter" idx="12"/>
          </p:nvPr>
        </p:nvSpPr>
        <p:spPr>
          <a:ln/>
        </p:spPr>
        <p:txBody>
          <a:bodyPr/>
          <a:lstStyle>
            <a:lvl1pPr>
              <a:defRPr/>
            </a:lvl1pPr>
          </a:lstStyle>
          <a:p>
            <a:pPr>
              <a:defRPr/>
            </a:pPr>
            <a:r>
              <a:rPr lang="en-US" altLang="fr-FR"/>
              <a:t>2-</a:t>
            </a:r>
            <a:fld id="{D9D9BA72-24D2-433F-AD7D-8E35D1AB0CA6}" type="slidenum">
              <a:rPr lang="en-US" altLang="fr-FR" smtClean="0"/>
              <a:pPr>
                <a:defRPr/>
              </a:pPr>
              <a:t>‹N°›</a:t>
            </a:fld>
            <a:endParaRPr lang="en-US" altLang="fr-FR"/>
          </a:p>
        </p:txBody>
      </p:sp>
    </p:spTree>
    <p:extLst>
      <p:ext uri="{BB962C8B-B14F-4D97-AF65-F5344CB8AC3E}">
        <p14:creationId xmlns:p14="http://schemas.microsoft.com/office/powerpoint/2010/main" val="90330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61385CE-686F-447F-AE58-41FAEEA1FF6D}"/>
              </a:ext>
            </a:extLst>
          </p:cNvPr>
          <p:cNvSpPr>
            <a:spLocks noGrp="1" noChangeArrowheads="1"/>
          </p:cNvSpPr>
          <p:nvPr>
            <p:ph type="title"/>
          </p:nvPr>
        </p:nvSpPr>
        <p:spPr bwMode="auto">
          <a:xfrm>
            <a:off x="711200" y="228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fr-FR"/>
              <a:t>Click to edit master title style</a:t>
            </a:r>
          </a:p>
        </p:txBody>
      </p:sp>
      <p:sp>
        <p:nvSpPr>
          <p:cNvPr id="1027" name="Rectangle 3">
            <a:extLst>
              <a:ext uri="{FF2B5EF4-FFF2-40B4-BE49-F238E27FC236}">
                <a16:creationId xmlns:a16="http://schemas.microsoft.com/office/drawing/2014/main" id="{7706C6FD-80FD-4B43-8C12-FCF064407FE5}"/>
              </a:ext>
            </a:extLst>
          </p:cNvPr>
          <p:cNvSpPr>
            <a:spLocks noGrp="1" noChangeArrowheads="1"/>
          </p:cNvSpPr>
          <p:nvPr>
            <p:ph type="body" idx="1"/>
          </p:nvPr>
        </p:nvSpPr>
        <p:spPr bwMode="auto">
          <a:xfrm>
            <a:off x="711200" y="1611313"/>
            <a:ext cx="10363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fr-FR"/>
              <a:t>click to edit Master text styles</a:t>
            </a:r>
          </a:p>
          <a:p>
            <a:pPr lvl="1"/>
            <a:r>
              <a:rPr lang="en-US" altLang="fr-FR"/>
              <a:t>second level</a:t>
            </a:r>
          </a:p>
          <a:p>
            <a:pPr lvl="2"/>
            <a:r>
              <a:rPr lang="en-US" altLang="fr-FR"/>
              <a:t>Third level</a:t>
            </a:r>
          </a:p>
          <a:p>
            <a:pPr lvl="3"/>
            <a:r>
              <a:rPr lang="en-US" altLang="fr-FR"/>
              <a:t>Fourth level</a:t>
            </a:r>
          </a:p>
          <a:p>
            <a:pPr lvl="4"/>
            <a:r>
              <a:rPr lang="en-US" altLang="fr-FR"/>
              <a:t>Fifth level</a:t>
            </a:r>
          </a:p>
        </p:txBody>
      </p:sp>
      <p:sp>
        <p:nvSpPr>
          <p:cNvPr id="1028" name="Rectangle 4">
            <a:extLst>
              <a:ext uri="{FF2B5EF4-FFF2-40B4-BE49-F238E27FC236}">
                <a16:creationId xmlns:a16="http://schemas.microsoft.com/office/drawing/2014/main" id="{7B2A06D4-0A87-4353-A280-4FE5949D9A40}"/>
              </a:ext>
            </a:extLst>
          </p:cNvPr>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atin typeface="Times New Roman" panose="02020603050405020304" pitchFamily="18" charset="0"/>
              </a:defRPr>
            </a:lvl1pPr>
          </a:lstStyle>
          <a:p>
            <a:pPr>
              <a:defRPr/>
            </a:pPr>
            <a:fld id="{5DA875AD-5406-46AA-B089-AF49ACF94946}" type="datetime1">
              <a:rPr lang="en-US" altLang="fr-FR" smtClean="0"/>
              <a:t>1/20/2023</a:t>
            </a:fld>
            <a:endParaRPr lang="en-US" altLang="fr-FR"/>
          </a:p>
        </p:txBody>
      </p:sp>
      <p:sp>
        <p:nvSpPr>
          <p:cNvPr id="195589" name="Rectangle 5">
            <a:extLst>
              <a:ext uri="{FF2B5EF4-FFF2-40B4-BE49-F238E27FC236}">
                <a16:creationId xmlns:a16="http://schemas.microsoft.com/office/drawing/2014/main" id="{7393B503-8D58-4B6E-B6D9-E0AF4944937E}"/>
              </a:ext>
            </a:extLst>
          </p:cNvPr>
          <p:cNvSpPr>
            <a:spLocks noGrp="1" noChangeArrowheads="1"/>
          </p:cNvSpPr>
          <p:nvPr>
            <p:ph type="ftr" sz="quarter" idx="3"/>
          </p:nvPr>
        </p:nvSpPr>
        <p:spPr bwMode="auto">
          <a:xfrm>
            <a:off x="7435850" y="6467475"/>
            <a:ext cx="38608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ea typeface="+mn-ea"/>
                <a:cs typeface="+mn-cs"/>
              </a:defRPr>
            </a:lvl1pPr>
          </a:lstStyle>
          <a:p>
            <a:pPr>
              <a:defRPr/>
            </a:pPr>
            <a:r>
              <a:rPr lang="en-US"/>
              <a:t>Introduction </a:t>
            </a:r>
          </a:p>
        </p:txBody>
      </p:sp>
      <p:sp>
        <p:nvSpPr>
          <p:cNvPr id="195590" name="Rectangle 6">
            <a:extLst>
              <a:ext uri="{FF2B5EF4-FFF2-40B4-BE49-F238E27FC236}">
                <a16:creationId xmlns:a16="http://schemas.microsoft.com/office/drawing/2014/main" id="{285496BF-D35D-4B3A-B8CD-3DB9C0BAC35D}"/>
              </a:ext>
            </a:extLst>
          </p:cNvPr>
          <p:cNvSpPr>
            <a:spLocks noGrp="1" noChangeArrowheads="1"/>
          </p:cNvSpPr>
          <p:nvPr>
            <p:ph type="sldNum" sz="quarter" idx="4"/>
          </p:nvPr>
        </p:nvSpPr>
        <p:spPr bwMode="auto">
          <a:xfrm>
            <a:off x="11099800" y="6462713"/>
            <a:ext cx="901700"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anose="020B0604030504040204" pitchFamily="34" charset="0"/>
              </a:defRPr>
            </a:lvl1pPr>
          </a:lstStyle>
          <a:p>
            <a:pPr>
              <a:defRPr/>
            </a:pPr>
            <a:r>
              <a:rPr lang="en-US" altLang="fr-FR"/>
              <a:t>2-</a:t>
            </a:r>
            <a:fld id="{F41F317F-6460-4794-A608-3F250ED2FFAC}" type="slidenum">
              <a:rPr lang="en-US" altLang="fr-FR" smtClean="0"/>
              <a:pPr>
                <a:defRPr/>
              </a:pPr>
              <a:t>‹N°›</a:t>
            </a:fld>
            <a:endParaRPr lang="en-US" altLang="fr-FR"/>
          </a:p>
        </p:txBody>
      </p:sp>
    </p:spTree>
  </p:cSld>
  <p:clrMap bg1="lt1" tx1="dk1" bg2="lt2" tx2="dk2" accent1="accent1" accent2="accent2" accent3="accent3" accent4="accent4" accent5="accent5" accent6="accent6" hlink="hlink" folHlink="folHlink"/>
  <p:sldLayoutIdLst>
    <p:sldLayoutId id="2147484640" r:id="rId1"/>
    <p:sldLayoutId id="2147484619" r:id="rId2"/>
    <p:sldLayoutId id="2147484620" r:id="rId3"/>
    <p:sldLayoutId id="2147484621" r:id="rId4"/>
    <p:sldLayoutId id="2147484622" r:id="rId5"/>
    <p:sldLayoutId id="2147484623" r:id="rId6"/>
    <p:sldLayoutId id="2147484641" r:id="rId7"/>
    <p:sldLayoutId id="2147484642" r:id="rId8"/>
    <p:sldLayoutId id="2147484624" r:id="rId9"/>
    <p:sldLayoutId id="2147484643" r:id="rId10"/>
    <p:sldLayoutId id="2147484644" r:id="rId11"/>
    <p:sldLayoutId id="2147484645" r:id="rId12"/>
  </p:sldLayoutIdLst>
  <p:hf sldNum="0" hdr="0" ftr="0" dt="0"/>
  <p:txStyles>
    <p:titleStyle>
      <a:lvl1pPr algn="l" rtl="0" eaLnBrk="0" fontAlgn="base" hangingPunct="0">
        <a:spcBef>
          <a:spcPct val="0"/>
        </a:spcBef>
        <a:spcAft>
          <a:spcPct val="0"/>
        </a:spcAft>
        <a:defRPr sz="4400">
          <a:solidFill>
            <a:srgbClr val="000099"/>
          </a:solidFill>
          <a:latin typeface="+mj-lt"/>
          <a:ea typeface="MS PGothic" panose="020B0600070205080204" pitchFamily="34" charset="-128"/>
          <a:cs typeface="+mj-cs"/>
        </a:defRPr>
      </a:lvl1pPr>
      <a:lvl2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2pPr>
      <a:lvl3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3pPr>
      <a:lvl4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4pPr>
      <a:lvl5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p:titleStyle>
    <p:body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MS PGothic" panose="020B0600070205080204" pitchFamily="34" charset="-128"/>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2E131E6D-ED3B-47B1-A3A6-A2478CDA5B30}"/>
              </a:ext>
            </a:extLst>
          </p:cNvPr>
          <p:cNvSpPr>
            <a:spLocks noGrp="1" noChangeArrowheads="1"/>
          </p:cNvSpPr>
          <p:nvPr>
            <p:ph type="title"/>
          </p:nvPr>
        </p:nvSpPr>
        <p:spPr bwMode="auto">
          <a:xfrm>
            <a:off x="711200" y="228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fr-FR"/>
              <a:t>Click to edit master title style</a:t>
            </a:r>
          </a:p>
        </p:txBody>
      </p:sp>
      <p:sp>
        <p:nvSpPr>
          <p:cNvPr id="2051" name="Rectangle 3">
            <a:extLst>
              <a:ext uri="{FF2B5EF4-FFF2-40B4-BE49-F238E27FC236}">
                <a16:creationId xmlns:a16="http://schemas.microsoft.com/office/drawing/2014/main" id="{DCDAC031-4B1B-4A5E-B1B5-DE1ABCDCDC5D}"/>
              </a:ext>
            </a:extLst>
          </p:cNvPr>
          <p:cNvSpPr>
            <a:spLocks noGrp="1" noChangeArrowheads="1"/>
          </p:cNvSpPr>
          <p:nvPr>
            <p:ph type="body" idx="1"/>
          </p:nvPr>
        </p:nvSpPr>
        <p:spPr bwMode="auto">
          <a:xfrm>
            <a:off x="711200" y="1611313"/>
            <a:ext cx="10363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fr-FR"/>
              <a:t>click to edit Master text styles</a:t>
            </a:r>
          </a:p>
          <a:p>
            <a:pPr lvl="1"/>
            <a:r>
              <a:rPr lang="en-US" altLang="fr-FR"/>
              <a:t>second level</a:t>
            </a:r>
          </a:p>
          <a:p>
            <a:pPr lvl="2"/>
            <a:r>
              <a:rPr lang="en-US" altLang="fr-FR"/>
              <a:t>Third level</a:t>
            </a:r>
          </a:p>
          <a:p>
            <a:pPr lvl="3"/>
            <a:r>
              <a:rPr lang="en-US" altLang="fr-FR"/>
              <a:t>Fourth level</a:t>
            </a:r>
          </a:p>
          <a:p>
            <a:pPr lvl="4"/>
            <a:r>
              <a:rPr lang="en-US" altLang="fr-FR"/>
              <a:t>Fifth level</a:t>
            </a:r>
          </a:p>
        </p:txBody>
      </p:sp>
      <p:sp>
        <p:nvSpPr>
          <p:cNvPr id="1028" name="Rectangle 4">
            <a:extLst>
              <a:ext uri="{FF2B5EF4-FFF2-40B4-BE49-F238E27FC236}">
                <a16:creationId xmlns:a16="http://schemas.microsoft.com/office/drawing/2014/main" id="{982EC594-D1F2-4ED0-A952-7B1E29C98FF9}"/>
              </a:ext>
            </a:extLst>
          </p:cNvPr>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400" smtClean="0">
                <a:latin typeface="Times New Roman" panose="02020603050405020304" pitchFamily="18" charset="0"/>
                <a:ea typeface="ＭＳ Ｐゴシック" panose="020B0600070205080204" pitchFamily="34" charset="-128"/>
              </a:defRPr>
            </a:lvl1pPr>
          </a:lstStyle>
          <a:p>
            <a:pPr>
              <a:defRPr/>
            </a:pPr>
            <a:fld id="{4C50D312-BBA3-4593-82A9-4793D2B3128D}" type="datetime1">
              <a:rPr lang="en-US" altLang="fr-FR" smtClean="0"/>
              <a:t>1/20/2023</a:t>
            </a:fld>
            <a:endParaRPr lang="en-US" altLang="fr-FR"/>
          </a:p>
        </p:txBody>
      </p:sp>
      <p:sp>
        <p:nvSpPr>
          <p:cNvPr id="32775" name="Rectangle 7">
            <a:extLst>
              <a:ext uri="{FF2B5EF4-FFF2-40B4-BE49-F238E27FC236}">
                <a16:creationId xmlns:a16="http://schemas.microsoft.com/office/drawing/2014/main" id="{05D9CB4D-B9D0-4422-8965-09F27FDA174C}"/>
              </a:ext>
            </a:extLst>
          </p:cNvPr>
          <p:cNvSpPr>
            <a:spLocks noGrp="1" noChangeArrowheads="1"/>
          </p:cNvSpPr>
          <p:nvPr>
            <p:ph type="ftr" sz="quarter" idx="3"/>
          </p:nvPr>
        </p:nvSpPr>
        <p:spPr bwMode="auto">
          <a:xfrm>
            <a:off x="7435850" y="6467475"/>
            <a:ext cx="38608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atin typeface="Tahoma" pitchFamily="34" charset="0"/>
                <a:ea typeface="+mn-ea"/>
                <a:cs typeface="+mn-cs"/>
              </a:defRPr>
            </a:lvl1pPr>
          </a:lstStyle>
          <a:p>
            <a:pPr>
              <a:defRPr/>
            </a:pPr>
            <a:r>
              <a:rPr lang="en-US"/>
              <a:t>Introduction </a:t>
            </a:r>
          </a:p>
        </p:txBody>
      </p:sp>
      <p:sp>
        <p:nvSpPr>
          <p:cNvPr id="32776" name="Rectangle 8">
            <a:extLst>
              <a:ext uri="{FF2B5EF4-FFF2-40B4-BE49-F238E27FC236}">
                <a16:creationId xmlns:a16="http://schemas.microsoft.com/office/drawing/2014/main" id="{FD7B7A95-73C3-4EE8-AFD2-4D34A58054C9}"/>
              </a:ext>
            </a:extLst>
          </p:cNvPr>
          <p:cNvSpPr>
            <a:spLocks noGrp="1" noChangeArrowheads="1"/>
          </p:cNvSpPr>
          <p:nvPr>
            <p:ph type="sldNum" sz="quarter" idx="4"/>
          </p:nvPr>
        </p:nvSpPr>
        <p:spPr bwMode="auto">
          <a:xfrm>
            <a:off x="11099800" y="6462713"/>
            <a:ext cx="901700"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anose="020B0604030504040204" pitchFamily="34" charset="0"/>
              </a:defRPr>
            </a:lvl1pPr>
          </a:lstStyle>
          <a:p>
            <a:pPr>
              <a:defRPr/>
            </a:pPr>
            <a:r>
              <a:rPr lang="en-US" altLang="fr-FR"/>
              <a:t>2-</a:t>
            </a:r>
            <a:fld id="{5C64BCFA-E493-455E-8390-5F323A506B5C}" type="slidenum">
              <a:rPr lang="en-US" altLang="fr-FR" smtClean="0"/>
              <a:pPr>
                <a:defRPr/>
              </a:pPr>
              <a:t>‹N°›</a:t>
            </a:fld>
            <a:endParaRPr lang="en-US" altLang="fr-FR"/>
          </a:p>
        </p:txBody>
      </p:sp>
    </p:spTree>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 id="2147484630" r:id="rId6"/>
    <p:sldLayoutId id="2147484631" r:id="rId7"/>
    <p:sldLayoutId id="2147484632" r:id="rId8"/>
    <p:sldLayoutId id="2147484633" r:id="rId9"/>
    <p:sldLayoutId id="2147484634" r:id="rId10"/>
    <p:sldLayoutId id="2147484635" r:id="rId11"/>
    <p:sldLayoutId id="2147484636" r:id="rId12"/>
    <p:sldLayoutId id="2147484637" r:id="rId13"/>
    <p:sldLayoutId id="2147484638" r:id="rId14"/>
    <p:sldLayoutId id="2147484639" r:id="rId15"/>
  </p:sldLayoutIdLst>
  <p:hf sldNum="0" hdr="0" ftr="0" dt="0"/>
  <p:txStyles>
    <p:titleStyle>
      <a:lvl1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lnSpc>
          <a:spcPct val="85000"/>
        </a:lnSpc>
        <a:spcBef>
          <a:spcPct val="20000"/>
        </a:spcBef>
        <a:spcAft>
          <a:spcPct val="0"/>
        </a:spcAft>
        <a:buClr>
          <a:srgbClr val="000099"/>
        </a:buClr>
        <a:buSzPct val="100000"/>
        <a:buFont typeface="Wingdings" panose="05000000000000000000" pitchFamily="2" charset="2"/>
        <a:buChar char="§"/>
        <a:defRPr sz="2800">
          <a:solidFill>
            <a:schemeClr val="tx1"/>
          </a:solidFill>
          <a:latin typeface="Gill Sans MT" pitchFamily="34" charset="0"/>
          <a:ea typeface="MS PGothic" panose="020B0600070205080204" pitchFamily="34" charset="-128"/>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pitchFamily="34" charset="0"/>
          <a:ea typeface="MS PGothic" panose="020B0600070205080204" pitchFamily="34" charset="-128"/>
        </a:defRPr>
      </a:lvl2pPr>
      <a:lvl3pPr marL="11430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MS PGothic" panose="020B0600070205080204" pitchFamily="34" charset="-128"/>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6">
            <a:extLst>
              <a:ext uri="{FF2B5EF4-FFF2-40B4-BE49-F238E27FC236}">
                <a16:creationId xmlns:a16="http://schemas.microsoft.com/office/drawing/2014/main" id="{AE649732-B12B-4FC1-B7D4-535834BD76E2}"/>
              </a:ext>
            </a:extLst>
          </p:cNvPr>
          <p:cNvSpPr txBox="1">
            <a:spLocks noChangeArrowheads="1"/>
          </p:cNvSpPr>
          <p:nvPr/>
        </p:nvSpPr>
        <p:spPr bwMode="auto">
          <a:xfrm>
            <a:off x="1306025" y="3760893"/>
            <a:ext cx="5378450" cy="2874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buClr>
                <a:srgbClr val="3333CC"/>
              </a:buClr>
              <a:buSzPct val="85000"/>
              <a:buFont typeface="ZapfDingbats" charset="2"/>
              <a:buNone/>
            </a:pPr>
            <a:endParaRPr lang="en-US" altLang="fr-FR" sz="2000" dirty="0">
              <a:solidFill>
                <a:srgbClr val="000000"/>
              </a:solidFill>
              <a:latin typeface="Arial" panose="020B0604020202020204" pitchFamily="34" charset="0"/>
              <a:cs typeface="Arial" panose="020B0604020202020204" pitchFamily="34" charset="0"/>
            </a:endParaRPr>
          </a:p>
          <a:p>
            <a:pPr algn="ctr">
              <a:lnSpc>
                <a:spcPct val="100000"/>
              </a:lnSpc>
              <a:buClr>
                <a:srgbClr val="3333CC"/>
              </a:buClr>
              <a:buSzPct val="85000"/>
              <a:buFont typeface="ZapfDingbats" charset="2"/>
              <a:buNone/>
            </a:pPr>
            <a:r>
              <a:rPr lang="en-US" altLang="fr-FR" sz="2000" dirty="0">
                <a:solidFill>
                  <a:srgbClr val="000000"/>
                </a:solidFill>
                <a:latin typeface="Arial" panose="020B0604020202020204" pitchFamily="34" charset="0"/>
                <a:cs typeface="Arial" panose="020B0604020202020204" pitchFamily="34" charset="0"/>
              </a:rPr>
              <a:t>Tlili </a:t>
            </a:r>
            <a:r>
              <a:rPr lang="en-US" altLang="fr-FR" sz="2000" dirty="0" err="1">
                <a:solidFill>
                  <a:srgbClr val="000000"/>
                </a:solidFill>
                <a:latin typeface="Arial" panose="020B0604020202020204" pitchFamily="34" charset="0"/>
                <a:cs typeface="Arial" panose="020B0604020202020204" pitchFamily="34" charset="0"/>
              </a:rPr>
              <a:t>Radhouene</a:t>
            </a:r>
            <a:endParaRPr lang="fr-FR" altLang="fr-FR" sz="2000" dirty="0">
              <a:solidFill>
                <a:srgbClr val="000000"/>
              </a:solidFill>
              <a:latin typeface="Arial" panose="020B0604020202020204" pitchFamily="34" charset="0"/>
              <a:cs typeface="Arial" panose="020B0604020202020204" pitchFamily="34" charset="0"/>
            </a:endParaRPr>
          </a:p>
          <a:p>
            <a:pPr algn="ctr">
              <a:lnSpc>
                <a:spcPct val="100000"/>
              </a:lnSpc>
              <a:buClr>
                <a:srgbClr val="3333CC"/>
              </a:buClr>
              <a:buSzPct val="85000"/>
              <a:buFont typeface="ZapfDingbats" charset="2"/>
              <a:buNone/>
            </a:pPr>
            <a:r>
              <a:rPr lang="en-US" altLang="fr-FR" sz="2000" dirty="0" err="1">
                <a:solidFill>
                  <a:srgbClr val="000000"/>
                </a:solidFill>
                <a:latin typeface="Arial" panose="020B0604020202020204" pitchFamily="34" charset="0"/>
                <a:cs typeface="Arial" panose="020B0604020202020204" pitchFamily="34" charset="0"/>
              </a:rPr>
              <a:t>Iset</a:t>
            </a:r>
            <a:r>
              <a:rPr lang="en-US" altLang="fr-FR" sz="2000" dirty="0">
                <a:solidFill>
                  <a:srgbClr val="000000"/>
                </a:solidFill>
                <a:latin typeface="Arial" panose="020B0604020202020204" pitchFamily="34" charset="0"/>
                <a:cs typeface="Arial" panose="020B0604020202020204" pitchFamily="34" charset="0"/>
              </a:rPr>
              <a:t> Nabeul</a:t>
            </a:r>
          </a:p>
          <a:p>
            <a:pPr algn="ctr">
              <a:lnSpc>
                <a:spcPct val="100000"/>
              </a:lnSpc>
              <a:buClr>
                <a:srgbClr val="3333CC"/>
              </a:buClr>
              <a:buSzPct val="85000"/>
              <a:buFont typeface="ZapfDingbats" charset="2"/>
              <a:buNone/>
            </a:pPr>
            <a:r>
              <a:rPr lang="en-US" altLang="fr-FR" sz="2000" dirty="0" err="1">
                <a:solidFill>
                  <a:srgbClr val="000000"/>
                </a:solidFill>
                <a:latin typeface="Arial" panose="020B0604020202020204" pitchFamily="34" charset="0"/>
                <a:cs typeface="Arial" panose="020B0604020202020204" pitchFamily="34" charset="0"/>
              </a:rPr>
              <a:t>Université</a:t>
            </a:r>
            <a:r>
              <a:rPr lang="en-US" altLang="fr-FR" sz="2000" dirty="0">
                <a:solidFill>
                  <a:srgbClr val="000000"/>
                </a:solidFill>
                <a:latin typeface="Arial" panose="020B0604020202020204" pitchFamily="34" charset="0"/>
                <a:cs typeface="Arial" panose="020B0604020202020204" pitchFamily="34" charset="0"/>
              </a:rPr>
              <a:t> SESAME</a:t>
            </a:r>
          </a:p>
          <a:p>
            <a:pPr algn="ctr">
              <a:lnSpc>
                <a:spcPct val="100000"/>
              </a:lnSpc>
              <a:buClr>
                <a:srgbClr val="3333CC"/>
              </a:buClr>
              <a:buSzPct val="85000"/>
              <a:buFont typeface="ZapfDingbats" charset="2"/>
              <a:buNone/>
            </a:pPr>
            <a:r>
              <a:rPr lang="en-US" altLang="fr-FR" sz="2000" dirty="0" err="1">
                <a:solidFill>
                  <a:srgbClr val="000000"/>
                </a:solidFill>
                <a:latin typeface="Arial" panose="020B0604020202020204" pitchFamily="34" charset="0"/>
                <a:cs typeface="Arial" panose="020B0604020202020204" pitchFamily="34" charset="0"/>
              </a:rPr>
              <a:t>PolytechInt</a:t>
            </a:r>
            <a:endParaRPr lang="en-US" altLang="fr-FR" sz="2000" dirty="0">
              <a:solidFill>
                <a:srgbClr val="000000"/>
              </a:solidFill>
              <a:latin typeface="Arial" panose="020B0604020202020204" pitchFamily="34" charset="0"/>
              <a:cs typeface="Arial" panose="020B0604020202020204" pitchFamily="34" charset="0"/>
            </a:endParaRPr>
          </a:p>
          <a:p>
            <a:pPr algn="ctr">
              <a:lnSpc>
                <a:spcPct val="100000"/>
              </a:lnSpc>
              <a:buClr>
                <a:srgbClr val="3333CC"/>
              </a:buClr>
              <a:buSzPct val="85000"/>
              <a:buFont typeface="ZapfDingbats" charset="2"/>
              <a:buNone/>
            </a:pPr>
            <a:r>
              <a:rPr lang="en-US" altLang="fr-FR" sz="2000" dirty="0">
                <a:solidFill>
                  <a:srgbClr val="000000"/>
                </a:solidFill>
                <a:latin typeface="Arial" panose="020B0604020202020204" pitchFamily="34" charset="0"/>
                <a:cs typeface="Arial" panose="020B0604020202020204" pitchFamily="34" charset="0"/>
              </a:rPr>
              <a:t>Tek-up</a:t>
            </a:r>
          </a:p>
          <a:p>
            <a:pPr algn="ctr">
              <a:lnSpc>
                <a:spcPct val="100000"/>
              </a:lnSpc>
              <a:buClr>
                <a:srgbClr val="3333CC"/>
              </a:buClr>
              <a:buSzPct val="85000"/>
              <a:buFont typeface="ZapfDingbats" charset="2"/>
              <a:buNone/>
            </a:pPr>
            <a:endParaRPr lang="en-US" altLang="fr-FR" sz="2000" dirty="0">
              <a:solidFill>
                <a:srgbClr val="000000"/>
              </a:solidFill>
              <a:latin typeface="Arial" panose="020B0604020202020204" pitchFamily="34" charset="0"/>
              <a:cs typeface="Arial" panose="020B0604020202020204" pitchFamily="34" charset="0"/>
            </a:endParaRPr>
          </a:p>
          <a:p>
            <a:pPr algn="ctr">
              <a:lnSpc>
                <a:spcPct val="100000"/>
              </a:lnSpc>
              <a:buClr>
                <a:srgbClr val="3333CC"/>
              </a:buClr>
              <a:buSzPct val="85000"/>
              <a:buFont typeface="ZapfDingbats" charset="2"/>
              <a:buNone/>
            </a:pPr>
            <a:endParaRPr lang="en-US" altLang="fr-FR" sz="1400" dirty="0">
              <a:solidFill>
                <a:srgbClr val="000000"/>
              </a:solidFill>
              <a:latin typeface="Arial" panose="020B0604020202020204" pitchFamily="34" charset="0"/>
              <a:cs typeface="Arial" panose="020B0604020202020204" pitchFamily="34" charset="0"/>
            </a:endParaRPr>
          </a:p>
        </p:txBody>
      </p:sp>
      <p:sp>
        <p:nvSpPr>
          <p:cNvPr id="11270" name="Rectangle 3">
            <a:extLst>
              <a:ext uri="{FF2B5EF4-FFF2-40B4-BE49-F238E27FC236}">
                <a16:creationId xmlns:a16="http://schemas.microsoft.com/office/drawing/2014/main" id="{1FEF1257-5114-42E1-B1D8-E8A415397411}"/>
              </a:ext>
            </a:extLst>
          </p:cNvPr>
          <p:cNvSpPr>
            <a:spLocks noChangeArrowheads="1"/>
          </p:cNvSpPr>
          <p:nvPr/>
        </p:nvSpPr>
        <p:spPr bwMode="auto">
          <a:xfrm>
            <a:off x="1895475" y="715963"/>
            <a:ext cx="5194642" cy="271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ClrTx/>
              <a:buSzTx/>
              <a:buFontTx/>
              <a:buNone/>
            </a:pPr>
            <a:r>
              <a:rPr lang="en-US" altLang="fr-FR" sz="4400" dirty="0" err="1">
                <a:solidFill>
                  <a:srgbClr val="000099"/>
                </a:solidFill>
                <a:cs typeface="Arial" panose="020B0604020202020204" pitchFamily="34" charset="0"/>
              </a:rPr>
              <a:t>Chapitre</a:t>
            </a:r>
            <a:r>
              <a:rPr lang="en-US" altLang="fr-FR" sz="4400" dirty="0">
                <a:solidFill>
                  <a:srgbClr val="000099"/>
                </a:solidFill>
                <a:cs typeface="Arial" panose="020B0604020202020204" pitchFamily="34" charset="0"/>
              </a:rPr>
              <a:t> I :</a:t>
            </a:r>
            <a:br>
              <a:rPr lang="en-US" altLang="fr-FR" sz="4800" dirty="0">
                <a:solidFill>
                  <a:srgbClr val="000099"/>
                </a:solidFill>
                <a:cs typeface="Arial" panose="020B0604020202020204" pitchFamily="34" charset="0"/>
              </a:rPr>
            </a:br>
            <a:r>
              <a:rPr lang="en-US" altLang="fr-FR" sz="4800" dirty="0">
                <a:solidFill>
                  <a:srgbClr val="000099"/>
                </a:solidFill>
                <a:cs typeface="Arial" panose="020B0604020202020204" pitchFamily="34" charset="0"/>
              </a:rPr>
              <a:t>Introduction à la </a:t>
            </a:r>
            <a:r>
              <a:rPr lang="en-US" altLang="fr-FR" sz="4800" dirty="0" err="1">
                <a:solidFill>
                  <a:srgbClr val="000099"/>
                </a:solidFill>
                <a:cs typeface="Arial" panose="020B0604020202020204" pitchFamily="34" charset="0"/>
              </a:rPr>
              <a:t>théorie</a:t>
            </a:r>
            <a:r>
              <a:rPr lang="en-US" altLang="fr-FR" sz="4800" dirty="0">
                <a:solidFill>
                  <a:srgbClr val="000099"/>
                </a:solidFill>
                <a:cs typeface="Arial" panose="020B0604020202020204" pitchFamily="34" charset="0"/>
              </a:rPr>
              <a:t> des </a:t>
            </a:r>
            <a:r>
              <a:rPr lang="en-US" altLang="fr-FR" sz="4800" dirty="0" err="1">
                <a:solidFill>
                  <a:srgbClr val="000099"/>
                </a:solidFill>
                <a:cs typeface="Arial" panose="020B0604020202020204" pitchFamily="34" charset="0"/>
              </a:rPr>
              <a:t>langages</a:t>
            </a:r>
            <a:endParaRPr lang="en-US" altLang="fr-FR" sz="4400" dirty="0">
              <a:solidFill>
                <a:srgbClr val="000099"/>
              </a:solidFill>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7EF42D8-51B3-4ACE-97AB-33F1298C09EF}"/>
              </a:ext>
            </a:extLst>
          </p:cNvPr>
          <p:cNvSpPr>
            <a:spLocks noGrp="1" noChangeArrowheads="1"/>
          </p:cNvSpPr>
          <p:nvPr>
            <p:ph type="title"/>
          </p:nvPr>
        </p:nvSpPr>
        <p:spPr>
          <a:xfrm>
            <a:off x="711199" y="228600"/>
            <a:ext cx="11480801" cy="1143000"/>
          </a:xfrm>
        </p:spPr>
        <p:txBody>
          <a:bodyPr vert="horz" wrap="square" lIns="91440" tIns="45720" rIns="91440" bIns="45720" numCol="1" anchor="ctr" anchorCtr="0" compatLnSpc="1">
            <a:prstTxWarp prst="textNoShape">
              <a:avLst/>
            </a:prstTxWarp>
            <a:normAutofit fontScale="90000"/>
          </a:bodyPr>
          <a:lstStyle/>
          <a:p>
            <a:pPr>
              <a:lnSpc>
                <a:spcPct val="90000"/>
              </a:lnSpc>
            </a:pPr>
            <a:r>
              <a:rPr lang="en-US" altLang="fr-FR" b="1" dirty="0" err="1">
                <a:latin typeface="+mj-lt"/>
                <a:ea typeface="MS PGothic" panose="020B0600070205080204" pitchFamily="34" charset="-128"/>
                <a:cs typeface="+mj-cs"/>
              </a:rPr>
              <a:t>Chapitre</a:t>
            </a:r>
            <a:r>
              <a:rPr lang="en-US" altLang="fr-FR" b="1" dirty="0">
                <a:latin typeface="+mj-lt"/>
                <a:ea typeface="MS PGothic" panose="020B0600070205080204" pitchFamily="34" charset="-128"/>
                <a:cs typeface="+mj-cs"/>
              </a:rPr>
              <a:t> I :</a:t>
            </a:r>
            <a:br>
              <a:rPr lang="en-US" altLang="fr-FR" b="1" dirty="0">
                <a:latin typeface="+mj-lt"/>
                <a:ea typeface="MS PGothic" panose="020B0600070205080204" pitchFamily="34" charset="-128"/>
                <a:cs typeface="+mj-cs"/>
              </a:rPr>
            </a:br>
            <a:r>
              <a:rPr lang="en-US" altLang="fr-FR" b="1" dirty="0">
                <a:latin typeface="+mj-lt"/>
                <a:ea typeface="MS PGothic" panose="020B0600070205080204" pitchFamily="34" charset="-128"/>
                <a:cs typeface="+mj-cs"/>
              </a:rPr>
              <a:t>Introduction à la </a:t>
            </a:r>
            <a:r>
              <a:rPr lang="en-US" altLang="fr-FR" b="1" dirty="0" err="1">
                <a:latin typeface="+mj-lt"/>
                <a:ea typeface="MS PGothic" panose="020B0600070205080204" pitchFamily="34" charset="-128"/>
                <a:cs typeface="+mj-cs"/>
              </a:rPr>
              <a:t>théorie</a:t>
            </a:r>
            <a:r>
              <a:rPr lang="en-US" altLang="fr-FR" b="1" dirty="0">
                <a:latin typeface="+mj-lt"/>
                <a:ea typeface="MS PGothic" panose="020B0600070205080204" pitchFamily="34" charset="-128"/>
                <a:cs typeface="+mj-cs"/>
              </a:rPr>
              <a:t> des </a:t>
            </a:r>
            <a:r>
              <a:rPr lang="en-US" altLang="fr-FR" b="1" dirty="0" err="1">
                <a:latin typeface="+mj-lt"/>
                <a:ea typeface="MS PGothic" panose="020B0600070205080204" pitchFamily="34" charset="-128"/>
                <a:cs typeface="+mj-cs"/>
              </a:rPr>
              <a:t>langages</a:t>
            </a:r>
            <a:endParaRPr lang="en-US" altLang="fr-FR" b="1" dirty="0">
              <a:latin typeface="+mj-lt"/>
              <a:ea typeface="MS PGothic" panose="020B0600070205080204" pitchFamily="34" charset="-128"/>
              <a:cs typeface="+mj-cs"/>
            </a:endParaRPr>
          </a:p>
        </p:txBody>
      </p:sp>
      <p:sp>
        <p:nvSpPr>
          <p:cNvPr id="6" name="Rectangle 4">
            <a:extLst>
              <a:ext uri="{FF2B5EF4-FFF2-40B4-BE49-F238E27FC236}">
                <a16:creationId xmlns:a16="http://schemas.microsoft.com/office/drawing/2014/main" id="{FE86E7E5-07C5-42D4-A75D-DD9E896B41C4}"/>
              </a:ext>
            </a:extLst>
          </p:cNvPr>
          <p:cNvSpPr txBox="1">
            <a:spLocks noChangeArrowheads="1"/>
          </p:cNvSpPr>
          <p:nvPr/>
        </p:nvSpPr>
        <p:spPr bwMode="auto">
          <a:xfrm>
            <a:off x="711200" y="1611313"/>
            <a:ext cx="5080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MS PGothic" panose="020B0600070205080204" pitchFamily="34" charset="-128"/>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None/>
              <a:tabLst/>
              <a:defRPr/>
            </a:pPr>
            <a:r>
              <a:rPr kumimoji="0" lang="en-US" altLang="fr-FR" sz="2800" b="0" i="1"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Aperçu </a:t>
            </a:r>
            <a:r>
              <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Rappel sur la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théorie</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des ensembles</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Concepts de base de la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théorie</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des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lanfages</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908050" marR="0" lvl="0" indent="-457200" algn="l" defTabSz="914400" rtl="0" eaLnBrk="0" fontAlgn="base" latinLnBrk="0" hangingPunct="0">
              <a:lnSpc>
                <a:spcPct val="85000"/>
              </a:lnSpc>
              <a:spcBef>
                <a:spcPct val="20000"/>
              </a:spcBef>
              <a:spcAft>
                <a:spcPct val="0"/>
              </a:spcAft>
              <a:buClr>
                <a:srgbClr val="000090"/>
              </a:buClr>
              <a:buSzPct val="100000"/>
              <a:buFont typeface="Arial" panose="020B0604020202020204" pitchFamily="34" charset="0"/>
              <a:buChar char="•"/>
              <a:tabLst/>
              <a:defRPr/>
            </a:pP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Alphabet</a:t>
            </a:r>
          </a:p>
          <a:p>
            <a:pPr marL="908050" marR="0" lvl="0" indent="-457200" algn="l" defTabSz="914400" rtl="0" eaLnBrk="0" fontAlgn="base" latinLnBrk="0" hangingPunct="0">
              <a:lnSpc>
                <a:spcPct val="85000"/>
              </a:lnSpc>
              <a:spcBef>
                <a:spcPct val="20000"/>
              </a:spcBef>
              <a:spcAft>
                <a:spcPct val="0"/>
              </a:spcAft>
              <a:buClr>
                <a:srgbClr val="000090"/>
              </a:buClr>
              <a:buSzPct val="100000"/>
              <a:buFont typeface="Arial" panose="020B0604020202020204" pitchFamily="34" charset="0"/>
              <a:buChar char="•"/>
              <a:tabLst/>
              <a:defRPr/>
            </a:pPr>
            <a:r>
              <a:rPr lang="en-US" altLang="ja-JP" kern="0" dirty="0">
                <a:solidFill>
                  <a:srgbClr val="000000"/>
                </a:solidFill>
                <a:latin typeface="Gill Sans MT"/>
                <a:cs typeface="Arial"/>
              </a:rPr>
              <a:t>Mot</a:t>
            </a:r>
          </a:p>
          <a:p>
            <a:pPr marL="908050" marR="0" lvl="0" indent="-457200" algn="l" defTabSz="914400" rtl="0" eaLnBrk="0" fontAlgn="base" latinLnBrk="0" hangingPunct="0">
              <a:lnSpc>
                <a:spcPct val="85000"/>
              </a:lnSpc>
              <a:spcBef>
                <a:spcPct val="20000"/>
              </a:spcBef>
              <a:spcAft>
                <a:spcPct val="0"/>
              </a:spcAft>
              <a:buClr>
                <a:srgbClr val="000090"/>
              </a:buClr>
              <a:buSzPct val="100000"/>
              <a:buFont typeface="Arial" panose="020B0604020202020204" pitchFamily="34" charset="0"/>
              <a:buChar char="•"/>
              <a:tabLst/>
              <a:defRPr/>
            </a:pPr>
            <a:r>
              <a:rPr lang="en-US" altLang="ja-JP" kern="0" dirty="0">
                <a:solidFill>
                  <a:srgbClr val="000000"/>
                </a:solidFill>
                <a:latin typeface="Gill Sans MT"/>
                <a:cs typeface="Arial"/>
              </a:rPr>
              <a:t>Opérations sur les mots</a:t>
            </a:r>
          </a:p>
          <a:p>
            <a:pPr marL="908050" marR="0" lvl="0" indent="-457200" algn="l" defTabSz="914400" rtl="0" eaLnBrk="0" fontAlgn="base" latinLnBrk="0" hangingPunct="0">
              <a:lnSpc>
                <a:spcPct val="85000"/>
              </a:lnSpc>
              <a:spcBef>
                <a:spcPct val="20000"/>
              </a:spcBef>
              <a:spcAft>
                <a:spcPct val="0"/>
              </a:spcAft>
              <a:buClr>
                <a:srgbClr val="000090"/>
              </a:buClr>
              <a:buSzPct val="100000"/>
              <a:buFont typeface="Arial" panose="020B0604020202020204" pitchFamily="34" charset="0"/>
              <a:buChar char="•"/>
              <a:tabLst/>
              <a:defRPr/>
            </a:pPr>
            <a:r>
              <a:rPr lang="en-US" altLang="ja-JP" kern="0" dirty="0" err="1">
                <a:solidFill>
                  <a:srgbClr val="000000"/>
                </a:solidFill>
                <a:latin typeface="Gill Sans MT"/>
                <a:cs typeface="Arial"/>
              </a:rPr>
              <a:t>Langage</a:t>
            </a:r>
            <a:r>
              <a:rPr lang="en-US" altLang="ja-JP" kern="0" dirty="0">
                <a:solidFill>
                  <a:srgbClr val="000000"/>
                </a:solidFill>
                <a:latin typeface="Gill Sans MT"/>
                <a:cs typeface="Arial"/>
              </a:rPr>
              <a:t> </a:t>
            </a:r>
            <a:r>
              <a:rPr lang="en-US" altLang="ja-JP" kern="0" dirty="0" err="1">
                <a:solidFill>
                  <a:srgbClr val="000000"/>
                </a:solidFill>
                <a:latin typeface="Gill Sans MT"/>
                <a:cs typeface="Arial"/>
              </a:rPr>
              <a:t>formel</a:t>
            </a:r>
            <a:endParaRPr lang="en-US" altLang="ja-JP" kern="0" dirty="0">
              <a:solidFill>
                <a:srgbClr val="000000"/>
              </a:solidFill>
              <a:latin typeface="Gill Sans MT"/>
              <a:cs typeface="Arial"/>
            </a:endParaRPr>
          </a:p>
          <a:p>
            <a:pPr marL="908050" marR="0" lvl="0" indent="-457200" algn="l" defTabSz="914400" rtl="0" eaLnBrk="0" fontAlgn="base" latinLnBrk="0" hangingPunct="0">
              <a:lnSpc>
                <a:spcPct val="85000"/>
              </a:lnSpc>
              <a:spcBef>
                <a:spcPct val="20000"/>
              </a:spcBef>
              <a:spcAft>
                <a:spcPct val="0"/>
              </a:spcAft>
              <a:buClr>
                <a:srgbClr val="000090"/>
              </a:buClr>
              <a:buSzPct val="100000"/>
              <a:buFont typeface="Arial" panose="020B0604020202020204" pitchFamily="34" charset="0"/>
              <a:buChar char="•"/>
              <a:tabLst/>
              <a:defRPr/>
            </a:pPr>
            <a:r>
              <a:rPr lang="en-US" altLang="ja-JP" kern="0" dirty="0" err="1">
                <a:solidFill>
                  <a:srgbClr val="000000"/>
                </a:solidFill>
                <a:latin typeface="Gill Sans MT"/>
                <a:cs typeface="Arial"/>
              </a:rPr>
              <a:t>Opérations</a:t>
            </a:r>
            <a:r>
              <a:rPr lang="en-US" altLang="ja-JP" kern="0" dirty="0">
                <a:solidFill>
                  <a:srgbClr val="000000"/>
                </a:solidFill>
                <a:latin typeface="Gill Sans MT"/>
                <a:cs typeface="Arial"/>
              </a:rPr>
              <a:t> sur les </a:t>
            </a:r>
            <a:r>
              <a:rPr lang="en-US" altLang="ja-JP" kern="0" dirty="0" err="1">
                <a:solidFill>
                  <a:srgbClr val="000000"/>
                </a:solidFill>
                <a:latin typeface="Gill Sans MT"/>
                <a:cs typeface="Arial"/>
              </a:rPr>
              <a:t>langages</a:t>
            </a:r>
            <a:endParaRPr lang="en-US" altLang="ja-JP" kern="0" dirty="0">
              <a:solidFill>
                <a:srgbClr val="000000"/>
              </a:solidFill>
              <a:latin typeface="Gill Sans MT"/>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lang="en-US" altLang="ja-JP" kern="0" dirty="0">
                <a:solidFill>
                  <a:srgbClr val="000000"/>
                </a:solidFill>
                <a:latin typeface="Gill Sans MT"/>
                <a:cs typeface="Arial"/>
              </a:rPr>
              <a:t>Les </a:t>
            </a:r>
            <a:r>
              <a:rPr lang="en-US" altLang="ja-JP" kern="0" dirty="0" err="1">
                <a:solidFill>
                  <a:srgbClr val="000000"/>
                </a:solidFill>
                <a:latin typeface="Gill Sans MT"/>
                <a:cs typeface="Arial"/>
              </a:rPr>
              <a:t>grammaires</a:t>
            </a:r>
            <a:endParaRPr lang="en-US" altLang="ja-JP" kern="0" dirty="0">
              <a:solidFill>
                <a:srgbClr val="000000"/>
              </a:solidFill>
              <a:latin typeface="Gill Sans MT"/>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lang="en-US" altLang="ja-JP" kern="0" dirty="0">
                <a:solidFill>
                  <a:srgbClr val="000000"/>
                </a:solidFill>
                <a:latin typeface="Gill Sans MT"/>
                <a:cs typeface="Arial"/>
              </a:rPr>
              <a:t>Les automates</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endParaRPr lang="en-US" altLang="ja-JP" kern="0" dirty="0">
              <a:solidFill>
                <a:srgbClr val="000000"/>
              </a:solidFill>
              <a:latin typeface="Gill Sans MT"/>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endPar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p:txBody>
      </p:sp>
      <p:sp>
        <p:nvSpPr>
          <p:cNvPr id="5" name="Rectangle 3">
            <a:extLst>
              <a:ext uri="{FF2B5EF4-FFF2-40B4-BE49-F238E27FC236}">
                <a16:creationId xmlns:a16="http://schemas.microsoft.com/office/drawing/2014/main" id="{40FD58C6-D63C-411F-B273-07D07247884C}"/>
              </a:ext>
            </a:extLst>
          </p:cNvPr>
          <p:cNvSpPr txBox="1">
            <a:spLocks noChangeArrowheads="1"/>
          </p:cNvSpPr>
          <p:nvPr/>
        </p:nvSpPr>
        <p:spPr bwMode="auto">
          <a:xfrm>
            <a:off x="5994400" y="1611313"/>
            <a:ext cx="5080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MS PGothic" panose="020B0600070205080204" pitchFamily="34" charset="-128"/>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None/>
              <a:tabLst/>
              <a:defRPr/>
            </a:pPr>
            <a:r>
              <a:rPr kumimoji="0" lang="en-US" altLang="fr-FR" sz="2800" b="0" i="1"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Objectifs</a:t>
            </a:r>
            <a:r>
              <a:rPr kumimoji="0" lang="en-US" altLang="fr-FR" sz="2800" b="0" i="1"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du </a:t>
            </a:r>
            <a:r>
              <a:rPr kumimoji="0" lang="en-US" altLang="fr-FR" sz="2800" b="0" i="1"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chapitre</a:t>
            </a:r>
            <a:r>
              <a:rPr kumimoji="0" lang="en-US" altLang="fr-FR" sz="2800" b="0" i="1"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p>
          <a:p>
            <a:pPr>
              <a:lnSpc>
                <a:spcPct val="75000"/>
              </a:lnSpc>
              <a:defRPr/>
            </a:pPr>
            <a:r>
              <a:rPr lang="en-US" altLang="fr-FR" sz="2600" kern="0" dirty="0" err="1">
                <a:solidFill>
                  <a:srgbClr val="000000"/>
                </a:solidFill>
                <a:latin typeface="Gill Sans MT"/>
                <a:cs typeface="Arial"/>
              </a:rPr>
              <a:t>Définition</a:t>
            </a:r>
            <a:r>
              <a:rPr lang="en-US" altLang="fr-FR" sz="2600" kern="0" dirty="0">
                <a:solidFill>
                  <a:srgbClr val="000000"/>
                </a:solidFill>
                <a:latin typeface="Gill Sans MT"/>
                <a:cs typeface="Arial"/>
              </a:rPr>
              <a:t> d’un </a:t>
            </a:r>
            <a:r>
              <a:rPr lang="en-US" altLang="fr-FR" sz="2600" kern="0" dirty="0" err="1">
                <a:solidFill>
                  <a:srgbClr val="000000"/>
                </a:solidFill>
                <a:latin typeface="Gill Sans MT"/>
                <a:cs typeface="Arial"/>
              </a:rPr>
              <a:t>langage</a:t>
            </a:r>
            <a:endParaRPr lang="en-US" altLang="fr-FR" sz="2600" kern="0" dirty="0">
              <a:solidFill>
                <a:srgbClr val="000000"/>
              </a:solidFill>
              <a:latin typeface="Gill Sans MT"/>
              <a:cs typeface="Arial"/>
            </a:endParaRPr>
          </a:p>
          <a:p>
            <a:pPr>
              <a:lnSpc>
                <a:spcPct val="75000"/>
              </a:lnSpc>
              <a:defRPr/>
            </a:pPr>
            <a:r>
              <a:rPr lang="en-US" altLang="fr-FR" sz="2600" kern="0" dirty="0" err="1">
                <a:solidFill>
                  <a:srgbClr val="000000"/>
                </a:solidFill>
                <a:latin typeface="Gill Sans MT"/>
                <a:cs typeface="Arial"/>
              </a:rPr>
              <a:t>Modèle</a:t>
            </a:r>
            <a:r>
              <a:rPr lang="en-US" altLang="fr-FR" sz="2600" kern="0" dirty="0">
                <a:solidFill>
                  <a:srgbClr val="000000"/>
                </a:solidFill>
                <a:latin typeface="Gill Sans MT"/>
                <a:cs typeface="Arial"/>
              </a:rPr>
              <a:t> de generation (</a:t>
            </a:r>
            <a:r>
              <a:rPr lang="en-US" altLang="fr-FR" sz="2600" kern="0" dirty="0" err="1">
                <a:solidFill>
                  <a:srgbClr val="000000"/>
                </a:solidFill>
                <a:latin typeface="Gill Sans MT"/>
                <a:cs typeface="Arial"/>
              </a:rPr>
              <a:t>grammaire</a:t>
            </a:r>
            <a:r>
              <a:rPr lang="en-US" altLang="fr-FR" sz="2600" kern="0" dirty="0">
                <a:solidFill>
                  <a:srgbClr val="000000"/>
                </a:solidFill>
                <a:latin typeface="Gill Sans MT"/>
                <a:cs typeface="Arial"/>
              </a:rPr>
              <a:t>)</a:t>
            </a:r>
          </a:p>
          <a:p>
            <a:pPr>
              <a:lnSpc>
                <a:spcPct val="75000"/>
              </a:lnSpc>
              <a:defRPr/>
            </a:pPr>
            <a:r>
              <a:rPr lang="en-US" altLang="fr-FR" sz="2600" kern="0" dirty="0" err="1">
                <a:solidFill>
                  <a:srgbClr val="000000"/>
                </a:solidFill>
                <a:latin typeface="Gill Sans MT"/>
                <a:cs typeface="Arial"/>
              </a:rPr>
              <a:t>Modèle</a:t>
            </a:r>
            <a:r>
              <a:rPr lang="en-US" altLang="fr-FR" sz="2600" kern="0" dirty="0">
                <a:solidFill>
                  <a:srgbClr val="000000"/>
                </a:solidFill>
                <a:latin typeface="Gill Sans MT"/>
                <a:cs typeface="Arial"/>
              </a:rPr>
              <a:t> de reconnaissance (automate) </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Rappel sur la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théorie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des ensembles</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0" dirty="0">
                <a:ea typeface="Cambria Math" panose="02040503050406030204" pitchFamily="18" charset="0"/>
                <a:sym typeface="Symbol" panose="05050102010706020507" pitchFamily="18" charset="2"/>
              </a:rPr>
              <a:t>Définition (extension, compréhension, induction)</a:t>
            </a:r>
          </a:p>
          <a:p>
            <a:pPr marL="287338" indent="-287338" eaLnBrk="0" hangingPunct="0">
              <a:spcBef>
                <a:spcPct val="20000"/>
              </a:spcBef>
              <a:buClr>
                <a:srgbClr val="000090"/>
              </a:buClr>
            </a:pPr>
            <a:r>
              <a:rPr lang="fr-FR" altLang="en-US" dirty="0">
                <a:ea typeface="Cambria Math" panose="02040503050406030204" pitchFamily="18" charset="0"/>
                <a:sym typeface="Symbol" panose="05050102010706020507" pitchFamily="18" charset="2"/>
              </a:rPr>
              <a:t>Opérations sur les ensembles</a:t>
            </a:r>
          </a:p>
          <a:p>
            <a:pPr marL="717550" indent="-266700" eaLnBrk="0" hangingPunct="0">
              <a:spcBef>
                <a:spcPct val="20000"/>
              </a:spcBef>
              <a:buClr>
                <a:srgbClr val="000090"/>
              </a:buClr>
              <a:buFont typeface="Arial" panose="020B0604020202020204" pitchFamily="34" charset="0"/>
              <a:buChar char="•"/>
            </a:pPr>
            <a:r>
              <a:rPr lang="fr-FR" altLang="en-US" b="0" dirty="0">
                <a:ea typeface="Cambria Math" panose="02040503050406030204" pitchFamily="18" charset="0"/>
                <a:sym typeface="Symbol" panose="05050102010706020507" pitchFamily="18" charset="2"/>
              </a:rPr>
              <a:t>Opérations de comparaison (inclusion)</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sym typeface="Symbol" panose="05050102010706020507" pitchFamily="18" charset="2"/>
              </a:rPr>
              <a:t>Opérations de construction (union, intersection, différence, complémentation, produit cartésien, ensemble des parties d’un ensemble)</a:t>
            </a:r>
          </a:p>
          <a:p>
            <a:pPr marL="287338" indent="-287338" eaLnBrk="0" hangingPunct="0">
              <a:spcBef>
                <a:spcPct val="20000"/>
              </a:spcBef>
              <a:buClr>
                <a:srgbClr val="000090"/>
              </a:buClr>
            </a:pPr>
            <a:r>
              <a:rPr lang="fr-FR" altLang="en-US" b="0" dirty="0">
                <a:ea typeface="Cambria Math" panose="02040503050406030204" pitchFamily="18" charset="0"/>
                <a:sym typeface="Symbol" panose="05050102010706020507" pitchFamily="18" charset="2"/>
              </a:rPr>
              <a:t>Mesures sur les ensembles (cardinal)</a:t>
            </a:r>
          </a:p>
        </p:txBody>
      </p:sp>
    </p:spTree>
    <p:extLst>
      <p:ext uri="{BB962C8B-B14F-4D97-AF65-F5344CB8AC3E}">
        <p14:creationId xmlns:p14="http://schemas.microsoft.com/office/powerpoint/2010/main" val="396727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fontScale="90000"/>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Concepts de base de la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théorie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des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langages</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0" dirty="0">
                <a:ea typeface="Cambria Math" panose="02040503050406030204" pitchFamily="18" charset="0"/>
                <a:sym typeface="Symbol" panose="05050102010706020507" pitchFamily="18" charset="2"/>
              </a:rPr>
              <a:t>Alphabet</a:t>
            </a:r>
          </a:p>
          <a:p>
            <a:pPr marL="287338" indent="-287338" eaLnBrk="0" hangingPunct="0">
              <a:spcBef>
                <a:spcPct val="20000"/>
              </a:spcBef>
              <a:buClr>
                <a:srgbClr val="000090"/>
              </a:buClr>
            </a:pPr>
            <a:r>
              <a:rPr lang="fr-FR" altLang="en-US" dirty="0">
                <a:ea typeface="Cambria Math" panose="02040503050406030204" pitchFamily="18" charset="0"/>
                <a:sym typeface="Symbol" panose="05050102010706020507" pitchFamily="18" charset="2"/>
              </a:rPr>
              <a:t>Mot</a:t>
            </a:r>
          </a:p>
          <a:p>
            <a:pPr marL="287338" indent="-287338" eaLnBrk="0" hangingPunct="0">
              <a:spcBef>
                <a:spcPct val="20000"/>
              </a:spcBef>
              <a:buClr>
                <a:srgbClr val="000090"/>
              </a:buClr>
            </a:pPr>
            <a:r>
              <a:rPr lang="fr-FR" altLang="en-US" b="0" dirty="0">
                <a:ea typeface="Cambria Math" panose="02040503050406030204" pitchFamily="18" charset="0"/>
                <a:sym typeface="Symbol" panose="05050102010706020507" pitchFamily="18" charset="2"/>
              </a:rPr>
              <a:t>Opérations sur les mots</a:t>
            </a:r>
          </a:p>
          <a:p>
            <a:pPr marL="287338" indent="-287338" eaLnBrk="0" hangingPunct="0">
              <a:spcBef>
                <a:spcPct val="20000"/>
              </a:spcBef>
              <a:buClr>
                <a:srgbClr val="000090"/>
              </a:buClr>
            </a:pPr>
            <a:r>
              <a:rPr lang="fr-FR" altLang="en-US" b="0" dirty="0">
                <a:ea typeface="Cambria Math" panose="02040503050406030204" pitchFamily="18" charset="0"/>
                <a:sym typeface="Symbol" panose="05050102010706020507" pitchFamily="18" charset="2"/>
              </a:rPr>
              <a:t>Langage formel</a:t>
            </a:r>
          </a:p>
          <a:p>
            <a:pPr marL="287338" indent="-287338" eaLnBrk="0" hangingPunct="0">
              <a:spcBef>
                <a:spcPct val="20000"/>
              </a:spcBef>
              <a:buClr>
                <a:srgbClr val="000090"/>
              </a:buClr>
            </a:pPr>
            <a:r>
              <a:rPr lang="fr-FR" altLang="en-US" b="0" dirty="0">
                <a:ea typeface="Cambria Math" panose="02040503050406030204" pitchFamily="18" charset="0"/>
                <a:sym typeface="Symbol" panose="05050102010706020507" pitchFamily="18" charset="2"/>
              </a:rPr>
              <a:t>Opérations sur les langages</a:t>
            </a:r>
          </a:p>
        </p:txBody>
      </p:sp>
    </p:spTree>
    <p:extLst>
      <p:ext uri="{BB962C8B-B14F-4D97-AF65-F5344CB8AC3E}">
        <p14:creationId xmlns:p14="http://schemas.microsoft.com/office/powerpoint/2010/main" val="1811762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Alphabet</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1" i="1" dirty="0">
                    <a:solidFill>
                      <a:srgbClr val="C00000"/>
                    </a:solidFill>
                  </a:rPr>
                  <a:t>Définition : </a:t>
                </a:r>
                <a:r>
                  <a:rPr lang="fr-FR" altLang="en-US" dirty="0"/>
                  <a:t>Un alphabet </a:t>
                </a:r>
                <a14:m>
                  <m:oMath xmlns:m="http://schemas.openxmlformats.org/officeDocument/2006/math">
                    <m:r>
                      <m:rPr>
                        <m:sty m:val="p"/>
                      </m:rPr>
                      <a:rPr lang="el-GR" altLang="en-US" i="1" dirty="0">
                        <a:latin typeface="Cambria Math" panose="02040503050406030204" pitchFamily="18" charset="0"/>
                        <a:ea typeface="Cambria Math" panose="02040503050406030204" pitchFamily="18" charset="0"/>
                        <a:sym typeface="Symbol" panose="05050102010706020507" pitchFamily="18" charset="2"/>
                      </a:rPr>
                      <m:t>Σ</m:t>
                    </m:r>
                  </m:oMath>
                </a14:m>
                <a:r>
                  <a:rPr lang="fr-FR" altLang="en-US" dirty="0"/>
                  <a:t> est un ensemble fini et non vide, les éléments de cet ensemble sont appelés des lettres ou des symboles</a:t>
                </a:r>
              </a:p>
              <a:p>
                <a:pPr marL="287338" indent="-287338" eaLnBrk="0" hangingPunct="0">
                  <a:spcBef>
                    <a:spcPct val="20000"/>
                  </a:spcBef>
                  <a:buClr>
                    <a:srgbClr val="000090"/>
                  </a:buClr>
                </a:pPr>
                <a:r>
                  <a:rPr lang="fr-FR" altLang="en-US" b="1" i="1" dirty="0">
                    <a:solidFill>
                      <a:srgbClr val="C00000"/>
                    </a:solidFill>
                  </a:rPr>
                  <a:t>Exemples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r>
                      <m:rPr>
                        <m:sty m:val="p"/>
                      </m:rPr>
                      <a:rPr lang="el-GR" altLang="en-US" i="1" dirty="0" smtClean="0">
                        <a:latin typeface="Cambria Math" panose="02040503050406030204" pitchFamily="18" charset="0"/>
                        <a:ea typeface="Cambria Math" panose="02040503050406030204" pitchFamily="18" charset="0"/>
                        <a:sym typeface="Symbol" panose="05050102010706020507" pitchFamily="18" charset="2"/>
                      </a:rPr>
                      <m:t>Σ</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m:t>
                    </m:r>
                    <m:d>
                      <m:dPr>
                        <m:begChr m:val="{"/>
                        <m:endChr m:val="}"/>
                        <m:ctrlP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ctrlPr>
                      </m:dPr>
                      <m:e>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0, 1</m:t>
                        </m:r>
                      </m:e>
                    </m:d>
                  </m:oMath>
                </a14:m>
                <a:endParaRPr lang="fr-FR" altLang="en-US" b="0" dirty="0">
                  <a:ea typeface="Cambria Math" panose="02040503050406030204" pitchFamily="18" charset="0"/>
                  <a:sym typeface="Symbol" panose="05050102010706020507" pitchFamily="18" charset="2"/>
                </a:endParaRP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r>
                      <m:rPr>
                        <m:sty m:val="p"/>
                      </m:rPr>
                      <a:rPr lang="el-GR" altLang="en-US" i="1" dirty="0" smtClean="0">
                        <a:latin typeface="Cambria Math" panose="02040503050406030204" pitchFamily="18" charset="0"/>
                        <a:ea typeface="Cambria Math" panose="02040503050406030204" pitchFamily="18" charset="0"/>
                        <a:sym typeface="Symbol" panose="05050102010706020507" pitchFamily="18" charset="2"/>
                      </a:rPr>
                      <m:t>Σ</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m:t>
                    </m:r>
                    <m:d>
                      <m:dPr>
                        <m:begChr m:val="{"/>
                        <m:endChr m:val="}"/>
                        <m:ctrlP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ctrlPr>
                      </m:dPr>
                      <m:e>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𝑎</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 </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𝑏</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 </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𝑐</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 </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𝑑</m:t>
                        </m:r>
                      </m:e>
                    </m:d>
                  </m:oMath>
                </a14:m>
                <a:endParaRPr lang="fr-FR" altLang="en-US" b="0" dirty="0">
                  <a:ea typeface="Cambria Math" panose="02040503050406030204" pitchFamily="18" charset="0"/>
                  <a:sym typeface="Symbol" panose="05050102010706020507" pitchFamily="18" charset="2"/>
                </a:endParaRP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r>
                      <m:rPr>
                        <m:sty m:val="p"/>
                      </m:rPr>
                      <a:rPr lang="el-GR" altLang="en-US" i="1" dirty="0" smtClean="0">
                        <a:latin typeface="Cambria Math" panose="02040503050406030204" pitchFamily="18" charset="0"/>
                        <a:ea typeface="Cambria Math" panose="02040503050406030204" pitchFamily="18" charset="0"/>
                        <a:sym typeface="Symbol" panose="05050102010706020507" pitchFamily="18" charset="2"/>
                      </a:rPr>
                      <m:t>Σ</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m:t>
                    </m:r>
                    <m:d>
                      <m:dPr>
                        <m:begChr m:val="{"/>
                        <m:endChr m:val="}"/>
                        <m:ctrlP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ctrlPr>
                      </m:dPr>
                      <m:e>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m:t>
                        </m:r>
                      </m:e>
                    </m:d>
                  </m:oMath>
                </a14:m>
                <a:endParaRPr lang="fr-FR" altLang="en-US" b="0" dirty="0">
                  <a:ea typeface="Cambria Math" panose="02040503050406030204" pitchFamily="18" charset="0"/>
                  <a:sym typeface="Symbol" panose="05050102010706020507" pitchFamily="18" charset="2"/>
                </a:endParaRP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2228"/>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971185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Mot</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1" i="1" dirty="0">
                    <a:solidFill>
                      <a:srgbClr val="C00000"/>
                    </a:solidFill>
                  </a:rPr>
                  <a:t>Définition :</a:t>
                </a:r>
                <a:r>
                  <a:rPr lang="fr-FR" altLang="en-US" dirty="0"/>
                  <a:t> On appelle mot sur un alphabet </a:t>
                </a:r>
                <a14:m>
                  <m:oMath xmlns:m="http://schemas.openxmlformats.org/officeDocument/2006/math">
                    <m:r>
                      <m:rPr>
                        <m:sty m:val="p"/>
                      </m:rPr>
                      <a:rPr lang="el-GR" altLang="en-US" i="1" dirty="0">
                        <a:latin typeface="Cambria Math" panose="02040503050406030204" pitchFamily="18" charset="0"/>
                        <a:ea typeface="Cambria Math" panose="02040503050406030204" pitchFamily="18" charset="0"/>
                        <a:sym typeface="Symbol" panose="05050102010706020507" pitchFamily="18" charset="2"/>
                      </a:rPr>
                      <m:t>Σ</m:t>
                    </m:r>
                  </m:oMath>
                </a14:m>
                <a:r>
                  <a:rPr lang="fr-FR" altLang="en-US" dirty="0"/>
                  <a:t> toute suite finie, éventuellement vide, d’éléments de </a:t>
                </a:r>
                <a14:m>
                  <m:oMath xmlns:m="http://schemas.openxmlformats.org/officeDocument/2006/math">
                    <m:r>
                      <m:rPr>
                        <m:sty m:val="p"/>
                      </m:rPr>
                      <a:rPr lang="el-GR" altLang="en-US" i="1" dirty="0">
                        <a:latin typeface="Cambria Math" panose="02040503050406030204" pitchFamily="18" charset="0"/>
                        <a:ea typeface="Cambria Math" panose="02040503050406030204" pitchFamily="18" charset="0"/>
                        <a:sym typeface="Symbol" panose="05050102010706020507" pitchFamily="18" charset="2"/>
                      </a:rPr>
                      <m:t>Σ</m:t>
                    </m:r>
                  </m:oMath>
                </a14:m>
                <a:r>
                  <a:rPr lang="fr-FR" altLang="en-US" dirty="0"/>
                  <a:t>.</a:t>
                </a:r>
              </a:p>
              <a:p>
                <a:pPr marL="287338" indent="-287338" eaLnBrk="0" hangingPunct="0">
                  <a:spcBef>
                    <a:spcPct val="20000"/>
                  </a:spcBef>
                  <a:buClr>
                    <a:srgbClr val="000090"/>
                  </a:buClr>
                </a:pPr>
                <a:r>
                  <a:rPr lang="fr-FR" altLang="en-US" b="1" i="1" dirty="0">
                    <a:solidFill>
                      <a:srgbClr val="C00000"/>
                    </a:solidFill>
                  </a:rPr>
                  <a:t>Mot vide : </a:t>
                </a:r>
                <a:r>
                  <a:rPr lang="fr-FR" dirty="0"/>
                  <a:t>Le mot vide est un mot ne contenant aucun symbole. Ce mot vide, peut être construit sur tout alphabet.</a:t>
                </a:r>
                <a:endParaRPr lang="fr-FR" altLang="en-US" dirty="0"/>
              </a:p>
              <a:p>
                <a:pPr marL="287338" indent="-287338" eaLnBrk="0" hangingPunct="0">
                  <a:spcBef>
                    <a:spcPct val="20000"/>
                  </a:spcBef>
                  <a:buClr>
                    <a:srgbClr val="000090"/>
                  </a:buClr>
                </a:pPr>
                <a:r>
                  <a:rPr lang="fr-FR" altLang="en-US" b="1" i="1" dirty="0">
                    <a:solidFill>
                      <a:srgbClr val="C00000"/>
                    </a:solidFill>
                  </a:rPr>
                  <a:t>Notations :</a:t>
                </a:r>
              </a:p>
              <a:p>
                <a:pPr marL="717550" indent="-266700" eaLnBrk="0" hangingPunct="0">
                  <a:lnSpc>
                    <a:spcPct val="100000"/>
                  </a:lnSpc>
                  <a:spcBef>
                    <a:spcPct val="20000"/>
                  </a:spcBef>
                  <a:buClr>
                    <a:srgbClr val="000090"/>
                  </a:buClr>
                  <a:buFont typeface="Arial" panose="020B0604020202020204" pitchFamily="34" charset="0"/>
                  <a:buChar char="•"/>
                </a:pPr>
                <a:r>
                  <a:rPr lang="fr-FR" altLang="en-US" dirty="0"/>
                  <a:t>On note un  mot par la suite des symboles qu’il contient</a:t>
                </a:r>
                <a:r>
                  <a:rPr lang="fr-FR" altLang="en-US" dirty="0">
                    <a:latin typeface="Cambria Math" panose="02040503050406030204" pitchFamily="18" charset="0"/>
                    <a:ea typeface="Cambria Math" panose="02040503050406030204" pitchFamily="18" charset="0"/>
                  </a:rPr>
                  <a:t> : </a:t>
                </a:r>
                <a14:m>
                  <m:oMath xmlns:m="http://schemas.openxmlformats.org/officeDocument/2006/math">
                    <m:r>
                      <a:rPr lang="fr-FR" altLang="en-US" b="0" i="1" smtClean="0">
                        <a:latin typeface="Cambria Math" panose="02040503050406030204" pitchFamily="18" charset="0"/>
                        <a:ea typeface="Cambria Math" panose="02040503050406030204" pitchFamily="18" charset="0"/>
                      </a:rPr>
                      <m:t>𝑐</m:t>
                    </m:r>
                    <m:r>
                      <a:rPr lang="fr-FR" altLang="en-US" b="0" i="1" smtClean="0">
                        <a:latin typeface="Cambria Math" panose="02040503050406030204" pitchFamily="18" charset="0"/>
                        <a:ea typeface="Cambria Math" panose="02040503050406030204" pitchFamily="18" charset="0"/>
                      </a:rPr>
                      <m:t>= </m:t>
                    </m:r>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𝑥</m:t>
                        </m:r>
                      </m:e>
                      <m:sub>
                        <m:r>
                          <a:rPr lang="fr-FR" altLang="en-US" b="0" i="1" smtClean="0">
                            <a:latin typeface="Cambria Math" panose="02040503050406030204" pitchFamily="18" charset="0"/>
                            <a:ea typeface="Cambria Math" panose="02040503050406030204" pitchFamily="18" charset="0"/>
                          </a:rPr>
                          <m:t>1</m:t>
                        </m:r>
                      </m:sub>
                    </m:sSub>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𝑥</m:t>
                        </m:r>
                      </m:e>
                      <m:sub>
                        <m:r>
                          <a:rPr lang="fr-FR" altLang="en-US" b="0" i="1" smtClean="0">
                            <a:latin typeface="Cambria Math" panose="02040503050406030204" pitchFamily="18" charset="0"/>
                            <a:ea typeface="Cambria Math" panose="02040503050406030204" pitchFamily="18" charset="0"/>
                          </a:rPr>
                          <m:t>2</m:t>
                        </m:r>
                      </m:sub>
                    </m:sSub>
                    <m:r>
                      <a:rPr lang="fr-FR" altLang="en-US" b="0" i="1" smtClean="0">
                        <a:latin typeface="Cambria Math" panose="02040503050406030204" pitchFamily="18" charset="0"/>
                        <a:ea typeface="Cambria Math" panose="02040503050406030204" pitchFamily="18" charset="0"/>
                      </a:rPr>
                      <m:t>…</m:t>
                    </m:r>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𝑥</m:t>
                        </m:r>
                      </m:e>
                      <m:sub>
                        <m:r>
                          <a:rPr lang="fr-FR" altLang="en-US" b="0" i="1" smtClean="0">
                            <a:latin typeface="Cambria Math" panose="02040503050406030204" pitchFamily="18" charset="0"/>
                            <a:ea typeface="Cambria Math" panose="02040503050406030204" pitchFamily="18" charset="0"/>
                          </a:rPr>
                          <m:t>𝑛</m:t>
                        </m:r>
                      </m:sub>
                    </m:sSub>
                  </m:oMath>
                </a14:m>
                <a:endParaRPr lang="fr-FR" altLang="en-US" dirty="0">
                  <a:latin typeface="Cambria Math" panose="02040503050406030204" pitchFamily="18" charset="0"/>
                  <a:ea typeface="Cambria Math" panose="02040503050406030204" pitchFamily="18" charset="0"/>
                </a:endParaRPr>
              </a:p>
              <a:p>
                <a:pPr marL="717550" indent="-266700" eaLnBrk="0" hangingPunct="0">
                  <a:lnSpc>
                    <a:spcPct val="100000"/>
                  </a:lnSpc>
                  <a:spcBef>
                    <a:spcPct val="20000"/>
                  </a:spcBef>
                  <a:buClr>
                    <a:srgbClr val="000090"/>
                  </a:buClr>
                  <a:buFont typeface="Arial" panose="020B0604020202020204" pitchFamily="34" charset="0"/>
                  <a:buChar char="•"/>
                </a:pPr>
                <a:r>
                  <a:rPr lang="fr-FR" altLang="en-US" dirty="0"/>
                  <a:t>Le mot vide est noté </a:t>
                </a: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ε</m:t>
                    </m:r>
                  </m:oMath>
                </a14:m>
                <a:r>
                  <a:rPr lang="fr-FR" altLang="en-US" i="1" dirty="0">
                    <a:latin typeface="Cambria Math" panose="02040503050406030204" pitchFamily="18" charset="0"/>
                    <a:ea typeface="Cambria Math" panose="02040503050406030204" pitchFamily="18" charset="0"/>
                  </a:rPr>
                  <a:t>.</a:t>
                </a:r>
              </a:p>
              <a:p>
                <a:pPr marL="717550" indent="-266700" eaLnBrk="0" hangingPunct="0">
                  <a:lnSpc>
                    <a:spcPct val="100000"/>
                  </a:lnSpc>
                  <a:spcBef>
                    <a:spcPct val="20000"/>
                  </a:spcBef>
                  <a:buClr>
                    <a:srgbClr val="000090"/>
                  </a:buClr>
                  <a:buFont typeface="Arial" panose="020B0604020202020204" pitchFamily="34" charset="0"/>
                  <a:buChar char="•"/>
                </a:pPr>
                <a:r>
                  <a:rPr lang="fr-FR" altLang="en-US" dirty="0"/>
                  <a:t>L’ensemble des mots sur un alphabet </a:t>
                </a:r>
                <a14:m>
                  <m:oMath xmlns:m="http://schemas.openxmlformats.org/officeDocument/2006/math">
                    <m:r>
                      <m:rPr>
                        <m:sty m:val="p"/>
                      </m:rPr>
                      <a:rPr lang="el-GR" altLang="en-US" i="1" dirty="0">
                        <a:latin typeface="Cambria Math" panose="02040503050406030204" pitchFamily="18" charset="0"/>
                        <a:ea typeface="Cambria Math" panose="02040503050406030204" pitchFamily="18" charset="0"/>
                        <a:sym typeface="Symbol" panose="05050102010706020507" pitchFamily="18" charset="2"/>
                      </a:rPr>
                      <m:t>Σ</m:t>
                    </m:r>
                  </m:oMath>
                </a14:m>
                <a:r>
                  <a:rPr lang="fr-FR" altLang="en-US" dirty="0"/>
                  <a:t> est noté </a:t>
                </a:r>
                <a14:m>
                  <m:oMath xmlns:m="http://schemas.openxmlformats.org/officeDocument/2006/math">
                    <m:sSup>
                      <m:sSupPr>
                        <m:ctrlPr>
                          <a:rPr lang="fr-FR" altLang="en-US" i="1">
                            <a:latin typeface="Cambria Math" panose="02040503050406030204" pitchFamily="18" charset="0"/>
                            <a:ea typeface="Cambria Math" panose="02040503050406030204" pitchFamily="18" charset="0"/>
                          </a:rPr>
                        </m:ctrlPr>
                      </m:sSupPr>
                      <m:e>
                        <m:r>
                          <m:rPr>
                            <m:sty m:val="p"/>
                          </m:rPr>
                          <a:rPr lang="el-GR" altLang="en-US" i="1" smtClean="0">
                            <a:latin typeface="Cambria Math" panose="02040503050406030204" pitchFamily="18" charset="0"/>
                            <a:ea typeface="Cambria Math" panose="02040503050406030204" pitchFamily="18" charset="0"/>
                          </a:rPr>
                          <m:t>Σ</m:t>
                        </m:r>
                      </m:e>
                      <m:sup>
                        <m:r>
                          <a:rPr lang="fr-FR" altLang="en-US" i="1">
                            <a:latin typeface="Cambria Math" panose="02040503050406030204" pitchFamily="18" charset="0"/>
                            <a:ea typeface="Cambria Math" panose="02040503050406030204" pitchFamily="18" charset="0"/>
                          </a:rPr>
                          <m:t>∗</m:t>
                        </m:r>
                      </m:sup>
                    </m:sSup>
                  </m:oMath>
                </a14:m>
                <a:r>
                  <a:rPr lang="fr-FR" altLang="en-US" i="1" dirty="0">
                    <a:latin typeface="Cambria Math" panose="02040503050406030204" pitchFamily="18" charset="0"/>
                    <a:ea typeface="Cambria Math" panose="02040503050406030204" pitchFamily="18" charset="0"/>
                  </a:rPr>
                  <a:t>.</a:t>
                </a:r>
              </a:p>
              <a:p>
                <a:pPr marL="717550" indent="-266700" eaLnBrk="0" hangingPunct="0">
                  <a:lnSpc>
                    <a:spcPct val="100000"/>
                  </a:lnSpc>
                  <a:spcBef>
                    <a:spcPct val="20000"/>
                  </a:spcBef>
                  <a:buClr>
                    <a:srgbClr val="000090"/>
                  </a:buClr>
                  <a:buFont typeface="Arial" panose="020B0604020202020204" pitchFamily="34" charset="0"/>
                  <a:buChar char="•"/>
                </a:pPr>
                <a14:m>
                  <m:oMath xmlns:m="http://schemas.openxmlformats.org/officeDocument/2006/math">
                    <m:sSup>
                      <m:sSupPr>
                        <m:ctrlPr>
                          <a:rPr lang="fr-FR" altLang="en-US" i="1">
                            <a:latin typeface="Cambria Math" panose="02040503050406030204" pitchFamily="18" charset="0"/>
                            <a:ea typeface="Cambria Math" panose="02040503050406030204" pitchFamily="18" charset="0"/>
                          </a:rPr>
                        </m:ctrlPr>
                      </m:sSupPr>
                      <m:e>
                        <m:r>
                          <m:rPr>
                            <m:sty m:val="p"/>
                          </m:rPr>
                          <a:rPr lang="el-GR" altLang="en-US" i="1" smtClean="0">
                            <a:latin typeface="Cambria Math" panose="02040503050406030204" pitchFamily="18" charset="0"/>
                            <a:ea typeface="Cambria Math" panose="02040503050406030204" pitchFamily="18" charset="0"/>
                          </a:rPr>
                          <m:t>Σ</m:t>
                        </m:r>
                      </m:e>
                      <m:sup>
                        <m:r>
                          <a:rPr lang="fr-FR" altLang="en-US" i="1">
                            <a:latin typeface="Cambria Math" panose="02040503050406030204" pitchFamily="18" charset="0"/>
                            <a:ea typeface="Cambria Math" panose="02040503050406030204" pitchFamily="18" charset="0"/>
                          </a:rPr>
                          <m:t>+</m:t>
                        </m:r>
                      </m:sup>
                    </m:sSup>
                    <m:r>
                      <a:rPr lang="fr-FR" altLang="en-US" i="1">
                        <a:latin typeface="Cambria Math" panose="02040503050406030204" pitchFamily="18" charset="0"/>
                        <a:ea typeface="Cambria Math" panose="02040503050406030204" pitchFamily="18" charset="0"/>
                      </a:rPr>
                      <m:t> </m:t>
                    </m:r>
                  </m:oMath>
                </a14:m>
                <a:r>
                  <a:rPr lang="fr-FR" altLang="en-US" dirty="0"/>
                  <a:t>est l’ensemble des mots non vides.</a:t>
                </a:r>
              </a:p>
              <a:p>
                <a:pPr marL="287338" indent="-287338" eaLnBrk="0" hangingPunct="0">
                  <a:spcBef>
                    <a:spcPct val="20000"/>
                  </a:spcBef>
                  <a:buClr>
                    <a:srgbClr val="000090"/>
                  </a:buClr>
                </a:pPr>
                <a:r>
                  <a:rPr lang="fr-FR" altLang="en-US" b="1" i="1" dirty="0">
                    <a:solidFill>
                      <a:srgbClr val="C00000"/>
                    </a:solidFill>
                  </a:rPr>
                  <a:t>Exemples :</a:t>
                </a:r>
              </a:p>
              <a:p>
                <a:pPr marL="717550" indent="-266700" eaLnBrk="0" hangingPunct="0">
                  <a:spcBef>
                    <a:spcPct val="20000"/>
                  </a:spcBef>
                  <a:buClr>
                    <a:srgbClr val="000090"/>
                  </a:buClr>
                  <a:buFont typeface="Arial" panose="020B0604020202020204" pitchFamily="34" charset="0"/>
                  <a:buChar char="•"/>
                </a:pPr>
                <a:r>
                  <a:rPr lang="fr-FR" dirty="0"/>
                  <a:t>01011, 111, 00, . . . sont des mots sur l’alphabet </a:t>
                </a:r>
                <a14:m>
                  <m:oMath xmlns:m="http://schemas.openxmlformats.org/officeDocument/2006/math">
                    <m:r>
                      <a:rPr lang="fr-FR" altLang="en-US" b="0" i="0" dirty="0" smtClean="0">
                        <a:latin typeface="Cambria Math" panose="02040503050406030204" pitchFamily="18" charset="0"/>
                        <a:ea typeface="Cambria Math" panose="02040503050406030204" pitchFamily="18" charset="0"/>
                        <a:sym typeface="Symbol" panose="05050102010706020507" pitchFamily="18" charset="2"/>
                      </a:rPr>
                      <m:t> </m:t>
                    </m:r>
                    <m:r>
                      <m:rPr>
                        <m:sty m:val="p"/>
                      </m:rPr>
                      <a:rPr lang="el-GR" altLang="en-US" i="1" dirty="0" smtClean="0">
                        <a:latin typeface="Cambria Math" panose="02040503050406030204" pitchFamily="18" charset="0"/>
                        <a:ea typeface="Cambria Math" panose="02040503050406030204" pitchFamily="18" charset="0"/>
                        <a:sym typeface="Symbol" panose="05050102010706020507" pitchFamily="18" charset="2"/>
                      </a:rPr>
                      <m:t>Σ</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m:t>
                    </m:r>
                    <m:d>
                      <m:dPr>
                        <m:begChr m:val="{"/>
                        <m:endChr m:val="}"/>
                        <m:ctrlP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ctrlPr>
                      </m:dPr>
                      <m:e>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0, 1</m:t>
                        </m:r>
                      </m:e>
                    </m:d>
                  </m:oMath>
                </a14:m>
                <a:endParaRPr lang="fr-FR" altLang="en-US" b="0" dirty="0">
                  <a:ea typeface="Cambria Math" panose="02040503050406030204" pitchFamily="18" charset="0"/>
                  <a:sym typeface="Symbol" panose="05050102010706020507" pitchFamily="18" charset="2"/>
                </a:endParaRPr>
              </a:p>
              <a:p>
                <a:pPr marL="717550" indent="-266700" eaLnBrk="0" hangingPunct="0">
                  <a:spcBef>
                    <a:spcPct val="20000"/>
                  </a:spcBef>
                  <a:buClr>
                    <a:srgbClr val="000090"/>
                  </a:buClr>
                  <a:buFont typeface="Arial" panose="020B0604020202020204" pitchFamily="34" charset="0"/>
                  <a:buChar char="•"/>
                </a:pPr>
                <a:r>
                  <a:rPr lang="fr-FR" altLang="en-US" dirty="0" err="1">
                    <a:ea typeface="Cambria Math" panose="02040503050406030204" pitchFamily="18" charset="0"/>
                    <a:sym typeface="Symbol" panose="05050102010706020507" pitchFamily="18" charset="2"/>
                  </a:rPr>
                  <a:t>aa</a:t>
                </a:r>
                <a:r>
                  <a:rPr lang="fr-FR" altLang="en-US" dirty="0">
                    <a:ea typeface="Cambria Math" panose="02040503050406030204" pitchFamily="18" charset="0"/>
                    <a:sym typeface="Symbol" panose="05050102010706020507" pitchFamily="18" charset="2"/>
                  </a:rPr>
                  <a:t>, abac, addd, … sont des mots sur l’alphabet </a:t>
                </a:r>
                <a14:m>
                  <m:oMath xmlns:m="http://schemas.openxmlformats.org/officeDocument/2006/math">
                    <m:r>
                      <m:rPr>
                        <m:sty m:val="p"/>
                      </m:rPr>
                      <a:rPr lang="el-GR" altLang="en-US" i="1" dirty="0" smtClean="0">
                        <a:latin typeface="Cambria Math" panose="02040503050406030204" pitchFamily="18" charset="0"/>
                        <a:ea typeface="Cambria Math" panose="02040503050406030204" pitchFamily="18" charset="0"/>
                        <a:sym typeface="Symbol" panose="05050102010706020507" pitchFamily="18" charset="2"/>
                      </a:rPr>
                      <m:t>Σ</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m:t>
                    </m:r>
                    <m:d>
                      <m:dPr>
                        <m:begChr m:val="{"/>
                        <m:endChr m:val="}"/>
                        <m:ctrlP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ctrlPr>
                      </m:dPr>
                      <m:e>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𝑎</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 </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𝑏</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 </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𝑐</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 </m:t>
                        </m:r>
                        <m:r>
                          <a:rPr lang="fr-FR" altLang="en-US" b="0" i="1" dirty="0" smtClean="0">
                            <a:latin typeface="Cambria Math" panose="02040503050406030204" pitchFamily="18" charset="0"/>
                            <a:ea typeface="Cambria Math" panose="02040503050406030204" pitchFamily="18" charset="0"/>
                            <a:sym typeface="Symbol" panose="05050102010706020507" pitchFamily="18" charset="2"/>
                          </a:rPr>
                          <m:t>𝑑</m:t>
                        </m:r>
                      </m:e>
                    </m:d>
                  </m:oMath>
                </a14:m>
                <a:endParaRPr lang="fr-FR" altLang="en-US" b="0" dirty="0">
                  <a:ea typeface="Cambria Math" panose="02040503050406030204" pitchFamily="18" charset="0"/>
                  <a:sym typeface="Symbol" panose="05050102010706020507" pitchFamily="18" charset="2"/>
                </a:endParaRP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941" t="-3539" r="-706" b="-2752"/>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1868709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Opérations sur les mots</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000099"/>
                    </a:solidFill>
                  </a:rPr>
                  <a:t>Concaténation de deux mots</a:t>
                </a:r>
              </a:p>
              <a:p>
                <a:r>
                  <a:rPr lang="fr-FR" b="1" i="1" dirty="0">
                    <a:solidFill>
                      <a:srgbClr val="C00000"/>
                    </a:solidFill>
                  </a:rPr>
                  <a:t>Définition :</a:t>
                </a:r>
                <a:r>
                  <a:rPr lang="fr-FR" dirty="0"/>
                  <a:t> Soient </a:t>
                </a:r>
                <a14:m>
                  <m:oMath xmlns:m="http://schemas.openxmlformats.org/officeDocument/2006/math">
                    <m:sSub>
                      <m:sSubPr>
                        <m:ctrlPr>
                          <a:rPr lang="fr-FR" i="1" smtClean="0">
                            <a:latin typeface="Cambria Math" panose="02040503050406030204" pitchFamily="18" charset="0"/>
                          </a:rPr>
                        </m:ctrlPr>
                      </m:sSubPr>
                      <m:e>
                        <m:r>
                          <a:rPr lang="fr-FR" i="1" smtClean="0">
                            <a:latin typeface="Cambria Math" panose="02040503050406030204" pitchFamily="18" charset="0"/>
                            <a:ea typeface="Cambria Math" panose="02040503050406030204" pitchFamily="18" charset="0"/>
                          </a:rPr>
                          <m:t>𝜔</m:t>
                        </m:r>
                      </m:e>
                      <m:sub>
                        <m:r>
                          <a:rPr lang="fr-FR" b="0" i="1" smtClean="0">
                            <a:latin typeface="Cambria Math" panose="02040503050406030204" pitchFamily="18" charset="0"/>
                          </a:rPr>
                          <m:t>1</m:t>
                        </m:r>
                      </m:sub>
                    </m:sSub>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𝜔</m:t>
                        </m:r>
                      </m:e>
                      <m:sub>
                        <m:r>
                          <a:rPr lang="fr-FR" b="0" i="1" smtClean="0">
                            <a:latin typeface="Cambria Math" panose="02040503050406030204" pitchFamily="18" charset="0"/>
                          </a:rPr>
                          <m:t>2</m:t>
                        </m:r>
                      </m:sub>
                    </m:sSub>
                  </m:oMath>
                </a14:m>
                <a:r>
                  <a:rPr lang="fr-FR" dirty="0"/>
                  <a:t> deux mots de </a:t>
                </a:r>
                <a14:m>
                  <m:oMath xmlns:m="http://schemas.openxmlformats.org/officeDocument/2006/math">
                    <m:r>
                      <m:rPr>
                        <m:sty m:val="p"/>
                      </m:rPr>
                      <a:rPr lang="el-GR" b="0" i="1" smtClean="0">
                        <a:latin typeface="Cambria Math" panose="02040503050406030204" pitchFamily="18" charset="0"/>
                        <a:ea typeface="Cambria Math" panose="02040503050406030204" pitchFamily="18" charset="0"/>
                      </a:rPr>
                      <m:t>Σ</m:t>
                    </m:r>
                  </m:oMath>
                </a14:m>
                <a:r>
                  <a:rPr lang="fr-FR" dirty="0"/>
                  <a:t>, on définit la concaténation comme la juxtaposition de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𝜔</m:t>
                        </m:r>
                      </m:e>
                      <m:sub>
                        <m:r>
                          <a:rPr lang="fr-FR" i="1">
                            <a:latin typeface="Cambria Math" panose="02040503050406030204" pitchFamily="18" charset="0"/>
                          </a:rPr>
                          <m:t>1</m:t>
                        </m:r>
                      </m:sub>
                    </m:sSub>
                  </m:oMath>
                </a14:m>
                <a:r>
                  <a:rPr lang="fr-FR" dirty="0"/>
                  <a:t>et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𝜔</m:t>
                        </m:r>
                      </m:e>
                      <m:sub>
                        <m:r>
                          <a:rPr lang="fr-FR" i="1">
                            <a:latin typeface="Cambria Math" panose="02040503050406030204" pitchFamily="18" charset="0"/>
                          </a:rPr>
                          <m:t>2</m:t>
                        </m:r>
                      </m:sub>
                    </m:sSub>
                  </m:oMath>
                </a14:m>
                <a:r>
                  <a:rPr lang="fr-FR" dirty="0"/>
                  <a:t>  noté : </a:t>
                </a:r>
                <a14:m>
                  <m:oMath xmlns:m="http://schemas.openxmlformats.org/officeDocument/2006/math">
                    <m:sSub>
                      <m:sSubPr>
                        <m:ctrlPr>
                          <a:rPr lang="fr-FR" i="1" smtClean="0">
                            <a:latin typeface="Cambria Math" panose="02040503050406030204" pitchFamily="18" charset="0"/>
                          </a:rPr>
                        </m:ctrlPr>
                      </m:sSubPr>
                      <m:e>
                        <m:r>
                          <a:rPr lang="fr-FR" i="1" smtClean="0">
                            <a:latin typeface="Cambria Math" panose="02040503050406030204" pitchFamily="18" charset="0"/>
                            <a:ea typeface="Cambria Math" panose="02040503050406030204" pitchFamily="18" charset="0"/>
                          </a:rPr>
                          <m:t>𝜔</m:t>
                        </m:r>
                      </m:e>
                      <m:sub>
                        <m:r>
                          <a:rPr lang="fr-FR" b="0" i="1" smtClean="0">
                            <a:latin typeface="Cambria Math" panose="02040503050406030204" pitchFamily="18" charset="0"/>
                          </a:rPr>
                          <m:t>1</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𝜔</m:t>
                        </m:r>
                      </m:e>
                      <m:sub>
                        <m:r>
                          <a:rPr lang="fr-FR" b="0" i="1" smtClean="0">
                            <a:latin typeface="Cambria Math" panose="02040503050406030204" pitchFamily="18" charset="0"/>
                          </a:rPr>
                          <m:t>2</m:t>
                        </m:r>
                      </m:sub>
                    </m:sSub>
                  </m:oMath>
                </a14:m>
                <a:endParaRPr lang="fr-FR" dirty="0"/>
              </a:p>
              <a:p>
                <a:pPr marL="130175" indent="0">
                  <a:buNone/>
                </a:pPr>
                <a:r>
                  <a:rPr lang="fr-FR" dirty="0"/>
                  <a:t>    Formellement, </a:t>
                </a:r>
                <a14:m>
                  <m:oMath xmlns:m="http://schemas.openxmlformats.org/officeDocument/2006/math">
                    <m:sSub>
                      <m:sSubPr>
                        <m:ctrlPr>
                          <a:rPr lang="fr-FR" i="1" smtClean="0">
                            <a:latin typeface="Cambria Math" panose="02040503050406030204" pitchFamily="18" charset="0"/>
                          </a:rPr>
                        </m:ctrlPr>
                      </m:sSubPr>
                      <m:e>
                        <m:r>
                          <a:rPr lang="fr-FR" i="1" smtClean="0">
                            <a:latin typeface="Cambria Math" panose="02040503050406030204" pitchFamily="18" charset="0"/>
                            <a:ea typeface="Cambria Math" panose="02040503050406030204" pitchFamily="18" charset="0"/>
                          </a:rPr>
                          <m:t>𝜔</m:t>
                        </m:r>
                      </m:e>
                      <m:sub>
                        <m:r>
                          <a:rPr lang="fr-FR" b="0" i="1" smtClean="0">
                            <a:latin typeface="Cambria Math" panose="02040503050406030204" pitchFamily="18" charset="0"/>
                          </a:rPr>
                          <m:t>1</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𝜔</m:t>
                        </m:r>
                      </m:e>
                      <m:sub>
                        <m:r>
                          <a:rPr lang="fr-FR" b="0" i="1" smtClean="0">
                            <a:latin typeface="Cambria Math" panose="02040503050406030204" pitchFamily="18" charset="0"/>
                          </a:rPr>
                          <m:t>2</m:t>
                        </m:r>
                      </m:sub>
                    </m:sSub>
                  </m:oMath>
                </a14:m>
                <a:r>
                  <a:rPr lang="fr-FR" dirty="0"/>
                  <a:t> est défini comme suit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r>
                      <m:rPr>
                        <m:sty m:val="p"/>
                      </m:rPr>
                      <a:rPr lang="el-GR" sz="2900" i="1" smtClean="0">
                        <a:latin typeface="Cambria Math" panose="02040503050406030204" pitchFamily="18" charset="0"/>
                        <a:ea typeface="Cambria Math" panose="02040503050406030204" pitchFamily="18" charset="0"/>
                      </a:rPr>
                      <m:t>ε</m:t>
                    </m:r>
                    <m:r>
                      <a:rPr lang="fr-FR" sz="2900">
                        <a:latin typeface="Cambria Math" panose="02040503050406030204" pitchFamily="18" charset="0"/>
                      </a:rPr>
                      <m:t>.</m:t>
                    </m:r>
                    <m:sSub>
                      <m:sSubPr>
                        <m:ctrlPr>
                          <a:rPr lang="fr-FR" sz="2900" i="1">
                            <a:latin typeface="Cambria Math" panose="02040503050406030204" pitchFamily="18" charset="0"/>
                          </a:rPr>
                        </m:ctrlPr>
                      </m:sSubPr>
                      <m:e>
                        <m:r>
                          <a:rPr lang="fr-FR" sz="2900">
                            <a:latin typeface="Cambria Math" panose="02040503050406030204" pitchFamily="18" charset="0"/>
                          </a:rPr>
                          <m:t>𝜔</m:t>
                        </m:r>
                      </m:e>
                      <m:sub>
                        <m:r>
                          <a:rPr lang="fr-FR" sz="2900">
                            <a:latin typeface="Cambria Math" panose="02040503050406030204" pitchFamily="18" charset="0"/>
                          </a:rPr>
                          <m:t>1</m:t>
                        </m:r>
                      </m:sub>
                    </m:sSub>
                    <m:r>
                      <a:rPr lang="fr-FR" sz="2900">
                        <a:latin typeface="Cambria Math" panose="02040503050406030204" pitchFamily="18" charset="0"/>
                      </a:rPr>
                      <m:t>= </m:t>
                    </m:r>
                    <m:sSub>
                      <m:sSubPr>
                        <m:ctrlPr>
                          <a:rPr lang="fr-FR" sz="2900" i="1">
                            <a:latin typeface="Cambria Math" panose="02040503050406030204" pitchFamily="18" charset="0"/>
                          </a:rPr>
                        </m:ctrlPr>
                      </m:sSubPr>
                      <m:e>
                        <m:r>
                          <a:rPr lang="fr-FR" sz="2900">
                            <a:latin typeface="Cambria Math" panose="02040503050406030204" pitchFamily="18" charset="0"/>
                          </a:rPr>
                          <m:t>𝜔</m:t>
                        </m:r>
                      </m:e>
                      <m:sub>
                        <m:r>
                          <a:rPr lang="fr-FR" sz="2900">
                            <a:latin typeface="Cambria Math" panose="02040503050406030204" pitchFamily="18" charset="0"/>
                          </a:rPr>
                          <m:t>1</m:t>
                        </m:r>
                      </m:sub>
                    </m:sSub>
                    <m:r>
                      <a:rPr lang="fr-FR" sz="2900">
                        <a:latin typeface="Cambria Math" panose="02040503050406030204" pitchFamily="18" charset="0"/>
                      </a:rPr>
                      <m:t>.</m:t>
                    </m:r>
                    <m:r>
                      <m:rPr>
                        <m:sty m:val="p"/>
                      </m:rPr>
                      <a:rPr lang="el-GR" sz="2900" i="1" smtClean="0">
                        <a:latin typeface="Cambria Math" panose="02040503050406030204" pitchFamily="18" charset="0"/>
                        <a:ea typeface="Cambria Math" panose="02040503050406030204" pitchFamily="18" charset="0"/>
                      </a:rPr>
                      <m:t>ε</m:t>
                    </m:r>
                    <m:r>
                      <a:rPr lang="fr-FR" sz="2900">
                        <a:latin typeface="Cambria Math" panose="02040503050406030204" pitchFamily="18" charset="0"/>
                      </a:rPr>
                      <m:t>=</m:t>
                    </m:r>
                    <m:sSub>
                      <m:sSubPr>
                        <m:ctrlPr>
                          <a:rPr lang="fr-FR" sz="2900" i="1">
                            <a:latin typeface="Cambria Math" panose="02040503050406030204" pitchFamily="18" charset="0"/>
                          </a:rPr>
                        </m:ctrlPr>
                      </m:sSubPr>
                      <m:e>
                        <m:r>
                          <a:rPr lang="fr-FR" sz="2900">
                            <a:latin typeface="Cambria Math" panose="02040503050406030204" pitchFamily="18" charset="0"/>
                          </a:rPr>
                          <m:t>𝜔</m:t>
                        </m:r>
                      </m:e>
                      <m:sub>
                        <m:r>
                          <a:rPr lang="fr-FR" sz="2900">
                            <a:latin typeface="Cambria Math" panose="02040503050406030204" pitchFamily="18" charset="0"/>
                          </a:rPr>
                          <m:t>1</m:t>
                        </m:r>
                      </m:sub>
                    </m:sSub>
                  </m:oMath>
                </a14:m>
                <a:r>
                  <a:rPr lang="fr-FR" sz="2900" dirty="0"/>
                  <a:t>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sz="2900" i="1">
                            <a:latin typeface="Cambria Math" panose="02040503050406030204" pitchFamily="18" charset="0"/>
                          </a:rPr>
                        </m:ctrlPr>
                      </m:sSubPr>
                      <m:e>
                        <m:r>
                          <a:rPr lang="fr-FR" sz="2900">
                            <a:latin typeface="Cambria Math" panose="02040503050406030204" pitchFamily="18" charset="0"/>
                          </a:rPr>
                          <m:t>𝜔</m:t>
                        </m:r>
                      </m:e>
                      <m:sub>
                        <m:r>
                          <a:rPr lang="fr-FR" sz="2900">
                            <a:latin typeface="Cambria Math" panose="02040503050406030204" pitchFamily="18" charset="0"/>
                          </a:rPr>
                          <m:t>1</m:t>
                        </m:r>
                      </m:sub>
                    </m:sSub>
                    <m:r>
                      <a:rPr lang="fr-FR" sz="2900">
                        <a:latin typeface="Cambria Math" panose="02040503050406030204" pitchFamily="18" charset="0"/>
                      </a:rPr>
                      <m:t>.</m:t>
                    </m:r>
                    <m:sSub>
                      <m:sSubPr>
                        <m:ctrlPr>
                          <a:rPr lang="fr-FR" sz="2900" i="1">
                            <a:latin typeface="Cambria Math" panose="02040503050406030204" pitchFamily="18" charset="0"/>
                          </a:rPr>
                        </m:ctrlPr>
                      </m:sSubPr>
                      <m:e>
                        <m:r>
                          <a:rPr lang="fr-FR" sz="2900">
                            <a:latin typeface="Cambria Math" panose="02040503050406030204" pitchFamily="18" charset="0"/>
                          </a:rPr>
                          <m:t>𝜔</m:t>
                        </m:r>
                      </m:e>
                      <m:sub>
                        <m:r>
                          <a:rPr lang="fr-FR" sz="2900">
                            <a:latin typeface="Cambria Math" panose="02040503050406030204" pitchFamily="18" charset="0"/>
                          </a:rPr>
                          <m:t>2</m:t>
                        </m:r>
                      </m:sub>
                    </m:sSub>
                    <m:r>
                      <a:rPr lang="fr-FR" sz="2900">
                        <a:latin typeface="Cambria Math" panose="02040503050406030204" pitchFamily="18" charset="0"/>
                      </a:rPr>
                      <m:t>=</m:t>
                    </m:r>
                    <m:d>
                      <m:dPr>
                        <m:ctrlPr>
                          <a:rPr lang="fr-FR" sz="2900" i="1">
                            <a:latin typeface="Cambria Math" panose="02040503050406030204" pitchFamily="18" charset="0"/>
                          </a:rPr>
                        </m:ctrlPr>
                      </m:dPr>
                      <m:e>
                        <m:sSub>
                          <m:sSubPr>
                            <m:ctrlPr>
                              <a:rPr lang="fr-FR" sz="2900" i="1">
                                <a:latin typeface="Cambria Math" panose="02040503050406030204" pitchFamily="18" charset="0"/>
                              </a:rPr>
                            </m:ctrlPr>
                          </m:sSubPr>
                          <m:e>
                            <m:r>
                              <a:rPr lang="fr-FR" sz="2900">
                                <a:latin typeface="Cambria Math" panose="02040503050406030204" pitchFamily="18" charset="0"/>
                              </a:rPr>
                              <m:t>𝑎</m:t>
                            </m:r>
                          </m:e>
                          <m:sub>
                            <m:r>
                              <a:rPr lang="fr-FR" sz="2900">
                                <a:latin typeface="Cambria Math" panose="02040503050406030204" pitchFamily="18" charset="0"/>
                              </a:rPr>
                              <m:t>1</m:t>
                            </m:r>
                          </m:sub>
                        </m:sSub>
                        <m:r>
                          <a:rPr lang="fr-FR" sz="2900">
                            <a:latin typeface="Cambria Math" panose="02040503050406030204" pitchFamily="18" charset="0"/>
                          </a:rPr>
                          <m:t>…</m:t>
                        </m:r>
                        <m:sSub>
                          <m:sSubPr>
                            <m:ctrlPr>
                              <a:rPr lang="fr-FR" sz="2900" i="1">
                                <a:latin typeface="Cambria Math" panose="02040503050406030204" pitchFamily="18" charset="0"/>
                              </a:rPr>
                            </m:ctrlPr>
                          </m:sSubPr>
                          <m:e>
                            <m:r>
                              <a:rPr lang="fr-FR" sz="2900">
                                <a:latin typeface="Cambria Math" panose="02040503050406030204" pitchFamily="18" charset="0"/>
                              </a:rPr>
                              <m:t>𝑎</m:t>
                            </m:r>
                          </m:e>
                          <m:sub>
                            <m:r>
                              <a:rPr lang="fr-FR" sz="2900">
                                <a:latin typeface="Cambria Math" panose="02040503050406030204" pitchFamily="18" charset="0"/>
                              </a:rPr>
                              <m:t>𝑛</m:t>
                            </m:r>
                          </m:sub>
                        </m:sSub>
                      </m:e>
                    </m:d>
                    <m:d>
                      <m:dPr>
                        <m:ctrlPr>
                          <a:rPr lang="fr-FR" sz="2900" i="1">
                            <a:latin typeface="Cambria Math" panose="02040503050406030204" pitchFamily="18" charset="0"/>
                          </a:rPr>
                        </m:ctrlPr>
                      </m:dPr>
                      <m:e>
                        <m:sSub>
                          <m:sSubPr>
                            <m:ctrlPr>
                              <a:rPr lang="fr-FR" sz="2900" i="1">
                                <a:latin typeface="Cambria Math" panose="02040503050406030204" pitchFamily="18" charset="0"/>
                              </a:rPr>
                            </m:ctrlPr>
                          </m:sSubPr>
                          <m:e>
                            <m:r>
                              <a:rPr lang="fr-FR" sz="2900">
                                <a:latin typeface="Cambria Math" panose="02040503050406030204" pitchFamily="18" charset="0"/>
                              </a:rPr>
                              <m:t>𝑏</m:t>
                            </m:r>
                          </m:e>
                          <m:sub>
                            <m:r>
                              <a:rPr lang="fr-FR" sz="2900">
                                <a:latin typeface="Cambria Math" panose="02040503050406030204" pitchFamily="18" charset="0"/>
                              </a:rPr>
                              <m:t>1</m:t>
                            </m:r>
                          </m:sub>
                        </m:sSub>
                        <m:r>
                          <a:rPr lang="fr-FR" sz="2900">
                            <a:latin typeface="Cambria Math" panose="02040503050406030204" pitchFamily="18" charset="0"/>
                          </a:rPr>
                          <m:t>…</m:t>
                        </m:r>
                        <m:sSub>
                          <m:sSubPr>
                            <m:ctrlPr>
                              <a:rPr lang="fr-FR" sz="2900" i="1">
                                <a:latin typeface="Cambria Math" panose="02040503050406030204" pitchFamily="18" charset="0"/>
                              </a:rPr>
                            </m:ctrlPr>
                          </m:sSubPr>
                          <m:e>
                            <m:r>
                              <a:rPr lang="fr-FR" sz="2900">
                                <a:latin typeface="Cambria Math" panose="02040503050406030204" pitchFamily="18" charset="0"/>
                              </a:rPr>
                              <m:t>𝑏</m:t>
                            </m:r>
                          </m:e>
                          <m:sub>
                            <m:r>
                              <a:rPr lang="fr-FR" sz="2900">
                                <a:latin typeface="Cambria Math" panose="02040503050406030204" pitchFamily="18" charset="0"/>
                              </a:rPr>
                              <m:t>𝑞</m:t>
                            </m:r>
                          </m:sub>
                        </m:sSub>
                      </m:e>
                    </m:d>
                    <m:r>
                      <a:rPr lang="fr-FR" sz="2900">
                        <a:latin typeface="Cambria Math" panose="02040503050406030204" pitchFamily="18" charset="0"/>
                      </a:rPr>
                      <m:t>=</m:t>
                    </m:r>
                    <m:sSub>
                      <m:sSubPr>
                        <m:ctrlPr>
                          <a:rPr lang="fr-FR" sz="2900" i="1">
                            <a:latin typeface="Cambria Math" panose="02040503050406030204" pitchFamily="18" charset="0"/>
                          </a:rPr>
                        </m:ctrlPr>
                      </m:sSubPr>
                      <m:e>
                        <m:r>
                          <a:rPr lang="fr-FR" sz="2900">
                            <a:latin typeface="Cambria Math" panose="02040503050406030204" pitchFamily="18" charset="0"/>
                          </a:rPr>
                          <m:t>𝑎</m:t>
                        </m:r>
                      </m:e>
                      <m:sub>
                        <m:r>
                          <a:rPr lang="fr-FR" sz="2900">
                            <a:latin typeface="Cambria Math" panose="02040503050406030204" pitchFamily="18" charset="0"/>
                          </a:rPr>
                          <m:t>1</m:t>
                        </m:r>
                      </m:sub>
                    </m:sSub>
                    <m:r>
                      <a:rPr lang="fr-FR" sz="2900">
                        <a:latin typeface="Cambria Math" panose="02040503050406030204" pitchFamily="18" charset="0"/>
                      </a:rPr>
                      <m:t>…</m:t>
                    </m:r>
                    <m:sSub>
                      <m:sSubPr>
                        <m:ctrlPr>
                          <a:rPr lang="fr-FR" sz="2900" i="1">
                            <a:latin typeface="Cambria Math" panose="02040503050406030204" pitchFamily="18" charset="0"/>
                          </a:rPr>
                        </m:ctrlPr>
                      </m:sSubPr>
                      <m:e>
                        <m:r>
                          <a:rPr lang="fr-FR" sz="2900">
                            <a:latin typeface="Cambria Math" panose="02040503050406030204" pitchFamily="18" charset="0"/>
                          </a:rPr>
                          <m:t>𝑎</m:t>
                        </m:r>
                      </m:e>
                      <m:sub>
                        <m:r>
                          <a:rPr lang="fr-FR" sz="2900">
                            <a:latin typeface="Cambria Math" panose="02040503050406030204" pitchFamily="18" charset="0"/>
                          </a:rPr>
                          <m:t>𝑛</m:t>
                        </m:r>
                      </m:sub>
                    </m:sSub>
                    <m:sSub>
                      <m:sSubPr>
                        <m:ctrlPr>
                          <a:rPr lang="fr-FR" sz="2900" i="1">
                            <a:latin typeface="Cambria Math" panose="02040503050406030204" pitchFamily="18" charset="0"/>
                          </a:rPr>
                        </m:ctrlPr>
                      </m:sSubPr>
                      <m:e>
                        <m:r>
                          <a:rPr lang="fr-FR" sz="2900">
                            <a:latin typeface="Cambria Math" panose="02040503050406030204" pitchFamily="18" charset="0"/>
                          </a:rPr>
                          <m:t>𝑏</m:t>
                        </m:r>
                      </m:e>
                      <m:sub>
                        <m:r>
                          <a:rPr lang="fr-FR" sz="2900">
                            <a:latin typeface="Cambria Math" panose="02040503050406030204" pitchFamily="18" charset="0"/>
                          </a:rPr>
                          <m:t>1</m:t>
                        </m:r>
                      </m:sub>
                    </m:sSub>
                    <m:r>
                      <a:rPr lang="fr-FR" sz="2900">
                        <a:latin typeface="Cambria Math" panose="02040503050406030204" pitchFamily="18" charset="0"/>
                      </a:rPr>
                      <m:t>…</m:t>
                    </m:r>
                    <m:sSub>
                      <m:sSubPr>
                        <m:ctrlPr>
                          <a:rPr lang="fr-FR" sz="2900" i="1">
                            <a:latin typeface="Cambria Math" panose="02040503050406030204" pitchFamily="18" charset="0"/>
                          </a:rPr>
                        </m:ctrlPr>
                      </m:sSubPr>
                      <m:e>
                        <m:r>
                          <a:rPr lang="fr-FR" sz="2900">
                            <a:latin typeface="Cambria Math" panose="02040503050406030204" pitchFamily="18" charset="0"/>
                          </a:rPr>
                          <m:t>𝑏</m:t>
                        </m:r>
                      </m:e>
                      <m:sub>
                        <m:r>
                          <a:rPr lang="fr-FR" sz="2900">
                            <a:latin typeface="Cambria Math" panose="02040503050406030204" pitchFamily="18" charset="0"/>
                          </a:rPr>
                          <m:t>𝑞</m:t>
                        </m:r>
                      </m:sub>
                    </m:sSub>
                    <m:r>
                      <a:rPr lang="fr-FR" sz="2900">
                        <a:latin typeface="Cambria Math" panose="02040503050406030204" pitchFamily="18" charset="0"/>
                      </a:rPr>
                      <m:t> (</m:t>
                    </m:r>
                  </m:oMath>
                </a14:m>
                <a:r>
                  <a:rPr lang="fr-FR" sz="2900" dirty="0"/>
                  <a:t>où les </a:t>
                </a:r>
                <a14:m>
                  <m:oMath xmlns:m="http://schemas.openxmlformats.org/officeDocument/2006/math">
                    <m:sSub>
                      <m:sSubPr>
                        <m:ctrlPr>
                          <a:rPr lang="fr-FR" sz="2900" i="1">
                            <a:latin typeface="Cambria Math" panose="02040503050406030204" pitchFamily="18" charset="0"/>
                          </a:rPr>
                        </m:ctrlPr>
                      </m:sSubPr>
                      <m:e>
                        <m:r>
                          <a:rPr lang="fr-FR" sz="2900">
                            <a:latin typeface="Cambria Math" panose="02040503050406030204" pitchFamily="18" charset="0"/>
                          </a:rPr>
                          <m:t>𝑎</m:t>
                        </m:r>
                      </m:e>
                      <m:sub>
                        <m:r>
                          <a:rPr lang="fr-FR" sz="2900">
                            <a:latin typeface="Cambria Math" panose="02040503050406030204" pitchFamily="18" charset="0"/>
                          </a:rPr>
                          <m:t>𝑖</m:t>
                        </m:r>
                      </m:sub>
                    </m:sSub>
                  </m:oMath>
                </a14:m>
                <a:r>
                  <a:rPr lang="fr-FR" sz="2900" dirty="0"/>
                  <a:t> et les </a:t>
                </a:r>
                <a14:m>
                  <m:oMath xmlns:m="http://schemas.openxmlformats.org/officeDocument/2006/math">
                    <m:sSub>
                      <m:sSubPr>
                        <m:ctrlPr>
                          <a:rPr lang="fr-FR" sz="2900" i="1">
                            <a:latin typeface="Cambria Math" panose="02040503050406030204" pitchFamily="18" charset="0"/>
                          </a:rPr>
                        </m:ctrlPr>
                      </m:sSubPr>
                      <m:e>
                        <m:r>
                          <a:rPr lang="fr-FR" sz="2900">
                            <a:latin typeface="Cambria Math" panose="02040503050406030204" pitchFamily="18" charset="0"/>
                          </a:rPr>
                          <m:t>𝑏</m:t>
                        </m:r>
                      </m:e>
                      <m:sub>
                        <m:r>
                          <a:rPr lang="fr-FR" sz="2900">
                            <a:latin typeface="Cambria Math" panose="02040503050406030204" pitchFamily="18" charset="0"/>
                          </a:rPr>
                          <m:t>𝑖</m:t>
                        </m:r>
                      </m:sub>
                    </m:sSub>
                  </m:oMath>
                </a14:m>
                <a:r>
                  <a:rPr lang="fr-FR" sz="2900" dirty="0"/>
                  <a:t> représentent les lettres constituant respectivement </a:t>
                </a:r>
                <a14:m>
                  <m:oMath xmlns:m="http://schemas.openxmlformats.org/officeDocument/2006/math">
                    <m:sSub>
                      <m:sSubPr>
                        <m:ctrlPr>
                          <a:rPr lang="fr-FR" sz="2900" i="1">
                            <a:latin typeface="Cambria Math" panose="02040503050406030204" pitchFamily="18" charset="0"/>
                          </a:rPr>
                        </m:ctrlPr>
                      </m:sSubPr>
                      <m:e>
                        <m:r>
                          <a:rPr lang="fr-FR" sz="2900">
                            <a:latin typeface="Cambria Math" panose="02040503050406030204" pitchFamily="18" charset="0"/>
                          </a:rPr>
                          <m:t>𝜔</m:t>
                        </m:r>
                      </m:e>
                      <m:sub>
                        <m:r>
                          <a:rPr lang="fr-FR" sz="2900">
                            <a:latin typeface="Cambria Math" panose="02040503050406030204" pitchFamily="18" charset="0"/>
                          </a:rPr>
                          <m:t>1</m:t>
                        </m:r>
                      </m:sub>
                    </m:sSub>
                  </m:oMath>
                </a14:m>
                <a:r>
                  <a:rPr lang="fr-FR" sz="2900" dirty="0"/>
                  <a:t>et </a:t>
                </a:r>
                <a14:m>
                  <m:oMath xmlns:m="http://schemas.openxmlformats.org/officeDocument/2006/math">
                    <m:sSub>
                      <m:sSubPr>
                        <m:ctrlPr>
                          <a:rPr lang="fr-FR" sz="2900" i="1">
                            <a:latin typeface="Cambria Math" panose="02040503050406030204" pitchFamily="18" charset="0"/>
                          </a:rPr>
                        </m:ctrlPr>
                      </m:sSubPr>
                      <m:e>
                        <m:r>
                          <a:rPr lang="fr-FR" sz="2900">
                            <a:latin typeface="Cambria Math" panose="02040503050406030204" pitchFamily="18" charset="0"/>
                          </a:rPr>
                          <m:t>𝜔</m:t>
                        </m:r>
                      </m:e>
                      <m:sub>
                        <m:r>
                          <a:rPr lang="fr-FR" sz="2900">
                            <a:latin typeface="Cambria Math" panose="02040503050406030204" pitchFamily="18" charset="0"/>
                          </a:rPr>
                          <m:t>2</m:t>
                        </m:r>
                      </m:sub>
                    </m:sSub>
                  </m:oMath>
                </a14:m>
                <a:endParaRPr lang="fr-FR" altLang="en-US" sz="2900" dirty="0"/>
              </a:p>
              <a:p>
                <a:r>
                  <a:rPr lang="fr-FR" sz="2800" b="1" i="1" u="none" strike="noStrike" baseline="0" dirty="0">
                    <a:solidFill>
                      <a:srgbClr val="C00000"/>
                    </a:solidFill>
                    <a:latin typeface="LMRoman12-Bold"/>
                  </a:rPr>
                  <a:t>Théorème :</a:t>
                </a:r>
                <a:r>
                  <a:rPr lang="fr-FR" sz="2800" b="1" i="0" u="none" strike="noStrike" baseline="0" dirty="0">
                    <a:latin typeface="LMRoman12-Bold"/>
                  </a:rPr>
                  <a:t> </a:t>
                </a:r>
                <a:r>
                  <a:rPr lang="fr-FR" sz="2800" b="0" i="0" u="none" strike="noStrike" baseline="0" dirty="0">
                    <a:latin typeface="LMRoman12-Regular"/>
                  </a:rPr>
                  <a:t> </a:t>
                </a:r>
                <a14:m>
                  <m:oMath xmlns:m="http://schemas.openxmlformats.org/officeDocument/2006/math">
                    <m:d>
                      <m:dPr>
                        <m:ctrlPr>
                          <a:rPr lang="fr-FR" sz="2800" b="0" i="1" u="none" strike="noStrike" baseline="0" smtClean="0">
                            <a:latin typeface="Cambria Math" panose="02040503050406030204" pitchFamily="18" charset="0"/>
                          </a:rPr>
                        </m:ctrlPr>
                      </m:dPr>
                      <m:e>
                        <m:sSup>
                          <m:sSupPr>
                            <m:ctrlPr>
                              <a:rPr lang="fr-FR" sz="2800" b="0" i="1" u="none" strike="noStrike" baseline="0" smtClean="0">
                                <a:latin typeface="Cambria Math" panose="02040503050406030204" pitchFamily="18" charset="0"/>
                              </a:rPr>
                            </m:ctrlPr>
                          </m:sSupPr>
                          <m:e>
                            <m:r>
                              <m:rPr>
                                <m:sty m:val="p"/>
                              </m:rPr>
                              <a:rPr lang="el-GR" sz="2800" b="0" i="1" u="none" strike="noStrike" baseline="0" smtClean="0">
                                <a:latin typeface="Cambria Math" panose="02040503050406030204" pitchFamily="18" charset="0"/>
                                <a:ea typeface="Cambria Math" panose="02040503050406030204" pitchFamily="18" charset="0"/>
                              </a:rPr>
                              <m:t>Σ</m:t>
                            </m:r>
                          </m:e>
                          <m:sup>
                            <m:r>
                              <a:rPr lang="fr-FR" sz="2800" b="0" i="1" u="none" strike="noStrike" baseline="0" smtClean="0">
                                <a:latin typeface="Cambria Math" panose="02040503050406030204" pitchFamily="18" charset="0"/>
                              </a:rPr>
                              <m:t>∗</m:t>
                            </m:r>
                          </m:sup>
                        </m:sSup>
                        <m:r>
                          <a:rPr lang="fr-FR" sz="2800" b="0" i="1" u="none" strike="noStrike" baseline="0" smtClean="0">
                            <a:latin typeface="Cambria Math" panose="02040503050406030204" pitchFamily="18" charset="0"/>
                          </a:rPr>
                          <m:t>, ., </m:t>
                        </m:r>
                        <m:r>
                          <a:rPr lang="fr-FR" sz="2800" b="0" i="1" u="none" strike="noStrike" baseline="0" smtClean="0">
                            <a:latin typeface="Cambria Math" panose="02040503050406030204" pitchFamily="18" charset="0"/>
                            <a:ea typeface="Cambria Math" panose="02040503050406030204" pitchFamily="18" charset="0"/>
                          </a:rPr>
                          <m:t>𝜀</m:t>
                        </m:r>
                      </m:e>
                    </m:d>
                  </m:oMath>
                </a14:m>
                <a:r>
                  <a:rPr lang="fr-FR" sz="2800" b="0" i="0" u="none" strike="noStrike" baseline="0" dirty="0">
                    <a:latin typeface="LMRoman12-Regular"/>
                  </a:rPr>
                  <a:t>est un monoïde </a:t>
                </a:r>
                <a:endParaRPr lang="fr-FR" altLang="en-US" b="0" dirty="0">
                  <a:ea typeface="Cambria Math" panose="02040503050406030204" pitchFamily="18" charset="0"/>
                  <a:sym typeface="Symbol" panose="05050102010706020507" pitchFamily="18" charset="2"/>
                </a:endParaRP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235" t="-2228" r="-1294"/>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1921088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Opérations sur les mots</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850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000099"/>
                    </a:solidFill>
                  </a:rPr>
                  <a:t>Longueur d’un mot</a:t>
                </a:r>
              </a:p>
              <a:p>
                <a:r>
                  <a:rPr lang="fr-FR" b="1" i="1" dirty="0">
                    <a:solidFill>
                      <a:srgbClr val="C00000"/>
                    </a:solidFill>
                  </a:rPr>
                  <a:t>Définition :</a:t>
                </a:r>
                <a:r>
                  <a:rPr lang="fr-FR" dirty="0"/>
                  <a:t> On appelle longueur d’un mot </a:t>
                </a:r>
                <a14:m>
                  <m:oMath xmlns:m="http://schemas.openxmlformats.org/officeDocument/2006/math">
                    <m:r>
                      <a:rPr lang="fr-FR" i="1" smtClean="0">
                        <a:latin typeface="Cambria Math" panose="02040503050406030204" pitchFamily="18" charset="0"/>
                        <a:ea typeface="Cambria Math" panose="02040503050406030204" pitchFamily="18" charset="0"/>
                      </a:rPr>
                      <m:t>𝜔</m:t>
                    </m:r>
                  </m:oMath>
                </a14:m>
                <a:r>
                  <a:rPr lang="fr-FR" dirty="0"/>
                  <a:t>la somme du nombre d’occurrences des différent symboles le constituant, elle est souvent notée </a:t>
                </a:r>
                <a14:m>
                  <m:oMath xmlns:m="http://schemas.openxmlformats.org/officeDocument/2006/math">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𝜔</m:t>
                    </m:r>
                    <m:r>
                      <a:rPr lang="fr-FR" b="0" i="1" smtClean="0">
                        <a:latin typeface="Cambria Math" panose="02040503050406030204" pitchFamily="18" charset="0"/>
                        <a:ea typeface="Cambria Math" panose="02040503050406030204" pitchFamily="18" charset="0"/>
                      </a:rPr>
                      <m:t>|</m:t>
                    </m:r>
                  </m:oMath>
                </a14:m>
                <a:r>
                  <a:rPr lang="fr-FR" dirty="0"/>
                  <a:t>.</a:t>
                </a:r>
              </a:p>
              <a:p>
                <a:pPr marL="130175" indent="0">
                  <a:buNone/>
                </a:pPr>
                <a:r>
                  <a:rPr lang="fr-FR" dirty="0"/>
                  <a:t>   Formellement, si </a:t>
                </a:r>
                <a14:m>
                  <m:oMath xmlns:m="http://schemas.openxmlformats.org/officeDocument/2006/math">
                    <m:r>
                      <a:rPr lang="fr-FR" b="0" i="1" smtClean="0">
                        <a:latin typeface="Cambria Math" panose="02040503050406030204" pitchFamily="18" charset="0"/>
                      </a:rPr>
                      <m:t>𝑎</m:t>
                    </m:r>
                    <m:r>
                      <a:rPr lang="fr-FR" b="0" i="1" smtClean="0">
                        <a:latin typeface="Cambria Math" panose="02040503050406030204" pitchFamily="18" charset="0"/>
                      </a:rPr>
                      <m:t> </m:t>
                    </m:r>
                    <m:r>
                      <a:rPr lang="fr-FR" b="0" i="1" smtClean="0">
                        <a:latin typeface="Cambria Math" panose="02040503050406030204" pitchFamily="18" charset="0"/>
                        <a:ea typeface="Cambria Math" panose="02040503050406030204" pitchFamily="18" charset="0"/>
                      </a:rPr>
                      <m:t>𝜖</m:t>
                    </m:r>
                    <m:r>
                      <a:rPr lang="fr-FR" b="0" i="1" smtClean="0">
                        <a:latin typeface="Cambria Math" panose="02040503050406030204" pitchFamily="18" charset="0"/>
                        <a:ea typeface="Cambria Math" panose="02040503050406030204" pitchFamily="18" charset="0"/>
                      </a:rPr>
                      <m:t> </m:t>
                    </m:r>
                    <m:r>
                      <m:rPr>
                        <m:sty m:val="p"/>
                      </m:rPr>
                      <a:rPr lang="el-GR" b="0" i="1" smtClean="0">
                        <a:latin typeface="Cambria Math" panose="02040503050406030204" pitchFamily="18" charset="0"/>
                        <a:ea typeface="Cambria Math" panose="02040503050406030204" pitchFamily="18" charset="0"/>
                      </a:rPr>
                      <m:t>Σ</m:t>
                    </m:r>
                    <m:r>
                      <a:rPr lang="fr-FR" b="0" i="1" smtClean="0">
                        <a:latin typeface="Cambria Math" panose="02040503050406030204" pitchFamily="18" charset="0"/>
                        <a:ea typeface="Cambria Math" panose="02040503050406030204" pitchFamily="18" charset="0"/>
                      </a:rPr>
                      <m:t> </m:t>
                    </m:r>
                  </m:oMath>
                </a14:m>
                <a:r>
                  <a:rPr lang="fr-FR" dirty="0"/>
                  <a:t>et </a:t>
                </a:r>
                <a14:m>
                  <m:oMath xmlns:m="http://schemas.openxmlformats.org/officeDocument/2006/math">
                    <m:r>
                      <a:rPr lang="fr-FR" i="1" smtClean="0">
                        <a:latin typeface="Cambria Math" panose="02040503050406030204" pitchFamily="18" charset="0"/>
                        <a:ea typeface="Cambria Math" panose="02040503050406030204" pitchFamily="18" charset="0"/>
                      </a:rPr>
                      <m:t>𝜔</m:t>
                    </m:r>
                    <m:r>
                      <a:rPr lang="fr-FR" b="0" i="1" smtClean="0">
                        <a:latin typeface="Cambria Math" panose="02040503050406030204" pitchFamily="18" charset="0"/>
                        <a:ea typeface="Cambria Math" panose="02040503050406030204" pitchFamily="18" charset="0"/>
                      </a:rPr>
                      <m:t> </m:t>
                    </m:r>
                    <m:r>
                      <a:rPr lang="fr-FR" i="1" smtClean="0">
                        <a:latin typeface="Cambria Math" panose="02040503050406030204" pitchFamily="18" charset="0"/>
                        <a:ea typeface="Cambria Math" panose="02040503050406030204" pitchFamily="18" charset="0"/>
                      </a:rPr>
                      <m:t>𝜖</m:t>
                    </m:r>
                    <m:r>
                      <a:rPr lang="fr-FR" b="0" i="1" smtClean="0">
                        <a:latin typeface="Cambria Math" panose="02040503050406030204" pitchFamily="18" charset="0"/>
                        <a:ea typeface="Cambria Math" panose="02040503050406030204" pitchFamily="18" charset="0"/>
                      </a:rPr>
                      <m:t> </m:t>
                    </m:r>
                    <m:sSup>
                      <m:sSupPr>
                        <m:ctrlPr>
                          <a:rPr lang="fr-FR"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Σ</m:t>
                        </m:r>
                      </m:e>
                      <m:sup>
                        <m:r>
                          <a:rPr lang="fr-FR" b="0" i="1" smtClean="0">
                            <a:latin typeface="Cambria Math" panose="02040503050406030204" pitchFamily="18" charset="0"/>
                            <a:ea typeface="Cambria Math" panose="02040503050406030204" pitchFamily="18" charset="0"/>
                          </a:rPr>
                          <m:t>∗</m:t>
                        </m:r>
                      </m:sup>
                    </m:sSup>
                  </m:oMath>
                </a14:m>
                <a:r>
                  <a:rPr lang="fr-FR" dirty="0"/>
                  <a:t>, on définit la longueur par</a:t>
                </a:r>
              </a:p>
              <a:p>
                <a:pPr marL="130175" indent="0">
                  <a:buNone/>
                </a:pPr>
                <a:r>
                  <a:rPr lang="fr-FR" dirty="0"/>
                  <a:t>   induction comme suit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r>
                      <a:rPr lang="fr-FR" sz="2900" b="0" i="0" smtClean="0">
                        <a:latin typeface="Cambria Math" panose="02040503050406030204" pitchFamily="18" charset="0"/>
                      </a:rPr>
                      <m:t>|</m:t>
                    </m:r>
                    <m:r>
                      <a:rPr lang="fr-FR" sz="2900">
                        <a:latin typeface="Cambria Math" panose="02040503050406030204" pitchFamily="18" charset="0"/>
                      </a:rPr>
                      <m:t>𝜖</m:t>
                    </m:r>
                    <m:r>
                      <a:rPr lang="fr-FR" sz="2900" b="0" i="0" smtClean="0">
                        <a:latin typeface="Cambria Math" panose="02040503050406030204" pitchFamily="18" charset="0"/>
                      </a:rPr>
                      <m:t>|</m:t>
                    </m:r>
                    <m:r>
                      <a:rPr lang="fr-FR" sz="2900">
                        <a:latin typeface="Cambria Math" panose="02040503050406030204" pitchFamily="18" charset="0"/>
                      </a:rPr>
                      <m:t>=</m:t>
                    </m:r>
                    <m:r>
                      <a:rPr lang="fr-FR" sz="2900" b="0" i="0" smtClean="0">
                        <a:latin typeface="Cambria Math" panose="02040503050406030204" pitchFamily="18" charset="0"/>
                      </a:rPr>
                      <m:t>0</m:t>
                    </m:r>
                  </m:oMath>
                </a14:m>
                <a:endParaRPr lang="fr-FR"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d>
                      <m:dPr>
                        <m:begChr m:val="|"/>
                        <m:endChr m:val="|"/>
                        <m:ctrlPr>
                          <a:rPr lang="fr-FR" sz="2900" b="0" i="1" smtClean="0">
                            <a:latin typeface="Cambria Math" panose="02040503050406030204" pitchFamily="18" charset="0"/>
                          </a:rPr>
                        </m:ctrlPr>
                      </m:dPr>
                      <m:e>
                        <m:r>
                          <m:rPr>
                            <m:sty m:val="p"/>
                          </m:rPr>
                          <a:rPr lang="fr-FR" sz="2900" b="0" i="0" smtClean="0">
                            <a:latin typeface="Cambria Math" panose="02040503050406030204" pitchFamily="18" charset="0"/>
                          </a:rPr>
                          <m:t>a</m:t>
                        </m:r>
                        <m:r>
                          <a:rPr lang="fr-FR" sz="2900">
                            <a:latin typeface="Cambria Math" panose="02040503050406030204" pitchFamily="18" charset="0"/>
                          </a:rPr>
                          <m:t>.</m:t>
                        </m:r>
                        <m:r>
                          <m:rPr>
                            <m:sty m:val="p"/>
                          </m:rPr>
                          <a:rPr lang="el-GR" sz="2900" i="1" smtClean="0">
                            <a:latin typeface="Cambria Math" panose="02040503050406030204" pitchFamily="18" charset="0"/>
                            <a:ea typeface="Cambria Math" panose="02040503050406030204" pitchFamily="18" charset="0"/>
                          </a:rPr>
                          <m:t>ω</m:t>
                        </m:r>
                      </m:e>
                    </m:d>
                    <m:r>
                      <a:rPr lang="fr-FR" sz="2900">
                        <a:latin typeface="Cambria Math" panose="02040503050406030204" pitchFamily="18" charset="0"/>
                      </a:rPr>
                      <m:t>=</m:t>
                    </m:r>
                    <m:r>
                      <a:rPr lang="fr-FR" sz="2900" b="0" i="1" smtClean="0">
                        <a:latin typeface="Cambria Math" panose="02040503050406030204" pitchFamily="18" charset="0"/>
                      </a:rPr>
                      <m:t>1+</m:t>
                    </m:r>
                    <m:d>
                      <m:dPr>
                        <m:begChr m:val="|"/>
                        <m:endChr m:val="|"/>
                        <m:ctrlPr>
                          <a:rPr lang="fr-FR" sz="2900" b="0" i="1" smtClean="0">
                            <a:latin typeface="Cambria Math" panose="02040503050406030204" pitchFamily="18" charset="0"/>
                            <a:ea typeface="Cambria Math" panose="02040503050406030204" pitchFamily="18" charset="0"/>
                          </a:rPr>
                        </m:ctrlPr>
                      </m:dPr>
                      <m:e>
                        <m:r>
                          <a:rPr lang="fr-FR" sz="2900" b="0" i="1" smtClean="0">
                            <a:latin typeface="Cambria Math" panose="02040503050406030204" pitchFamily="18" charset="0"/>
                            <a:ea typeface="Cambria Math" panose="02040503050406030204" pitchFamily="18" charset="0"/>
                          </a:rPr>
                          <m:t>𝜔</m:t>
                        </m:r>
                      </m:e>
                    </m:d>
                  </m:oMath>
                </a14:m>
                <a:endParaRPr lang="fr-FR" altLang="en-US" sz="2900" dirty="0"/>
              </a:p>
              <a:p>
                <a:r>
                  <a:rPr lang="fr-FR" altLang="en-US" b="1" i="1" dirty="0">
                    <a:solidFill>
                      <a:srgbClr val="C00000"/>
                    </a:solidFill>
                  </a:rPr>
                  <a:t>Notation :</a:t>
                </a:r>
              </a:p>
              <a:p>
                <a:pPr marL="717550" indent="-266700" eaLnBrk="0" hangingPunct="0">
                  <a:spcBef>
                    <a:spcPct val="20000"/>
                  </a:spcBef>
                  <a:buClr>
                    <a:srgbClr val="000090"/>
                  </a:buClr>
                  <a:buFont typeface="Arial" panose="020B0604020202020204" pitchFamily="34" charset="0"/>
                  <a:buChar char="•"/>
                </a:pPr>
                <a:r>
                  <a:rPr lang="fr-FR" altLang="en-US" sz="2900" dirty="0"/>
                  <a:t>On utilise la notation </a:t>
                </a:r>
                <a14:m>
                  <m:oMath xmlns:m="http://schemas.openxmlformats.org/officeDocument/2006/math">
                    <m:sSub>
                      <m:sSubPr>
                        <m:ctrlPr>
                          <a:rPr lang="fr-FR" altLang="en-US" sz="2900" i="1" smtClean="0">
                            <a:latin typeface="Cambria Math" panose="02040503050406030204" pitchFamily="18" charset="0"/>
                          </a:rPr>
                        </m:ctrlPr>
                      </m:sSubPr>
                      <m:e>
                        <m:r>
                          <a:rPr lang="fr-FR" altLang="en-US" sz="2900" b="0" i="1" smtClean="0">
                            <a:latin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𝜔</m:t>
                        </m:r>
                        <m:r>
                          <a:rPr lang="fr-FR" altLang="en-US" sz="2900" b="0" i="1" smtClean="0">
                            <a:latin typeface="Cambria Math" panose="02040503050406030204" pitchFamily="18" charset="0"/>
                            <a:ea typeface="Cambria Math" panose="02040503050406030204" pitchFamily="18" charset="0"/>
                          </a:rPr>
                          <m:t>|</m:t>
                        </m:r>
                      </m:e>
                      <m:sub>
                        <m:r>
                          <a:rPr lang="fr-FR" altLang="en-US" sz="2900" b="0" i="1" smtClean="0">
                            <a:latin typeface="Cambria Math" panose="02040503050406030204" pitchFamily="18" charset="0"/>
                          </a:rPr>
                          <m:t>𝑎</m:t>
                        </m:r>
                      </m:sub>
                    </m:sSub>
                  </m:oMath>
                </a14:m>
                <a:r>
                  <a:rPr lang="fr-FR" altLang="en-US" sz="2900" dirty="0"/>
                  <a:t> qui représente le nombre de </a:t>
                </a:r>
                <a14:m>
                  <m:oMath xmlns:m="http://schemas.openxmlformats.org/officeDocument/2006/math">
                    <m:r>
                      <a:rPr lang="fr-FR" altLang="en-US" sz="2900" b="0" i="1" smtClean="0">
                        <a:latin typeface="Cambria Math" panose="02040503050406030204" pitchFamily="18" charset="0"/>
                      </a:rPr>
                      <m:t>𝑎</m:t>
                    </m:r>
                  </m:oMath>
                </a14:m>
                <a:r>
                  <a:rPr lang="fr-FR" altLang="en-US" sz="2900" dirty="0"/>
                  <a:t> dans le mot </a:t>
                </a:r>
                <a14:m>
                  <m:oMath xmlns:m="http://schemas.openxmlformats.org/officeDocument/2006/math">
                    <m:r>
                      <a:rPr lang="fr-FR" altLang="en-US" sz="2900" i="1" smtClean="0">
                        <a:latin typeface="Cambria Math" panose="02040503050406030204" pitchFamily="18" charset="0"/>
                        <a:ea typeface="Cambria Math" panose="02040503050406030204" pitchFamily="18" charset="0"/>
                      </a:rPr>
                      <m:t>𝜔</m:t>
                    </m:r>
                  </m:oMath>
                </a14:m>
                <a:endParaRPr lang="fr-FR" altLang="en-US" sz="2900" dirty="0"/>
              </a:p>
              <a:p>
                <a:r>
                  <a:rPr lang="fr-FR" sz="2800" b="1" i="1" u="none" strike="noStrike" baseline="0" dirty="0">
                    <a:solidFill>
                      <a:srgbClr val="C00000"/>
                    </a:solidFill>
                    <a:latin typeface="LMRoman12-Bold"/>
                  </a:rPr>
                  <a:t>Théorème :</a:t>
                </a:r>
                <a:r>
                  <a:rPr lang="fr-FR" sz="2800" b="1" i="0" u="none" strike="noStrike" baseline="0" dirty="0">
                    <a:latin typeface="LMRoman12-Bold"/>
                  </a:rPr>
                  <a:t> </a:t>
                </a:r>
                <a:r>
                  <a:rPr lang="fr-FR" sz="2900" dirty="0"/>
                  <a:t>La longueur est un homomorphisme de monoïdes de </a:t>
                </a:r>
                <a14:m>
                  <m:oMath xmlns:m="http://schemas.openxmlformats.org/officeDocument/2006/math">
                    <m:d>
                      <m:dPr>
                        <m:ctrlPr>
                          <a:rPr lang="fr-FR" sz="2800" b="0" i="1" u="none" strike="noStrike" baseline="0" smtClean="0">
                            <a:latin typeface="Cambria Math" panose="02040503050406030204" pitchFamily="18" charset="0"/>
                          </a:rPr>
                        </m:ctrlPr>
                      </m:dPr>
                      <m:e>
                        <m:sSup>
                          <m:sSupPr>
                            <m:ctrlPr>
                              <a:rPr lang="fr-FR" sz="2800" b="0" i="1" u="none" strike="noStrike" baseline="0" smtClean="0">
                                <a:latin typeface="Cambria Math" panose="02040503050406030204" pitchFamily="18" charset="0"/>
                              </a:rPr>
                            </m:ctrlPr>
                          </m:sSupPr>
                          <m:e>
                            <m:r>
                              <m:rPr>
                                <m:sty m:val="p"/>
                              </m:rPr>
                              <a:rPr lang="el-GR" sz="2800" b="0" i="1" u="none" strike="noStrike" baseline="0" smtClean="0">
                                <a:latin typeface="Cambria Math" panose="02040503050406030204" pitchFamily="18" charset="0"/>
                                <a:ea typeface="Cambria Math" panose="02040503050406030204" pitchFamily="18" charset="0"/>
                              </a:rPr>
                              <m:t>Σ</m:t>
                            </m:r>
                          </m:e>
                          <m:sup>
                            <m:r>
                              <a:rPr lang="fr-FR" sz="2800" b="0" i="1" u="none" strike="noStrike" baseline="0" smtClean="0">
                                <a:latin typeface="Cambria Math" panose="02040503050406030204" pitchFamily="18" charset="0"/>
                              </a:rPr>
                              <m:t>∗</m:t>
                            </m:r>
                          </m:sup>
                        </m:sSup>
                        <m:r>
                          <a:rPr lang="fr-FR" sz="2800" b="0" i="1" u="none" strike="noStrike" baseline="0" smtClean="0">
                            <a:latin typeface="Cambria Math" panose="02040503050406030204" pitchFamily="18" charset="0"/>
                          </a:rPr>
                          <m:t>, ., </m:t>
                        </m:r>
                        <m:r>
                          <a:rPr lang="fr-FR" sz="2800" b="0" i="1" u="none" strike="noStrike" baseline="0" smtClean="0">
                            <a:latin typeface="Cambria Math" panose="02040503050406030204" pitchFamily="18" charset="0"/>
                            <a:ea typeface="Cambria Math" panose="02040503050406030204" pitchFamily="18" charset="0"/>
                          </a:rPr>
                          <m:t>𝜖</m:t>
                        </m:r>
                      </m:e>
                    </m:d>
                  </m:oMath>
                </a14:m>
                <a:r>
                  <a:rPr lang="fr-FR" dirty="0"/>
                  <a:t> (</a:t>
                </a:r>
                <a:r>
                  <a:rPr lang="fr-FR" i="1" dirty="0"/>
                  <a:t>X, ., "</a:t>
                </a:r>
                <a:r>
                  <a:rPr lang="fr-FR" dirty="0"/>
                  <a:t>) dans </a:t>
                </a:r>
                <a14:m>
                  <m:oMath xmlns:m="http://schemas.openxmlformats.org/officeDocument/2006/math">
                    <m:d>
                      <m:dPr>
                        <m:ctrlPr>
                          <a:rPr lang="fr-FR" i="1">
                            <a:latin typeface="Cambria Math" panose="02040503050406030204" pitchFamily="18" charset="0"/>
                          </a:rPr>
                        </m:ctrlPr>
                      </m:dPr>
                      <m:e>
                        <m:r>
                          <a:rPr lang="fr-FR" b="0" i="1" smtClean="0">
                            <a:latin typeface="Cambria Math" panose="02040503050406030204" pitchFamily="18" charset="0"/>
                          </a:rPr>
                          <m:t>𝑁</m:t>
                        </m:r>
                        <m:r>
                          <a:rPr lang="fr-FR" i="1">
                            <a:latin typeface="Cambria Math" panose="02040503050406030204" pitchFamily="18" charset="0"/>
                          </a:rPr>
                          <m:t>, </m:t>
                        </m:r>
                        <m:r>
                          <a:rPr lang="fr-FR" b="0" i="1" smtClean="0">
                            <a:latin typeface="Cambria Math" panose="02040503050406030204" pitchFamily="18" charset="0"/>
                          </a:rPr>
                          <m:t>+</m:t>
                        </m:r>
                        <m:r>
                          <a:rPr lang="fr-FR" i="1">
                            <a:latin typeface="Cambria Math" panose="02040503050406030204" pitchFamily="18" charset="0"/>
                          </a:rPr>
                          <m:t>, </m:t>
                        </m:r>
                        <m:r>
                          <a:rPr lang="fr-FR" b="0" i="1" smtClean="0">
                            <a:latin typeface="Cambria Math" panose="02040503050406030204" pitchFamily="18" charset="0"/>
                          </a:rPr>
                          <m:t>0</m:t>
                        </m:r>
                      </m:e>
                    </m:d>
                  </m:oMath>
                </a14:m>
                <a:endParaRPr lang="fr-FR" altLang="en-US" b="0" dirty="0">
                  <a:ea typeface="Cambria Math" panose="02040503050406030204" pitchFamily="18" charset="0"/>
                  <a:sym typeface="Symbol" panose="05050102010706020507" pitchFamily="18" charset="2"/>
                </a:endParaRPr>
              </a:p>
              <a:p>
                <a:r>
                  <a:rPr lang="fr-FR" altLang="en-US" b="1" i="1" dirty="0">
                    <a:solidFill>
                      <a:srgbClr val="C00000"/>
                    </a:solidFill>
                    <a:ea typeface="Cambria Math" panose="02040503050406030204" pitchFamily="18" charset="0"/>
                    <a:sym typeface="Symbol" panose="05050102010706020507" pitchFamily="18" charset="2"/>
                  </a:rPr>
                  <a:t>Propriété importante : </a:t>
                </a:r>
                <a14:m>
                  <m:oMath xmlns:m="http://schemas.openxmlformats.org/officeDocument/2006/math">
                    <m:d>
                      <m:dPr>
                        <m:begChr m:val="|"/>
                        <m:endChr m:val="|"/>
                        <m:ctrlPr>
                          <a:rPr lang="fr-FR" altLang="en-US" b="0" i="1" smtClean="0">
                            <a:latin typeface="Cambria Math" panose="02040503050406030204" pitchFamily="18" charset="0"/>
                            <a:ea typeface="Cambria Math" panose="02040503050406030204" pitchFamily="18" charset="0"/>
                            <a:sym typeface="Symbol" panose="05050102010706020507" pitchFamily="18" charset="2"/>
                          </a:rPr>
                        </m:ctrlPr>
                      </m:dPr>
                      <m:e>
                        <m:r>
                          <a:rPr lang="fr-FR" altLang="en-US" b="0" i="1" smtClean="0">
                            <a:latin typeface="Cambria Math" panose="02040503050406030204" pitchFamily="18" charset="0"/>
                            <a:ea typeface="Cambria Math" panose="02040503050406030204" pitchFamily="18" charset="0"/>
                            <a:sym typeface="Symbol" panose="05050102010706020507" pitchFamily="18" charset="2"/>
                          </a:rPr>
                          <m:t>𝑢</m:t>
                        </m:r>
                        <m:r>
                          <a:rPr lang="fr-FR" altLang="en-US" b="0" i="1" smtClean="0">
                            <a:latin typeface="Cambria Math" panose="02040503050406030204" pitchFamily="18" charset="0"/>
                            <a:ea typeface="Cambria Math" panose="02040503050406030204" pitchFamily="18" charset="0"/>
                            <a:sym typeface="Symbol" panose="05050102010706020507" pitchFamily="18" charset="2"/>
                          </a:rPr>
                          <m:t>.</m:t>
                        </m:r>
                        <m:r>
                          <a:rPr lang="fr-FR" altLang="en-US" b="0" i="1" smtClean="0">
                            <a:latin typeface="Cambria Math" panose="02040503050406030204" pitchFamily="18" charset="0"/>
                            <a:ea typeface="Cambria Math" panose="02040503050406030204" pitchFamily="18" charset="0"/>
                            <a:sym typeface="Symbol" panose="05050102010706020507" pitchFamily="18" charset="2"/>
                          </a:rPr>
                          <m:t>𝑣</m:t>
                        </m:r>
                      </m:e>
                    </m:d>
                    <m:r>
                      <a:rPr lang="fr-FR" altLang="en-US" b="0" i="1" smtClean="0">
                        <a:latin typeface="Cambria Math" panose="02040503050406030204" pitchFamily="18" charset="0"/>
                        <a:ea typeface="Cambria Math" panose="02040503050406030204" pitchFamily="18" charset="0"/>
                        <a:sym typeface="Symbol" panose="05050102010706020507" pitchFamily="18" charset="2"/>
                      </a:rPr>
                      <m:t>=</m:t>
                    </m:r>
                    <m:d>
                      <m:dPr>
                        <m:begChr m:val="|"/>
                        <m:endChr m:val="|"/>
                        <m:ctrlPr>
                          <a:rPr lang="fr-FR" altLang="en-US" b="0" i="1" smtClean="0">
                            <a:latin typeface="Cambria Math" panose="02040503050406030204" pitchFamily="18" charset="0"/>
                            <a:ea typeface="Cambria Math" panose="02040503050406030204" pitchFamily="18" charset="0"/>
                            <a:sym typeface="Symbol" panose="05050102010706020507" pitchFamily="18" charset="2"/>
                          </a:rPr>
                        </m:ctrlPr>
                      </m:dPr>
                      <m:e>
                        <m:r>
                          <a:rPr lang="fr-FR" altLang="en-US" b="0" i="1" smtClean="0">
                            <a:latin typeface="Cambria Math" panose="02040503050406030204" pitchFamily="18" charset="0"/>
                            <a:ea typeface="Cambria Math" panose="02040503050406030204" pitchFamily="18" charset="0"/>
                            <a:sym typeface="Symbol" panose="05050102010706020507" pitchFamily="18" charset="2"/>
                          </a:rPr>
                          <m:t>𝑢</m:t>
                        </m:r>
                      </m:e>
                    </m:d>
                    <m:r>
                      <a:rPr lang="fr-FR" altLang="en-US" b="0" i="1" smtClean="0">
                        <a:latin typeface="Cambria Math" panose="02040503050406030204" pitchFamily="18" charset="0"/>
                        <a:ea typeface="Cambria Math" panose="02040503050406030204" pitchFamily="18" charset="0"/>
                        <a:sym typeface="Symbol" panose="05050102010706020507" pitchFamily="18" charset="2"/>
                      </a:rPr>
                      <m:t>+|</m:t>
                    </m:r>
                    <m:r>
                      <a:rPr lang="fr-FR" altLang="en-US" b="0" i="1" smtClean="0">
                        <a:latin typeface="Cambria Math" panose="02040503050406030204" pitchFamily="18" charset="0"/>
                        <a:ea typeface="Cambria Math" panose="02040503050406030204" pitchFamily="18" charset="0"/>
                        <a:sym typeface="Symbol" panose="05050102010706020507" pitchFamily="18" charset="2"/>
                      </a:rPr>
                      <m:t>𝑣</m:t>
                    </m:r>
                    <m:r>
                      <a:rPr lang="fr-FR" altLang="en-US" b="0" i="1" smtClean="0">
                        <a:latin typeface="Cambria Math" panose="02040503050406030204" pitchFamily="18" charset="0"/>
                        <a:ea typeface="Cambria Math" panose="02040503050406030204" pitchFamily="18" charset="0"/>
                        <a:sym typeface="Symbol" panose="05050102010706020507" pitchFamily="18" charset="2"/>
                      </a:rPr>
                      <m:t>|</m:t>
                    </m:r>
                  </m:oMath>
                </a14:m>
                <a:endParaRPr lang="fr-FR" altLang="en-US" b="0" dirty="0">
                  <a:ea typeface="Cambria Math" panose="02040503050406030204" pitchFamily="18" charset="0"/>
                  <a:sym typeface="Symbol" panose="05050102010706020507" pitchFamily="18" charset="2"/>
                </a:endParaRP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941" t="-2621" r="-176" b="-2883"/>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888972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Opérations sur les mots</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000099"/>
                    </a:solidFill>
                  </a:rPr>
                  <a:t>Miroir d’un mot</a:t>
                </a:r>
              </a:p>
              <a:p>
                <a:r>
                  <a:rPr lang="fr-FR" b="1" i="1" dirty="0">
                    <a:solidFill>
                      <a:srgbClr val="C00000"/>
                    </a:solidFill>
                  </a:rPr>
                  <a:t>Définition :</a:t>
                </a:r>
                <a:r>
                  <a:rPr lang="fr-FR" dirty="0"/>
                  <a:t> On appelle miroir du mot </a:t>
                </a:r>
                <a14:m>
                  <m:oMath xmlns:m="http://schemas.openxmlformats.org/officeDocument/2006/math">
                    <m:r>
                      <a:rPr lang="fr-FR" i="1" smtClean="0">
                        <a:latin typeface="Cambria Math" panose="02040503050406030204" pitchFamily="18" charset="0"/>
                        <a:ea typeface="Cambria Math" panose="02040503050406030204" pitchFamily="18" charset="0"/>
                      </a:rPr>
                      <m:t>𝜔</m:t>
                    </m:r>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𝑎</m:t>
                        </m:r>
                      </m:e>
                      <m:sub>
                        <m:r>
                          <a:rPr lang="fr-FR" b="0" i="1" smtClean="0">
                            <a:latin typeface="Cambria Math" panose="02040503050406030204" pitchFamily="18" charset="0"/>
                            <a:ea typeface="Cambria Math" panose="02040503050406030204" pitchFamily="18" charset="0"/>
                          </a:rPr>
                          <m:t>1</m:t>
                        </m:r>
                      </m:sub>
                    </m:sSub>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𝑎</m:t>
                        </m:r>
                      </m:e>
                      <m:sub>
                        <m:r>
                          <a:rPr lang="fr-FR" b="0" i="1" smtClean="0">
                            <a:latin typeface="Cambria Math" panose="02040503050406030204" pitchFamily="18" charset="0"/>
                            <a:ea typeface="Cambria Math" panose="02040503050406030204" pitchFamily="18" charset="0"/>
                          </a:rPr>
                          <m:t>2</m:t>
                        </m:r>
                      </m:sub>
                    </m:sSub>
                    <m:r>
                      <a:rPr lang="fr-FR" b="0" i="1" smtClean="0">
                        <a:latin typeface="Cambria Math" panose="02040503050406030204" pitchFamily="18" charset="0"/>
                        <a:ea typeface="Cambria Math" panose="02040503050406030204" pitchFamily="18" charset="0"/>
                      </a:rPr>
                      <m:t>… </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𝑎</m:t>
                        </m:r>
                      </m:e>
                      <m:sub>
                        <m:r>
                          <a:rPr lang="fr-FR" b="0" i="1" smtClean="0">
                            <a:latin typeface="Cambria Math" panose="02040503050406030204" pitchFamily="18" charset="0"/>
                            <a:ea typeface="Cambria Math" panose="02040503050406030204" pitchFamily="18" charset="0"/>
                          </a:rPr>
                          <m:t>𝑛</m:t>
                        </m:r>
                      </m:sub>
                    </m:sSub>
                  </m:oMath>
                </a14:m>
                <a:r>
                  <a:rPr lang="fr-FR" dirty="0"/>
                  <a:t> le mot noté </a:t>
                </a:r>
                <a14:m>
                  <m:oMath xmlns:m="http://schemas.openxmlformats.org/officeDocument/2006/math">
                    <m:sSup>
                      <m:sSupPr>
                        <m:ctrlPr>
                          <a:rPr lang="fr-FR" i="1" smtClean="0">
                            <a:latin typeface="Cambria Math" panose="02040503050406030204" pitchFamily="18" charset="0"/>
                          </a:rPr>
                        </m:ctrlPr>
                      </m:sSupPr>
                      <m:e>
                        <m:r>
                          <a:rPr lang="fr-FR" i="1" smtClean="0">
                            <a:latin typeface="Cambria Math" panose="02040503050406030204" pitchFamily="18" charset="0"/>
                            <a:ea typeface="Cambria Math" panose="02040503050406030204" pitchFamily="18" charset="0"/>
                          </a:rPr>
                          <m:t>𝜔</m:t>
                        </m:r>
                      </m:e>
                      <m:sup>
                        <m:r>
                          <a:rPr lang="fr-FR" b="0" i="1" smtClean="0">
                            <a:latin typeface="Cambria Math" panose="02040503050406030204" pitchFamily="18" charset="0"/>
                          </a:rPr>
                          <m:t>𝑅</m:t>
                        </m:r>
                      </m:sup>
                    </m:sSup>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𝑎</m:t>
                        </m:r>
                      </m:e>
                      <m:sub>
                        <m:r>
                          <a:rPr lang="fr-FR" b="0" i="1" smtClean="0">
                            <a:latin typeface="Cambria Math" panose="02040503050406030204" pitchFamily="18" charset="0"/>
                          </a:rPr>
                          <m:t>𝑛</m:t>
                        </m:r>
                      </m:sub>
                    </m:sSub>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𝑎</m:t>
                        </m:r>
                      </m:e>
                      <m:sub>
                        <m:r>
                          <a:rPr lang="fr-FR" b="0" i="1" smtClean="0">
                            <a:latin typeface="Cambria Math" panose="02040503050406030204" pitchFamily="18" charset="0"/>
                          </a:rPr>
                          <m:t>2</m:t>
                        </m:r>
                      </m:sub>
                    </m:sSub>
                    <m:sSub>
                      <m:sSubPr>
                        <m:ctrlPr>
                          <a:rPr lang="fr-FR" b="0" i="1" smtClean="0">
                            <a:latin typeface="Cambria Math" panose="02040503050406030204" pitchFamily="18" charset="0"/>
                          </a:rPr>
                        </m:ctrlPr>
                      </m:sSubPr>
                      <m:e>
                        <m:r>
                          <a:rPr lang="fr-FR" b="0" i="1" smtClean="0">
                            <a:latin typeface="Cambria Math" panose="02040503050406030204" pitchFamily="18" charset="0"/>
                          </a:rPr>
                          <m:t>𝑎</m:t>
                        </m:r>
                      </m:e>
                      <m:sub>
                        <m:r>
                          <a:rPr lang="fr-FR" b="0" i="1" smtClean="0">
                            <a:latin typeface="Cambria Math" panose="02040503050406030204" pitchFamily="18" charset="0"/>
                          </a:rPr>
                          <m:t>1</m:t>
                        </m:r>
                      </m:sub>
                    </m:sSub>
                  </m:oMath>
                </a14:m>
                <a:endParaRPr lang="fr-FR" dirty="0"/>
              </a:p>
              <a:p>
                <a:pPr marL="130175" indent="0">
                  <a:buNone/>
                </a:pPr>
                <a:r>
                  <a:rPr lang="fr-FR" dirty="0"/>
                  <a:t>   Formellement, le miroir est défini par induction comme suit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p>
                      <m:sSupPr>
                        <m:ctrlPr>
                          <a:rPr lang="fr-FR" sz="2900" i="1" smtClean="0">
                            <a:latin typeface="Cambria Math" panose="02040503050406030204" pitchFamily="18" charset="0"/>
                          </a:rPr>
                        </m:ctrlPr>
                      </m:sSupPr>
                      <m:e>
                        <m:r>
                          <a:rPr lang="fr-FR" sz="2900" i="1" smtClean="0">
                            <a:latin typeface="Cambria Math" panose="02040503050406030204" pitchFamily="18" charset="0"/>
                            <a:ea typeface="Cambria Math" panose="02040503050406030204" pitchFamily="18" charset="0"/>
                          </a:rPr>
                          <m:t>𝜀</m:t>
                        </m:r>
                      </m:e>
                      <m:sup>
                        <m:r>
                          <a:rPr lang="fr-FR" sz="2900" b="0" i="1" smtClean="0">
                            <a:latin typeface="Cambria Math" panose="02040503050406030204" pitchFamily="18" charset="0"/>
                          </a:rPr>
                          <m:t>𝑅</m:t>
                        </m:r>
                      </m:sup>
                    </m:sSup>
                    <m:r>
                      <a:rPr lang="fr-FR" sz="2900">
                        <a:latin typeface="Cambria Math" panose="02040503050406030204" pitchFamily="18" charset="0"/>
                      </a:rPr>
                      <m:t>=</m:t>
                    </m:r>
                    <m:r>
                      <m:rPr>
                        <m:sty m:val="p"/>
                      </m:rPr>
                      <a:rPr lang="el-GR" sz="2900" i="1" smtClean="0">
                        <a:latin typeface="Cambria Math" panose="02040503050406030204" pitchFamily="18" charset="0"/>
                        <a:ea typeface="Cambria Math" panose="02040503050406030204" pitchFamily="18" charset="0"/>
                      </a:rPr>
                      <m:t>ε</m:t>
                    </m:r>
                  </m:oMath>
                </a14:m>
                <a:endParaRPr lang="fr-FR"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p>
                      <m:sSupPr>
                        <m:ctrlPr>
                          <a:rPr lang="fr-FR" sz="2900" b="0" i="1" smtClean="0">
                            <a:latin typeface="Cambria Math" panose="02040503050406030204" pitchFamily="18" charset="0"/>
                            <a:ea typeface="Cambria Math" panose="02040503050406030204" pitchFamily="18" charset="0"/>
                          </a:rPr>
                        </m:ctrlPr>
                      </m:sSupPr>
                      <m:e>
                        <m:r>
                          <a:rPr lang="fr-FR" sz="2900" b="0" i="1" smtClean="0">
                            <a:latin typeface="Cambria Math" panose="02040503050406030204" pitchFamily="18" charset="0"/>
                            <a:ea typeface="Cambria Math" panose="02040503050406030204" pitchFamily="18" charset="0"/>
                          </a:rPr>
                          <m:t>𝑎</m:t>
                        </m:r>
                      </m:e>
                      <m:sup>
                        <m:r>
                          <a:rPr lang="fr-FR" sz="2900" b="0" i="1" smtClean="0">
                            <a:latin typeface="Cambria Math" panose="02040503050406030204" pitchFamily="18" charset="0"/>
                            <a:ea typeface="Cambria Math" panose="02040503050406030204" pitchFamily="18" charset="0"/>
                          </a:rPr>
                          <m:t>𝑅</m:t>
                        </m:r>
                      </m:sup>
                    </m:sSup>
                    <m:r>
                      <a:rPr lang="fr-FR" sz="2900" b="0" i="0" smtClean="0">
                        <a:latin typeface="Cambria Math" panose="02040503050406030204" pitchFamily="18" charset="0"/>
                        <a:ea typeface="Cambria Math" panose="02040503050406030204" pitchFamily="18" charset="0"/>
                      </a:rPr>
                      <m:t>=</m:t>
                    </m:r>
                    <m:r>
                      <m:rPr>
                        <m:sty m:val="p"/>
                      </m:rPr>
                      <a:rPr lang="fr-FR" sz="2900" b="0" i="0" smtClean="0">
                        <a:latin typeface="Cambria Math" panose="02040503050406030204" pitchFamily="18" charset="0"/>
                        <a:ea typeface="Cambria Math" panose="02040503050406030204" pitchFamily="18" charset="0"/>
                      </a:rPr>
                      <m:t>a</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p>
                      <m:sSupPr>
                        <m:ctrlPr>
                          <a:rPr lang="fr-FR" altLang="en-US" sz="2900" i="1" smtClean="0">
                            <a:latin typeface="Cambria Math" panose="02040503050406030204" pitchFamily="18" charset="0"/>
                          </a:rPr>
                        </m:ctrlPr>
                      </m:sSupPr>
                      <m:e>
                        <m:r>
                          <a:rPr lang="fr-FR" altLang="en-US" sz="2900" b="0" i="1" smtClean="0">
                            <a:latin typeface="Cambria Math" panose="02040503050406030204" pitchFamily="18" charset="0"/>
                          </a:rPr>
                          <m:t>(</m:t>
                        </m:r>
                        <m:r>
                          <a:rPr lang="fr-FR" altLang="en-US" sz="2900" b="0" i="1" smtClean="0">
                            <a:latin typeface="Cambria Math" panose="02040503050406030204" pitchFamily="18" charset="0"/>
                          </a:rPr>
                          <m:t>𝑎</m:t>
                        </m:r>
                        <m:r>
                          <a:rPr lang="fr-FR" altLang="en-US" sz="2900" b="0" i="1" smtClean="0">
                            <a:latin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𝜔</m:t>
                        </m:r>
                        <m:r>
                          <a:rPr lang="fr-FR" altLang="en-US" sz="2900" b="0" i="1" smtClean="0">
                            <a:latin typeface="Cambria Math" panose="02040503050406030204" pitchFamily="18" charset="0"/>
                            <a:ea typeface="Cambria Math" panose="02040503050406030204" pitchFamily="18" charset="0"/>
                          </a:rPr>
                          <m:t>)</m:t>
                        </m:r>
                      </m:e>
                      <m:sup>
                        <m:r>
                          <a:rPr lang="fr-FR" altLang="en-US" sz="2900" b="0" i="1" smtClean="0">
                            <a:latin typeface="Cambria Math" panose="02040503050406030204" pitchFamily="18" charset="0"/>
                          </a:rPr>
                          <m:t>𝑅</m:t>
                        </m:r>
                      </m:sup>
                    </m:sSup>
                    <m:r>
                      <a:rPr lang="fr-FR" altLang="en-US" sz="2900" b="0" i="1" smtClean="0">
                        <a:latin typeface="Cambria Math" panose="02040503050406030204" pitchFamily="18" charset="0"/>
                      </a:rPr>
                      <m:t> = </m:t>
                    </m:r>
                    <m:sSup>
                      <m:sSupPr>
                        <m:ctrlPr>
                          <a:rPr lang="fr-FR" altLang="en-US" sz="2900" b="0" i="1" smtClean="0">
                            <a:latin typeface="Cambria Math" panose="02040503050406030204" pitchFamily="18" charset="0"/>
                          </a:rPr>
                        </m:ctrlPr>
                      </m:sSupPr>
                      <m:e>
                        <m:r>
                          <a:rPr lang="fr-FR" altLang="en-US" sz="2900" b="0" i="1" smtClean="0">
                            <a:latin typeface="Cambria Math" panose="02040503050406030204" pitchFamily="18" charset="0"/>
                            <a:ea typeface="Cambria Math" panose="02040503050406030204" pitchFamily="18" charset="0"/>
                          </a:rPr>
                          <m:t>𝜔</m:t>
                        </m:r>
                      </m:e>
                      <m:sup>
                        <m:r>
                          <a:rPr lang="fr-FR" altLang="en-US" sz="2900" b="0" i="1" smtClean="0">
                            <a:latin typeface="Cambria Math" panose="02040503050406030204" pitchFamily="18" charset="0"/>
                          </a:rPr>
                          <m:t>𝑅</m:t>
                        </m:r>
                      </m:sup>
                    </m:sSup>
                    <m:r>
                      <a:rPr lang="fr-FR" altLang="en-US" sz="2900" b="0" i="1" smtClean="0">
                        <a:latin typeface="Cambria Math" panose="02040503050406030204" pitchFamily="18" charset="0"/>
                      </a:rPr>
                      <m:t>.</m:t>
                    </m:r>
                    <m:r>
                      <a:rPr lang="fr-FR" altLang="en-US" sz="2900" b="0" i="1" smtClean="0">
                        <a:latin typeface="Cambria Math" panose="02040503050406030204" pitchFamily="18" charset="0"/>
                      </a:rPr>
                      <m:t>𝑎</m:t>
                    </m:r>
                  </m:oMath>
                </a14:m>
                <a:endParaRPr lang="fr-FR" altLang="en-US" sz="2900" dirty="0"/>
              </a:p>
              <a:p>
                <a:r>
                  <a:rPr lang="fr-FR" altLang="en-US" b="1" i="1" dirty="0">
                    <a:solidFill>
                      <a:srgbClr val="C00000"/>
                    </a:solidFill>
                  </a:rPr>
                  <a:t>Exemples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p>
                      <m:sSupPr>
                        <m:ctrlPr>
                          <a:rPr lang="fr-FR" altLang="en-US" sz="2900" i="1" smtClean="0">
                            <a:latin typeface="Cambria Math" panose="02040503050406030204" pitchFamily="18" charset="0"/>
                          </a:rPr>
                        </m:ctrlPr>
                      </m:sSupPr>
                      <m:e>
                        <m:r>
                          <a:rPr lang="fr-FR" altLang="en-US" sz="2900" b="0" i="1" smtClean="0">
                            <a:latin typeface="Cambria Math" panose="02040503050406030204" pitchFamily="18" charset="0"/>
                          </a:rPr>
                          <m:t>10111</m:t>
                        </m:r>
                      </m:e>
                      <m:sup>
                        <m:r>
                          <a:rPr lang="fr-FR" altLang="en-US" sz="2900" b="0" i="1" smtClean="0">
                            <a:latin typeface="Cambria Math" panose="02040503050406030204" pitchFamily="18" charset="0"/>
                          </a:rPr>
                          <m:t>𝑅</m:t>
                        </m:r>
                      </m:sup>
                    </m:sSup>
                    <m:r>
                      <a:rPr lang="fr-FR" altLang="en-US" sz="2900" b="0" i="1" smtClean="0">
                        <a:latin typeface="Cambria Math" panose="02040503050406030204" pitchFamily="18" charset="0"/>
                      </a:rPr>
                      <m:t>=11101</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p>
                      <m:sSupPr>
                        <m:ctrlPr>
                          <a:rPr lang="fr-FR" altLang="en-US" sz="2900" i="1" smtClean="0">
                            <a:latin typeface="Cambria Math" panose="02040503050406030204" pitchFamily="18" charset="0"/>
                          </a:rPr>
                        </m:ctrlPr>
                      </m:sSupPr>
                      <m:e>
                        <m:r>
                          <a:rPr lang="fr-FR" altLang="en-US" sz="2900" b="0" i="1" smtClean="0">
                            <a:latin typeface="Cambria Math" panose="02040503050406030204" pitchFamily="18" charset="0"/>
                          </a:rPr>
                          <m:t>𝑎𝑏𝑐𝑑</m:t>
                        </m:r>
                      </m:e>
                      <m:sup>
                        <m:r>
                          <a:rPr lang="fr-FR" altLang="en-US" sz="2900" b="0" i="1" smtClean="0">
                            <a:latin typeface="Cambria Math" panose="02040503050406030204" pitchFamily="18" charset="0"/>
                          </a:rPr>
                          <m:t>𝑅</m:t>
                        </m:r>
                      </m:sup>
                    </m:sSup>
                    <m:r>
                      <a:rPr lang="fr-FR" altLang="en-US" sz="2900" b="0" i="1" smtClean="0">
                        <a:latin typeface="Cambria Math" panose="02040503050406030204" pitchFamily="18" charset="0"/>
                      </a:rPr>
                      <m:t>=</m:t>
                    </m:r>
                    <m:r>
                      <a:rPr lang="fr-FR" altLang="en-US" sz="2900" b="0" i="1" smtClean="0">
                        <a:latin typeface="Cambria Math" panose="02040503050406030204" pitchFamily="18" charset="0"/>
                      </a:rPr>
                      <m:t>𝑑𝑐𝑏𝑎</m:t>
                    </m:r>
                  </m:oMath>
                </a14:m>
                <a:endParaRPr lang="fr-FR" altLang="en-US" sz="2900"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235" t="-3145" r="-1529"/>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307747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Opérations sur les mots</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000099"/>
                    </a:solidFill>
                  </a:rPr>
                  <a:t>Puissance d’un mot</a:t>
                </a:r>
              </a:p>
              <a:p>
                <a:r>
                  <a:rPr lang="fr-FR" b="1" i="1" dirty="0">
                    <a:solidFill>
                      <a:srgbClr val="C00000"/>
                    </a:solidFill>
                  </a:rPr>
                  <a:t>Définition :</a:t>
                </a:r>
                <a:r>
                  <a:rPr lang="fr-FR" dirty="0"/>
                  <a:t> Soit </a:t>
                </a:r>
                <a14:m>
                  <m:oMath xmlns:m="http://schemas.openxmlformats.org/officeDocument/2006/math">
                    <m:r>
                      <a:rPr lang="fr-FR" i="1" smtClean="0">
                        <a:latin typeface="Cambria Math" panose="02040503050406030204" pitchFamily="18" charset="0"/>
                        <a:ea typeface="Cambria Math" panose="02040503050406030204" pitchFamily="18" charset="0"/>
                      </a:rPr>
                      <m:t>𝜔</m:t>
                    </m:r>
                    <m:r>
                      <a:rPr lang="fr-FR" b="0" i="1" smtClean="0">
                        <a:latin typeface="Cambria Math" panose="02040503050406030204" pitchFamily="18" charset="0"/>
                        <a:ea typeface="Cambria Math" panose="02040503050406030204" pitchFamily="18" charset="0"/>
                      </a:rPr>
                      <m:t> </m:t>
                    </m:r>
                    <m:r>
                      <a:rPr lang="fr-FR" i="1" smtClean="0">
                        <a:latin typeface="Cambria Math" panose="02040503050406030204" pitchFamily="18" charset="0"/>
                        <a:ea typeface="Cambria Math" panose="02040503050406030204" pitchFamily="18" charset="0"/>
                      </a:rPr>
                      <m:t>𝜖</m:t>
                    </m:r>
                    <m:r>
                      <a:rPr lang="fr-FR" b="0" i="1" smtClean="0">
                        <a:latin typeface="Cambria Math" panose="02040503050406030204" pitchFamily="18" charset="0"/>
                        <a:ea typeface="Cambria Math" panose="02040503050406030204" pitchFamily="18" charset="0"/>
                      </a:rPr>
                      <m:t> </m:t>
                    </m:r>
                    <m:sSup>
                      <m:sSupPr>
                        <m:ctrlPr>
                          <a:rPr lang="fr-FR"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Σ</m:t>
                        </m:r>
                      </m:e>
                      <m:sup>
                        <m:r>
                          <a:rPr lang="fr-FR" b="0" i="1" smtClean="0">
                            <a:latin typeface="Cambria Math" panose="02040503050406030204" pitchFamily="18" charset="0"/>
                            <a:ea typeface="Cambria Math" panose="02040503050406030204" pitchFamily="18" charset="0"/>
                          </a:rPr>
                          <m:t>∗</m:t>
                        </m:r>
                      </m:sup>
                    </m:sSup>
                  </m:oMath>
                </a14:m>
                <a:r>
                  <a:rPr lang="fr-FR" i="1" dirty="0"/>
                  <a:t>et </a:t>
                </a:r>
                <a14:m>
                  <m:oMath xmlns:m="http://schemas.openxmlformats.org/officeDocument/2006/math">
                    <m:r>
                      <a:rPr lang="fr-FR" b="0" i="1" smtClean="0">
                        <a:latin typeface="Cambria Math" panose="02040503050406030204" pitchFamily="18" charset="0"/>
                      </a:rPr>
                      <m:t>𝑛</m:t>
                    </m:r>
                    <m:r>
                      <a:rPr lang="fr-FR" b="0" i="1" smtClean="0">
                        <a:latin typeface="Cambria Math" panose="02040503050406030204" pitchFamily="18" charset="0"/>
                      </a:rPr>
                      <m:t> </m:t>
                    </m:r>
                    <m:r>
                      <a:rPr lang="fr-FR" b="0" i="1" smtClean="0">
                        <a:latin typeface="Cambria Math" panose="02040503050406030204" pitchFamily="18" charset="0"/>
                        <a:ea typeface="Cambria Math" panose="02040503050406030204" pitchFamily="18" charset="0"/>
                      </a:rPr>
                      <m:t>𝜖</m:t>
                    </m:r>
                    <m:r>
                      <a:rPr lang="fr-FR" b="0" i="1" smtClean="0">
                        <a:latin typeface="Cambria Math" panose="02040503050406030204" pitchFamily="18" charset="0"/>
                        <a:ea typeface="Cambria Math" panose="02040503050406030204" pitchFamily="18" charset="0"/>
                      </a:rPr>
                      <m:t> </m:t>
                    </m:r>
                    <m:r>
                      <a:rPr lang="fr-FR" b="0" i="1" smtClean="0">
                        <a:latin typeface="Cambria Math" panose="02040503050406030204" pitchFamily="18" charset="0"/>
                        <a:ea typeface="Cambria Math" panose="02040503050406030204" pitchFamily="18" charset="0"/>
                      </a:rPr>
                      <m:t>ℕ</m:t>
                    </m:r>
                  </m:oMath>
                </a14:m>
                <a:r>
                  <a:rPr lang="fr-FR" dirty="0"/>
                  <a:t>. On définit la puissance </a:t>
                </a:r>
                <a14:m>
                  <m:oMath xmlns:m="http://schemas.openxmlformats.org/officeDocument/2006/math">
                    <m:r>
                      <a:rPr lang="fr-FR" b="0" i="1" smtClean="0">
                        <a:latin typeface="Cambria Math" panose="02040503050406030204" pitchFamily="18" charset="0"/>
                      </a:rPr>
                      <m:t>𝑛</m:t>
                    </m:r>
                  </m:oMath>
                </a14:m>
                <a:r>
                  <a:rPr lang="fr-FR" dirty="0"/>
                  <a:t> de </a:t>
                </a:r>
                <a14:m>
                  <m:oMath xmlns:m="http://schemas.openxmlformats.org/officeDocument/2006/math">
                    <m:r>
                      <a:rPr lang="fr-FR" i="1" smtClean="0">
                        <a:latin typeface="Cambria Math" panose="02040503050406030204" pitchFamily="18" charset="0"/>
                        <a:ea typeface="Cambria Math" panose="02040503050406030204" pitchFamily="18" charset="0"/>
                      </a:rPr>
                      <m:t>𝜔</m:t>
                    </m:r>
                  </m:oMath>
                </a14:m>
                <a:r>
                  <a:rPr lang="fr-FR" i="1" dirty="0"/>
                  <a:t> </a:t>
                </a:r>
                <a:r>
                  <a:rPr lang="fr-FR" dirty="0"/>
                  <a:t>comme étant la juxtaposition du mot </a:t>
                </a:r>
                <a14:m>
                  <m:oMath xmlns:m="http://schemas.openxmlformats.org/officeDocument/2006/math">
                    <m:r>
                      <a:rPr lang="fr-FR" i="1">
                        <a:latin typeface="Cambria Math" panose="02040503050406030204" pitchFamily="18" charset="0"/>
                        <a:ea typeface="Cambria Math" panose="02040503050406030204" pitchFamily="18" charset="0"/>
                      </a:rPr>
                      <m:t>𝜔</m:t>
                    </m:r>
                  </m:oMath>
                </a14:m>
                <a:r>
                  <a:rPr lang="fr-FR" dirty="0"/>
                  <a:t> plusieurs fois.</a:t>
                </a:r>
              </a:p>
              <a:p>
                <a:pPr marL="130175" indent="0">
                  <a:buNone/>
                </a:pPr>
                <a:r>
                  <a:rPr lang="fr-FR" dirty="0"/>
                  <a:t>   Formellement, le miroir est défini par induction comme suit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p>
                      <m:sSupPr>
                        <m:ctrlPr>
                          <a:rPr lang="fr-FR" sz="2900" i="1" smtClean="0">
                            <a:latin typeface="Cambria Math" panose="02040503050406030204" pitchFamily="18" charset="0"/>
                          </a:rPr>
                        </m:ctrlPr>
                      </m:sSupPr>
                      <m:e>
                        <m:r>
                          <a:rPr lang="fr-FR" sz="2900" i="1" smtClean="0">
                            <a:latin typeface="Cambria Math" panose="02040503050406030204" pitchFamily="18" charset="0"/>
                            <a:ea typeface="Cambria Math" panose="02040503050406030204" pitchFamily="18" charset="0"/>
                          </a:rPr>
                          <m:t>𝜔</m:t>
                        </m:r>
                      </m:e>
                      <m:sup>
                        <m:r>
                          <a:rPr lang="fr-FR" sz="2900" b="0" i="1" smtClean="0">
                            <a:latin typeface="Cambria Math" panose="02040503050406030204" pitchFamily="18" charset="0"/>
                            <a:ea typeface="Cambria Math" panose="02040503050406030204" pitchFamily="18" charset="0"/>
                          </a:rPr>
                          <m:t>0</m:t>
                        </m:r>
                      </m:sup>
                    </m:sSup>
                    <m:r>
                      <a:rPr lang="fr-FR" sz="2900">
                        <a:latin typeface="Cambria Math" panose="02040503050406030204" pitchFamily="18" charset="0"/>
                      </a:rPr>
                      <m:t>=</m:t>
                    </m:r>
                    <m:r>
                      <m:rPr>
                        <m:sty m:val="p"/>
                      </m:rPr>
                      <a:rPr lang="el-GR" sz="2900" i="1" smtClean="0">
                        <a:latin typeface="Cambria Math" panose="02040503050406030204" pitchFamily="18" charset="0"/>
                        <a:ea typeface="Cambria Math" panose="02040503050406030204" pitchFamily="18" charset="0"/>
                      </a:rPr>
                      <m:t>ε</m:t>
                    </m:r>
                  </m:oMath>
                </a14:m>
                <a:endParaRPr lang="fr-FR"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p>
                      <m:sSupPr>
                        <m:ctrlPr>
                          <a:rPr lang="fr-FR" sz="2900" b="0" i="1" smtClean="0">
                            <a:latin typeface="Cambria Math" panose="02040503050406030204" pitchFamily="18" charset="0"/>
                            <a:ea typeface="Cambria Math" panose="02040503050406030204" pitchFamily="18" charset="0"/>
                          </a:rPr>
                        </m:ctrlPr>
                      </m:sSupPr>
                      <m:e>
                        <m:r>
                          <a:rPr lang="fr-FR" sz="2900" b="0" i="1" smtClean="0">
                            <a:latin typeface="Cambria Math" panose="02040503050406030204" pitchFamily="18" charset="0"/>
                            <a:ea typeface="Cambria Math" panose="02040503050406030204" pitchFamily="18" charset="0"/>
                          </a:rPr>
                          <m:t>𝜔</m:t>
                        </m:r>
                      </m:e>
                      <m:sup>
                        <m:r>
                          <a:rPr lang="fr-FR" sz="2900" b="0" i="1" smtClean="0">
                            <a:latin typeface="Cambria Math" panose="02040503050406030204" pitchFamily="18" charset="0"/>
                            <a:ea typeface="Cambria Math" panose="02040503050406030204" pitchFamily="18" charset="0"/>
                          </a:rPr>
                          <m:t>1</m:t>
                        </m:r>
                      </m:sup>
                    </m:sSup>
                    <m:r>
                      <a:rPr lang="fr-FR" sz="2900" b="0" i="0" smtClean="0">
                        <a:latin typeface="Cambria Math" panose="02040503050406030204" pitchFamily="18" charset="0"/>
                        <a:ea typeface="Cambria Math" panose="02040503050406030204" pitchFamily="18" charset="0"/>
                      </a:rPr>
                      <m:t>=</m:t>
                    </m:r>
                    <m:r>
                      <m:rPr>
                        <m:sty m:val="p"/>
                      </m:rPr>
                      <a:rPr lang="el-GR" sz="2900" b="0" i="1" smtClean="0">
                        <a:latin typeface="Cambria Math" panose="02040503050406030204" pitchFamily="18" charset="0"/>
                        <a:ea typeface="Cambria Math" panose="02040503050406030204" pitchFamily="18" charset="0"/>
                      </a:rPr>
                      <m:t>ω</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p>
                      <m:sSupPr>
                        <m:ctrlPr>
                          <a:rPr lang="fr-FR" altLang="en-US" sz="2900" i="1" smtClean="0">
                            <a:latin typeface="Cambria Math" panose="02040503050406030204" pitchFamily="18" charset="0"/>
                          </a:rPr>
                        </m:ctrlPr>
                      </m:sSupPr>
                      <m:e>
                        <m:r>
                          <a:rPr lang="fr-FR" altLang="en-US" sz="2900" b="0" i="1" smtClean="0">
                            <a:latin typeface="Cambria Math" panose="02040503050406030204" pitchFamily="18" charset="0"/>
                            <a:ea typeface="Cambria Math" panose="02040503050406030204" pitchFamily="18" charset="0"/>
                          </a:rPr>
                          <m:t>𝜔</m:t>
                        </m:r>
                      </m:e>
                      <m:sup>
                        <m:r>
                          <a:rPr lang="fr-FR" altLang="en-US" sz="2900" b="0" i="1" smtClean="0">
                            <a:latin typeface="Cambria Math" panose="02040503050406030204" pitchFamily="18" charset="0"/>
                            <a:ea typeface="Cambria Math" panose="02040503050406030204" pitchFamily="18" charset="0"/>
                          </a:rPr>
                          <m:t>𝑛</m:t>
                        </m:r>
                        <m:r>
                          <a:rPr lang="fr-FR" altLang="en-US" sz="2900" b="0" i="1" smtClean="0">
                            <a:latin typeface="Cambria Math" panose="02040503050406030204" pitchFamily="18" charset="0"/>
                            <a:ea typeface="Cambria Math" panose="02040503050406030204" pitchFamily="18" charset="0"/>
                          </a:rPr>
                          <m:t>+1</m:t>
                        </m:r>
                      </m:sup>
                    </m:sSup>
                    <m:r>
                      <a:rPr lang="fr-FR" altLang="en-US" sz="2900" b="0" i="1" smtClean="0">
                        <a:latin typeface="Cambria Math" panose="02040503050406030204" pitchFamily="18" charset="0"/>
                      </a:rPr>
                      <m:t> = </m:t>
                    </m:r>
                    <m:sSup>
                      <m:sSupPr>
                        <m:ctrlPr>
                          <a:rPr lang="fr-FR" altLang="en-US" sz="2900" b="0" i="1" smtClean="0">
                            <a:latin typeface="Cambria Math" panose="02040503050406030204" pitchFamily="18" charset="0"/>
                          </a:rPr>
                        </m:ctrlPr>
                      </m:sSupPr>
                      <m:e>
                        <m:r>
                          <a:rPr lang="fr-FR" altLang="en-US" sz="2900" b="0" i="1" smtClean="0">
                            <a:latin typeface="Cambria Math" panose="02040503050406030204" pitchFamily="18" charset="0"/>
                            <a:ea typeface="Cambria Math" panose="02040503050406030204" pitchFamily="18" charset="0"/>
                          </a:rPr>
                          <m:t>𝜔</m:t>
                        </m:r>
                      </m:e>
                      <m:sup>
                        <m:r>
                          <a:rPr lang="fr-FR" altLang="en-US" sz="2900" b="0" i="1" smtClean="0">
                            <a:latin typeface="Cambria Math" panose="02040503050406030204" pitchFamily="18" charset="0"/>
                            <a:ea typeface="Cambria Math" panose="02040503050406030204" pitchFamily="18" charset="0"/>
                          </a:rPr>
                          <m:t>𝑛</m:t>
                        </m:r>
                      </m:sup>
                    </m:sSup>
                    <m:r>
                      <a:rPr lang="fr-FR" altLang="en-US" sz="2900" b="0" i="1" smtClean="0">
                        <a:latin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𝜔</m:t>
                    </m:r>
                  </m:oMath>
                </a14:m>
                <a:endParaRPr lang="fr-FR" altLang="en-US" sz="2900" dirty="0"/>
              </a:p>
              <a:p>
                <a:r>
                  <a:rPr lang="fr-FR" altLang="en-US" b="1" i="1" dirty="0">
                    <a:solidFill>
                      <a:srgbClr val="C00000"/>
                    </a:solidFill>
                  </a:rPr>
                  <a:t>Exemples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p>
                      <m:sSupPr>
                        <m:ctrlPr>
                          <a:rPr lang="fr-FR" altLang="en-US" sz="2900" i="1" smtClean="0">
                            <a:latin typeface="Cambria Math" panose="02040503050406030204" pitchFamily="18" charset="0"/>
                          </a:rPr>
                        </m:ctrlPr>
                      </m:sSupPr>
                      <m:e>
                        <m:r>
                          <a:rPr lang="fr-FR" altLang="en-US" sz="2900" b="0" i="1" smtClean="0">
                            <a:latin typeface="Cambria Math" panose="02040503050406030204" pitchFamily="18" charset="0"/>
                          </a:rPr>
                          <m:t>101</m:t>
                        </m:r>
                      </m:e>
                      <m:sup>
                        <m:r>
                          <a:rPr lang="fr-FR" altLang="en-US" sz="2900" b="0" i="1" smtClean="0">
                            <a:latin typeface="Cambria Math" panose="02040503050406030204" pitchFamily="18" charset="0"/>
                          </a:rPr>
                          <m:t>2</m:t>
                        </m:r>
                      </m:sup>
                    </m:sSup>
                    <m:r>
                      <a:rPr lang="fr-FR" altLang="en-US" sz="2900" b="0" i="1" smtClean="0">
                        <a:latin typeface="Cambria Math" panose="02040503050406030204" pitchFamily="18" charset="0"/>
                      </a:rPr>
                      <m:t>=101101</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p>
                      <m:sSupPr>
                        <m:ctrlPr>
                          <a:rPr lang="fr-FR" altLang="en-US" sz="2900" i="1" smtClean="0">
                            <a:latin typeface="Cambria Math" panose="02040503050406030204" pitchFamily="18" charset="0"/>
                          </a:rPr>
                        </m:ctrlPr>
                      </m:sSupPr>
                      <m:e>
                        <m:r>
                          <a:rPr lang="fr-FR" altLang="en-US" sz="2900" b="0" i="1" smtClean="0">
                            <a:latin typeface="Cambria Math" panose="02040503050406030204" pitchFamily="18" charset="0"/>
                          </a:rPr>
                          <m:t>𝑎𝑏</m:t>
                        </m:r>
                      </m:e>
                      <m:sup>
                        <m:r>
                          <a:rPr lang="fr-FR" altLang="en-US" sz="2900" b="0" i="1" smtClean="0">
                            <a:latin typeface="Cambria Math" panose="02040503050406030204" pitchFamily="18" charset="0"/>
                          </a:rPr>
                          <m:t>0</m:t>
                        </m:r>
                      </m:sup>
                    </m:sSup>
                    <m:r>
                      <a:rPr lang="fr-FR" altLang="en-US" sz="2900" b="0" i="1" smtClean="0">
                        <a:latin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𝜀</m:t>
                    </m:r>
                  </m:oMath>
                </a14:m>
                <a:endParaRPr lang="fr-FR" altLang="en-US" sz="2900"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235" t="-3145"/>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062965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Opérations sur les mots</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850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000099"/>
                    </a:solidFill>
                  </a:rPr>
                  <a:t>Factorisation d’un mot</a:t>
                </a:r>
              </a:p>
              <a:p>
                <a:r>
                  <a:rPr lang="fr-FR" b="1" i="1" dirty="0">
                    <a:solidFill>
                      <a:srgbClr val="C00000"/>
                    </a:solidFill>
                  </a:rPr>
                  <a:t>Définition :</a:t>
                </a:r>
                <a:r>
                  <a:rPr lang="fr-FR" dirty="0"/>
                  <a:t> Soit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oMath>
                </a14:m>
                <a:r>
                  <a:rPr lang="fr-FR" i="1" dirty="0"/>
                  <a:t> </a:t>
                </a:r>
                <a:r>
                  <a:rPr lang="fr-FR" dirty="0"/>
                  <a:t>un alphabet, soient </a:t>
                </a:r>
                <a14:m>
                  <m:oMath xmlns:m="http://schemas.openxmlformats.org/officeDocument/2006/math">
                    <m:r>
                      <a:rPr lang="fr-FR" b="0" i="1" smtClean="0">
                        <a:latin typeface="Cambria Math" panose="02040503050406030204" pitchFamily="18" charset="0"/>
                      </a:rPr>
                      <m:t>𝑣</m:t>
                    </m:r>
                  </m:oMath>
                </a14:m>
                <a:r>
                  <a:rPr lang="fr-FR" i="1" dirty="0"/>
                  <a:t> </a:t>
                </a:r>
                <a:r>
                  <a:rPr lang="fr-FR" dirty="0"/>
                  <a:t>et </a:t>
                </a:r>
                <a14:m>
                  <m:oMath xmlns:m="http://schemas.openxmlformats.org/officeDocument/2006/math">
                    <m:r>
                      <a:rPr lang="fr-FR" b="0" i="1" smtClean="0">
                        <a:latin typeface="Cambria Math" panose="02040503050406030204" pitchFamily="18" charset="0"/>
                      </a:rPr>
                      <m:t>𝑤</m:t>
                    </m:r>
                  </m:oMath>
                </a14:m>
                <a:r>
                  <a:rPr lang="fr-FR" i="1" dirty="0"/>
                  <a:t> </a:t>
                </a:r>
                <a:r>
                  <a:rPr lang="fr-FR" dirty="0"/>
                  <a:t>deux mots de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oMath>
                </a14:m>
                <a:r>
                  <a:rPr lang="fr-FR" dirty="0"/>
                  <a:t>, on dit que :</a:t>
                </a:r>
              </a:p>
              <a:p>
                <a:pPr marL="908050" indent="-457200">
                  <a:buFont typeface="Arial" panose="020B0604020202020204" pitchFamily="34" charset="0"/>
                  <a:buChar char="•"/>
                </a:pPr>
                <a14:m>
                  <m:oMath xmlns:m="http://schemas.openxmlformats.org/officeDocument/2006/math">
                    <m:r>
                      <a:rPr lang="fr-FR" b="0" i="1" smtClean="0">
                        <a:latin typeface="Cambria Math" panose="02040503050406030204" pitchFamily="18" charset="0"/>
                      </a:rPr>
                      <m:t>𝑣</m:t>
                    </m:r>
                  </m:oMath>
                </a14:m>
                <a:r>
                  <a:rPr lang="fr-FR" i="1" dirty="0"/>
                  <a:t> </a:t>
                </a:r>
                <a:r>
                  <a:rPr lang="fr-FR" dirty="0"/>
                  <a:t>est un sous-mot (facteur) de </a:t>
                </a:r>
                <a14:m>
                  <m:oMath xmlns:m="http://schemas.openxmlformats.org/officeDocument/2006/math">
                    <m:r>
                      <a:rPr lang="fr-FR" b="0" i="1" smtClean="0">
                        <a:latin typeface="Cambria Math" panose="02040503050406030204" pitchFamily="18" charset="0"/>
                      </a:rPr>
                      <m:t>𝑤</m:t>
                    </m:r>
                  </m:oMath>
                </a14:m>
                <a:r>
                  <a:rPr lang="fr-FR" i="1" dirty="0"/>
                  <a:t> </a:t>
                </a:r>
                <a:r>
                  <a:rPr lang="fr-FR" dirty="0"/>
                  <a:t>si et seulement s’il existe deux mots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1</m:t>
                        </m:r>
                      </m:sub>
                    </m:sSub>
                  </m:oMath>
                </a14:m>
                <a:r>
                  <a:rPr lang="fr-FR" dirty="0"/>
                  <a:t> et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2</m:t>
                        </m:r>
                      </m:sub>
                    </m:sSub>
                  </m:oMath>
                </a14:m>
                <a:r>
                  <a:rPr lang="fr-FR" dirty="0"/>
                  <a:t>appartenant à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oMath>
                </a14:m>
                <a:r>
                  <a:rPr lang="fr-FR" dirty="0"/>
                  <a:t> tel que : </a:t>
                </a:r>
                <a14:m>
                  <m:oMath xmlns:m="http://schemas.openxmlformats.org/officeDocument/2006/math">
                    <m:r>
                      <a:rPr lang="fr-FR" b="0" i="1" smtClean="0">
                        <a:latin typeface="Cambria Math" panose="02040503050406030204" pitchFamily="18" charset="0"/>
                      </a:rPr>
                      <m:t>𝑤</m:t>
                    </m:r>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1</m:t>
                        </m:r>
                      </m:sub>
                    </m:sSub>
                    <m:r>
                      <a:rPr lang="fr-FR" b="0" i="1" smtClean="0">
                        <a:latin typeface="Cambria Math" panose="02040503050406030204" pitchFamily="18" charset="0"/>
                      </a:rPr>
                      <m:t>𝑣</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2</m:t>
                        </m:r>
                      </m:sub>
                    </m:sSub>
                  </m:oMath>
                </a14:m>
                <a:r>
                  <a:rPr lang="fr-FR" dirty="0"/>
                  <a:t> ;</a:t>
                </a:r>
              </a:p>
              <a:p>
                <a:pPr marL="908050" indent="-457200">
                  <a:buFont typeface="Arial" panose="020B0604020202020204" pitchFamily="34" charset="0"/>
                  <a:buChar char="•"/>
                </a:pPr>
                <a14:m>
                  <m:oMath xmlns:m="http://schemas.openxmlformats.org/officeDocument/2006/math">
                    <m:r>
                      <a:rPr lang="fr-FR" b="0" i="1" smtClean="0">
                        <a:latin typeface="Cambria Math" panose="02040503050406030204" pitchFamily="18" charset="0"/>
                      </a:rPr>
                      <m:t>𝑣</m:t>
                    </m:r>
                  </m:oMath>
                </a14:m>
                <a:r>
                  <a:rPr lang="fr-FR" i="1" dirty="0"/>
                  <a:t> </a:t>
                </a:r>
                <a:r>
                  <a:rPr lang="fr-FR" dirty="0"/>
                  <a:t>est un facteur propre de </a:t>
                </a:r>
                <a14:m>
                  <m:oMath xmlns:m="http://schemas.openxmlformats.org/officeDocument/2006/math">
                    <m:r>
                      <a:rPr lang="fr-FR" b="0" i="1" smtClean="0">
                        <a:latin typeface="Cambria Math" panose="02040503050406030204" pitchFamily="18" charset="0"/>
                      </a:rPr>
                      <m:t>𝑤</m:t>
                    </m:r>
                  </m:oMath>
                </a14:m>
                <a:r>
                  <a:rPr lang="fr-FR" i="1" dirty="0"/>
                  <a:t> </a:t>
                </a:r>
                <a:r>
                  <a:rPr lang="fr-FR" dirty="0"/>
                  <a:t>si et seulement si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1</m:t>
                        </m:r>
                      </m:sub>
                    </m:sSub>
                    <m:r>
                      <a:rPr lang="fr-FR"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 </m:t>
                    </m:r>
                    <m:r>
                      <a:rPr lang="fr-FR" b="0" i="1" smtClean="0">
                        <a:latin typeface="Cambria Math" panose="02040503050406030204" pitchFamily="18" charset="0"/>
                        <a:ea typeface="Cambria Math" panose="02040503050406030204" pitchFamily="18" charset="0"/>
                      </a:rPr>
                      <m:t>𝜀</m:t>
                    </m:r>
                    <m:r>
                      <a:rPr lang="fr-FR" b="0" i="1" smtClean="0">
                        <a:latin typeface="Cambria Math" panose="02040503050406030204" pitchFamily="18" charset="0"/>
                        <a:ea typeface="Cambria Math" panose="02040503050406030204" pitchFamily="18" charset="0"/>
                      </a:rPr>
                      <m:t> </m:t>
                    </m:r>
                  </m:oMath>
                </a14:m>
                <a:r>
                  <a:rPr lang="fr-FR" dirty="0"/>
                  <a:t>et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𝑢</m:t>
                        </m:r>
                      </m:e>
                      <m:sub>
                        <m:r>
                          <a:rPr lang="fr-FR" b="0" i="1" smtClean="0">
                            <a:latin typeface="Cambria Math" panose="02040503050406030204" pitchFamily="18" charset="0"/>
                          </a:rPr>
                          <m:t>2</m:t>
                        </m:r>
                      </m:sub>
                    </m:sSub>
                    <m:r>
                      <a:rPr lang="fr-FR" i="1">
                        <a:latin typeface="Cambria Math" panose="02040503050406030204" pitchFamily="18" charset="0"/>
                        <a:ea typeface="Cambria Math" panose="02040503050406030204" pitchFamily="18" charset="0"/>
                      </a:rPr>
                      <m:t>≠ </m:t>
                    </m:r>
                    <m:r>
                      <a:rPr lang="fr-FR" i="1">
                        <a:latin typeface="Cambria Math" panose="02040503050406030204" pitchFamily="18" charset="0"/>
                        <a:ea typeface="Cambria Math" panose="02040503050406030204" pitchFamily="18" charset="0"/>
                      </a:rPr>
                      <m:t>𝜀</m:t>
                    </m:r>
                  </m:oMath>
                </a14:m>
                <a:r>
                  <a:rPr lang="fr-FR" i="1" dirty="0"/>
                  <a:t> </a:t>
                </a:r>
                <a:r>
                  <a:rPr lang="fr-FR" dirty="0"/>
                  <a:t>;</a:t>
                </a:r>
              </a:p>
              <a:p>
                <a:pPr marL="908050" indent="-457200">
                  <a:buFont typeface="Arial" panose="020B0604020202020204" pitchFamily="34" charset="0"/>
                  <a:buChar char="•"/>
                </a:pPr>
                <a14:m>
                  <m:oMath xmlns:m="http://schemas.openxmlformats.org/officeDocument/2006/math">
                    <m:r>
                      <a:rPr lang="fr-FR" b="0" i="1" smtClean="0">
                        <a:latin typeface="Cambria Math" panose="02040503050406030204" pitchFamily="18" charset="0"/>
                      </a:rPr>
                      <m:t>𝑣</m:t>
                    </m:r>
                  </m:oMath>
                </a14:m>
                <a:r>
                  <a:rPr lang="fr-FR" i="1" dirty="0"/>
                  <a:t> </a:t>
                </a:r>
                <a:r>
                  <a:rPr lang="fr-FR" dirty="0"/>
                  <a:t>est un facteur gauche de </a:t>
                </a:r>
                <a14:m>
                  <m:oMath xmlns:m="http://schemas.openxmlformats.org/officeDocument/2006/math">
                    <m:r>
                      <a:rPr lang="fr-FR" b="0" i="1" smtClean="0">
                        <a:latin typeface="Cambria Math" panose="02040503050406030204" pitchFamily="18" charset="0"/>
                      </a:rPr>
                      <m:t>𝑤</m:t>
                    </m:r>
                  </m:oMath>
                </a14:m>
                <a:r>
                  <a:rPr lang="fr-FR" i="1" dirty="0"/>
                  <a:t>, on dit aussi que </a:t>
                </a:r>
                <a14:m>
                  <m:oMath xmlns:m="http://schemas.openxmlformats.org/officeDocument/2006/math">
                    <m:r>
                      <a:rPr lang="fr-FR" b="0" i="1" smtClean="0">
                        <a:latin typeface="Cambria Math" panose="02040503050406030204" pitchFamily="18" charset="0"/>
                      </a:rPr>
                      <m:t>𝑣</m:t>
                    </m:r>
                  </m:oMath>
                </a14:m>
                <a:r>
                  <a:rPr lang="fr-FR" i="1" dirty="0"/>
                  <a:t> est un préfixe de </a:t>
                </a:r>
                <a14:m>
                  <m:oMath xmlns:m="http://schemas.openxmlformats.org/officeDocument/2006/math">
                    <m:r>
                      <a:rPr lang="fr-FR" b="0" i="1" smtClean="0">
                        <a:latin typeface="Cambria Math" panose="02040503050406030204" pitchFamily="18" charset="0"/>
                      </a:rPr>
                      <m:t>𝑤</m:t>
                    </m:r>
                  </m:oMath>
                </a14:m>
                <a:r>
                  <a:rPr lang="fr-FR" dirty="0"/>
                  <a:t> si et seulement si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𝑢</m:t>
                        </m:r>
                      </m:e>
                      <m:sub>
                        <m:r>
                          <a:rPr lang="fr-FR" i="1">
                            <a:latin typeface="Cambria Math" panose="02040503050406030204" pitchFamily="18" charset="0"/>
                          </a:rPr>
                          <m:t>1</m:t>
                        </m:r>
                      </m:sub>
                    </m:sSub>
                    <m:r>
                      <a:rPr lang="fr-FR" b="0" i="1" smtClean="0">
                        <a:latin typeface="Cambria Math" panose="02040503050406030204" pitchFamily="18" charset="0"/>
                      </a:rPr>
                      <m:t>=</m:t>
                    </m:r>
                    <m:r>
                      <a:rPr lang="fr-FR" i="1">
                        <a:latin typeface="Cambria Math" panose="02040503050406030204" pitchFamily="18" charset="0"/>
                        <a:ea typeface="Cambria Math" panose="02040503050406030204" pitchFamily="18" charset="0"/>
                      </a:rPr>
                      <m:t> </m:t>
                    </m:r>
                    <m:r>
                      <a:rPr lang="fr-FR" i="1">
                        <a:latin typeface="Cambria Math" panose="02040503050406030204" pitchFamily="18" charset="0"/>
                        <a:ea typeface="Cambria Math" panose="02040503050406030204" pitchFamily="18" charset="0"/>
                      </a:rPr>
                      <m:t>𝜀</m:t>
                    </m:r>
                  </m:oMath>
                </a14:m>
                <a:r>
                  <a:rPr lang="fr-FR" i="1" dirty="0"/>
                  <a:t> </a:t>
                </a:r>
                <a:r>
                  <a:rPr lang="fr-FR" dirty="0"/>
                  <a:t>;</a:t>
                </a:r>
              </a:p>
              <a:p>
                <a:pPr marL="908050" indent="-457200">
                  <a:buFont typeface="Arial" panose="020B0604020202020204" pitchFamily="34" charset="0"/>
                  <a:buChar char="•"/>
                </a:pPr>
                <a14:m>
                  <m:oMath xmlns:m="http://schemas.openxmlformats.org/officeDocument/2006/math">
                    <m:r>
                      <a:rPr lang="fr-FR" i="1">
                        <a:latin typeface="Cambria Math" panose="02040503050406030204" pitchFamily="18" charset="0"/>
                      </a:rPr>
                      <m:t>𝑣</m:t>
                    </m:r>
                  </m:oMath>
                </a14:m>
                <a:r>
                  <a:rPr lang="fr-FR" i="1" dirty="0"/>
                  <a:t> </a:t>
                </a:r>
                <a:r>
                  <a:rPr lang="fr-FR" dirty="0"/>
                  <a:t>est un facteur droit de </a:t>
                </a:r>
                <a14:m>
                  <m:oMath xmlns:m="http://schemas.openxmlformats.org/officeDocument/2006/math">
                    <m:r>
                      <a:rPr lang="fr-FR" i="1">
                        <a:latin typeface="Cambria Math" panose="02040503050406030204" pitchFamily="18" charset="0"/>
                      </a:rPr>
                      <m:t>𝑤</m:t>
                    </m:r>
                  </m:oMath>
                </a14:m>
                <a:r>
                  <a:rPr lang="fr-FR" i="1" dirty="0"/>
                  <a:t>, on dit aussi que </a:t>
                </a:r>
                <a14:m>
                  <m:oMath xmlns:m="http://schemas.openxmlformats.org/officeDocument/2006/math">
                    <m:r>
                      <a:rPr lang="fr-FR" i="1">
                        <a:latin typeface="Cambria Math" panose="02040503050406030204" pitchFamily="18" charset="0"/>
                      </a:rPr>
                      <m:t>𝑣</m:t>
                    </m:r>
                  </m:oMath>
                </a14:m>
                <a:r>
                  <a:rPr lang="fr-FR" i="1" dirty="0"/>
                  <a:t> est un suffixe de </a:t>
                </a:r>
                <a14:m>
                  <m:oMath xmlns:m="http://schemas.openxmlformats.org/officeDocument/2006/math">
                    <m:r>
                      <a:rPr lang="fr-FR" i="1">
                        <a:latin typeface="Cambria Math" panose="02040503050406030204" pitchFamily="18" charset="0"/>
                      </a:rPr>
                      <m:t>𝑤</m:t>
                    </m:r>
                  </m:oMath>
                </a14:m>
                <a:r>
                  <a:rPr lang="fr-FR" dirty="0"/>
                  <a:t> si et seulement si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𝑢</m:t>
                        </m:r>
                      </m:e>
                      <m:sub>
                        <m:r>
                          <a:rPr lang="fr-FR" b="0" i="1" smtClean="0">
                            <a:latin typeface="Cambria Math" panose="02040503050406030204" pitchFamily="18" charset="0"/>
                          </a:rPr>
                          <m:t>2</m:t>
                        </m:r>
                      </m:sub>
                    </m:sSub>
                    <m:r>
                      <a:rPr lang="fr-FR" i="1">
                        <a:latin typeface="Cambria Math" panose="02040503050406030204" pitchFamily="18" charset="0"/>
                      </a:rPr>
                      <m:t>=</m:t>
                    </m:r>
                    <m:r>
                      <a:rPr lang="fr-FR" i="1">
                        <a:latin typeface="Cambria Math" panose="02040503050406030204" pitchFamily="18" charset="0"/>
                        <a:ea typeface="Cambria Math" panose="02040503050406030204" pitchFamily="18" charset="0"/>
                      </a:rPr>
                      <m:t> </m:t>
                    </m:r>
                    <m:r>
                      <a:rPr lang="fr-FR" i="1">
                        <a:latin typeface="Cambria Math" panose="02040503050406030204" pitchFamily="18" charset="0"/>
                        <a:ea typeface="Cambria Math" panose="02040503050406030204" pitchFamily="18" charset="0"/>
                      </a:rPr>
                      <m:t>𝜀</m:t>
                    </m:r>
                  </m:oMath>
                </a14:m>
                <a:r>
                  <a:rPr lang="fr-FR" i="1" dirty="0"/>
                  <a:t> </a:t>
                </a:r>
                <a:r>
                  <a:rPr lang="fr-FR" dirty="0"/>
                  <a:t>;</a:t>
                </a:r>
                <a:endParaRPr lang="fr-FR" altLang="en-US" sz="2900" dirty="0"/>
              </a:p>
              <a:p>
                <a:r>
                  <a:rPr lang="fr-FR" altLang="en-US" b="1" i="1" dirty="0">
                    <a:solidFill>
                      <a:srgbClr val="C00000"/>
                    </a:solidFill>
                  </a:rPr>
                  <a:t>Exemples :</a:t>
                </a:r>
              </a:p>
              <a:p>
                <a:pPr marL="908050" indent="-457200">
                  <a:buFont typeface="Arial" panose="020B0604020202020204" pitchFamily="34" charset="0"/>
                  <a:buChar char="•"/>
                </a:pPr>
                <a:r>
                  <a:rPr lang="fr-FR" dirty="0"/>
                  <a:t>"bon" est un facteur gauche (préfixe) du mot "bonjour".</a:t>
                </a:r>
              </a:p>
              <a:p>
                <a:pPr marL="908050" indent="-457200">
                  <a:buFont typeface="Arial" panose="020B0604020202020204" pitchFamily="34" charset="0"/>
                  <a:buChar char="•"/>
                </a:pPr>
                <a:r>
                  <a:rPr lang="fr-FR" dirty="0"/>
                  <a:t>"jour" est un facteur droit (suffixe) du mot "bonjour".</a:t>
                </a:r>
              </a:p>
              <a:p>
                <a:pPr marL="908050" indent="-457200">
                  <a:buFont typeface="Arial" panose="020B0604020202020204" pitchFamily="34" charset="0"/>
                  <a:buChar char="•"/>
                </a:pPr>
                <a:r>
                  <a:rPr lang="fr-FR" dirty="0"/>
                  <a:t>"on" est un facteur propre du mot "bonjour".</a:t>
                </a:r>
                <a:endParaRPr lang="fr-FR" altLang="en-US" sz="2900"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941" t="-3145" b="-1311"/>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4167687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Langage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formel</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i="1" dirty="0">
                    <a:solidFill>
                      <a:srgbClr val="C00000"/>
                    </a:solidFill>
                  </a:rPr>
                  <a:t>Définition :</a:t>
                </a:r>
                <a:r>
                  <a:rPr lang="fr-FR" dirty="0"/>
                  <a:t> On appelle langage formel défini sur un alphabet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oMath>
                </a14:m>
                <a:r>
                  <a:rPr lang="fr-FR" dirty="0"/>
                  <a:t>, tout sous-ensemble (fini ou infini) de  </a:t>
                </a:r>
                <a14:m>
                  <m:oMath xmlns:m="http://schemas.openxmlformats.org/officeDocument/2006/math">
                    <m:sSup>
                      <m:sSupPr>
                        <m:ctrlPr>
                          <a:rPr lang="fr-FR" i="1" smtClean="0">
                            <a:latin typeface="Cambria Math" panose="02040503050406030204" pitchFamily="18" charset="0"/>
                          </a:rPr>
                        </m:ctrlPr>
                      </m:sSupPr>
                      <m:e>
                        <m:r>
                          <m:rPr>
                            <m:sty m:val="p"/>
                          </m:rPr>
                          <a:rPr lang="el-GR" i="1" smtClean="0">
                            <a:latin typeface="Cambria Math" panose="02040503050406030204" pitchFamily="18" charset="0"/>
                            <a:ea typeface="Cambria Math" panose="02040503050406030204" pitchFamily="18" charset="0"/>
                          </a:rPr>
                          <m:t>Σ</m:t>
                        </m:r>
                      </m:e>
                      <m:sup>
                        <m:r>
                          <a:rPr lang="fr-FR" b="0" i="1" smtClean="0">
                            <a:latin typeface="Cambria Math" panose="02040503050406030204" pitchFamily="18" charset="0"/>
                          </a:rPr>
                          <m:t>∗</m:t>
                        </m:r>
                      </m:sup>
                    </m:sSup>
                  </m:oMath>
                </a14:m>
                <a:r>
                  <a:rPr lang="fr-FR" dirty="0"/>
                  <a:t>.</a:t>
                </a:r>
              </a:p>
              <a:p>
                <a:r>
                  <a:rPr lang="fr-FR" b="1" i="1" dirty="0">
                    <a:solidFill>
                      <a:srgbClr val="C00000"/>
                    </a:solidFill>
                  </a:rPr>
                  <a:t>Remarques :</a:t>
                </a:r>
              </a:p>
              <a:p>
                <a:pPr marL="908050" indent="-457200">
                  <a:buFont typeface="Arial" panose="020B0604020202020204" pitchFamily="34" charset="0"/>
                  <a:buChar char="•"/>
                </a:pPr>
                <a:r>
                  <a:rPr lang="fr-FR" dirty="0"/>
                  <a:t>Un langage fini est un langage contenant un nombre fini de mots ;</a:t>
                </a:r>
              </a:p>
              <a:p>
                <a:pPr marL="908050" indent="-457200">
                  <a:buFont typeface="Arial" panose="020B0604020202020204" pitchFamily="34" charset="0"/>
                  <a:buChar char="•"/>
                </a:pPr>
                <a:r>
                  <a:rPr lang="fr-FR" dirty="0"/>
                  <a:t>Le langage vide ne contient aucun mot ;</a:t>
                </a:r>
              </a:p>
              <a:p>
                <a:pPr marL="908050" indent="-457200">
                  <a:buFont typeface="Arial" panose="020B0604020202020204" pitchFamily="34" charset="0"/>
                  <a:buChar char="•"/>
                </a:pPr>
                <a:r>
                  <a:rPr lang="fr-FR" dirty="0"/>
                  <a:t>Un langage est dit propre s’il ne contient pas le mot vide ;</a:t>
                </a:r>
              </a:p>
              <a:p>
                <a:pPr marL="908050" indent="-457200">
                  <a:buFont typeface="Arial" panose="020B0604020202020204" pitchFamily="34" charset="0"/>
                  <a:buChar char="•"/>
                </a:pPr>
                <a:r>
                  <a:rPr lang="fr-FR" dirty="0"/>
                  <a:t>Un langage est infini s’il n’est ni vide ni fini. Certains langages infinis (langages semi-décidables) peuvent être décrits par un ensemble de règles, appelé une grammaire formelle. Il existe d’autres langages infinis pour lesquels il n’existe aucun moyen de description, on les appelle des langages indécidables.</a:t>
                </a:r>
                <a:endParaRPr lang="fr-FR" altLang="en-US" sz="2900"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t="-2883"/>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64445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Langage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formel</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ltLang="en-US" b="1" i="1" dirty="0">
                    <a:solidFill>
                      <a:srgbClr val="C00000"/>
                    </a:solidFill>
                  </a:rPr>
                  <a:t>Exemples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sz="2900" b="0" i="1" smtClean="0">
                            <a:latin typeface="Cambria Math" panose="02040503050406030204" pitchFamily="18" charset="0"/>
                          </a:rPr>
                        </m:ctrlPr>
                      </m:sSubPr>
                      <m:e>
                        <m:r>
                          <a:rPr lang="fr-FR" altLang="en-US" sz="2900" b="0" i="1" smtClean="0">
                            <a:latin typeface="Cambria Math" panose="02040503050406030204" pitchFamily="18" charset="0"/>
                          </a:rPr>
                          <m:t>𝐿</m:t>
                        </m:r>
                      </m:e>
                      <m:sub>
                        <m:r>
                          <a:rPr lang="fr-FR" altLang="en-US" sz="2900" b="0" i="1" smtClean="0">
                            <a:latin typeface="Cambria Math" panose="02040503050406030204" pitchFamily="18" charset="0"/>
                          </a:rPr>
                          <m:t>1</m:t>
                        </m:r>
                      </m:sub>
                    </m:sSub>
                    <m:r>
                      <a:rPr lang="fr-FR" altLang="en-US" sz="2900" b="0" i="1" smtClean="0">
                        <a:latin typeface="Cambria Math" panose="02040503050406030204" pitchFamily="18" charset="0"/>
                      </a:rPr>
                      <m:t>={</m:t>
                    </m:r>
                    <m:r>
                      <a:rPr lang="fr-FR" altLang="en-US" sz="2900" b="0" i="1" smtClean="0">
                        <a:latin typeface="Cambria Math" panose="02040503050406030204" pitchFamily="18" charset="0"/>
                      </a:rPr>
                      <m:t>𝑎𝑏</m:t>
                    </m:r>
                    <m:r>
                      <a:rPr lang="fr-FR" altLang="en-US" sz="2900" b="0" i="1" smtClean="0">
                        <a:latin typeface="Cambria Math" panose="02040503050406030204" pitchFamily="18" charset="0"/>
                      </a:rPr>
                      <m:t>, </m:t>
                    </m:r>
                    <m:r>
                      <a:rPr lang="fr-FR" altLang="en-US" sz="2900" b="0" i="1" smtClean="0">
                        <a:latin typeface="Cambria Math" panose="02040503050406030204" pitchFamily="18" charset="0"/>
                      </a:rPr>
                      <m:t>𝑎</m:t>
                    </m:r>
                    <m:r>
                      <a:rPr lang="fr-FR" altLang="en-US" sz="2900" b="0" i="1" smtClean="0">
                        <a:latin typeface="Cambria Math" panose="02040503050406030204" pitchFamily="18" charset="0"/>
                      </a:rPr>
                      <m:t>, </m:t>
                    </m:r>
                    <m:r>
                      <a:rPr lang="fr-FR" altLang="en-US" sz="2900" b="0" i="1" smtClean="0">
                        <a:latin typeface="Cambria Math" panose="02040503050406030204" pitchFamily="18" charset="0"/>
                      </a:rPr>
                      <m:t>𝑏𝑎</m:t>
                    </m:r>
                    <m:r>
                      <a:rPr lang="fr-FR" altLang="en-US" sz="2900" b="0" i="1" smtClean="0">
                        <a:latin typeface="Cambria Math" panose="02040503050406030204" pitchFamily="18" charset="0"/>
                      </a:rPr>
                      <m:t>, </m:t>
                    </m:r>
                    <m:r>
                      <a:rPr lang="fr-FR" altLang="en-US" sz="2900" b="0" i="1" smtClean="0">
                        <a:latin typeface="Cambria Math" panose="02040503050406030204" pitchFamily="18" charset="0"/>
                      </a:rPr>
                      <m:t>𝑏𝑏</m:t>
                    </m:r>
                    <m:r>
                      <a:rPr lang="fr-FR" altLang="en-US" sz="2900" b="0" i="1" smtClean="0">
                        <a:latin typeface="Cambria Math" panose="02040503050406030204" pitchFamily="18" charset="0"/>
                      </a:rPr>
                      <m:t>}</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sz="2900" b="0" i="1" smtClean="0">
                            <a:latin typeface="Cambria Math" panose="02040503050406030204" pitchFamily="18" charset="0"/>
                          </a:rPr>
                        </m:ctrlPr>
                      </m:sSubPr>
                      <m:e>
                        <m:r>
                          <a:rPr lang="fr-FR" altLang="en-US" sz="2900" b="0" i="1" smtClean="0">
                            <a:latin typeface="Cambria Math" panose="02040503050406030204" pitchFamily="18" charset="0"/>
                          </a:rPr>
                          <m:t>𝐿</m:t>
                        </m:r>
                      </m:e>
                      <m:sub>
                        <m:r>
                          <a:rPr lang="fr-FR" altLang="en-US" sz="2900" b="0" i="1" smtClean="0">
                            <a:latin typeface="Cambria Math" panose="02040503050406030204" pitchFamily="18" charset="0"/>
                          </a:rPr>
                          <m:t>2</m:t>
                        </m:r>
                      </m:sub>
                    </m:sSub>
                    <m:r>
                      <a:rPr lang="fr-FR" altLang="en-US" sz="2900" b="0" i="1" smtClean="0">
                        <a:latin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𝜔</m:t>
                    </m:r>
                    <m:r>
                      <a:rPr lang="fr-FR" altLang="en-US" sz="2900" b="0" i="1" smtClean="0">
                        <a:latin typeface="Cambria Math" panose="02040503050406030204" pitchFamily="18" charset="0"/>
                        <a:ea typeface="Cambria Math" panose="02040503050406030204" pitchFamily="18" charset="0"/>
                      </a:rPr>
                      <m:t> </m:t>
                    </m:r>
                    <m:r>
                      <a:rPr lang="fr-FR" altLang="en-US" sz="2900" b="0" i="1" smtClean="0">
                        <a:latin typeface="Cambria Math" panose="02040503050406030204" pitchFamily="18" charset="0"/>
                        <a:ea typeface="Cambria Math" panose="02040503050406030204" pitchFamily="18" charset="0"/>
                      </a:rPr>
                      <m:t>𝜖</m:t>
                    </m:r>
                    <m:r>
                      <a:rPr lang="fr-FR" altLang="en-US" sz="2900" b="0" i="1" smtClean="0">
                        <a:latin typeface="Cambria Math" panose="02040503050406030204" pitchFamily="18" charset="0"/>
                        <a:ea typeface="Cambria Math" panose="02040503050406030204" pitchFamily="18" charset="0"/>
                      </a:rPr>
                      <m:t> </m:t>
                    </m:r>
                    <m:sSup>
                      <m:sSupPr>
                        <m:ctrlPr>
                          <a:rPr lang="fr-FR" altLang="en-US" sz="2900" b="0" i="1" smtClean="0">
                            <a:latin typeface="Cambria Math" panose="02040503050406030204" pitchFamily="18" charset="0"/>
                            <a:ea typeface="Cambria Math" panose="02040503050406030204" pitchFamily="18" charset="0"/>
                          </a:rPr>
                        </m:ctrlPr>
                      </m:sSupPr>
                      <m:e>
                        <m:d>
                          <m:dPr>
                            <m:begChr m:val="{"/>
                            <m:endChr m:val="}"/>
                            <m:ctrlPr>
                              <a:rPr lang="fr-FR" altLang="en-US" sz="2900" b="0" i="1" smtClean="0">
                                <a:latin typeface="Cambria Math" panose="02040503050406030204" pitchFamily="18" charset="0"/>
                                <a:ea typeface="Cambria Math" panose="02040503050406030204" pitchFamily="18" charset="0"/>
                              </a:rPr>
                            </m:ctrlPr>
                          </m:dPr>
                          <m:e>
                            <m:r>
                              <a:rPr lang="fr-FR" altLang="en-US" sz="2900" b="0" i="1" smtClean="0">
                                <a:latin typeface="Cambria Math" panose="02040503050406030204" pitchFamily="18" charset="0"/>
                                <a:ea typeface="Cambria Math" panose="02040503050406030204" pitchFamily="18" charset="0"/>
                              </a:rPr>
                              <m:t>𝑎</m:t>
                            </m:r>
                            <m:r>
                              <a:rPr lang="fr-FR" altLang="en-US" sz="2900" b="0" i="1" smtClean="0">
                                <a:latin typeface="Cambria Math" panose="02040503050406030204" pitchFamily="18" charset="0"/>
                                <a:ea typeface="Cambria Math" panose="02040503050406030204" pitchFamily="18" charset="0"/>
                              </a:rPr>
                              <m:t>, </m:t>
                            </m:r>
                            <m:r>
                              <a:rPr lang="fr-FR" altLang="en-US" sz="2900" b="0" i="1" smtClean="0">
                                <a:latin typeface="Cambria Math" panose="02040503050406030204" pitchFamily="18" charset="0"/>
                                <a:ea typeface="Cambria Math" panose="02040503050406030204" pitchFamily="18" charset="0"/>
                              </a:rPr>
                              <m:t>𝑏</m:t>
                            </m:r>
                          </m:e>
                        </m:d>
                      </m:e>
                      <m:sup>
                        <m:r>
                          <a:rPr lang="fr-FR" altLang="en-US" sz="2900" b="0" i="1" smtClean="0">
                            <a:latin typeface="Cambria Math" panose="02040503050406030204" pitchFamily="18" charset="0"/>
                            <a:ea typeface="Cambria Math" panose="02040503050406030204" pitchFamily="18" charset="0"/>
                          </a:rPr>
                          <m:t>∗</m:t>
                        </m:r>
                      </m:sup>
                    </m:sSup>
                    <m:r>
                      <a:rPr lang="fr-FR" altLang="en-US" sz="2900" b="0" i="1" smtClean="0">
                        <a:latin typeface="Cambria Math" panose="02040503050406030204" pitchFamily="18" charset="0"/>
                        <a:ea typeface="Cambria Math" panose="02040503050406030204" pitchFamily="18" charset="0"/>
                      </a:rPr>
                      <m:t>:</m:t>
                    </m:r>
                    <m:d>
                      <m:dPr>
                        <m:begChr m:val="|"/>
                        <m:endChr m:val="|"/>
                        <m:ctrlPr>
                          <a:rPr lang="fr-FR" altLang="en-US" sz="2900" b="0" i="1" smtClean="0">
                            <a:latin typeface="Cambria Math" panose="02040503050406030204" pitchFamily="18" charset="0"/>
                            <a:ea typeface="Cambria Math" panose="02040503050406030204" pitchFamily="18" charset="0"/>
                          </a:rPr>
                        </m:ctrlPr>
                      </m:dPr>
                      <m:e>
                        <m:r>
                          <a:rPr lang="fr-FR" altLang="en-US" sz="2900" b="0" i="1" smtClean="0">
                            <a:latin typeface="Cambria Math" panose="02040503050406030204" pitchFamily="18" charset="0"/>
                            <a:ea typeface="Cambria Math" panose="02040503050406030204" pitchFamily="18" charset="0"/>
                          </a:rPr>
                          <m:t>𝜔</m:t>
                        </m:r>
                      </m:e>
                    </m:d>
                    <m:r>
                      <a:rPr lang="fr-FR" altLang="en-US" sz="2900" i="1">
                        <a:latin typeface="Cambria Math" panose="02040503050406030204" pitchFamily="18" charset="0"/>
                        <a:ea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3}</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sz="2900" b="0" i="1" smtClean="0">
                            <a:latin typeface="Cambria Math" panose="02040503050406030204" pitchFamily="18" charset="0"/>
                          </a:rPr>
                        </m:ctrlPr>
                      </m:sSubPr>
                      <m:e>
                        <m:r>
                          <a:rPr lang="fr-FR" altLang="en-US" sz="2900" b="0" i="1" smtClean="0">
                            <a:latin typeface="Cambria Math" panose="02040503050406030204" pitchFamily="18" charset="0"/>
                          </a:rPr>
                          <m:t>𝐿</m:t>
                        </m:r>
                      </m:e>
                      <m:sub>
                        <m:r>
                          <a:rPr lang="fr-FR" altLang="en-US" sz="2900" b="0" i="1" smtClean="0">
                            <a:latin typeface="Cambria Math" panose="02040503050406030204" pitchFamily="18" charset="0"/>
                          </a:rPr>
                          <m:t>3</m:t>
                        </m:r>
                      </m:sub>
                    </m:sSub>
                    <m:r>
                      <a:rPr lang="fr-FR" altLang="en-US" sz="2900" b="0" i="1" smtClean="0">
                        <a:latin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𝜔</m:t>
                    </m:r>
                    <m:r>
                      <a:rPr lang="fr-FR" altLang="en-US" sz="2900" b="0" i="1" smtClean="0">
                        <a:latin typeface="Cambria Math" panose="02040503050406030204" pitchFamily="18" charset="0"/>
                        <a:ea typeface="Cambria Math" panose="02040503050406030204" pitchFamily="18" charset="0"/>
                      </a:rPr>
                      <m:t> </m:t>
                    </m:r>
                    <m:r>
                      <a:rPr lang="fr-FR" altLang="en-US" sz="2900" b="0" i="1" smtClean="0">
                        <a:latin typeface="Cambria Math" panose="02040503050406030204" pitchFamily="18" charset="0"/>
                        <a:ea typeface="Cambria Math" panose="02040503050406030204" pitchFamily="18" charset="0"/>
                      </a:rPr>
                      <m:t>𝜖</m:t>
                    </m:r>
                    <m:r>
                      <a:rPr lang="fr-FR" altLang="en-US" sz="2900" b="0" i="1" smtClean="0">
                        <a:latin typeface="Cambria Math" panose="02040503050406030204" pitchFamily="18" charset="0"/>
                        <a:ea typeface="Cambria Math" panose="02040503050406030204" pitchFamily="18" charset="0"/>
                      </a:rPr>
                      <m:t> </m:t>
                    </m:r>
                    <m:sSup>
                      <m:sSupPr>
                        <m:ctrlPr>
                          <a:rPr lang="fr-FR" altLang="en-US" sz="2900" b="0" i="1" smtClean="0">
                            <a:latin typeface="Cambria Math" panose="02040503050406030204" pitchFamily="18" charset="0"/>
                            <a:ea typeface="Cambria Math" panose="02040503050406030204" pitchFamily="18" charset="0"/>
                          </a:rPr>
                        </m:ctrlPr>
                      </m:sSupPr>
                      <m:e>
                        <m:d>
                          <m:dPr>
                            <m:begChr m:val="{"/>
                            <m:endChr m:val="}"/>
                            <m:ctrlPr>
                              <a:rPr lang="fr-FR" altLang="en-US" sz="2900" b="0" i="1" smtClean="0">
                                <a:latin typeface="Cambria Math" panose="02040503050406030204" pitchFamily="18" charset="0"/>
                                <a:ea typeface="Cambria Math" panose="02040503050406030204" pitchFamily="18" charset="0"/>
                              </a:rPr>
                            </m:ctrlPr>
                          </m:dPr>
                          <m:e>
                            <m:r>
                              <a:rPr lang="fr-FR" altLang="en-US" sz="2900" b="0" i="1" smtClean="0">
                                <a:latin typeface="Cambria Math" panose="02040503050406030204" pitchFamily="18" charset="0"/>
                                <a:ea typeface="Cambria Math" panose="02040503050406030204" pitchFamily="18" charset="0"/>
                              </a:rPr>
                              <m:t>𝑎</m:t>
                            </m:r>
                            <m:r>
                              <a:rPr lang="fr-FR" altLang="en-US" sz="2900" b="0" i="1" smtClean="0">
                                <a:latin typeface="Cambria Math" panose="02040503050406030204" pitchFamily="18" charset="0"/>
                                <a:ea typeface="Cambria Math" panose="02040503050406030204" pitchFamily="18" charset="0"/>
                              </a:rPr>
                              <m:t>, </m:t>
                            </m:r>
                            <m:r>
                              <a:rPr lang="fr-FR" altLang="en-US" sz="2900" b="0" i="1" smtClean="0">
                                <a:latin typeface="Cambria Math" panose="02040503050406030204" pitchFamily="18" charset="0"/>
                                <a:ea typeface="Cambria Math" panose="02040503050406030204" pitchFamily="18" charset="0"/>
                              </a:rPr>
                              <m:t>𝑏</m:t>
                            </m:r>
                          </m:e>
                        </m:d>
                      </m:e>
                      <m:sup>
                        <m:r>
                          <a:rPr lang="fr-FR" altLang="en-US" sz="2900" b="0" i="1" smtClean="0">
                            <a:latin typeface="Cambria Math" panose="02040503050406030204" pitchFamily="18" charset="0"/>
                            <a:ea typeface="Cambria Math" panose="02040503050406030204" pitchFamily="18" charset="0"/>
                          </a:rPr>
                          <m:t>∗</m:t>
                        </m:r>
                      </m:sup>
                    </m:sSup>
                    <m:r>
                      <a:rPr lang="fr-FR" altLang="en-US" sz="2900" b="0" i="1" smtClean="0">
                        <a:latin typeface="Cambria Math" panose="02040503050406030204" pitchFamily="18" charset="0"/>
                        <a:ea typeface="Cambria Math" panose="02040503050406030204" pitchFamily="18" charset="0"/>
                      </a:rPr>
                      <m:t>:</m:t>
                    </m:r>
                    <m:d>
                      <m:dPr>
                        <m:begChr m:val="|"/>
                        <m:endChr m:val="|"/>
                        <m:ctrlPr>
                          <a:rPr lang="fr-FR" altLang="en-US" sz="2900" b="0" i="1" smtClean="0">
                            <a:latin typeface="Cambria Math" panose="02040503050406030204" pitchFamily="18" charset="0"/>
                            <a:ea typeface="Cambria Math" panose="02040503050406030204" pitchFamily="18" charset="0"/>
                          </a:rPr>
                        </m:ctrlPr>
                      </m:dPr>
                      <m:e>
                        <m:r>
                          <a:rPr lang="fr-FR" altLang="en-US" sz="2900" b="0" i="1" smtClean="0">
                            <a:latin typeface="Cambria Math" panose="02040503050406030204" pitchFamily="18" charset="0"/>
                            <a:ea typeface="Cambria Math" panose="02040503050406030204" pitchFamily="18" charset="0"/>
                          </a:rPr>
                          <m:t>𝜔</m:t>
                        </m:r>
                      </m:e>
                    </m:d>
                    <m:r>
                      <a:rPr lang="fr-FR" altLang="en-US" sz="2900" b="0" i="1" smtClean="0">
                        <a:latin typeface="Cambria Math" panose="02040503050406030204" pitchFamily="18" charset="0"/>
                        <a:ea typeface="Cambria Math" panose="02040503050406030204" pitchFamily="18" charset="0"/>
                      </a:rPr>
                      <m:t> ≡0 [5]}</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sz="2900" b="0" i="1" smtClean="0">
                            <a:latin typeface="Cambria Math" panose="02040503050406030204" pitchFamily="18" charset="0"/>
                          </a:rPr>
                        </m:ctrlPr>
                      </m:sSubPr>
                      <m:e>
                        <m:r>
                          <a:rPr lang="fr-FR" altLang="en-US" sz="2900" b="0" i="1" smtClean="0">
                            <a:latin typeface="Cambria Math" panose="02040503050406030204" pitchFamily="18" charset="0"/>
                          </a:rPr>
                          <m:t>𝐿</m:t>
                        </m:r>
                      </m:e>
                      <m:sub>
                        <m:r>
                          <a:rPr lang="fr-FR" altLang="en-US" sz="2900" b="0" i="1" smtClean="0">
                            <a:latin typeface="Cambria Math" panose="02040503050406030204" pitchFamily="18" charset="0"/>
                          </a:rPr>
                          <m:t>4</m:t>
                        </m:r>
                      </m:sub>
                    </m:sSub>
                    <m:r>
                      <a:rPr lang="fr-FR" altLang="en-US" sz="2900" b="0" i="1" smtClean="0">
                        <a:latin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𝜔</m:t>
                    </m:r>
                    <m:r>
                      <a:rPr lang="fr-FR" altLang="en-US" sz="2900" b="0" i="1" smtClean="0">
                        <a:latin typeface="Cambria Math" panose="02040503050406030204" pitchFamily="18" charset="0"/>
                        <a:ea typeface="Cambria Math" panose="02040503050406030204" pitchFamily="18" charset="0"/>
                      </a:rPr>
                      <m:t> </m:t>
                    </m:r>
                    <m:r>
                      <a:rPr lang="fr-FR" altLang="en-US" sz="2900" b="0" i="1" smtClean="0">
                        <a:latin typeface="Cambria Math" panose="02040503050406030204" pitchFamily="18" charset="0"/>
                        <a:ea typeface="Cambria Math" panose="02040503050406030204" pitchFamily="18" charset="0"/>
                      </a:rPr>
                      <m:t>𝜖</m:t>
                    </m:r>
                    <m:r>
                      <a:rPr lang="fr-FR" altLang="en-US" sz="2900" b="0" i="1" smtClean="0">
                        <a:latin typeface="Cambria Math" panose="02040503050406030204" pitchFamily="18" charset="0"/>
                        <a:ea typeface="Cambria Math" panose="02040503050406030204" pitchFamily="18" charset="0"/>
                      </a:rPr>
                      <m:t> </m:t>
                    </m:r>
                    <m:sSup>
                      <m:sSupPr>
                        <m:ctrlPr>
                          <a:rPr lang="fr-FR" altLang="en-US" sz="2900" b="0" i="1" smtClean="0">
                            <a:latin typeface="Cambria Math" panose="02040503050406030204" pitchFamily="18" charset="0"/>
                            <a:ea typeface="Cambria Math" panose="02040503050406030204" pitchFamily="18" charset="0"/>
                          </a:rPr>
                        </m:ctrlPr>
                      </m:sSupPr>
                      <m:e>
                        <m:d>
                          <m:dPr>
                            <m:begChr m:val="{"/>
                            <m:endChr m:val="}"/>
                            <m:ctrlPr>
                              <a:rPr lang="fr-FR" altLang="en-US" sz="2900" b="0" i="1" smtClean="0">
                                <a:latin typeface="Cambria Math" panose="02040503050406030204" pitchFamily="18" charset="0"/>
                                <a:ea typeface="Cambria Math" panose="02040503050406030204" pitchFamily="18" charset="0"/>
                              </a:rPr>
                            </m:ctrlPr>
                          </m:dPr>
                          <m:e>
                            <m:r>
                              <a:rPr lang="fr-FR" altLang="en-US" sz="2900" b="0" i="1" smtClean="0">
                                <a:latin typeface="Cambria Math" panose="02040503050406030204" pitchFamily="18" charset="0"/>
                                <a:ea typeface="Cambria Math" panose="02040503050406030204" pitchFamily="18" charset="0"/>
                              </a:rPr>
                              <m:t>𝑎</m:t>
                            </m:r>
                            <m:r>
                              <a:rPr lang="fr-FR" altLang="en-US" sz="2900" b="0" i="1" smtClean="0">
                                <a:latin typeface="Cambria Math" panose="02040503050406030204" pitchFamily="18" charset="0"/>
                                <a:ea typeface="Cambria Math" panose="02040503050406030204" pitchFamily="18" charset="0"/>
                              </a:rPr>
                              <m:t>, </m:t>
                            </m:r>
                            <m:r>
                              <a:rPr lang="fr-FR" altLang="en-US" sz="2900" b="0" i="1" smtClean="0">
                                <a:latin typeface="Cambria Math" panose="02040503050406030204" pitchFamily="18" charset="0"/>
                                <a:ea typeface="Cambria Math" panose="02040503050406030204" pitchFamily="18" charset="0"/>
                              </a:rPr>
                              <m:t>𝑏</m:t>
                            </m:r>
                          </m:e>
                        </m:d>
                      </m:e>
                      <m:sup>
                        <m:r>
                          <a:rPr lang="fr-FR" altLang="en-US" sz="2900" b="0" i="1" smtClean="0">
                            <a:latin typeface="Cambria Math" panose="02040503050406030204" pitchFamily="18" charset="0"/>
                            <a:ea typeface="Cambria Math" panose="02040503050406030204" pitchFamily="18" charset="0"/>
                          </a:rPr>
                          <m:t>∗</m:t>
                        </m:r>
                      </m:sup>
                    </m:sSup>
                    <m:r>
                      <a:rPr lang="fr-FR" altLang="en-US" sz="2900" b="0" i="1" smtClean="0">
                        <a:latin typeface="Cambria Math" panose="02040503050406030204" pitchFamily="18" charset="0"/>
                        <a:ea typeface="Cambria Math" panose="02040503050406030204" pitchFamily="18" charset="0"/>
                      </a:rPr>
                      <m:t>: </m:t>
                    </m:r>
                    <m:sSub>
                      <m:sSubPr>
                        <m:ctrlPr>
                          <a:rPr lang="fr-FR" altLang="en-US" sz="2900" b="0" i="1" smtClean="0">
                            <a:latin typeface="Cambria Math" panose="02040503050406030204" pitchFamily="18" charset="0"/>
                            <a:ea typeface="Cambria Math" panose="02040503050406030204" pitchFamily="18" charset="0"/>
                          </a:rPr>
                        </m:ctrlPr>
                      </m:sSubPr>
                      <m:e>
                        <m:r>
                          <a:rPr lang="fr-FR" altLang="en-US" sz="2900" b="0" i="1" smtClean="0">
                            <a:latin typeface="Cambria Math" panose="02040503050406030204" pitchFamily="18" charset="0"/>
                            <a:ea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𝜔</m:t>
                        </m:r>
                        <m:r>
                          <a:rPr lang="fr-FR" altLang="en-US" sz="2900" b="0" i="1" smtClean="0">
                            <a:latin typeface="Cambria Math" panose="02040503050406030204" pitchFamily="18" charset="0"/>
                            <a:ea typeface="Cambria Math" panose="02040503050406030204" pitchFamily="18" charset="0"/>
                          </a:rPr>
                          <m:t>|</m:t>
                        </m:r>
                      </m:e>
                      <m:sub>
                        <m:r>
                          <a:rPr lang="fr-FR" altLang="en-US" sz="2900" b="0" i="1" smtClean="0">
                            <a:latin typeface="Cambria Math" panose="02040503050406030204" pitchFamily="18" charset="0"/>
                            <a:ea typeface="Cambria Math" panose="02040503050406030204" pitchFamily="18" charset="0"/>
                          </a:rPr>
                          <m:t>𝑎</m:t>
                        </m:r>
                      </m:sub>
                    </m:sSub>
                    <m:r>
                      <a:rPr lang="fr-FR" altLang="en-US" sz="2900" b="0" i="1" smtClean="0">
                        <a:latin typeface="Cambria Math" panose="02040503050406030204" pitchFamily="18" charset="0"/>
                        <a:ea typeface="Cambria Math" panose="02040503050406030204" pitchFamily="18" charset="0"/>
                      </a:rPr>
                      <m:t> ≡0 [3]}</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sz="2900" i="1" smtClean="0">
                            <a:latin typeface="Cambria Math" panose="02040503050406030204" pitchFamily="18" charset="0"/>
                          </a:rPr>
                        </m:ctrlPr>
                      </m:sSubPr>
                      <m:e>
                        <m:r>
                          <a:rPr lang="fr-FR" altLang="en-US" sz="2900" b="0" i="1" smtClean="0">
                            <a:latin typeface="Cambria Math" panose="02040503050406030204" pitchFamily="18" charset="0"/>
                          </a:rPr>
                          <m:t>𝐿</m:t>
                        </m:r>
                      </m:e>
                      <m:sub>
                        <m:r>
                          <a:rPr lang="fr-FR" altLang="en-US" sz="2900" b="0" i="1" smtClean="0">
                            <a:latin typeface="Cambria Math" panose="02040503050406030204" pitchFamily="18" charset="0"/>
                          </a:rPr>
                          <m:t>5</m:t>
                        </m:r>
                      </m:sub>
                    </m:sSub>
                    <m:r>
                      <a:rPr lang="fr-FR" altLang="en-US" sz="2900" b="0" i="1" smtClean="0">
                        <a:latin typeface="Cambria Math" panose="02040503050406030204" pitchFamily="18" charset="0"/>
                      </a:rPr>
                      <m:t>={</m:t>
                    </m:r>
                    <m:sSup>
                      <m:sSupPr>
                        <m:ctrlPr>
                          <a:rPr lang="fr-FR" altLang="en-US" sz="2900" b="0" i="1" smtClean="0">
                            <a:latin typeface="Cambria Math" panose="02040503050406030204" pitchFamily="18" charset="0"/>
                          </a:rPr>
                        </m:ctrlPr>
                      </m:sSupPr>
                      <m:e>
                        <m:r>
                          <a:rPr lang="fr-FR" altLang="en-US" sz="2900" b="0" i="1" smtClean="0">
                            <a:latin typeface="Cambria Math" panose="02040503050406030204" pitchFamily="18" charset="0"/>
                          </a:rPr>
                          <m:t>𝑎</m:t>
                        </m:r>
                      </m:e>
                      <m:sup>
                        <m:r>
                          <a:rPr lang="fr-FR" altLang="en-US" sz="2900" b="0" i="1" smtClean="0">
                            <a:latin typeface="Cambria Math" panose="02040503050406030204" pitchFamily="18" charset="0"/>
                          </a:rPr>
                          <m:t>𝑛</m:t>
                        </m:r>
                      </m:sup>
                    </m:sSup>
                    <m:r>
                      <a:rPr lang="fr-FR" altLang="en-US" sz="2900" b="0" i="1" smtClean="0">
                        <a:latin typeface="Cambria Math" panose="02040503050406030204" pitchFamily="18" charset="0"/>
                      </a:rPr>
                      <m:t> :</m:t>
                    </m:r>
                    <m:r>
                      <a:rPr lang="fr-FR" altLang="en-US" sz="2900" b="0" i="1" smtClean="0">
                        <a:latin typeface="Cambria Math" panose="02040503050406030204" pitchFamily="18" charset="0"/>
                      </a:rPr>
                      <m:t>𝑛</m:t>
                    </m:r>
                    <m:r>
                      <a:rPr lang="fr-FR" altLang="en-US" sz="2900" b="0" i="1" smtClean="0">
                        <a:latin typeface="Cambria Math" panose="02040503050406030204" pitchFamily="18" charset="0"/>
                      </a:rPr>
                      <m:t> ≥0}</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sz="2900" i="1" smtClean="0">
                            <a:latin typeface="Cambria Math" panose="02040503050406030204" pitchFamily="18" charset="0"/>
                          </a:rPr>
                        </m:ctrlPr>
                      </m:sSubPr>
                      <m:e>
                        <m:r>
                          <a:rPr lang="fr-FR" altLang="en-US" sz="2900" b="0" i="1" smtClean="0">
                            <a:latin typeface="Cambria Math" panose="02040503050406030204" pitchFamily="18" charset="0"/>
                          </a:rPr>
                          <m:t>𝐿</m:t>
                        </m:r>
                      </m:e>
                      <m:sub>
                        <m:r>
                          <a:rPr lang="fr-FR" altLang="en-US" sz="2900" b="0" i="1" smtClean="0">
                            <a:latin typeface="Cambria Math" panose="02040503050406030204" pitchFamily="18" charset="0"/>
                          </a:rPr>
                          <m:t>6</m:t>
                        </m:r>
                      </m:sub>
                    </m:sSub>
                    <m:r>
                      <a:rPr lang="fr-FR" altLang="en-US" sz="2900" b="0" i="1" smtClean="0">
                        <a:latin typeface="Cambria Math" panose="02040503050406030204" pitchFamily="18" charset="0"/>
                      </a:rPr>
                      <m:t>={</m:t>
                    </m:r>
                    <m:sSup>
                      <m:sSupPr>
                        <m:ctrlPr>
                          <a:rPr lang="fr-FR" altLang="en-US" sz="2900" b="0" i="1" smtClean="0">
                            <a:latin typeface="Cambria Math" panose="02040503050406030204" pitchFamily="18" charset="0"/>
                          </a:rPr>
                        </m:ctrlPr>
                      </m:sSupPr>
                      <m:e>
                        <m:r>
                          <a:rPr lang="fr-FR" altLang="en-US" sz="2900" b="0" i="1" smtClean="0">
                            <a:latin typeface="Cambria Math" panose="02040503050406030204" pitchFamily="18" charset="0"/>
                          </a:rPr>
                          <m:t>𝑎</m:t>
                        </m:r>
                      </m:e>
                      <m:sup>
                        <m:r>
                          <a:rPr lang="fr-FR" altLang="en-US" sz="2900" b="0" i="1" smtClean="0">
                            <a:latin typeface="Cambria Math" panose="02040503050406030204" pitchFamily="18" charset="0"/>
                          </a:rPr>
                          <m:t>𝑖</m:t>
                        </m:r>
                      </m:sup>
                    </m:sSup>
                    <m:sSup>
                      <m:sSupPr>
                        <m:ctrlPr>
                          <a:rPr lang="fr-FR" altLang="en-US" sz="2900" b="0" i="1" smtClean="0">
                            <a:latin typeface="Cambria Math" panose="02040503050406030204" pitchFamily="18" charset="0"/>
                          </a:rPr>
                        </m:ctrlPr>
                      </m:sSupPr>
                      <m:e>
                        <m:r>
                          <a:rPr lang="fr-FR" altLang="en-US" sz="2900" b="0" i="1" smtClean="0">
                            <a:latin typeface="Cambria Math" panose="02040503050406030204" pitchFamily="18" charset="0"/>
                          </a:rPr>
                          <m:t>𝑏</m:t>
                        </m:r>
                      </m:e>
                      <m:sup>
                        <m:r>
                          <a:rPr lang="fr-FR" altLang="en-US" sz="2900" b="0" i="1" smtClean="0">
                            <a:latin typeface="Cambria Math" panose="02040503050406030204" pitchFamily="18" charset="0"/>
                          </a:rPr>
                          <m:t>𝑗</m:t>
                        </m:r>
                      </m:sup>
                    </m:sSup>
                    <m:r>
                      <a:rPr lang="fr-FR" altLang="en-US" sz="2900" b="0" i="1" smtClean="0">
                        <a:latin typeface="Cambria Math" panose="02040503050406030204" pitchFamily="18" charset="0"/>
                      </a:rPr>
                      <m:t> :</m:t>
                    </m:r>
                    <m:r>
                      <a:rPr lang="fr-FR" altLang="en-US" sz="2900" b="0" i="1" smtClean="0">
                        <a:latin typeface="Cambria Math" panose="02040503050406030204" pitchFamily="18" charset="0"/>
                      </a:rPr>
                      <m:t>𝑖</m:t>
                    </m:r>
                    <m:r>
                      <a:rPr lang="fr-FR" altLang="en-US" sz="2900" b="0" i="1" smtClean="0">
                        <a:latin typeface="Cambria Math" panose="02040503050406030204" pitchFamily="18" charset="0"/>
                      </a:rPr>
                      <m:t> ≥0;</m:t>
                    </m:r>
                    <m:r>
                      <a:rPr lang="fr-FR" altLang="en-US" sz="2900" b="0" i="1" smtClean="0">
                        <a:latin typeface="Cambria Math" panose="02040503050406030204" pitchFamily="18" charset="0"/>
                      </a:rPr>
                      <m:t>𝑗</m:t>
                    </m:r>
                    <m:r>
                      <a:rPr lang="fr-FR" altLang="en-US" sz="2900" b="0" i="1" smtClean="0">
                        <a:latin typeface="Cambria Math" panose="02040503050406030204" pitchFamily="18" charset="0"/>
                      </a:rPr>
                      <m:t> ≥5}</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sz="2900" i="1" smtClean="0">
                            <a:latin typeface="Cambria Math" panose="02040503050406030204" pitchFamily="18" charset="0"/>
                          </a:rPr>
                        </m:ctrlPr>
                      </m:sSubPr>
                      <m:e>
                        <m:r>
                          <a:rPr lang="fr-FR" altLang="en-US" sz="2900" b="0" i="1" smtClean="0">
                            <a:latin typeface="Cambria Math" panose="02040503050406030204" pitchFamily="18" charset="0"/>
                          </a:rPr>
                          <m:t>𝐿</m:t>
                        </m:r>
                      </m:e>
                      <m:sub>
                        <m:r>
                          <a:rPr lang="fr-FR" altLang="en-US" sz="2900" b="0" i="1" smtClean="0">
                            <a:latin typeface="Cambria Math" panose="02040503050406030204" pitchFamily="18" charset="0"/>
                          </a:rPr>
                          <m:t>7</m:t>
                        </m:r>
                      </m:sub>
                    </m:sSub>
                    <m:r>
                      <a:rPr lang="fr-FR" altLang="en-US" sz="2900" b="0" i="1" smtClean="0">
                        <a:latin typeface="Cambria Math" panose="02040503050406030204" pitchFamily="18" charset="0"/>
                      </a:rPr>
                      <m:t>={</m:t>
                    </m:r>
                    <m:sSup>
                      <m:sSupPr>
                        <m:ctrlPr>
                          <a:rPr lang="fr-FR" altLang="en-US" sz="2900" b="0" i="1" smtClean="0">
                            <a:latin typeface="Cambria Math" panose="02040503050406030204" pitchFamily="18" charset="0"/>
                          </a:rPr>
                        </m:ctrlPr>
                      </m:sSupPr>
                      <m:e>
                        <m:r>
                          <a:rPr lang="fr-FR" altLang="en-US" sz="2900" b="0" i="1" smtClean="0">
                            <a:latin typeface="Cambria Math" panose="02040503050406030204" pitchFamily="18" charset="0"/>
                          </a:rPr>
                          <m:t>𝑎</m:t>
                        </m:r>
                      </m:e>
                      <m:sup>
                        <m:r>
                          <a:rPr lang="fr-FR" altLang="en-US" sz="2900" b="0" i="1" smtClean="0">
                            <a:latin typeface="Cambria Math" panose="02040503050406030204" pitchFamily="18" charset="0"/>
                          </a:rPr>
                          <m:t>𝑖</m:t>
                        </m:r>
                      </m:sup>
                    </m:sSup>
                    <m:sSup>
                      <m:sSupPr>
                        <m:ctrlPr>
                          <a:rPr lang="fr-FR" altLang="en-US" sz="2900" b="0" i="1" smtClean="0">
                            <a:latin typeface="Cambria Math" panose="02040503050406030204" pitchFamily="18" charset="0"/>
                          </a:rPr>
                        </m:ctrlPr>
                      </m:sSupPr>
                      <m:e>
                        <m:r>
                          <a:rPr lang="fr-FR" altLang="en-US" sz="2900" b="0" i="1" smtClean="0">
                            <a:latin typeface="Cambria Math" panose="02040503050406030204" pitchFamily="18" charset="0"/>
                          </a:rPr>
                          <m:t>𝑏</m:t>
                        </m:r>
                      </m:e>
                      <m:sup>
                        <m:r>
                          <a:rPr lang="fr-FR" altLang="en-US" sz="2900" b="0" i="1" smtClean="0">
                            <a:latin typeface="Cambria Math" panose="02040503050406030204" pitchFamily="18" charset="0"/>
                          </a:rPr>
                          <m:t>𝑖</m:t>
                        </m:r>
                      </m:sup>
                    </m:sSup>
                    <m:r>
                      <a:rPr lang="fr-FR" altLang="en-US" sz="2900" b="0" i="1" smtClean="0">
                        <a:latin typeface="Cambria Math" panose="02040503050406030204" pitchFamily="18" charset="0"/>
                      </a:rPr>
                      <m:t> :</m:t>
                    </m:r>
                    <m:r>
                      <a:rPr lang="fr-FR" altLang="en-US" sz="2900" b="0" i="1" smtClean="0">
                        <a:latin typeface="Cambria Math" panose="02040503050406030204" pitchFamily="18" charset="0"/>
                      </a:rPr>
                      <m:t>𝑖</m:t>
                    </m:r>
                    <m:r>
                      <a:rPr lang="fr-FR" altLang="en-US" sz="2900" b="0" i="1" smtClean="0">
                        <a:latin typeface="Cambria Math" panose="02040503050406030204" pitchFamily="18" charset="0"/>
                      </a:rPr>
                      <m:t> ≥0}</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sz="2900" i="1" smtClean="0">
                            <a:latin typeface="Cambria Math" panose="02040503050406030204" pitchFamily="18" charset="0"/>
                          </a:rPr>
                        </m:ctrlPr>
                      </m:sSubPr>
                      <m:e>
                        <m:r>
                          <a:rPr lang="fr-FR" altLang="en-US" sz="2900" b="0" i="1" smtClean="0">
                            <a:latin typeface="Cambria Math" panose="02040503050406030204" pitchFamily="18" charset="0"/>
                          </a:rPr>
                          <m:t>𝐿</m:t>
                        </m:r>
                      </m:e>
                      <m:sub>
                        <m:r>
                          <a:rPr lang="fr-FR" altLang="en-US" sz="2900" b="0" i="1" smtClean="0">
                            <a:latin typeface="Cambria Math" panose="02040503050406030204" pitchFamily="18" charset="0"/>
                          </a:rPr>
                          <m:t>8</m:t>
                        </m:r>
                      </m:sub>
                    </m:sSub>
                    <m:r>
                      <a:rPr lang="fr-FR" altLang="en-US" sz="2900" b="0" i="1" smtClean="0">
                        <a:latin typeface="Cambria Math" panose="02040503050406030204" pitchFamily="18" charset="0"/>
                      </a:rPr>
                      <m:t>={</m:t>
                    </m:r>
                    <m:sSup>
                      <m:sSupPr>
                        <m:ctrlPr>
                          <a:rPr lang="fr-FR" altLang="en-US" sz="2900" b="0" i="1" smtClean="0">
                            <a:latin typeface="Cambria Math" panose="02040503050406030204" pitchFamily="18" charset="0"/>
                          </a:rPr>
                        </m:ctrlPr>
                      </m:sSupPr>
                      <m:e>
                        <m:r>
                          <a:rPr lang="fr-FR" altLang="en-US" sz="2900" b="0" i="1" smtClean="0">
                            <a:latin typeface="Cambria Math" panose="02040503050406030204" pitchFamily="18" charset="0"/>
                          </a:rPr>
                          <m:t>𝑎</m:t>
                        </m:r>
                      </m:e>
                      <m:sup>
                        <m:r>
                          <a:rPr lang="fr-FR" altLang="en-US" sz="2900" b="0" i="1" smtClean="0">
                            <a:latin typeface="Cambria Math" panose="02040503050406030204" pitchFamily="18" charset="0"/>
                          </a:rPr>
                          <m:t>𝑖</m:t>
                        </m:r>
                      </m:sup>
                    </m:sSup>
                    <m:sSup>
                      <m:sSupPr>
                        <m:ctrlPr>
                          <a:rPr lang="fr-FR" altLang="en-US" sz="2900" b="0" i="1" smtClean="0">
                            <a:latin typeface="Cambria Math" panose="02040503050406030204" pitchFamily="18" charset="0"/>
                          </a:rPr>
                        </m:ctrlPr>
                      </m:sSupPr>
                      <m:e>
                        <m:r>
                          <a:rPr lang="fr-FR" altLang="en-US" sz="2900" b="0" i="1" smtClean="0">
                            <a:latin typeface="Cambria Math" panose="02040503050406030204" pitchFamily="18" charset="0"/>
                          </a:rPr>
                          <m:t>𝑏</m:t>
                        </m:r>
                      </m:e>
                      <m:sup>
                        <m:r>
                          <a:rPr lang="fr-FR" altLang="en-US" sz="2900" b="0" i="1" smtClean="0">
                            <a:latin typeface="Cambria Math" panose="02040503050406030204" pitchFamily="18" charset="0"/>
                          </a:rPr>
                          <m:t>𝑗</m:t>
                        </m:r>
                      </m:sup>
                    </m:sSup>
                    <m:sSup>
                      <m:sSupPr>
                        <m:ctrlPr>
                          <a:rPr lang="fr-FR" altLang="en-US" sz="2900" b="0" i="1" smtClean="0">
                            <a:latin typeface="Cambria Math" panose="02040503050406030204" pitchFamily="18" charset="0"/>
                          </a:rPr>
                        </m:ctrlPr>
                      </m:sSupPr>
                      <m:e>
                        <m:r>
                          <a:rPr lang="fr-FR" altLang="en-US" sz="2900" b="0" i="1" smtClean="0">
                            <a:latin typeface="Cambria Math" panose="02040503050406030204" pitchFamily="18" charset="0"/>
                          </a:rPr>
                          <m:t>𝑎</m:t>
                        </m:r>
                      </m:e>
                      <m:sup>
                        <m:r>
                          <a:rPr lang="fr-FR" altLang="en-US" sz="2900" b="0" i="1" smtClean="0">
                            <a:latin typeface="Cambria Math" panose="02040503050406030204" pitchFamily="18" charset="0"/>
                          </a:rPr>
                          <m:t>𝑖</m:t>
                        </m:r>
                      </m:sup>
                    </m:sSup>
                    <m:r>
                      <a:rPr lang="fr-FR" altLang="en-US" sz="2900" b="0" i="1" smtClean="0">
                        <a:latin typeface="Cambria Math" panose="02040503050406030204" pitchFamily="18" charset="0"/>
                      </a:rPr>
                      <m:t>:</m:t>
                    </m:r>
                    <m:r>
                      <a:rPr lang="fr-FR" altLang="en-US" sz="2900" b="0" i="1" smtClean="0">
                        <a:latin typeface="Cambria Math" panose="02040503050406030204" pitchFamily="18" charset="0"/>
                      </a:rPr>
                      <m:t>𝑖</m:t>
                    </m:r>
                    <m:r>
                      <a:rPr lang="fr-FR" altLang="en-US" sz="2900" b="0" i="1" smtClean="0">
                        <a:latin typeface="Cambria Math" panose="02040503050406030204" pitchFamily="18" charset="0"/>
                      </a:rPr>
                      <m:t> ≥</m:t>
                    </m:r>
                    <m:r>
                      <a:rPr lang="fr-FR" altLang="en-US" sz="2900" b="0" i="1" smtClean="0">
                        <a:latin typeface="Cambria Math" panose="02040503050406030204" pitchFamily="18" charset="0"/>
                      </a:rPr>
                      <m:t>𝑗</m:t>
                    </m:r>
                    <m:r>
                      <a:rPr lang="fr-FR" altLang="en-US" sz="2900" b="0" i="1" smtClean="0">
                        <a:latin typeface="Cambria Math" panose="02040503050406030204" pitchFamily="18" charset="0"/>
                      </a:rPr>
                      <m:t> &gt;1}</m:t>
                    </m:r>
                  </m:oMath>
                </a14:m>
                <a:endParaRPr lang="fr-FR" altLang="en-US" sz="2900" dirty="0"/>
              </a:p>
              <a:p>
                <a:pPr marL="717550" indent="-266700" eaLnBrk="0" hangingPunct="0">
                  <a:spcBef>
                    <a:spcPct val="20000"/>
                  </a:spcBef>
                  <a:buClr>
                    <a:srgbClr val="000090"/>
                  </a:buClr>
                  <a:buFont typeface="Arial" panose="020B0604020202020204" pitchFamily="34" charset="0"/>
                  <a:buChar char="•"/>
                </a:pPr>
                <a:endParaRPr lang="fr-FR" altLang="en-US" sz="2900" dirty="0"/>
              </a:p>
              <a:p>
                <a:pPr marL="717550" indent="-266700" eaLnBrk="0" hangingPunct="0">
                  <a:spcBef>
                    <a:spcPct val="20000"/>
                  </a:spcBef>
                  <a:buClr>
                    <a:srgbClr val="000090"/>
                  </a:buClr>
                  <a:buFont typeface="Arial" panose="020B0604020202020204" pitchFamily="34" charset="0"/>
                  <a:buChar char="•"/>
                </a:pPr>
                <a:endParaRPr lang="fr-FR" altLang="en-US" sz="2900"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t="-2228"/>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3859665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Opérations sur les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langage</a:t>
            </a:r>
            <a:r>
              <a:rPr lang="en-US" altLang="fr-FR" b="1" dirty="0">
                <a:latin typeface="+mj-lt"/>
                <a:cs typeface="+mj-cs"/>
              </a:rPr>
              <a:t>s</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Les langages sont des ensembles, par conséquent on peut leur appliquer toutes les opérations appliquées sur les ensembles ;</a:t>
                </a:r>
              </a:p>
              <a:p>
                <a:pPr marL="717550" indent="-266700">
                  <a:buFont typeface="Arial" panose="020B0604020202020204" pitchFamily="34" charset="0"/>
                  <a:buChar char="•"/>
                </a:pPr>
                <a:r>
                  <a:rPr lang="fr-FR" dirty="0"/>
                  <a:t>toutefois, il existe des opérations qui leurs sont spécifiques, il s’agit d’une extension des opérations définies sur les mots.</a:t>
                </a:r>
              </a:p>
              <a:p>
                <a:r>
                  <a:rPr lang="fr-FR" dirty="0"/>
                  <a:t>Soient </a:t>
                </a:r>
                <a14:m>
                  <m:oMath xmlns:m="http://schemas.openxmlformats.org/officeDocument/2006/math">
                    <m:r>
                      <a:rPr lang="fr-FR" b="0" i="1" smtClean="0">
                        <a:latin typeface="Cambria Math" panose="02040503050406030204" pitchFamily="18" charset="0"/>
                      </a:rPr>
                      <m:t>𝐿</m:t>
                    </m:r>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1</m:t>
                        </m:r>
                      </m:sub>
                    </m:sSub>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2</m:t>
                        </m:r>
                      </m:sub>
                    </m:sSub>
                  </m:oMath>
                </a14:m>
                <a:r>
                  <a:rPr lang="fr-FR" dirty="0"/>
                  <a:t> trois langages définis respectivement sur les alphabets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r>
                      <a:rPr lang="fr-FR" b="0" i="1" smtClean="0">
                        <a:latin typeface="Cambria Math" panose="02040503050406030204" pitchFamily="18" charset="0"/>
                        <a:ea typeface="Cambria Math" panose="02040503050406030204" pitchFamily="18" charset="0"/>
                      </a:rPr>
                      <m:t>, </m:t>
                    </m:r>
                    <m:sSub>
                      <m:sSubPr>
                        <m:ctrlPr>
                          <a:rPr lang="fr-FR"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fr-FR" b="0" i="1" smtClean="0">
                            <a:latin typeface="Cambria Math" panose="02040503050406030204" pitchFamily="18" charset="0"/>
                            <a:ea typeface="Cambria Math" panose="02040503050406030204" pitchFamily="18" charset="0"/>
                          </a:rPr>
                          <m:t>1</m:t>
                        </m:r>
                      </m:sub>
                    </m:sSub>
                    <m:r>
                      <a:rPr lang="fr-FR" b="0" i="1" smtClean="0">
                        <a:latin typeface="Cambria Math" panose="02040503050406030204" pitchFamily="18" charset="0"/>
                        <a:ea typeface="Cambria Math" panose="02040503050406030204" pitchFamily="18" charset="0"/>
                      </a:rPr>
                      <m:t>, </m:t>
                    </m:r>
                    <m:sSub>
                      <m:sSubPr>
                        <m:ctrlPr>
                          <a:rPr lang="fr-FR"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fr-FR" b="0" i="1" smtClean="0">
                            <a:latin typeface="Cambria Math" panose="02040503050406030204" pitchFamily="18" charset="0"/>
                            <a:ea typeface="Cambria Math" panose="02040503050406030204" pitchFamily="18" charset="0"/>
                          </a:rPr>
                          <m:t>2</m:t>
                        </m:r>
                      </m:sub>
                    </m:sSub>
                  </m:oMath>
                </a14:m>
                <a:r>
                  <a:rPr lang="fr-FR" dirty="0"/>
                  <a:t>, nous pouvons leur appliquer les opérations ensemblistes :</a:t>
                </a:r>
              </a:p>
              <a:p>
                <a:pPr marL="717550" indent="-266700">
                  <a:buFont typeface="Arial" panose="020B0604020202020204" pitchFamily="34" charset="0"/>
                  <a:buChar char="•"/>
                </a:pPr>
                <a:r>
                  <a:rPr lang="fr-FR" dirty="0"/>
                  <a:t>L’union : </a:t>
                </a:r>
                <a14:m>
                  <m:oMath xmlns:m="http://schemas.openxmlformats.org/officeDocument/2006/math">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1</m:t>
                        </m:r>
                      </m:sub>
                    </m:sSub>
                    <m:nary>
                      <m:naryPr>
                        <m:chr m:val="⋃"/>
                        <m:subHide m:val="on"/>
                        <m:supHide m:val="on"/>
                        <m:ctrlPr>
                          <a:rPr lang="fr-FR" i="1">
                            <a:latin typeface="Cambria Math" panose="02040503050406030204" pitchFamily="18" charset="0"/>
                          </a:rPr>
                        </m:ctrlPr>
                      </m:naryPr>
                      <m:sub/>
                      <m:sup/>
                      <m:e>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2</m:t>
                            </m:r>
                          </m:sub>
                        </m:sSub>
                        <m:r>
                          <a:rPr lang="fr-FR">
                            <a:latin typeface="Cambria Math" panose="02040503050406030204" pitchFamily="18" charset="0"/>
                          </a:rPr>
                          <m:t>= </m:t>
                        </m:r>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1</m:t>
                            </m:r>
                          </m:sub>
                        </m:sSub>
                        <m:r>
                          <a:rPr lang="fr-FR">
                            <a:latin typeface="Cambria Math" panose="02040503050406030204" pitchFamily="18" charset="0"/>
                          </a:rPr>
                          <m:t>+</m:t>
                        </m:r>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2</m:t>
                            </m:r>
                          </m:sub>
                        </m:sSub>
                        <m:r>
                          <a:rPr lang="fr-FR">
                            <a:latin typeface="Cambria Math" panose="02040503050406030204" pitchFamily="18" charset="0"/>
                          </a:rPr>
                          <m:t>={</m:t>
                        </m:r>
                        <m:r>
                          <a:rPr lang="fr-FR">
                            <a:latin typeface="Cambria Math" panose="02040503050406030204" pitchFamily="18" charset="0"/>
                          </a:rPr>
                          <m:t>𝜔</m:t>
                        </m:r>
                        <m:r>
                          <a:rPr lang="fr-FR">
                            <a:latin typeface="Cambria Math" panose="02040503050406030204" pitchFamily="18" charset="0"/>
                          </a:rPr>
                          <m:t> | </m:t>
                        </m:r>
                        <m:r>
                          <a:rPr lang="fr-FR">
                            <a:latin typeface="Cambria Math" panose="02040503050406030204" pitchFamily="18" charset="0"/>
                          </a:rPr>
                          <m:t>𝜔</m:t>
                        </m:r>
                        <m:r>
                          <a:rPr lang="fr-FR">
                            <a:latin typeface="Cambria Math" panose="02040503050406030204" pitchFamily="18" charset="0"/>
                          </a:rPr>
                          <m:t> </m:t>
                        </m:r>
                        <m:r>
                          <a:rPr lang="fr-FR">
                            <a:latin typeface="Cambria Math" panose="02040503050406030204" pitchFamily="18" charset="0"/>
                          </a:rPr>
                          <m:t>𝜖</m:t>
                        </m:r>
                        <m:r>
                          <a:rPr lang="fr-FR">
                            <a:latin typeface="Cambria Math" panose="02040503050406030204" pitchFamily="18" charset="0"/>
                          </a:rPr>
                          <m:t> </m:t>
                        </m:r>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1</m:t>
                            </m:r>
                          </m:sub>
                        </m:sSub>
                        <m:r>
                          <a:rPr lang="fr-FR">
                            <a:latin typeface="Cambria Math" panose="02040503050406030204" pitchFamily="18" charset="0"/>
                          </a:rPr>
                          <m:t>∨</m:t>
                        </m:r>
                        <m:r>
                          <a:rPr lang="fr-FR">
                            <a:latin typeface="Cambria Math" panose="02040503050406030204" pitchFamily="18" charset="0"/>
                          </a:rPr>
                          <m:t>𝜔</m:t>
                        </m:r>
                        <m:r>
                          <a:rPr lang="fr-FR">
                            <a:latin typeface="Cambria Math" panose="02040503050406030204" pitchFamily="18" charset="0"/>
                          </a:rPr>
                          <m:t> </m:t>
                        </m:r>
                        <m:r>
                          <a:rPr lang="fr-FR">
                            <a:latin typeface="Cambria Math" panose="02040503050406030204" pitchFamily="18" charset="0"/>
                          </a:rPr>
                          <m:t>𝜖</m:t>
                        </m:r>
                        <m:r>
                          <a:rPr lang="fr-FR">
                            <a:latin typeface="Cambria Math" panose="02040503050406030204" pitchFamily="18" charset="0"/>
                          </a:rPr>
                          <m:t> </m:t>
                        </m:r>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2</m:t>
                            </m:r>
                          </m:sub>
                        </m:sSub>
                        <m:r>
                          <a:rPr lang="fr-FR">
                            <a:latin typeface="Cambria Math" panose="02040503050406030204" pitchFamily="18" charset="0"/>
                          </a:rPr>
                          <m:t>}</m:t>
                        </m:r>
                      </m:e>
                    </m:nary>
                  </m:oMath>
                </a14:m>
                <a:r>
                  <a:rPr lang="fr-FR" dirty="0"/>
                  <a:t> ;</a:t>
                </a:r>
              </a:p>
              <a:p>
                <a:pPr marL="717550" indent="-266700">
                  <a:buFont typeface="Arial" panose="020B0604020202020204" pitchFamily="34" charset="0"/>
                  <a:buChar char="•"/>
                </a:pPr>
                <a:r>
                  <a:rPr lang="fr-FR" dirty="0"/>
                  <a:t>L’intersection : </a:t>
                </a:r>
                <a14:m>
                  <m:oMath xmlns:m="http://schemas.openxmlformats.org/officeDocument/2006/math">
                    <m:sSub>
                      <m:sSubPr>
                        <m:ctrlPr>
                          <a:rPr lang="fr-FR" i="1" smtClean="0">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1</m:t>
                        </m:r>
                      </m:sub>
                    </m:sSub>
                    <m:nary>
                      <m:naryPr>
                        <m:chr m:val="⋂"/>
                        <m:subHide m:val="on"/>
                        <m:supHide m:val="on"/>
                        <m:ctrlPr>
                          <a:rPr lang="fr-FR" b="0" i="1" smtClean="0">
                            <a:latin typeface="Cambria Math" panose="02040503050406030204" pitchFamily="18" charset="0"/>
                            <a:ea typeface="Cambria Math" panose="02040503050406030204" pitchFamily="18" charset="0"/>
                          </a:rPr>
                        </m:ctrlPr>
                      </m:naryPr>
                      <m:sub/>
                      <m:sup/>
                      <m:e>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𝐿</m:t>
                            </m:r>
                          </m:e>
                          <m:sub>
                            <m:r>
                              <a:rPr lang="fr-FR" b="0" i="1" smtClean="0">
                                <a:latin typeface="Cambria Math" panose="02040503050406030204" pitchFamily="18" charset="0"/>
                                <a:ea typeface="Cambria Math" panose="02040503050406030204" pitchFamily="18" charset="0"/>
                              </a:rPr>
                              <m:t>2</m:t>
                            </m:r>
                          </m:sub>
                        </m:sSub>
                      </m:e>
                    </m:nary>
                    <m:r>
                      <a:rPr lang="fr-FR" b="0" i="1" smtClean="0">
                        <a:latin typeface="Cambria Math" panose="02040503050406030204" pitchFamily="18" charset="0"/>
                        <a:ea typeface="Cambria Math" panose="02040503050406030204" pitchFamily="18" charset="0"/>
                      </a:rPr>
                      <m:t>=</m:t>
                    </m:r>
                    <m:r>
                      <a:rPr lang="fr-FR">
                        <a:latin typeface="Cambria Math" panose="02040503050406030204" pitchFamily="18" charset="0"/>
                      </a:rPr>
                      <m:t>{</m:t>
                    </m:r>
                    <m:r>
                      <a:rPr lang="fr-FR">
                        <a:latin typeface="Cambria Math" panose="02040503050406030204" pitchFamily="18" charset="0"/>
                      </a:rPr>
                      <m:t>𝜔</m:t>
                    </m:r>
                    <m:r>
                      <a:rPr lang="fr-FR">
                        <a:latin typeface="Cambria Math" panose="02040503050406030204" pitchFamily="18" charset="0"/>
                      </a:rPr>
                      <m:t> | </m:t>
                    </m:r>
                    <m:r>
                      <a:rPr lang="fr-FR">
                        <a:latin typeface="Cambria Math" panose="02040503050406030204" pitchFamily="18" charset="0"/>
                      </a:rPr>
                      <m:t>𝜔</m:t>
                    </m:r>
                    <m:r>
                      <a:rPr lang="fr-FR">
                        <a:latin typeface="Cambria Math" panose="02040503050406030204" pitchFamily="18" charset="0"/>
                      </a:rPr>
                      <m:t> </m:t>
                    </m:r>
                    <m:r>
                      <a:rPr lang="fr-FR">
                        <a:latin typeface="Cambria Math" panose="02040503050406030204" pitchFamily="18" charset="0"/>
                      </a:rPr>
                      <m:t>𝜖</m:t>
                    </m:r>
                    <m:r>
                      <a:rPr lang="fr-FR">
                        <a:latin typeface="Cambria Math" panose="02040503050406030204" pitchFamily="18" charset="0"/>
                      </a:rPr>
                      <m:t> </m:t>
                    </m:r>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1</m:t>
                        </m:r>
                      </m:sub>
                    </m:sSub>
                    <m:r>
                      <a:rPr lang="fr-FR" i="1" smtClean="0">
                        <a:latin typeface="Cambria Math" panose="02040503050406030204" pitchFamily="18" charset="0"/>
                        <a:ea typeface="Cambria Math" panose="02040503050406030204" pitchFamily="18" charset="0"/>
                      </a:rPr>
                      <m:t>∧</m:t>
                    </m:r>
                    <m:r>
                      <a:rPr lang="fr-FR">
                        <a:latin typeface="Cambria Math" panose="02040503050406030204" pitchFamily="18" charset="0"/>
                      </a:rPr>
                      <m:t>𝜔</m:t>
                    </m:r>
                    <m:r>
                      <a:rPr lang="fr-FR">
                        <a:latin typeface="Cambria Math" panose="02040503050406030204" pitchFamily="18" charset="0"/>
                      </a:rPr>
                      <m:t> </m:t>
                    </m:r>
                    <m:r>
                      <a:rPr lang="fr-FR">
                        <a:latin typeface="Cambria Math" panose="02040503050406030204" pitchFamily="18" charset="0"/>
                      </a:rPr>
                      <m:t>𝜖</m:t>
                    </m:r>
                    <m:r>
                      <a:rPr lang="fr-FR" smtClean="0">
                        <a:latin typeface="Cambria Math" panose="02040503050406030204" pitchFamily="18" charset="0"/>
                      </a:rPr>
                      <m:t> </m:t>
                    </m:r>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2</m:t>
                        </m:r>
                      </m:sub>
                    </m:sSub>
                    <m:r>
                      <a:rPr lang="fr-FR" b="0" i="1" smtClean="0">
                        <a:latin typeface="Cambria Math" panose="02040503050406030204" pitchFamily="18" charset="0"/>
                      </a:rPr>
                      <m:t>}</m:t>
                    </m:r>
                  </m:oMath>
                </a14:m>
                <a:r>
                  <a:rPr lang="fr-FR" dirty="0"/>
                  <a:t> ;</a:t>
                </a:r>
              </a:p>
              <a:p>
                <a:pPr marL="717550" indent="-266700">
                  <a:buFont typeface="Arial" panose="020B0604020202020204" pitchFamily="34" charset="0"/>
                  <a:buChar char="•"/>
                </a:pPr>
                <a:r>
                  <a:rPr lang="fr-FR" dirty="0"/>
                  <a:t>Le complément : </a:t>
                </a:r>
                <a14:m>
                  <m:oMath xmlns:m="http://schemas.openxmlformats.org/officeDocument/2006/math">
                    <m:acc>
                      <m:accPr>
                        <m:chr m:val="̅"/>
                        <m:ctrlPr>
                          <a:rPr lang="fr-FR" i="1" smtClean="0">
                            <a:latin typeface="Cambria Math" panose="02040503050406030204" pitchFamily="18" charset="0"/>
                          </a:rPr>
                        </m:ctrlPr>
                      </m:accPr>
                      <m:e>
                        <m:r>
                          <a:rPr lang="fr-FR" b="0" i="1" smtClean="0">
                            <a:latin typeface="Cambria Math" panose="02040503050406030204" pitchFamily="18" charset="0"/>
                          </a:rPr>
                          <m:t>𝐿</m:t>
                        </m:r>
                      </m:e>
                    </m:acc>
                    <m:r>
                      <a:rPr lang="fr-FR" i="1">
                        <a:latin typeface="Cambria Math" panose="02040503050406030204" pitchFamily="18" charset="0"/>
                        <a:ea typeface="Cambria Math" panose="02040503050406030204" pitchFamily="18" charset="0"/>
                      </a:rPr>
                      <m:t>=</m:t>
                    </m:r>
                    <m:r>
                      <a:rPr lang="fr-FR">
                        <a:latin typeface="Cambria Math" panose="02040503050406030204" pitchFamily="18" charset="0"/>
                      </a:rPr>
                      <m:t>{</m:t>
                    </m:r>
                    <m:r>
                      <a:rPr lang="fr-FR">
                        <a:latin typeface="Cambria Math" panose="02040503050406030204" pitchFamily="18" charset="0"/>
                      </a:rPr>
                      <m:t>𝜔</m:t>
                    </m:r>
                    <m:r>
                      <a:rPr lang="fr-FR">
                        <a:latin typeface="Cambria Math" panose="02040503050406030204" pitchFamily="18" charset="0"/>
                      </a:rPr>
                      <m:t> | </m:t>
                    </m:r>
                    <m:r>
                      <a:rPr lang="fr-FR">
                        <a:latin typeface="Cambria Math" panose="02040503050406030204" pitchFamily="18" charset="0"/>
                      </a:rPr>
                      <m:t>𝜔</m:t>
                    </m:r>
                    <m:r>
                      <a:rPr lang="fr-FR">
                        <a:latin typeface="Cambria Math" panose="02040503050406030204" pitchFamily="18" charset="0"/>
                      </a:rPr>
                      <m:t> </m:t>
                    </m:r>
                    <m:r>
                      <a:rPr lang="fr-FR">
                        <a:latin typeface="Cambria Math" panose="02040503050406030204" pitchFamily="18" charset="0"/>
                      </a:rPr>
                      <m:t>𝜖</m:t>
                    </m:r>
                    <m:r>
                      <a:rPr lang="fr-FR">
                        <a:latin typeface="Cambria Math" panose="02040503050406030204" pitchFamily="18" charset="0"/>
                      </a:rPr>
                      <m:t> </m:t>
                    </m:r>
                    <m:sSup>
                      <m:sSupPr>
                        <m:ctrlPr>
                          <a:rPr lang="fr-FR" i="1" smtClean="0">
                            <a:latin typeface="Cambria Math" panose="02040503050406030204" pitchFamily="18" charset="0"/>
                          </a:rPr>
                        </m:ctrlPr>
                      </m:sSupPr>
                      <m:e>
                        <m:r>
                          <m:rPr>
                            <m:sty m:val="p"/>
                          </m:rPr>
                          <a:rPr lang="el-GR" i="1" smtClean="0">
                            <a:latin typeface="Cambria Math" panose="02040503050406030204" pitchFamily="18" charset="0"/>
                            <a:ea typeface="Cambria Math" panose="02040503050406030204" pitchFamily="18" charset="0"/>
                          </a:rPr>
                          <m:t>Σ</m:t>
                        </m:r>
                      </m:e>
                      <m:sup>
                        <m:r>
                          <a:rPr lang="fr-FR" b="0" i="1" smtClean="0">
                            <a:latin typeface="Cambria Math" panose="02040503050406030204" pitchFamily="18" charset="0"/>
                          </a:rPr>
                          <m:t>∗</m:t>
                        </m:r>
                      </m:sup>
                    </m:sSup>
                    <m:r>
                      <a:rPr lang="fr-FR" i="1">
                        <a:latin typeface="Cambria Math" panose="02040503050406030204" pitchFamily="18" charset="0"/>
                        <a:ea typeface="Cambria Math" panose="02040503050406030204" pitchFamily="18" charset="0"/>
                      </a:rPr>
                      <m:t>∧</m:t>
                    </m:r>
                    <m:r>
                      <a:rPr lang="fr-FR">
                        <a:latin typeface="Cambria Math" panose="02040503050406030204" pitchFamily="18" charset="0"/>
                      </a:rPr>
                      <m:t>𝜔</m:t>
                    </m:r>
                    <m:r>
                      <a:rPr lang="fr-FR">
                        <a:latin typeface="Cambria Math" panose="02040503050406030204" pitchFamily="18" charset="0"/>
                      </a:rPr>
                      <m:t> </m:t>
                    </m:r>
                    <m:r>
                      <a:rPr lang="fr-FR"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𝐿</m:t>
                    </m:r>
                    <m:r>
                      <a:rPr lang="fr-FR" b="0" i="1" smtClean="0">
                        <a:latin typeface="Cambria Math" panose="02040503050406030204" pitchFamily="18" charset="0"/>
                        <a:ea typeface="Cambria Math" panose="02040503050406030204" pitchFamily="18" charset="0"/>
                      </a:rPr>
                      <m:t>}</m:t>
                    </m:r>
                  </m:oMath>
                </a14:m>
                <a:r>
                  <a:rPr lang="fr-FR" dirty="0"/>
                  <a:t> ;</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t="-2228" b="-1835"/>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3460852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Opérations sur les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langage</a:t>
            </a:r>
            <a:r>
              <a:rPr lang="en-US" altLang="fr-FR" b="1" dirty="0">
                <a:latin typeface="+mj-lt"/>
                <a:cs typeface="+mj-cs"/>
              </a:rPr>
              <a:t>s</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Nous pouvons appliquer aussi à </a:t>
                </a:r>
                <a14:m>
                  <m:oMath xmlns:m="http://schemas.openxmlformats.org/officeDocument/2006/math">
                    <m:r>
                      <a:rPr lang="fr-FR" b="0" i="1" smtClean="0">
                        <a:latin typeface="Cambria Math" panose="02040503050406030204" pitchFamily="18" charset="0"/>
                      </a:rPr>
                      <m:t>𝐿</m:t>
                    </m:r>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1</m:t>
                        </m:r>
                      </m:sub>
                    </m:sSub>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2</m:t>
                        </m:r>
                      </m:sub>
                    </m:sSub>
                  </m:oMath>
                </a14:m>
                <a:r>
                  <a:rPr lang="fr-FR" dirty="0"/>
                  <a:t> des opérations spécifiques aux langages :</a:t>
                </a:r>
              </a:p>
              <a:p>
                <a:pPr marL="717550" indent="-266700">
                  <a:buFont typeface="Arial" panose="020B0604020202020204" pitchFamily="34" charset="0"/>
                  <a:buChar char="•"/>
                </a:pPr>
                <a:r>
                  <a:rPr lang="fr-FR" dirty="0"/>
                  <a:t>La concaténation des langages : </a:t>
                </a:r>
                <a14:m>
                  <m:oMath xmlns:m="http://schemas.openxmlformats.org/officeDocument/2006/math">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1</m:t>
                        </m:r>
                      </m:sub>
                    </m:sSub>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𝐿</m:t>
                        </m:r>
                      </m:e>
                      <m:sub>
                        <m:r>
                          <a:rPr lang="fr-FR" i="1">
                            <a:latin typeface="Cambria Math" panose="02040503050406030204" pitchFamily="18" charset="0"/>
                          </a:rPr>
                          <m:t>2</m:t>
                        </m:r>
                      </m:sub>
                    </m:sSub>
                    <m:r>
                      <a:rPr lang="fr-FR" i="1">
                        <a:latin typeface="Cambria Math" panose="02040503050406030204" pitchFamily="18" charset="0"/>
                        <a:ea typeface="Cambria Math" panose="02040503050406030204" pitchFamily="18" charset="0"/>
                      </a:rPr>
                      <m:t>=</m:t>
                    </m:r>
                    <m:r>
                      <a:rPr lang="fr-FR">
                        <a:latin typeface="Cambria Math" panose="02040503050406030204" pitchFamily="18" charset="0"/>
                      </a:rPr>
                      <m:t>{</m:t>
                    </m:r>
                    <m:r>
                      <a:rPr lang="fr-FR">
                        <a:latin typeface="Cambria Math" panose="02040503050406030204" pitchFamily="18" charset="0"/>
                      </a:rPr>
                      <m:t>𝜔</m:t>
                    </m:r>
                    <m:r>
                      <a:rPr lang="fr-FR">
                        <a:latin typeface="Cambria Math" panose="02040503050406030204" pitchFamily="18" charset="0"/>
                      </a:rPr>
                      <m:t>= </m:t>
                    </m:r>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𝜔</m:t>
                        </m:r>
                      </m:e>
                      <m:sub>
                        <m:r>
                          <a:rPr lang="fr-FR" i="1">
                            <a:latin typeface="Cambria Math" panose="02040503050406030204" pitchFamily="18" charset="0"/>
                          </a:rPr>
                          <m:t>1</m:t>
                        </m:r>
                      </m:sub>
                    </m:sSub>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𝜔</m:t>
                        </m:r>
                      </m:e>
                      <m:sub>
                        <m:r>
                          <a:rPr lang="fr-FR" i="1">
                            <a:latin typeface="Cambria Math" panose="02040503050406030204" pitchFamily="18" charset="0"/>
                          </a:rPr>
                          <m:t>2</m:t>
                        </m:r>
                      </m:sub>
                    </m:sSub>
                    <m:r>
                      <a:rPr lang="fr-FR" i="1">
                        <a:latin typeface="Cambria Math" panose="02040503050406030204" pitchFamily="18" charset="0"/>
                      </a:rPr>
                      <m:t> </m:t>
                    </m:r>
                    <m:r>
                      <a:rPr lang="fr-FR">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𝜔</m:t>
                        </m:r>
                      </m:e>
                      <m:sub>
                        <m:r>
                          <a:rPr lang="fr-FR" i="1">
                            <a:latin typeface="Cambria Math" panose="02040503050406030204" pitchFamily="18" charset="0"/>
                          </a:rPr>
                          <m:t>1</m:t>
                        </m:r>
                      </m:sub>
                    </m:sSub>
                    <m:r>
                      <a:rPr lang="fr-FR">
                        <a:latin typeface="Cambria Math" panose="02040503050406030204" pitchFamily="18" charset="0"/>
                      </a:rPr>
                      <m:t> </m:t>
                    </m:r>
                    <m:r>
                      <a:rPr lang="fr-FR">
                        <a:latin typeface="Cambria Math" panose="02040503050406030204" pitchFamily="18" charset="0"/>
                      </a:rPr>
                      <m:t>𝜖</m:t>
                    </m:r>
                    <m:r>
                      <a:rPr lang="fr-FR">
                        <a:latin typeface="Cambria Math" panose="02040503050406030204" pitchFamily="18" charset="0"/>
                      </a:rPr>
                      <m:t> </m:t>
                    </m:r>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1</m:t>
                        </m:r>
                      </m:sub>
                    </m:sSub>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𝜔</m:t>
                        </m:r>
                      </m:e>
                      <m:sub>
                        <m:r>
                          <a:rPr lang="fr-FR" i="1">
                            <a:latin typeface="Cambria Math" panose="02040503050406030204" pitchFamily="18" charset="0"/>
                            <a:ea typeface="Cambria Math" panose="02040503050406030204" pitchFamily="18" charset="0"/>
                          </a:rPr>
                          <m:t>2</m:t>
                        </m:r>
                      </m:sub>
                    </m:sSub>
                    <m:r>
                      <a:rPr lang="fr-FR">
                        <a:latin typeface="Cambria Math" panose="02040503050406030204" pitchFamily="18" charset="0"/>
                      </a:rPr>
                      <m:t> </m:t>
                    </m:r>
                    <m:r>
                      <a:rPr lang="fr-FR">
                        <a:latin typeface="Cambria Math" panose="02040503050406030204" pitchFamily="18" charset="0"/>
                      </a:rPr>
                      <m:t>𝜖</m:t>
                    </m:r>
                    <m:r>
                      <a:rPr lang="fr-FR">
                        <a:latin typeface="Cambria Math" panose="02040503050406030204" pitchFamily="18" charset="0"/>
                      </a:rPr>
                      <m:t> </m:t>
                    </m:r>
                    <m:sSub>
                      <m:sSubPr>
                        <m:ctrlPr>
                          <a:rPr lang="fr-FR" i="1">
                            <a:latin typeface="Cambria Math" panose="02040503050406030204" pitchFamily="18" charset="0"/>
                          </a:rPr>
                        </m:ctrlPr>
                      </m:sSubPr>
                      <m:e>
                        <m:r>
                          <a:rPr lang="fr-FR">
                            <a:latin typeface="Cambria Math" panose="02040503050406030204" pitchFamily="18" charset="0"/>
                          </a:rPr>
                          <m:t>𝐿</m:t>
                        </m:r>
                      </m:e>
                      <m:sub>
                        <m:r>
                          <a:rPr lang="fr-FR">
                            <a:latin typeface="Cambria Math" panose="02040503050406030204" pitchFamily="18" charset="0"/>
                          </a:rPr>
                          <m:t>2</m:t>
                        </m:r>
                      </m:sub>
                    </m:sSub>
                    <m:r>
                      <a:rPr lang="fr-FR" i="1">
                        <a:latin typeface="Cambria Math" panose="02040503050406030204" pitchFamily="18" charset="0"/>
                      </a:rPr>
                      <m:t>}</m:t>
                    </m:r>
                  </m:oMath>
                </a14:m>
                <a:r>
                  <a:rPr lang="fr-FR" dirty="0"/>
                  <a:t> ;</a:t>
                </a:r>
              </a:p>
              <a:p>
                <a:pPr marL="717550" indent="-266700">
                  <a:buFont typeface="Arial" panose="020B0604020202020204" pitchFamily="34" charset="0"/>
                  <a:buChar char="•"/>
                </a:pPr>
                <a:r>
                  <a:rPr lang="fr-FR" dirty="0"/>
                  <a:t>La puissance </a:t>
                </a:r>
                <a:r>
                  <a:rPr lang="fr-FR" dirty="0" err="1"/>
                  <a:t>concaténative</a:t>
                </a:r>
                <a:r>
                  <a:rPr lang="fr-FR" dirty="0"/>
                  <a:t> : </a:t>
                </a:r>
                <a14:m>
                  <m:oMath xmlns:m="http://schemas.openxmlformats.org/officeDocument/2006/math">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i="1">
                            <a:latin typeface="Cambria Math" panose="02040503050406030204" pitchFamily="18" charset="0"/>
                          </a:rPr>
                          <m:t>𝑛</m:t>
                        </m:r>
                      </m:sup>
                    </m:sSup>
                    <m:r>
                      <a:rPr lang="fr-FR" i="1">
                        <a:latin typeface="Cambria Math" panose="02040503050406030204" pitchFamily="18" charset="0"/>
                      </a:rPr>
                      <m:t>=</m:t>
                    </m:r>
                    <m:r>
                      <a:rPr lang="fr-FR" i="1">
                        <a:latin typeface="Cambria Math" panose="02040503050406030204" pitchFamily="18" charset="0"/>
                      </a:rPr>
                      <m:t>𝐿</m:t>
                    </m:r>
                    <m:r>
                      <a:rPr lang="fr-FR" i="1">
                        <a:latin typeface="Cambria Math" panose="02040503050406030204" pitchFamily="18" charset="0"/>
                      </a:rPr>
                      <m:t>.</m:t>
                    </m:r>
                    <m:r>
                      <a:rPr lang="fr-FR" i="1">
                        <a:latin typeface="Cambria Math" panose="02040503050406030204" pitchFamily="18" charset="0"/>
                      </a:rPr>
                      <m:t>𝐿</m:t>
                    </m:r>
                    <m:r>
                      <a:rPr lang="fr-FR" i="1">
                        <a:latin typeface="Cambria Math" panose="02040503050406030204" pitchFamily="18" charset="0"/>
                      </a:rPr>
                      <m:t>. …</m:t>
                    </m:r>
                    <m:r>
                      <a:rPr lang="fr-FR" i="1">
                        <a:latin typeface="Cambria Math" panose="02040503050406030204" pitchFamily="18" charset="0"/>
                      </a:rPr>
                      <m:t>𝐿</m:t>
                    </m:r>
                  </m:oMath>
                </a14:m>
                <a:r>
                  <a:rPr lang="fr-FR" dirty="0"/>
                  <a:t> (n fois). On peut le définir par induction comme suit : </a:t>
                </a:r>
                <a14:m>
                  <m:oMath xmlns:m="http://schemas.openxmlformats.org/officeDocument/2006/math">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i="1">
                            <a:latin typeface="Cambria Math" panose="02040503050406030204" pitchFamily="18" charset="0"/>
                          </a:rPr>
                          <m:t>0</m:t>
                        </m:r>
                      </m:sup>
                    </m:sSup>
                    <m:r>
                      <a:rPr lang="fr-FR" i="1">
                        <a:latin typeface="Cambria Math" panose="02040503050406030204" pitchFamily="18" charset="0"/>
                      </a:rPr>
                      <m:t>=</m:t>
                    </m:r>
                    <m:d>
                      <m:dPr>
                        <m:begChr m:val="{"/>
                        <m:endChr m:val="}"/>
                        <m:ctrlPr>
                          <a:rPr lang="fr-FR" i="1">
                            <a:latin typeface="Cambria Math" panose="02040503050406030204" pitchFamily="18" charset="0"/>
                            <a:ea typeface="Cambria Math" panose="02040503050406030204" pitchFamily="18" charset="0"/>
                          </a:rPr>
                        </m:ctrlPr>
                      </m:dPr>
                      <m:e>
                        <m:r>
                          <a:rPr lang="fr-FR" i="1">
                            <a:latin typeface="Cambria Math" panose="02040503050406030204" pitchFamily="18" charset="0"/>
                            <a:ea typeface="Cambria Math" panose="02040503050406030204" pitchFamily="18" charset="0"/>
                          </a:rPr>
                          <m:t>𝜀</m:t>
                        </m:r>
                      </m:e>
                    </m:d>
                    <m:r>
                      <a:rPr lang="fr-FR" i="1">
                        <a:latin typeface="Cambria Math" panose="02040503050406030204" pitchFamily="18" charset="0"/>
                      </a:rPr>
                      <m:t>, </m:t>
                    </m:r>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i="1">
                            <a:latin typeface="Cambria Math" panose="02040503050406030204" pitchFamily="18" charset="0"/>
                          </a:rPr>
                          <m:t>1</m:t>
                        </m:r>
                      </m:sup>
                    </m:sSup>
                    <m:r>
                      <a:rPr lang="fr-FR" i="1">
                        <a:latin typeface="Cambria Math" panose="02040503050406030204" pitchFamily="18" charset="0"/>
                      </a:rPr>
                      <m:t>=</m:t>
                    </m:r>
                    <m:r>
                      <a:rPr lang="fr-FR" i="1">
                        <a:latin typeface="Cambria Math" panose="02040503050406030204" pitchFamily="18" charset="0"/>
                      </a:rPr>
                      <m:t>𝐿</m:t>
                    </m:r>
                    <m:r>
                      <a:rPr lang="fr-FR" i="1">
                        <a:latin typeface="Cambria Math" panose="02040503050406030204" pitchFamily="18" charset="0"/>
                      </a:rPr>
                      <m:t>, </m:t>
                    </m:r>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i="1">
                            <a:latin typeface="Cambria Math" panose="02040503050406030204" pitchFamily="18" charset="0"/>
                          </a:rPr>
                          <m:t>𝑛</m:t>
                        </m:r>
                      </m:sup>
                    </m:sSup>
                    <m:r>
                      <a:rPr lang="fr-FR" i="1">
                        <a:latin typeface="Cambria Math" panose="02040503050406030204" pitchFamily="18" charset="0"/>
                      </a:rPr>
                      <m:t>=</m:t>
                    </m:r>
                    <m:r>
                      <a:rPr lang="fr-FR" i="1">
                        <a:latin typeface="Cambria Math" panose="02040503050406030204" pitchFamily="18" charset="0"/>
                      </a:rPr>
                      <m:t>𝐿</m:t>
                    </m:r>
                    <m:r>
                      <a:rPr lang="fr-FR" i="1">
                        <a:latin typeface="Cambria Math" panose="02040503050406030204" pitchFamily="18" charset="0"/>
                      </a:rPr>
                      <m:t>.</m:t>
                    </m:r>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i="1">
                            <a:latin typeface="Cambria Math" panose="02040503050406030204" pitchFamily="18" charset="0"/>
                          </a:rPr>
                          <m:t>𝑛</m:t>
                        </m:r>
                        <m:r>
                          <a:rPr lang="fr-FR" i="1">
                            <a:latin typeface="Cambria Math" panose="02040503050406030204" pitchFamily="18" charset="0"/>
                          </a:rPr>
                          <m:t>−1</m:t>
                        </m:r>
                      </m:sup>
                    </m:sSup>
                  </m:oMath>
                </a14:m>
                <a:r>
                  <a:rPr lang="fr-FR" dirty="0"/>
                  <a:t> ;</a:t>
                </a:r>
              </a:p>
              <a:p>
                <a:pPr marL="717550" indent="-266700">
                  <a:buFont typeface="Arial" panose="020B0604020202020204" pitchFamily="34" charset="0"/>
                  <a:buChar char="•"/>
                </a:pPr>
                <a:r>
                  <a:rPr lang="fr-FR" dirty="0"/>
                  <a:t>La fermeture itérative ou l’étoile de </a:t>
                </a:r>
                <a:r>
                  <a:rPr lang="fr-FR" dirty="0" err="1"/>
                  <a:t>Kleen</a:t>
                </a:r>
                <a:r>
                  <a:rPr lang="fr-FR" dirty="0"/>
                  <a:t> : </a:t>
                </a:r>
                <a14:m>
                  <m:oMath xmlns:m="http://schemas.openxmlformats.org/officeDocument/2006/math">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i="1">
                            <a:latin typeface="Cambria Math" panose="02040503050406030204" pitchFamily="18" charset="0"/>
                          </a:rPr>
                          <m:t>∗</m:t>
                        </m:r>
                      </m:sup>
                    </m:sSup>
                    <m:r>
                      <a:rPr lang="fr-FR" i="1">
                        <a:latin typeface="Cambria Math" panose="02040503050406030204" pitchFamily="18" charset="0"/>
                      </a:rPr>
                      <m:t>=</m:t>
                    </m:r>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i="1">
                            <a:latin typeface="Cambria Math" panose="02040503050406030204" pitchFamily="18" charset="0"/>
                          </a:rPr>
                          <m:t>0</m:t>
                        </m:r>
                      </m:sup>
                    </m:sSup>
                    <m:r>
                      <a:rPr lang="fr-FR" i="1">
                        <a:latin typeface="Cambria Math" panose="02040503050406030204" pitchFamily="18" charset="0"/>
                        <a:ea typeface="Cambria Math" panose="02040503050406030204" pitchFamily="18" charset="0"/>
                      </a:rPr>
                      <m:t>∪</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𝐿</m:t>
                        </m:r>
                      </m:e>
                      <m:sup>
                        <m:r>
                          <a:rPr lang="fr-FR" i="1">
                            <a:latin typeface="Cambria Math" panose="02040503050406030204" pitchFamily="18" charset="0"/>
                            <a:ea typeface="Cambria Math" panose="02040503050406030204" pitchFamily="18" charset="0"/>
                          </a:rPr>
                          <m:t>1</m:t>
                        </m:r>
                      </m:sup>
                    </m:sSup>
                    <m:r>
                      <a:rPr lang="fr-FR" i="1">
                        <a:latin typeface="Cambria Math" panose="02040503050406030204" pitchFamily="18" charset="0"/>
                        <a:ea typeface="Cambria Math" panose="02040503050406030204" pitchFamily="18" charset="0"/>
                      </a:rPr>
                      <m:t>∪… </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𝐿</m:t>
                        </m:r>
                      </m:e>
                      <m:sup>
                        <m:r>
                          <a:rPr lang="fr-FR" i="1">
                            <a:latin typeface="Cambria Math" panose="02040503050406030204" pitchFamily="18" charset="0"/>
                            <a:ea typeface="Cambria Math" panose="02040503050406030204" pitchFamily="18" charset="0"/>
                          </a:rPr>
                          <m:t>𝑛</m:t>
                        </m:r>
                      </m:sup>
                    </m:sSup>
                  </m:oMath>
                </a14:m>
                <a:r>
                  <a:rPr lang="fr-FR" dirty="0"/>
                  <a:t> (n tend vers l’infini) ;</a:t>
                </a:r>
              </a:p>
              <a:p>
                <a:pPr marL="717550" indent="-266700">
                  <a:buFont typeface="Arial" panose="020B0604020202020204" pitchFamily="34" charset="0"/>
                  <a:buChar char="•"/>
                </a:pPr>
                <a:r>
                  <a:rPr lang="fr-FR" dirty="0"/>
                  <a:t>La fermeture itérative propre (l’étoile propre) : </a:t>
                </a:r>
                <a14:m>
                  <m:oMath xmlns:m="http://schemas.openxmlformats.org/officeDocument/2006/math">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i="1">
                            <a:latin typeface="Cambria Math" panose="02040503050406030204" pitchFamily="18" charset="0"/>
                          </a:rPr>
                          <m:t>+</m:t>
                        </m:r>
                      </m:sup>
                    </m:sSup>
                    <m:r>
                      <a:rPr lang="fr-FR" i="1">
                        <a:latin typeface="Cambria Math" panose="02040503050406030204" pitchFamily="18" charset="0"/>
                      </a:rPr>
                      <m:t>=</m:t>
                    </m:r>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i="1">
                            <a:latin typeface="Cambria Math" panose="02040503050406030204" pitchFamily="18" charset="0"/>
                          </a:rPr>
                          <m:t>1</m:t>
                        </m:r>
                      </m:sup>
                    </m:sSup>
                    <m:r>
                      <a:rPr lang="fr-FR" i="1">
                        <a:latin typeface="Cambria Math" panose="02040503050406030204" pitchFamily="18" charset="0"/>
                        <a:ea typeface="Cambria Math" panose="02040503050406030204" pitchFamily="18" charset="0"/>
                      </a:rPr>
                      <m:t>∪</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𝐿</m:t>
                        </m:r>
                      </m:e>
                      <m:sup>
                        <m:r>
                          <a:rPr lang="fr-FR" i="1">
                            <a:latin typeface="Cambria Math" panose="02040503050406030204" pitchFamily="18" charset="0"/>
                            <a:ea typeface="Cambria Math" panose="02040503050406030204" pitchFamily="18" charset="0"/>
                          </a:rPr>
                          <m:t>2</m:t>
                        </m:r>
                      </m:sup>
                    </m:sSup>
                    <m:r>
                      <a:rPr lang="fr-FR" i="1">
                        <a:latin typeface="Cambria Math" panose="02040503050406030204" pitchFamily="18" charset="0"/>
                        <a:ea typeface="Cambria Math" panose="02040503050406030204" pitchFamily="18" charset="0"/>
                      </a:rPr>
                      <m:t>∪… </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𝐿</m:t>
                        </m:r>
                      </m:e>
                      <m:sup>
                        <m:r>
                          <a:rPr lang="fr-FR" i="1">
                            <a:latin typeface="Cambria Math" panose="02040503050406030204" pitchFamily="18" charset="0"/>
                            <a:ea typeface="Cambria Math" panose="02040503050406030204" pitchFamily="18" charset="0"/>
                          </a:rPr>
                          <m:t>𝑛</m:t>
                        </m:r>
                      </m:sup>
                    </m:sSup>
                  </m:oMath>
                </a14:m>
                <a:r>
                  <a:rPr lang="fr-FR" dirty="0"/>
                  <a:t> (n tend vers l’infini) ;</a:t>
                </a:r>
              </a:p>
              <a:p>
                <a:pPr marL="717550" indent="-266700">
                  <a:buFont typeface="Arial" panose="020B0604020202020204" pitchFamily="34" charset="0"/>
                  <a:buChar char="•"/>
                </a:pPr>
                <a:r>
                  <a:rPr lang="fr-FR" dirty="0"/>
                  <a:t>Le miroir de L : </a:t>
                </a:r>
                <a14:m>
                  <m:oMath xmlns:m="http://schemas.openxmlformats.org/officeDocument/2006/math">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i="1">
                            <a:latin typeface="Cambria Math" panose="02040503050406030204" pitchFamily="18" charset="0"/>
                          </a:rPr>
                          <m:t>𝑅</m:t>
                        </m:r>
                      </m:sup>
                    </m:sSup>
                    <m:r>
                      <a:rPr lang="fr-FR" i="1">
                        <a:latin typeface="Cambria Math" panose="02040503050406030204" pitchFamily="18" charset="0"/>
                      </a:rPr>
                      <m:t>=</m:t>
                    </m:r>
                    <m:d>
                      <m:dPr>
                        <m:begChr m:val="{"/>
                        <m:endChr m:val="|"/>
                        <m:ctrlPr>
                          <a:rPr lang="fr-FR" i="1">
                            <a:latin typeface="Cambria Math" panose="02040503050406030204" pitchFamily="18" charset="0"/>
                            <a:ea typeface="Cambria Math" panose="02040503050406030204" pitchFamily="18" charset="0"/>
                          </a:rPr>
                        </m:ctrlPr>
                      </m:dPr>
                      <m:e>
                        <m:r>
                          <a:rPr lang="fr-FR" i="1">
                            <a:latin typeface="Cambria Math" panose="02040503050406030204" pitchFamily="18" charset="0"/>
                            <a:ea typeface="Cambria Math" panose="02040503050406030204" pitchFamily="18" charset="0"/>
                          </a:rPr>
                          <m:t>𝜔</m:t>
                        </m:r>
                        <m:r>
                          <a:rPr lang="fr-FR" i="1">
                            <a:latin typeface="Cambria Math" panose="02040503050406030204" pitchFamily="18" charset="0"/>
                            <a:ea typeface="Cambria Math" panose="02040503050406030204" pitchFamily="18" charset="0"/>
                          </a:rPr>
                          <m:t> </m:t>
                        </m:r>
                      </m:e>
                    </m:d>
                    <m:r>
                      <a:rPr lang="fr-FR" i="1">
                        <a:latin typeface="Cambria Math" panose="02040503050406030204" pitchFamily="18" charset="0"/>
                        <a:ea typeface="Cambria Math" panose="02040503050406030204" pitchFamily="18" charset="0"/>
                      </a:rPr>
                      <m:t> ∃ </m:t>
                    </m:r>
                    <m:r>
                      <a:rPr lang="fr-FR" i="1">
                        <a:latin typeface="Cambria Math" panose="02040503050406030204" pitchFamily="18" charset="0"/>
                        <a:ea typeface="Cambria Math" panose="02040503050406030204" pitchFamily="18" charset="0"/>
                      </a:rPr>
                      <m:t>𝑢</m:t>
                    </m:r>
                    <m:r>
                      <a:rPr lang="fr-FR" i="1">
                        <a:latin typeface="Cambria Math" panose="02040503050406030204" pitchFamily="18" charset="0"/>
                        <a:ea typeface="Cambria Math" panose="02040503050406030204" pitchFamily="18" charset="0"/>
                      </a:rPr>
                      <m:t> ∈</m:t>
                    </m:r>
                    <m:r>
                      <a:rPr lang="fr-FR" i="1">
                        <a:latin typeface="Cambria Math" panose="02040503050406030204" pitchFamily="18" charset="0"/>
                        <a:ea typeface="Cambria Math" panose="02040503050406030204" pitchFamily="18" charset="0"/>
                      </a:rPr>
                      <m:t>𝐿</m:t>
                    </m:r>
                    <m:r>
                      <a:rPr lang="fr-FR" i="1">
                        <a:latin typeface="Cambria Math" panose="02040503050406030204" pitchFamily="18" charset="0"/>
                        <a:ea typeface="Cambria Math" panose="02040503050406030204" pitchFamily="18" charset="0"/>
                      </a:rPr>
                      <m:t> :</m:t>
                    </m:r>
                    <m:r>
                      <a:rPr lang="fr-FR" i="1">
                        <a:latin typeface="Cambria Math" panose="02040503050406030204" pitchFamily="18" charset="0"/>
                        <a:ea typeface="Cambria Math" panose="02040503050406030204" pitchFamily="18" charset="0"/>
                      </a:rPr>
                      <m:t>𝜔</m:t>
                    </m:r>
                    <m:r>
                      <a:rPr lang="fr-FR" i="1">
                        <a:latin typeface="Cambria Math" panose="02040503050406030204" pitchFamily="18" charset="0"/>
                        <a:ea typeface="Cambria Math" panose="02040503050406030204" pitchFamily="18" charset="0"/>
                      </a:rPr>
                      <m:t>= </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𝑢</m:t>
                        </m:r>
                      </m:e>
                      <m:sup>
                        <m:r>
                          <a:rPr lang="fr-FR" i="1">
                            <a:latin typeface="Cambria Math" panose="02040503050406030204" pitchFamily="18" charset="0"/>
                            <a:ea typeface="Cambria Math" panose="02040503050406030204" pitchFamily="18" charset="0"/>
                          </a:rPr>
                          <m:t>𝑅</m:t>
                        </m:r>
                      </m:sup>
                    </m:sSup>
                    <m:r>
                      <a:rPr lang="fr-FR" i="1">
                        <a:latin typeface="Cambria Math" panose="02040503050406030204" pitchFamily="18" charset="0"/>
                        <a:ea typeface="Cambria Math" panose="02040503050406030204" pitchFamily="18" charset="0"/>
                      </a:rPr>
                      <m:t>}</m:t>
                    </m:r>
                  </m:oMath>
                </a14:m>
                <a:r>
                  <a:rPr lang="fr-FR" dirty="0"/>
                  <a:t>.</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t="-2883"/>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895709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Opérations sur les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langage</a:t>
            </a:r>
            <a:r>
              <a:rPr lang="en-US" altLang="fr-FR" b="1" dirty="0">
                <a:latin typeface="+mj-lt"/>
                <a:cs typeface="+mj-cs"/>
              </a:rPr>
              <a:t>s</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i="1" dirty="0">
                    <a:solidFill>
                      <a:srgbClr val="C00000"/>
                    </a:solidFill>
                  </a:rPr>
                  <a:t>Propriétés : </a:t>
                </a:r>
                <a:r>
                  <a:rPr lang="fr-FR" dirty="0"/>
                  <a:t>En plus des propriétés des opérateurs ensemblistes qui sont toujours valables pour les langages, nous définissons les propriétés supplémentaires suivantes :</a:t>
                </a:r>
              </a:p>
              <a:p>
                <a:pPr marL="901700" indent="-457200">
                  <a:buFont typeface="Arial" panose="020B0604020202020204" pitchFamily="34" charset="0"/>
                  <a:buChar char="•"/>
                </a:pPr>
                <a:r>
                  <a:rPr lang="fr-FR" dirty="0"/>
                  <a:t>La concaténation des langages est associative ;</a:t>
                </a:r>
              </a:p>
              <a:p>
                <a:pPr marL="901700" indent="-457200">
                  <a:buFont typeface="Arial" panose="020B0604020202020204" pitchFamily="34" charset="0"/>
                  <a:buChar char="•"/>
                </a:pPr>
                <a:r>
                  <a:rPr lang="fr-FR" dirty="0"/>
                  <a:t>La concaténation des langages n’est pas commutative ;</a:t>
                </a:r>
              </a:p>
              <a:p>
                <a:pPr marL="901700" indent="-457200">
                  <a:buFont typeface="Arial" panose="020B0604020202020204" pitchFamily="34" charset="0"/>
                  <a:buChar char="•"/>
                </a:pPr>
                <a:r>
                  <a:rPr lang="fr-FR" dirty="0"/>
                  <a:t>La concaténation des langages est distributive par rapport à l’union ;</a:t>
                </a:r>
              </a:p>
              <a:p>
                <a:pPr marL="901700" indent="-457200">
                  <a:buFont typeface="Arial" panose="020B0604020202020204" pitchFamily="34" charset="0"/>
                  <a:buChar char="•"/>
                </a:pPr>
                <a:r>
                  <a:rPr lang="fr-FR" dirty="0"/>
                  <a:t>La concaténation des langages n’est pas distributive par rapport à l’intersection ;</a:t>
                </a:r>
              </a:p>
              <a:p>
                <a:pPr marL="901700" indent="-457200">
                  <a:buFont typeface="Arial" panose="020B0604020202020204" pitchFamily="34" charset="0"/>
                  <a:buChar char="•"/>
                </a:pPr>
                <a14:m>
                  <m:oMath xmlns:m="http://schemas.openxmlformats.org/officeDocument/2006/math">
                    <m:sSup>
                      <m:sSupPr>
                        <m:ctrlPr>
                          <a:rPr lang="fr-FR" i="1">
                            <a:latin typeface="Cambria Math" panose="02040503050406030204" pitchFamily="18" charset="0"/>
                          </a:rPr>
                        </m:ctrlPr>
                      </m:sSupPr>
                      <m:e>
                        <m:r>
                          <a:rPr lang="fr-FR">
                            <a:latin typeface="Cambria Math" panose="02040503050406030204" pitchFamily="18" charset="0"/>
                          </a:rPr>
                          <m:t>𝐿</m:t>
                        </m:r>
                      </m:e>
                      <m:sup>
                        <m:r>
                          <a:rPr lang="fr-FR">
                            <a:latin typeface="Cambria Math" panose="02040503050406030204" pitchFamily="18" charset="0"/>
                          </a:rPr>
                          <m:t>∗</m:t>
                        </m:r>
                      </m:sup>
                    </m:sSup>
                    <m:r>
                      <a:rPr lang="fr-FR">
                        <a:latin typeface="Cambria Math" panose="02040503050406030204" pitchFamily="18" charset="0"/>
                      </a:rPr>
                      <m:t>= </m:t>
                    </m:r>
                    <m:sSup>
                      <m:sSupPr>
                        <m:ctrlPr>
                          <a:rPr lang="fr-FR" i="1">
                            <a:latin typeface="Cambria Math" panose="02040503050406030204" pitchFamily="18" charset="0"/>
                          </a:rPr>
                        </m:ctrlPr>
                      </m:sSupPr>
                      <m:e>
                        <m:r>
                          <a:rPr lang="fr-FR">
                            <a:latin typeface="Cambria Math" panose="02040503050406030204" pitchFamily="18" charset="0"/>
                          </a:rPr>
                          <m:t>(</m:t>
                        </m:r>
                        <m:sSup>
                          <m:sSupPr>
                            <m:ctrlPr>
                              <a:rPr lang="fr-FR" i="1">
                                <a:latin typeface="Cambria Math" panose="02040503050406030204" pitchFamily="18" charset="0"/>
                              </a:rPr>
                            </m:ctrlPr>
                          </m:sSupPr>
                          <m:e>
                            <m:r>
                              <a:rPr lang="fr-FR">
                                <a:latin typeface="Cambria Math" panose="02040503050406030204" pitchFamily="18" charset="0"/>
                              </a:rPr>
                              <m:t>𝐿</m:t>
                            </m:r>
                          </m:e>
                          <m:sup>
                            <m:r>
                              <a:rPr lang="fr-FR">
                                <a:latin typeface="Cambria Math" panose="02040503050406030204" pitchFamily="18" charset="0"/>
                              </a:rPr>
                              <m:t>∗</m:t>
                            </m:r>
                          </m:sup>
                        </m:sSup>
                        <m:r>
                          <a:rPr lang="fr-FR">
                            <a:latin typeface="Cambria Math" panose="02040503050406030204" pitchFamily="18" charset="0"/>
                          </a:rPr>
                          <m:t>)</m:t>
                        </m:r>
                      </m:e>
                      <m:sup>
                        <m:r>
                          <a:rPr lang="fr-FR">
                            <a:latin typeface="Cambria Math" panose="02040503050406030204" pitchFamily="18" charset="0"/>
                          </a:rPr>
                          <m:t>∗</m:t>
                        </m:r>
                      </m:sup>
                    </m:sSup>
                  </m:oMath>
                </a14:m>
                <a:r>
                  <a:rPr lang="fr-FR" dirty="0"/>
                  <a:t> ;</a:t>
                </a:r>
              </a:p>
              <a:p>
                <a:pPr marL="901700" indent="-457200">
                  <a:lnSpc>
                    <a:spcPct val="100000"/>
                  </a:lnSpc>
                  <a:buFont typeface="Arial" panose="020B0604020202020204" pitchFamily="34" charset="0"/>
                  <a:buChar char="•"/>
                </a:pPr>
                <a14:m>
                  <m:oMath xmlns:m="http://schemas.openxmlformats.org/officeDocument/2006/math">
                    <m:sSup>
                      <m:sSupPr>
                        <m:ctrlPr>
                          <a:rPr lang="fr-FR" i="1">
                            <a:latin typeface="Cambria Math" panose="02040503050406030204" pitchFamily="18" charset="0"/>
                          </a:rPr>
                        </m:ctrlPr>
                      </m:sSupPr>
                      <m:e>
                        <m:r>
                          <a:rPr lang="fr-FR">
                            <a:latin typeface="Cambria Math" panose="02040503050406030204" pitchFamily="18" charset="0"/>
                          </a:rPr>
                          <m:t>𝐿</m:t>
                        </m:r>
                      </m:e>
                      <m:sup>
                        <m:r>
                          <a:rPr lang="fr-FR">
                            <a:latin typeface="Cambria Math" panose="02040503050406030204" pitchFamily="18" charset="0"/>
                          </a:rPr>
                          <m:t>∗</m:t>
                        </m:r>
                      </m:sup>
                    </m:sSup>
                    <m:r>
                      <a:rPr lang="fr-FR">
                        <a:latin typeface="Cambria Math" panose="02040503050406030204" pitchFamily="18" charset="0"/>
                      </a:rPr>
                      <m:t>= </m:t>
                    </m:r>
                    <m:sSup>
                      <m:sSupPr>
                        <m:ctrlPr>
                          <a:rPr lang="fr-FR" i="1">
                            <a:latin typeface="Cambria Math" panose="02040503050406030204" pitchFamily="18" charset="0"/>
                          </a:rPr>
                        </m:ctrlPr>
                      </m:sSupPr>
                      <m:e>
                        <m:r>
                          <a:rPr lang="fr-FR">
                            <a:latin typeface="Cambria Math" panose="02040503050406030204" pitchFamily="18" charset="0"/>
                          </a:rPr>
                          <m:t>𝐿</m:t>
                        </m:r>
                      </m:e>
                      <m:sup>
                        <m:r>
                          <a:rPr lang="fr-FR">
                            <a:latin typeface="Cambria Math" panose="02040503050406030204" pitchFamily="18" charset="0"/>
                          </a:rPr>
                          <m:t>∗</m:t>
                        </m:r>
                      </m:sup>
                    </m:sSup>
                    <m:r>
                      <a:rPr lang="fr-FR">
                        <a:latin typeface="Cambria Math" panose="02040503050406030204" pitchFamily="18" charset="0"/>
                      </a:rPr>
                      <m:t>.</m:t>
                    </m:r>
                    <m:sSup>
                      <m:sSupPr>
                        <m:ctrlPr>
                          <a:rPr lang="fr-FR" i="1">
                            <a:latin typeface="Cambria Math" panose="02040503050406030204" pitchFamily="18" charset="0"/>
                          </a:rPr>
                        </m:ctrlPr>
                      </m:sSupPr>
                      <m:e>
                        <m:r>
                          <a:rPr lang="fr-FR">
                            <a:latin typeface="Cambria Math" panose="02040503050406030204" pitchFamily="18" charset="0"/>
                          </a:rPr>
                          <m:t>𝐿</m:t>
                        </m:r>
                      </m:e>
                      <m:sup>
                        <m:r>
                          <a:rPr lang="fr-FR">
                            <a:latin typeface="Cambria Math" panose="02040503050406030204" pitchFamily="18" charset="0"/>
                          </a:rPr>
                          <m:t>∗</m:t>
                        </m:r>
                      </m:sup>
                    </m:sSup>
                  </m:oMath>
                </a14:m>
                <a:r>
                  <a:rPr lang="fr-FR" dirty="0"/>
                  <a:t> ;</a:t>
                </a:r>
              </a:p>
              <a:p>
                <a:pPr marL="901700" indent="-457200">
                  <a:lnSpc>
                    <a:spcPct val="100000"/>
                  </a:lnSpc>
                  <a:buFont typeface="Arial" panose="020B0604020202020204" pitchFamily="34" charset="0"/>
                  <a:buChar char="•"/>
                </a:pPr>
                <a14:m>
                  <m:oMath xmlns:m="http://schemas.openxmlformats.org/officeDocument/2006/math">
                    <m:sSup>
                      <m:sSupPr>
                        <m:ctrlPr>
                          <a:rPr lang="fr-FR" i="1" smtClean="0">
                            <a:latin typeface="Cambria Math" panose="02040503050406030204" pitchFamily="18" charset="0"/>
                          </a:rPr>
                        </m:ctrlPr>
                      </m:sSupPr>
                      <m:e>
                        <m:r>
                          <a:rPr lang="fr-FR"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𝐿</m:t>
                            </m:r>
                          </m:e>
                          <m:sub>
                            <m:r>
                              <a:rPr lang="fr-FR" b="0" i="1" smtClean="0">
                                <a:latin typeface="Cambria Math" panose="02040503050406030204" pitchFamily="18" charset="0"/>
                              </a:rPr>
                              <m:t>1</m:t>
                            </m:r>
                          </m:sub>
                          <m:sup>
                            <m:r>
                              <a:rPr lang="fr-FR" b="0" i="1" smtClean="0">
                                <a:latin typeface="Cambria Math" panose="02040503050406030204" pitchFamily="18" charset="0"/>
                              </a:rPr>
                              <m:t> </m:t>
                            </m:r>
                          </m:sup>
                        </m:sSubSup>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2</m:t>
                            </m:r>
                          </m:sub>
                        </m:sSub>
                        <m:r>
                          <a:rPr lang="fr-FR" b="0" i="1" smtClean="0">
                            <a:latin typeface="Cambria Math" panose="02040503050406030204" pitchFamily="18" charset="0"/>
                          </a:rPr>
                          <m:t>)</m:t>
                        </m:r>
                      </m:e>
                      <m:sup>
                        <m:r>
                          <a:rPr lang="fr-FR" b="0" i="1" smtClean="0">
                            <a:latin typeface="Cambria Math" panose="02040503050406030204" pitchFamily="18" charset="0"/>
                          </a:rPr>
                          <m:t>∗</m:t>
                        </m:r>
                      </m:sup>
                    </m:sSup>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sSub>
                              <m:sSubPr>
                                <m:ctrlPr>
                                  <a:rPr lang="fr-FR" b="0"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1</m:t>
                                </m:r>
                              </m:sub>
                            </m:sSub>
                          </m:e>
                          <m:sup>
                            <m:r>
                              <a:rPr lang="fr-FR" b="0" i="1" smtClean="0">
                                <a:latin typeface="Cambria Math" panose="02040503050406030204" pitchFamily="18" charset="0"/>
                              </a:rPr>
                              <m:t>∗</m:t>
                            </m:r>
                          </m:sup>
                        </m:sSup>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sSub>
                              <m:sSubPr>
                                <m:ctrlPr>
                                  <a:rPr lang="fr-FR" b="0"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2</m:t>
                                </m:r>
                              </m:sub>
                            </m:sSub>
                          </m:e>
                          <m:sup>
                            <m:r>
                              <a:rPr lang="fr-FR" b="0" i="1" smtClean="0">
                                <a:latin typeface="Cambria Math" panose="02040503050406030204" pitchFamily="18" charset="0"/>
                              </a:rPr>
                              <m:t>∗</m:t>
                            </m:r>
                          </m:sup>
                        </m:sSup>
                        <m:r>
                          <a:rPr lang="fr-FR" b="0" i="1" smtClean="0">
                            <a:latin typeface="Cambria Math" panose="02040503050406030204" pitchFamily="18" charset="0"/>
                          </a:rPr>
                          <m:t>)</m:t>
                        </m:r>
                      </m:e>
                      <m:sup>
                        <m:r>
                          <a:rPr lang="fr-FR" b="0" i="1" smtClean="0">
                            <a:latin typeface="Cambria Math" panose="02040503050406030204" pitchFamily="18" charset="0"/>
                          </a:rPr>
                          <m:t>∗</m:t>
                        </m:r>
                      </m:sup>
                    </m:sSup>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sSub>
                              <m:sSubPr>
                                <m:ctrlPr>
                                  <a:rPr lang="fr-FR" b="0"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1</m:t>
                                </m:r>
                              </m:sub>
                            </m:sSub>
                          </m:e>
                          <m:sup>
                            <m:r>
                              <a:rPr lang="fr-FR" b="0" i="1" smtClean="0">
                                <a:latin typeface="Cambria Math" panose="02040503050406030204" pitchFamily="18" charset="0"/>
                              </a:rPr>
                              <m:t>∗</m:t>
                            </m:r>
                          </m:sup>
                        </m:sSup>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sSub>
                              <m:sSubPr>
                                <m:ctrlPr>
                                  <a:rPr lang="fr-FR" b="0"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2</m:t>
                                </m:r>
                              </m:sub>
                            </m:sSub>
                          </m:e>
                          <m:sup>
                            <m:r>
                              <a:rPr lang="fr-FR" b="0" i="1" smtClean="0">
                                <a:latin typeface="Cambria Math" panose="02040503050406030204" pitchFamily="18" charset="0"/>
                              </a:rPr>
                              <m:t>∗</m:t>
                            </m:r>
                          </m:sup>
                        </m:sSup>
                        <m:r>
                          <a:rPr lang="fr-FR" b="0" i="1" smtClean="0">
                            <a:latin typeface="Cambria Math" panose="02040503050406030204" pitchFamily="18" charset="0"/>
                          </a:rPr>
                          <m:t>)</m:t>
                        </m:r>
                      </m:e>
                      <m:sup>
                        <m:r>
                          <a:rPr lang="fr-FR" b="0" i="1" smtClean="0">
                            <a:latin typeface="Cambria Math" panose="02040503050406030204" pitchFamily="18" charset="0"/>
                          </a:rPr>
                          <m:t>∗</m:t>
                        </m:r>
                      </m:sup>
                    </m:sSup>
                  </m:oMath>
                </a14:m>
                <a:endParaRPr lang="fr-FR" dirty="0"/>
              </a:p>
              <a:p>
                <a:pPr algn="l"/>
                <a:endParaRPr lang="fr-FR"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t="-2883" r="-1294"/>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596987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Opérations sur les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langage</a:t>
            </a:r>
            <a:r>
              <a:rPr lang="en-US" altLang="fr-FR" b="1" dirty="0">
                <a:latin typeface="+mj-lt"/>
                <a:cs typeface="+mj-cs"/>
              </a:rPr>
              <a:t>s</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i="1" dirty="0">
                    <a:solidFill>
                      <a:srgbClr val="C00000"/>
                    </a:solidFill>
                  </a:rPr>
                  <a:t>Exercice :</a:t>
                </a:r>
              </a:p>
              <a:p>
                <a:pPr marL="130175" indent="0">
                  <a:buNone/>
                </a:pPr>
                <a:r>
                  <a:rPr lang="fr-FR" dirty="0"/>
                  <a:t>Soient </a:t>
                </a:r>
                <a14:m>
                  <m:oMath xmlns:m="http://schemas.openxmlformats.org/officeDocument/2006/math">
                    <m:sSup>
                      <m:sSupPr>
                        <m:ctrlPr>
                          <a:rPr lang="fr-FR" i="1" smtClean="0">
                            <a:latin typeface="Cambria Math" panose="02040503050406030204" pitchFamily="18" charset="0"/>
                          </a:rPr>
                        </m:ctrlPr>
                      </m:sSupPr>
                      <m:e>
                        <m:r>
                          <a:rPr lang="fr-FR" b="0" i="1" smtClean="0">
                            <a:latin typeface="Cambria Math" panose="02040503050406030204" pitchFamily="18" charset="0"/>
                          </a:rPr>
                          <m:t>𝐿</m:t>
                        </m:r>
                      </m:e>
                      <m:sup>
                        <m:r>
                          <a:rPr lang="fr-FR" b="0" i="1" smtClean="0">
                            <a:latin typeface="Cambria Math" panose="02040503050406030204" pitchFamily="18" charset="0"/>
                          </a:rPr>
                          <m:t>1</m:t>
                        </m:r>
                      </m:sup>
                    </m:sSup>
                    <m:r>
                      <a:rPr lang="fr-FR" b="0" i="1" smtClean="0">
                        <a:latin typeface="Cambria Math" panose="02040503050406030204" pitchFamily="18" charset="0"/>
                      </a:rPr>
                      <m:t>, </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𝐿</m:t>
                        </m:r>
                      </m:e>
                      <m:sup>
                        <m:r>
                          <a:rPr lang="fr-FR" b="0" i="1" smtClean="0">
                            <a:latin typeface="Cambria Math" panose="02040503050406030204" pitchFamily="18" charset="0"/>
                          </a:rPr>
                          <m:t>2</m:t>
                        </m:r>
                      </m:sup>
                    </m:sSup>
                    <m:r>
                      <a:rPr lang="fr-FR" b="0" i="1" smtClean="0">
                        <a:latin typeface="Cambria Math" panose="02040503050406030204" pitchFamily="18" charset="0"/>
                      </a:rPr>
                      <m:t>, </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𝐿</m:t>
                        </m:r>
                      </m:e>
                      <m:sup>
                        <m:r>
                          <a:rPr lang="fr-FR" b="0" i="1" smtClean="0">
                            <a:latin typeface="Cambria Math" panose="02040503050406030204" pitchFamily="18" charset="0"/>
                          </a:rPr>
                          <m:t>3</m:t>
                        </m:r>
                      </m:sup>
                    </m:sSup>
                  </m:oMath>
                </a14:m>
                <a:r>
                  <a:rPr lang="fr-FR" dirty="0"/>
                  <a:t> trois langages définis par : </a:t>
                </a:r>
                <a14:m>
                  <m:oMath xmlns:m="http://schemas.openxmlformats.org/officeDocument/2006/math">
                    <m:sSup>
                      <m:sSupPr>
                        <m:ctrlPr>
                          <a:rPr lang="fr-FR" i="1" smtClean="0">
                            <a:latin typeface="Cambria Math" panose="02040503050406030204" pitchFamily="18" charset="0"/>
                          </a:rPr>
                        </m:ctrlPr>
                      </m:sSupPr>
                      <m:e>
                        <m:r>
                          <a:rPr lang="fr-FR" b="0" i="1" smtClean="0">
                            <a:latin typeface="Cambria Math" panose="02040503050406030204" pitchFamily="18" charset="0"/>
                          </a:rPr>
                          <m:t>𝐿</m:t>
                        </m:r>
                      </m:e>
                      <m:sup>
                        <m:r>
                          <a:rPr lang="fr-FR" b="0" i="1" smtClean="0">
                            <a:latin typeface="Cambria Math" panose="02040503050406030204" pitchFamily="18" charset="0"/>
                          </a:rPr>
                          <m:t>1</m:t>
                        </m:r>
                      </m:sup>
                    </m:sSup>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𝜀</m:t>
                    </m:r>
                    <m:r>
                      <a:rPr lang="fr-FR" b="0" i="1" smtClean="0">
                        <a:latin typeface="Cambria Math" panose="02040503050406030204" pitchFamily="18" charset="0"/>
                        <a:ea typeface="Cambria Math" panose="02040503050406030204" pitchFamily="18" charset="0"/>
                      </a:rPr>
                      <m:t>, </m:t>
                    </m:r>
                    <m:r>
                      <a:rPr lang="fr-FR" b="0" i="1" smtClean="0">
                        <a:latin typeface="Cambria Math" panose="02040503050406030204" pitchFamily="18" charset="0"/>
                        <a:ea typeface="Cambria Math" panose="02040503050406030204" pitchFamily="18" charset="0"/>
                      </a:rPr>
                      <m:t>𝑎𝑎</m:t>
                    </m:r>
                    <m:r>
                      <a:rPr lang="fr-FR" b="0" i="1" smtClean="0">
                        <a:latin typeface="Cambria Math" panose="02040503050406030204" pitchFamily="18" charset="0"/>
                        <a:ea typeface="Cambria Math" panose="02040503050406030204" pitchFamily="18" charset="0"/>
                      </a:rPr>
                      <m:t>}</m:t>
                    </m:r>
                  </m:oMath>
                </a14:m>
                <a:r>
                  <a:rPr lang="fr-FR" dirty="0"/>
                  <a:t>, </a:t>
                </a:r>
                <a14:m>
                  <m:oMath xmlns:m="http://schemas.openxmlformats.org/officeDocument/2006/math">
                    <m:sSup>
                      <m:sSupPr>
                        <m:ctrlPr>
                          <a:rPr lang="fr-FR" i="1">
                            <a:latin typeface="Cambria Math" panose="02040503050406030204" pitchFamily="18" charset="0"/>
                          </a:rPr>
                        </m:ctrlPr>
                      </m:sSupPr>
                      <m:e>
                        <m:r>
                          <a:rPr lang="fr-FR" i="1">
                            <a:latin typeface="Cambria Math" panose="02040503050406030204" pitchFamily="18" charset="0"/>
                          </a:rPr>
                          <m:t>𝐿</m:t>
                        </m:r>
                      </m:e>
                      <m:sup>
                        <m:r>
                          <a:rPr lang="fr-FR" b="0" i="1" smtClean="0">
                            <a:latin typeface="Cambria Math" panose="02040503050406030204" pitchFamily="18" charset="0"/>
                          </a:rPr>
                          <m:t>2</m:t>
                        </m:r>
                      </m:sup>
                    </m:sSup>
                    <m:r>
                      <a:rPr lang="fr-FR" i="1">
                        <a:latin typeface="Cambria Math" panose="02040503050406030204" pitchFamily="18" charset="0"/>
                      </a:rPr>
                      <m:t>=</m:t>
                    </m:r>
                    <m:d>
                      <m:dPr>
                        <m:begChr m:val="{"/>
                        <m:endChr m:val="|"/>
                        <m:ctrlPr>
                          <a:rPr lang="fr-FR" i="1" smtClean="0">
                            <a:latin typeface="Cambria Math" panose="02040503050406030204" pitchFamily="18" charset="0"/>
                          </a:rPr>
                        </m:ctrlPr>
                      </m:dPr>
                      <m:e>
                        <m:sSup>
                          <m:sSupPr>
                            <m:ctrlPr>
                              <a:rPr lang="fr-FR" i="1" smtClean="0">
                                <a:latin typeface="Cambria Math" panose="02040503050406030204" pitchFamily="18" charset="0"/>
                              </a:rPr>
                            </m:ctrlPr>
                          </m:sSupPr>
                          <m:e>
                            <m:r>
                              <a:rPr lang="fr-FR" b="0" i="1" smtClean="0">
                                <a:latin typeface="Cambria Math" panose="02040503050406030204" pitchFamily="18" charset="0"/>
                              </a:rPr>
                              <m:t>𝑎</m:t>
                            </m:r>
                          </m:e>
                          <m:sup>
                            <m:r>
                              <a:rPr lang="fr-FR" b="0" i="1" smtClean="0">
                                <a:latin typeface="Cambria Math" panose="02040503050406030204" pitchFamily="18" charset="0"/>
                              </a:rPr>
                              <m:t>𝑖</m:t>
                            </m:r>
                          </m:sup>
                        </m:sSup>
                        <m:sSup>
                          <m:sSupPr>
                            <m:ctrlPr>
                              <a:rPr lang="fr-FR" i="1" smtClean="0">
                                <a:latin typeface="Cambria Math" panose="02040503050406030204" pitchFamily="18" charset="0"/>
                              </a:rPr>
                            </m:ctrlPr>
                          </m:sSupPr>
                          <m:e>
                            <m:r>
                              <a:rPr lang="fr-FR" b="0" i="1" smtClean="0">
                                <a:latin typeface="Cambria Math" panose="02040503050406030204" pitchFamily="18" charset="0"/>
                              </a:rPr>
                              <m:t>𝑏</m:t>
                            </m:r>
                          </m:e>
                          <m:sup>
                            <m:r>
                              <a:rPr lang="fr-FR" b="0" i="1" smtClean="0">
                                <a:latin typeface="Cambria Math" panose="02040503050406030204" pitchFamily="18" charset="0"/>
                              </a:rPr>
                              <m:t>𝑗</m:t>
                            </m:r>
                          </m:sup>
                        </m:sSup>
                        <m:r>
                          <a:rPr lang="fr-FR" b="0" i="1" smtClean="0">
                            <a:latin typeface="Cambria Math" panose="02040503050406030204" pitchFamily="18" charset="0"/>
                          </a:rPr>
                          <m:t> </m:t>
                        </m:r>
                      </m:e>
                    </m:d>
                    <m:r>
                      <a:rPr lang="fr-FR" b="0" i="1" smtClean="0">
                        <a:latin typeface="Cambria Math" panose="02040503050406030204" pitchFamily="18" charset="0"/>
                      </a:rPr>
                      <m:t> </m:t>
                    </m:r>
                    <m:r>
                      <a:rPr lang="fr-FR" b="0" i="1" smtClean="0">
                        <a:latin typeface="Cambria Math" panose="02040503050406030204" pitchFamily="18" charset="0"/>
                      </a:rPr>
                      <m:t>𝑖</m:t>
                    </m:r>
                    <m:r>
                      <a:rPr lang="fr-FR" b="0" i="1" smtClean="0">
                        <a:latin typeface="Cambria Math" panose="02040503050406030204" pitchFamily="18" charset="0"/>
                      </a:rPr>
                      <m:t>, </m:t>
                    </m:r>
                    <m:r>
                      <a:rPr lang="fr-FR" b="0" i="1" smtClean="0">
                        <a:latin typeface="Cambria Math" panose="02040503050406030204" pitchFamily="18" charset="0"/>
                      </a:rPr>
                      <m:t>𝑗</m:t>
                    </m:r>
                    <m:r>
                      <a:rPr lang="fr-FR" b="0" i="1" smtClean="0">
                        <a:latin typeface="Cambria Math" panose="02040503050406030204" pitchFamily="18" charset="0"/>
                      </a:rPr>
                      <m:t> ≥0}</m:t>
                    </m:r>
                  </m:oMath>
                </a14:m>
                <a:r>
                  <a:rPr lang="fr-FR" dirty="0"/>
                  <a:t> et </a:t>
                </a:r>
                <a14:m>
                  <m:oMath xmlns:m="http://schemas.openxmlformats.org/officeDocument/2006/math">
                    <m:sSup>
                      <m:sSupPr>
                        <m:ctrlPr>
                          <a:rPr lang="fr-FR" i="1" smtClean="0">
                            <a:latin typeface="Cambria Math" panose="02040503050406030204" pitchFamily="18" charset="0"/>
                          </a:rPr>
                        </m:ctrlPr>
                      </m:sSupPr>
                      <m:e>
                        <m:r>
                          <a:rPr lang="fr-FR" b="0" i="1" smtClean="0">
                            <a:latin typeface="Cambria Math" panose="02040503050406030204" pitchFamily="18" charset="0"/>
                          </a:rPr>
                          <m:t>𝐿</m:t>
                        </m:r>
                      </m:e>
                      <m:sup>
                        <m:r>
                          <a:rPr lang="fr-FR" b="0" i="1" smtClean="0">
                            <a:latin typeface="Cambria Math" panose="02040503050406030204" pitchFamily="18" charset="0"/>
                          </a:rPr>
                          <m:t>3</m:t>
                        </m:r>
                      </m:sup>
                    </m:sSup>
                    <m:r>
                      <a:rPr lang="fr-FR" b="0" i="1" smtClean="0">
                        <a:latin typeface="Cambria Math" panose="02040503050406030204" pitchFamily="18" charset="0"/>
                      </a:rPr>
                      <m:t>={</m:t>
                    </m:r>
                    <m:r>
                      <a:rPr lang="fr-FR" b="0" i="1" smtClean="0">
                        <a:latin typeface="Cambria Math" panose="02040503050406030204" pitchFamily="18" charset="0"/>
                      </a:rPr>
                      <m:t>𝑎𝑏</m:t>
                    </m:r>
                    <m:r>
                      <a:rPr lang="fr-FR" b="0" i="1" smtClean="0">
                        <a:latin typeface="Cambria Math" panose="02040503050406030204" pitchFamily="18" charset="0"/>
                      </a:rPr>
                      <m:t>, </m:t>
                    </m:r>
                    <m:r>
                      <a:rPr lang="fr-FR" b="0" i="1" smtClean="0">
                        <a:latin typeface="Cambria Math" panose="02040503050406030204" pitchFamily="18" charset="0"/>
                      </a:rPr>
                      <m:t>𝑏</m:t>
                    </m:r>
                    <m:r>
                      <a:rPr lang="fr-FR" b="0" i="1" smtClean="0">
                        <a:latin typeface="Cambria Math" panose="02040503050406030204" pitchFamily="18" charset="0"/>
                      </a:rPr>
                      <m:t>}</m:t>
                    </m:r>
                  </m:oMath>
                </a14:m>
                <a:r>
                  <a:rPr lang="fr-FR" dirty="0"/>
                  <a:t>.</a:t>
                </a:r>
              </a:p>
              <a:p>
                <a:pPr marL="130175" indent="0">
                  <a:buNone/>
                </a:pPr>
                <a:r>
                  <a:rPr lang="fr-FR" dirty="0"/>
                  <a:t>Calculer :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1</m:t>
                        </m:r>
                      </m:sub>
                    </m:sSub>
                    <m:sSub>
                      <m:sSubPr>
                        <m:ctrlPr>
                          <a:rPr lang="fr-FR" i="1" smtClean="0">
                            <a:latin typeface="Cambria Math" panose="02040503050406030204" pitchFamily="18" charset="0"/>
                          </a:rPr>
                        </m:ctrlPr>
                      </m:sSubPr>
                      <m:e>
                        <m:r>
                          <a:rPr lang="fr-FR" b="0" i="1" smtClean="0">
                            <a:latin typeface="Cambria Math" panose="02040503050406030204" pitchFamily="18" charset="0"/>
                          </a:rPr>
                          <m:t>.</m:t>
                        </m:r>
                        <m:r>
                          <a:rPr lang="fr-FR" b="0" i="1" smtClean="0">
                            <a:latin typeface="Cambria Math" panose="02040503050406030204" pitchFamily="18" charset="0"/>
                          </a:rPr>
                          <m:t>𝐿</m:t>
                        </m:r>
                      </m:e>
                      <m:sub>
                        <m:r>
                          <a:rPr lang="fr-FR" b="0" i="1" smtClean="0">
                            <a:latin typeface="Cambria Math" panose="02040503050406030204" pitchFamily="18" charset="0"/>
                          </a:rPr>
                          <m:t>2</m:t>
                        </m:r>
                      </m:sub>
                    </m:sSub>
                  </m:oMath>
                </a14:m>
                <a:r>
                  <a:rPr lang="fr-FR" dirty="0"/>
                  <a:t>,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𝐿</m:t>
                        </m:r>
                      </m:e>
                      <m:sub>
                        <m:r>
                          <a:rPr lang="fr-FR" i="1">
                            <a:latin typeface="Cambria Math" panose="02040503050406030204" pitchFamily="18" charset="0"/>
                          </a:rPr>
                          <m:t>1</m:t>
                        </m:r>
                      </m:sub>
                    </m:sSub>
                    <m:sSub>
                      <m:sSubPr>
                        <m:ctrlPr>
                          <a:rPr lang="fr-FR" i="1">
                            <a:latin typeface="Cambria Math" panose="02040503050406030204" pitchFamily="18" charset="0"/>
                          </a:rPr>
                        </m:ctrlPr>
                      </m:sSubPr>
                      <m:e>
                        <m:r>
                          <a:rPr lang="fr-FR" i="1">
                            <a:latin typeface="Cambria Math" panose="02040503050406030204" pitchFamily="18" charset="0"/>
                          </a:rPr>
                          <m:t>.</m:t>
                        </m:r>
                        <m:r>
                          <a:rPr lang="fr-FR" i="1">
                            <a:latin typeface="Cambria Math" panose="02040503050406030204" pitchFamily="18" charset="0"/>
                          </a:rPr>
                          <m:t>𝐿</m:t>
                        </m:r>
                      </m:e>
                      <m:sub>
                        <m:r>
                          <a:rPr lang="fr-FR" b="0" i="1" smtClean="0">
                            <a:latin typeface="Cambria Math" panose="02040503050406030204" pitchFamily="18" charset="0"/>
                          </a:rPr>
                          <m:t>3</m:t>
                        </m:r>
                      </m:sub>
                    </m:sSub>
                  </m:oMath>
                </a14:m>
                <a:r>
                  <a:rPr lang="fr-FR" dirty="0"/>
                  <a:t>,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𝐿</m:t>
                        </m:r>
                      </m:e>
                      <m:sub>
                        <m:r>
                          <a:rPr lang="fr-FR" i="1">
                            <a:latin typeface="Cambria Math" panose="02040503050406030204" pitchFamily="18" charset="0"/>
                          </a:rPr>
                          <m:t>1</m:t>
                        </m:r>
                      </m:sub>
                    </m:sSub>
                    <m:sSub>
                      <m:sSubPr>
                        <m:ctrlPr>
                          <a:rPr lang="fr-FR" i="1">
                            <a:latin typeface="Cambria Math" panose="02040503050406030204" pitchFamily="18" charset="0"/>
                          </a:rPr>
                        </m:ctrlPr>
                      </m:sSubPr>
                      <m:e>
                        <m:r>
                          <a:rPr lang="fr-FR" i="1" smtClean="0">
                            <a:latin typeface="Cambria Math" panose="02040503050406030204" pitchFamily="18" charset="0"/>
                            <a:ea typeface="Cambria Math" panose="02040503050406030204" pitchFamily="18" charset="0"/>
                          </a:rPr>
                          <m:t>∪</m:t>
                        </m:r>
                        <m:r>
                          <a:rPr lang="fr-FR" i="1">
                            <a:latin typeface="Cambria Math" panose="02040503050406030204" pitchFamily="18" charset="0"/>
                          </a:rPr>
                          <m:t>𝐿</m:t>
                        </m:r>
                      </m:e>
                      <m:sub>
                        <m:r>
                          <a:rPr lang="fr-FR" i="1">
                            <a:latin typeface="Cambria Math" panose="02040503050406030204" pitchFamily="18" charset="0"/>
                          </a:rPr>
                          <m:t>2</m:t>
                        </m:r>
                      </m:sub>
                    </m:sSub>
                  </m:oMath>
                </a14:m>
                <a:r>
                  <a:rPr lang="fr-FR" dirty="0"/>
                  <a:t>,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𝐿</m:t>
                        </m:r>
                      </m:e>
                      <m:sub>
                        <m:r>
                          <a:rPr lang="fr-FR" b="0" i="1" smtClean="0">
                            <a:latin typeface="Cambria Math" panose="02040503050406030204" pitchFamily="18" charset="0"/>
                          </a:rPr>
                          <m:t>2</m:t>
                        </m:r>
                      </m:sub>
                    </m:sSub>
                    <m:sSub>
                      <m:sSubPr>
                        <m:ctrlPr>
                          <a:rPr lang="fr-FR" i="1">
                            <a:latin typeface="Cambria Math" panose="02040503050406030204" pitchFamily="18" charset="0"/>
                          </a:rPr>
                        </m:ctrlPr>
                      </m:sSubPr>
                      <m:e>
                        <m:r>
                          <a:rPr lang="fr-FR" i="1" smtClean="0">
                            <a:latin typeface="Cambria Math" panose="02040503050406030204" pitchFamily="18" charset="0"/>
                            <a:ea typeface="Cambria Math" panose="02040503050406030204" pitchFamily="18" charset="0"/>
                          </a:rPr>
                          <m:t>∩</m:t>
                        </m:r>
                        <m:r>
                          <a:rPr lang="fr-FR" i="1">
                            <a:latin typeface="Cambria Math" panose="02040503050406030204" pitchFamily="18" charset="0"/>
                          </a:rPr>
                          <m:t>𝐿</m:t>
                        </m:r>
                      </m:e>
                      <m:sub>
                        <m:r>
                          <a:rPr lang="fr-FR" b="0" i="1" smtClean="0">
                            <a:latin typeface="Cambria Math" panose="02040503050406030204" pitchFamily="18" charset="0"/>
                          </a:rPr>
                          <m:t>3</m:t>
                        </m:r>
                      </m:sub>
                    </m:sSub>
                  </m:oMath>
                </a14:m>
                <a:r>
                  <a:rPr lang="fr-FR" dirty="0"/>
                  <a:t>, </a:t>
                </a:r>
                <a14:m>
                  <m:oMath xmlns:m="http://schemas.openxmlformats.org/officeDocument/2006/math">
                    <m:sSup>
                      <m:sSupPr>
                        <m:ctrlPr>
                          <a:rPr lang="fr-FR" i="1" smtClean="0">
                            <a:latin typeface="Cambria Math" panose="02040503050406030204" pitchFamily="18" charset="0"/>
                          </a:rPr>
                        </m:ctrlPr>
                      </m:sSupPr>
                      <m:e>
                        <m:sSub>
                          <m:sSubPr>
                            <m:ctrlPr>
                              <a:rPr lang="fr-FR"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1</m:t>
                            </m:r>
                          </m:sub>
                        </m:sSub>
                      </m:e>
                      <m:sup>
                        <m:r>
                          <a:rPr lang="fr-FR" b="0" i="1" smtClean="0">
                            <a:latin typeface="Cambria Math" panose="02040503050406030204" pitchFamily="18" charset="0"/>
                          </a:rPr>
                          <m:t>10</m:t>
                        </m:r>
                      </m:sup>
                    </m:sSup>
                  </m:oMath>
                </a14:m>
                <a:r>
                  <a:rPr lang="fr-FR" dirty="0"/>
                  <a:t>, </a:t>
                </a:r>
                <a14:m>
                  <m:oMath xmlns:m="http://schemas.openxmlformats.org/officeDocument/2006/math">
                    <m:sSup>
                      <m:sSupPr>
                        <m:ctrlPr>
                          <a:rPr lang="fr-FR" i="1" smtClean="0">
                            <a:latin typeface="Cambria Math" panose="02040503050406030204" pitchFamily="18" charset="0"/>
                          </a:rPr>
                        </m:ctrlPr>
                      </m:sSupPr>
                      <m:e>
                        <m:sSub>
                          <m:sSubPr>
                            <m:ctrlPr>
                              <a:rPr lang="fr-FR"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1</m:t>
                            </m:r>
                          </m:sub>
                        </m:sSub>
                      </m:e>
                      <m:sup>
                        <m:r>
                          <a:rPr lang="fr-FR" b="0" i="1" smtClean="0">
                            <a:latin typeface="Cambria Math" panose="02040503050406030204" pitchFamily="18" charset="0"/>
                          </a:rPr>
                          <m:t>∗</m:t>
                        </m:r>
                      </m:sup>
                    </m:sSup>
                  </m:oMath>
                </a14:m>
                <a:r>
                  <a:rPr lang="fr-FR" dirty="0"/>
                  <a:t>, </a:t>
                </a:r>
                <a14:m>
                  <m:oMath xmlns:m="http://schemas.openxmlformats.org/officeDocument/2006/math">
                    <m:sSup>
                      <m:sSupPr>
                        <m:ctrlPr>
                          <a:rPr lang="fr-FR" i="1" smtClean="0">
                            <a:latin typeface="Cambria Math" panose="02040503050406030204" pitchFamily="18" charset="0"/>
                          </a:rPr>
                        </m:ctrlPr>
                      </m:sSupPr>
                      <m:e>
                        <m:sSub>
                          <m:sSubPr>
                            <m:ctrlPr>
                              <a:rPr lang="fr-FR"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1</m:t>
                            </m:r>
                          </m:sub>
                        </m:sSub>
                      </m:e>
                      <m:sup>
                        <m:r>
                          <a:rPr lang="fr-FR" b="0" i="1" smtClean="0">
                            <a:latin typeface="Cambria Math" panose="02040503050406030204" pitchFamily="18" charset="0"/>
                          </a:rPr>
                          <m:t>+</m:t>
                        </m:r>
                      </m:sup>
                    </m:sSup>
                  </m:oMath>
                </a14:m>
                <a:r>
                  <a:rPr lang="fr-FR" dirty="0"/>
                  <a:t>, </a:t>
                </a:r>
                <a14:m>
                  <m:oMath xmlns:m="http://schemas.openxmlformats.org/officeDocument/2006/math">
                    <m:sSup>
                      <m:sSupPr>
                        <m:ctrlPr>
                          <a:rPr lang="fr-FR" i="1" smtClean="0">
                            <a:latin typeface="Cambria Math" panose="02040503050406030204" pitchFamily="18" charset="0"/>
                          </a:rPr>
                        </m:ctrlPr>
                      </m:sSupPr>
                      <m:e>
                        <m:sSub>
                          <m:sSubPr>
                            <m:ctrlPr>
                              <a:rPr lang="fr-FR"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2</m:t>
                            </m:r>
                          </m:sub>
                        </m:sSub>
                      </m:e>
                      <m:sup>
                        <m:r>
                          <a:rPr lang="fr-FR" b="0" i="1" smtClean="0">
                            <a:latin typeface="Cambria Math" panose="02040503050406030204" pitchFamily="18" charset="0"/>
                          </a:rPr>
                          <m:t>𝑅</m:t>
                        </m:r>
                      </m:sup>
                    </m:sSup>
                  </m:oMath>
                </a14:m>
                <a:endParaRPr lang="fr-FR"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t="-2228"/>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513678982"/>
      </p:ext>
    </p:extLst>
  </p:cSld>
  <p:clrMapOvr>
    <a:masterClrMapping/>
  </p:clrMapOvr>
</p:sld>
</file>

<file path=ppt/theme/theme1.xml><?xml version="1.0" encoding="utf-8"?>
<a:theme xmlns:a="http://schemas.openxmlformats.org/drawingml/2006/main" name="12_Default Design">
  <a:themeElements>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2_Default Design">
      <a:majorFont>
        <a:latin typeface="Gill Sans MT"/>
        <a:ea typeface=""/>
        <a:cs typeface="Arial"/>
      </a:majorFont>
      <a:minorFont>
        <a:latin typeface="Gill Sans M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a:lstStyle/>
    </a:lnDef>
  </a:objectDefaults>
  <a:extraClrSchemeLst>
    <a:extraClrScheme>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2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2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2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2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2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2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tabLst/>
          <a:defRPr kumimoji="0" lang="en-US" sz="2400" b="0" i="0" u="none" strike="noStrike" cap="none" normalizeH="0" baseline="0" smtClean="0">
            <a:ln>
              <a:noFill/>
            </a:ln>
            <a:solidFill>
              <a:schemeClr val="tx1"/>
            </a:solidFill>
            <a:effectLst/>
            <a:latin typeface="Comic Sans MS" pitchFamily="66" charset="0"/>
          </a:defRPr>
        </a:defPPr>
      </a:lstStyle>
    </a:spDef>
    <a:lnDef>
      <a:spPr bwMode="auto">
        <a:noFill/>
        <a:ln w="12700" cap="flat" cmpd="sng" algn="ctr">
          <a:solidFill>
            <a:schemeClr val="tx1"/>
          </a:solidFill>
          <a:prstDash val="solid"/>
          <a:round/>
          <a:headEnd type="none" w="med" len="med"/>
          <a:tailEnd type="triangle"/>
        </a:ln>
        <a:effectLst/>
      </a:spPr>
      <a:body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54486</TotalTime>
  <Words>1411</Words>
  <Application>Microsoft Office PowerPoint</Application>
  <PresentationFormat>Grand écran</PresentationFormat>
  <Paragraphs>145</Paragraphs>
  <Slides>17</Slides>
  <Notes>16</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17</vt:i4>
      </vt:variant>
    </vt:vector>
  </HeadingPairs>
  <TitlesOfParts>
    <vt:vector size="29" baseType="lpstr">
      <vt:lpstr>Arial</vt:lpstr>
      <vt:lpstr>Cambria Math</vt:lpstr>
      <vt:lpstr>Comic Sans MS</vt:lpstr>
      <vt:lpstr>Gill Sans MT</vt:lpstr>
      <vt:lpstr>LMRoman12-Bold</vt:lpstr>
      <vt:lpstr>LMRoman12-Regular</vt:lpstr>
      <vt:lpstr>Tahoma</vt:lpstr>
      <vt:lpstr>Times New Roman</vt:lpstr>
      <vt:lpstr>Wingdings</vt:lpstr>
      <vt:lpstr>ZapfDingbats</vt:lpstr>
      <vt:lpstr>12_Default Design</vt:lpstr>
      <vt:lpstr>Default Design</vt:lpstr>
      <vt:lpstr>Présentation PowerPoint</vt:lpstr>
      <vt:lpstr>Chapitre I : Introduction à la théorie des langages</vt:lpstr>
      <vt:lpstr>Rappel sur la théorie des ensembles</vt:lpstr>
      <vt:lpstr>Concepts de base de la théorie des langages</vt:lpstr>
      <vt:lpstr>Alphabet</vt:lpstr>
      <vt:lpstr>Mot</vt:lpstr>
      <vt:lpstr>Opérations sur les mots</vt:lpstr>
      <vt:lpstr>Opérations sur les mots</vt:lpstr>
      <vt:lpstr>Opérations sur les mots</vt:lpstr>
      <vt:lpstr>Opérations sur les mots</vt:lpstr>
      <vt:lpstr>Opérations sur les mots</vt:lpstr>
      <vt:lpstr>Langage formel</vt:lpstr>
      <vt:lpstr>Langage formel</vt:lpstr>
      <vt:lpstr>Opérations sur les langages</vt:lpstr>
      <vt:lpstr>Opérations sur les langages</vt:lpstr>
      <vt:lpstr>Opérations sur les langages</vt:lpstr>
      <vt:lpstr>Opérations sur les langages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4th Edition: Chapter 1</dc:title>
  <dc:creator>Jim Kurose and Keith Ross</dc:creator>
  <cp:lastModifiedBy>TLILI RADHOUANE</cp:lastModifiedBy>
  <cp:revision>894</cp:revision>
  <cp:lastPrinted>2020-10-29T21:29:41Z</cp:lastPrinted>
  <dcterms:created xsi:type="dcterms:W3CDTF">1999-10-08T19:08:27Z</dcterms:created>
  <dcterms:modified xsi:type="dcterms:W3CDTF">2023-01-20T11:10:36Z</dcterms:modified>
</cp:coreProperties>
</file>