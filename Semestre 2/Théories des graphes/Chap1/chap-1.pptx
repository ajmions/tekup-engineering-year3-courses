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340" r:id="rId9"/>
    <p:sldId id="341" r:id="rId10"/>
    <p:sldId id="342" r:id="rId11"/>
    <p:sldId id="343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345" r:id="rId39"/>
    <p:sldId id="346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44" r:id="rId63"/>
    <p:sldId id="311" r:id="rId64"/>
    <p:sldId id="312" r:id="rId65"/>
    <p:sldId id="313" r:id="rId66"/>
    <p:sldId id="314" r:id="rId67"/>
    <p:sldId id="315" r:id="rId68"/>
    <p:sldId id="316" r:id="rId69"/>
    <p:sldId id="317" r:id="rId70"/>
    <p:sldId id="318" r:id="rId71"/>
    <p:sldId id="319" r:id="rId72"/>
    <p:sldId id="320" r:id="rId73"/>
    <p:sldId id="321" r:id="rId74"/>
    <p:sldId id="322" r:id="rId75"/>
    <p:sldId id="323" r:id="rId76"/>
    <p:sldId id="324" r:id="rId77"/>
    <p:sldId id="325" r:id="rId78"/>
    <p:sldId id="326" r:id="rId79"/>
    <p:sldId id="327" r:id="rId80"/>
    <p:sldId id="328" r:id="rId81"/>
    <p:sldId id="329" r:id="rId82"/>
    <p:sldId id="330" r:id="rId83"/>
    <p:sldId id="331" r:id="rId84"/>
    <p:sldId id="332" r:id="rId85"/>
    <p:sldId id="333" r:id="rId86"/>
    <p:sldId id="334" r:id="rId87"/>
    <p:sldId id="335" r:id="rId88"/>
    <p:sldId id="336" r:id="rId89"/>
    <p:sldId id="337" r:id="rId90"/>
    <p:sldId id="338" r:id="rId91"/>
    <p:sldId id="339" r:id="rId92"/>
  </p:sldIdLst>
  <p:sldSz cx="10693400" cy="7562850"/>
  <p:notesSz cx="10693400" cy="756285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1290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viewProps" Target="view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DBB460-3A89-4B4C-A72E-DBD4CA72896D}" type="datetimeFigureOut">
              <a:rPr lang="fr-FR" smtClean="0"/>
              <a:t>14/03/2023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543300" y="946150"/>
            <a:ext cx="3606800" cy="25511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1069975" y="3640138"/>
            <a:ext cx="8553450" cy="29781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7183438"/>
            <a:ext cx="4633913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6057900" y="7183438"/>
            <a:ext cx="4632325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EFAFD-ECBA-4024-AEB1-0803C6E4051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896822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Un graphe simple connexe est semi-eulérien si et seulement si il admet 0 ou exactement 2 sommets de degré impair. La démonstration est identique à celle du théorème d’Euler. Si le nombre de sommets de degré impair est nul, la chaîne sera un cycle et le graphe sera en fait eulérien, et s’il est égal à deux, les chaînes eulériennes du graphe auront ces deux sommets pour extrémités.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4EFAFD-ECBA-4024-AEB1-0803C6E40512}" type="slidenum">
              <a:rPr lang="fr-FR" smtClean="0"/>
              <a:t>61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452365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Un graphe simple connexe est semi-eulérien si et seulement si il admet 0 ou exactement 2 sommets de degré impair. La démonstration est identique à celle du théorème d’Euler. Si le nombre de sommets de degré impair est nul, la chaîne sera un cycle et le graphe sera en fait eulérien, et s’il est égal à deux, les chaînes eulériennes du graphe auront ces deux sommets pour extrémités.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4EFAFD-ECBA-4024-AEB1-0803C6E40512}" type="slidenum">
              <a:rPr lang="fr-FR" smtClean="0"/>
              <a:t>62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303052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81482" y="641085"/>
            <a:ext cx="8530435" cy="360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71465" y="3980081"/>
            <a:ext cx="8350469" cy="10020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3/14/2023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100" dirty="0"/>
              <a:t>‹N°›</a:t>
            </a:fld>
            <a:endParaRPr spc="-1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3/14/2023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100" dirty="0"/>
              <a:t>‹N°›</a:t>
            </a:fld>
            <a:endParaRPr spc="-1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3/14/2023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100" dirty="0"/>
              <a:t>‹N°›</a:t>
            </a:fld>
            <a:endParaRPr spc="-1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3/14/2023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100" dirty="0"/>
              <a:t>‹N°›</a:t>
            </a:fld>
            <a:endParaRPr spc="-1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3/14/2023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100" dirty="0"/>
              <a:t>‹N°›</a:t>
            </a:fld>
            <a:endParaRPr spc="-1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72668" y="350520"/>
            <a:ext cx="9143999" cy="3430523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772668" y="350520"/>
            <a:ext cx="4578350" cy="3429000"/>
          </a:xfrm>
          <a:custGeom>
            <a:avLst/>
            <a:gdLst/>
            <a:ahLst/>
            <a:cxnLst/>
            <a:rect l="l" t="t" r="r" b="b"/>
            <a:pathLst>
              <a:path w="4578350" h="3429000">
                <a:moveTo>
                  <a:pt x="4577847" y="3428999"/>
                </a:moveTo>
                <a:lnTo>
                  <a:pt x="4558021" y="3428999"/>
                </a:lnTo>
                <a:lnTo>
                  <a:pt x="0" y="14475"/>
                </a:lnTo>
                <a:lnTo>
                  <a:pt x="0" y="761"/>
                </a:lnTo>
                <a:lnTo>
                  <a:pt x="1523" y="0"/>
                </a:lnTo>
                <a:lnTo>
                  <a:pt x="4571" y="3048"/>
                </a:lnTo>
                <a:lnTo>
                  <a:pt x="4577847" y="3428999"/>
                </a:lnTo>
                <a:close/>
              </a:path>
            </a:pathLst>
          </a:custGeom>
          <a:solidFill>
            <a:srgbClr val="BFBFBF">
              <a:alpha val="3476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71373" y="1000816"/>
            <a:ext cx="8350653" cy="756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312544" y="1363424"/>
            <a:ext cx="8068310" cy="1562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3/14/2023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493218" y="6888581"/>
            <a:ext cx="244475" cy="2127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100" dirty="0"/>
              <a:t>‹N°›</a:t>
            </a:fld>
            <a:endParaRPr spc="-1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jpg"/><Relationship Id="rId9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4.jpg"/><Relationship Id="rId7" Type="http://schemas.openxmlformats.org/officeDocument/2006/relationships/image" Target="../media/image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11" Type="http://schemas.openxmlformats.org/officeDocument/2006/relationships/image" Target="../media/image16.jpg"/><Relationship Id="rId5" Type="http://schemas.openxmlformats.org/officeDocument/2006/relationships/image" Target="../media/image6.png"/><Relationship Id="rId10" Type="http://schemas.openxmlformats.org/officeDocument/2006/relationships/image" Target="../media/image15.jp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8.png"/><Relationship Id="rId7" Type="http://schemas.openxmlformats.org/officeDocument/2006/relationships/image" Target="../media/image8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9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21.jp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11" Type="http://schemas.openxmlformats.org/officeDocument/2006/relationships/image" Target="../media/image25.jpg"/><Relationship Id="rId5" Type="http://schemas.openxmlformats.org/officeDocument/2006/relationships/image" Target="../media/image7.png"/><Relationship Id="rId10" Type="http://schemas.openxmlformats.org/officeDocument/2006/relationships/image" Target="../media/image24.jpg"/><Relationship Id="rId4" Type="http://schemas.openxmlformats.org/officeDocument/2006/relationships/image" Target="../media/image6.png"/><Relationship Id="rId9" Type="http://schemas.openxmlformats.org/officeDocument/2006/relationships/image" Target="../media/image23.jp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28.jpg"/><Relationship Id="rId4" Type="http://schemas.openxmlformats.org/officeDocument/2006/relationships/image" Target="../media/image6.png"/><Relationship Id="rId9" Type="http://schemas.openxmlformats.org/officeDocument/2006/relationships/image" Target="../media/image27.jp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32.jpg"/><Relationship Id="rId4" Type="http://schemas.openxmlformats.org/officeDocument/2006/relationships/image" Target="../media/image7.png"/><Relationship Id="rId9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3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11" Type="http://schemas.openxmlformats.org/officeDocument/2006/relationships/image" Target="../media/image34.png"/><Relationship Id="rId5" Type="http://schemas.openxmlformats.org/officeDocument/2006/relationships/image" Target="../media/image8.png"/><Relationship Id="rId10" Type="http://schemas.openxmlformats.org/officeDocument/2006/relationships/image" Target="../media/image33.png"/><Relationship Id="rId4" Type="http://schemas.openxmlformats.org/officeDocument/2006/relationships/image" Target="../media/image7.png"/><Relationship Id="rId9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40.jp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39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11" Type="http://schemas.openxmlformats.org/officeDocument/2006/relationships/image" Target="../media/image38.jpg"/><Relationship Id="rId5" Type="http://schemas.openxmlformats.org/officeDocument/2006/relationships/image" Target="../media/image8.png"/><Relationship Id="rId10" Type="http://schemas.openxmlformats.org/officeDocument/2006/relationships/image" Target="../media/image37.png"/><Relationship Id="rId4" Type="http://schemas.openxmlformats.org/officeDocument/2006/relationships/image" Target="../media/image7.png"/><Relationship Id="rId9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2.png"/><Relationship Id="rId7" Type="http://schemas.openxmlformats.org/officeDocument/2006/relationships/image" Target="../media/image7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3.jpg"/><Relationship Id="rId9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5.jpg"/><Relationship Id="rId7" Type="http://schemas.openxmlformats.org/officeDocument/2006/relationships/image" Target="../media/image8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46.jp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8.jpg"/><Relationship Id="rId7" Type="http://schemas.openxmlformats.org/officeDocument/2006/relationships/image" Target="../media/image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50.jpg"/><Relationship Id="rId5" Type="http://schemas.openxmlformats.org/officeDocument/2006/relationships/image" Target="../media/image6.png"/><Relationship Id="rId10" Type="http://schemas.openxmlformats.org/officeDocument/2006/relationships/image" Target="../media/image49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2.jpg"/><Relationship Id="rId7" Type="http://schemas.openxmlformats.org/officeDocument/2006/relationships/image" Target="../media/image8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53.jp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54.jp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56.jp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8.jpg"/><Relationship Id="rId7" Type="http://schemas.openxmlformats.org/officeDocument/2006/relationships/image" Target="../media/image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59.jp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61.jpg"/><Relationship Id="rId7" Type="http://schemas.openxmlformats.org/officeDocument/2006/relationships/image" Target="../media/image8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62.jp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64.jpg"/><Relationship Id="rId7" Type="http://schemas.openxmlformats.org/officeDocument/2006/relationships/image" Target="../media/image8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11" Type="http://schemas.openxmlformats.org/officeDocument/2006/relationships/image" Target="../media/image66.jpg"/><Relationship Id="rId5" Type="http://schemas.openxmlformats.org/officeDocument/2006/relationships/image" Target="../media/image6.png"/><Relationship Id="rId10" Type="http://schemas.openxmlformats.org/officeDocument/2006/relationships/image" Target="../media/image65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68.jp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69.jpg"/><Relationship Id="rId7" Type="http://schemas.openxmlformats.org/officeDocument/2006/relationships/image" Target="../media/image7.png"/><Relationship Id="rId12" Type="http://schemas.openxmlformats.org/officeDocument/2006/relationships/image" Target="../media/image72.jp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11" Type="http://schemas.openxmlformats.org/officeDocument/2006/relationships/image" Target="../media/image71.jp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70.jpg"/><Relationship Id="rId9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74.png"/><Relationship Id="rId7" Type="http://schemas.openxmlformats.org/officeDocument/2006/relationships/image" Target="../media/image7.png"/><Relationship Id="rId12" Type="http://schemas.openxmlformats.org/officeDocument/2006/relationships/image" Target="../media/image77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11" Type="http://schemas.openxmlformats.org/officeDocument/2006/relationships/image" Target="../media/image7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75.png"/><Relationship Id="rId9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74.png"/><Relationship Id="rId7" Type="http://schemas.openxmlformats.org/officeDocument/2006/relationships/image" Target="../media/image7.png"/><Relationship Id="rId12" Type="http://schemas.openxmlformats.org/officeDocument/2006/relationships/image" Target="../media/image77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11" Type="http://schemas.openxmlformats.org/officeDocument/2006/relationships/image" Target="../media/image7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75.png"/><Relationship Id="rId9" Type="http://schemas.openxmlformats.org/officeDocument/2006/relationships/image" Target="../media/image9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74.png"/><Relationship Id="rId7" Type="http://schemas.openxmlformats.org/officeDocument/2006/relationships/image" Target="../media/image7.png"/><Relationship Id="rId12" Type="http://schemas.openxmlformats.org/officeDocument/2006/relationships/image" Target="../media/image77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11" Type="http://schemas.openxmlformats.org/officeDocument/2006/relationships/image" Target="../media/image7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75.png"/><Relationship Id="rId9" Type="http://schemas.openxmlformats.org/officeDocument/2006/relationships/image" Target="../media/image9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74.png"/><Relationship Id="rId7" Type="http://schemas.openxmlformats.org/officeDocument/2006/relationships/image" Target="../media/image7.png"/><Relationship Id="rId12" Type="http://schemas.openxmlformats.org/officeDocument/2006/relationships/image" Target="../media/image77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11" Type="http://schemas.openxmlformats.org/officeDocument/2006/relationships/image" Target="../media/image7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75.png"/><Relationship Id="rId9" Type="http://schemas.openxmlformats.org/officeDocument/2006/relationships/image" Target="../media/image9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74.png"/><Relationship Id="rId7" Type="http://schemas.openxmlformats.org/officeDocument/2006/relationships/image" Target="../media/image7.png"/><Relationship Id="rId12" Type="http://schemas.openxmlformats.org/officeDocument/2006/relationships/image" Target="../media/image77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11" Type="http://schemas.openxmlformats.org/officeDocument/2006/relationships/image" Target="../media/image7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75.png"/><Relationship Id="rId9" Type="http://schemas.openxmlformats.org/officeDocument/2006/relationships/image" Target="../media/image9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74.png"/><Relationship Id="rId7" Type="http://schemas.openxmlformats.org/officeDocument/2006/relationships/image" Target="../media/image7.png"/><Relationship Id="rId12" Type="http://schemas.openxmlformats.org/officeDocument/2006/relationships/image" Target="../media/image77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11" Type="http://schemas.openxmlformats.org/officeDocument/2006/relationships/image" Target="../media/image7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75.png"/><Relationship Id="rId9" Type="http://schemas.openxmlformats.org/officeDocument/2006/relationships/image" Target="../media/image9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74.png"/><Relationship Id="rId7" Type="http://schemas.openxmlformats.org/officeDocument/2006/relationships/image" Target="../media/image7.png"/><Relationship Id="rId12" Type="http://schemas.openxmlformats.org/officeDocument/2006/relationships/image" Target="../media/image77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11" Type="http://schemas.openxmlformats.org/officeDocument/2006/relationships/image" Target="../media/image7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75.png"/><Relationship Id="rId9" Type="http://schemas.openxmlformats.org/officeDocument/2006/relationships/image" Target="../media/image9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7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80.png"/><Relationship Id="rId7" Type="http://schemas.openxmlformats.org/officeDocument/2006/relationships/image" Target="../media/image7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81.png"/><Relationship Id="rId9" Type="http://schemas.openxmlformats.org/officeDocument/2006/relationships/image" Target="../media/image9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jp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84.png"/><Relationship Id="rId7" Type="http://schemas.openxmlformats.org/officeDocument/2006/relationships/image" Target="../media/image8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86.jpg"/><Relationship Id="rId5" Type="http://schemas.openxmlformats.org/officeDocument/2006/relationships/image" Target="../media/image6.png"/><Relationship Id="rId10" Type="http://schemas.openxmlformats.org/officeDocument/2006/relationships/image" Target="../media/image85.jp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8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88.jp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jp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90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91.jp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jp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93.jpg"/><Relationship Id="rId7" Type="http://schemas.openxmlformats.org/officeDocument/2006/relationships/image" Target="../media/image7.png"/><Relationship Id="rId12" Type="http://schemas.openxmlformats.org/officeDocument/2006/relationships/image" Target="../media/image96.png"/><Relationship Id="rId2" Type="http://schemas.openxmlformats.org/officeDocument/2006/relationships/image" Target="../media/image92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11" Type="http://schemas.openxmlformats.org/officeDocument/2006/relationships/image" Target="../media/image95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94.jpg"/><Relationship Id="rId9" Type="http://schemas.openxmlformats.org/officeDocument/2006/relationships/image" Target="../media/image9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02.png"/><Relationship Id="rId3" Type="http://schemas.openxmlformats.org/officeDocument/2006/relationships/image" Target="../media/image98.png"/><Relationship Id="rId7" Type="http://schemas.openxmlformats.org/officeDocument/2006/relationships/image" Target="../media/image7.png"/><Relationship Id="rId12" Type="http://schemas.openxmlformats.org/officeDocument/2006/relationships/image" Target="../media/image101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00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99.png"/><Relationship Id="rId9" Type="http://schemas.openxmlformats.org/officeDocument/2006/relationships/image" Target="../media/image9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jp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jp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jp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jp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10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05.jp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10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05.jp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11.jpg"/><Relationship Id="rId3" Type="http://schemas.openxmlformats.org/officeDocument/2006/relationships/image" Target="../media/image107.jpg"/><Relationship Id="rId7" Type="http://schemas.openxmlformats.org/officeDocument/2006/relationships/image" Target="../media/image6.png"/><Relationship Id="rId12" Type="http://schemas.openxmlformats.org/officeDocument/2006/relationships/image" Target="../media/image110.jpg"/><Relationship Id="rId2" Type="http://schemas.openxmlformats.org/officeDocument/2006/relationships/image" Target="../media/image106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109.jpg"/><Relationship Id="rId10" Type="http://schemas.openxmlformats.org/officeDocument/2006/relationships/image" Target="../media/image9.png"/><Relationship Id="rId4" Type="http://schemas.openxmlformats.org/officeDocument/2006/relationships/image" Target="../media/image108.jpg"/><Relationship Id="rId9" Type="http://schemas.openxmlformats.org/officeDocument/2006/relationships/image" Target="../media/image8.png"/><Relationship Id="rId14" Type="http://schemas.openxmlformats.org/officeDocument/2006/relationships/image" Target="../media/image112.jp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0.jpg"/><Relationship Id="rId3" Type="http://schemas.openxmlformats.org/officeDocument/2006/relationships/image" Target="../media/image107.jp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image" Target="../media/image106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3.jpg"/><Relationship Id="rId11" Type="http://schemas.openxmlformats.org/officeDocument/2006/relationships/image" Target="../media/image9.png"/><Relationship Id="rId5" Type="http://schemas.openxmlformats.org/officeDocument/2006/relationships/image" Target="../media/image109.jpg"/><Relationship Id="rId15" Type="http://schemas.openxmlformats.org/officeDocument/2006/relationships/image" Target="../media/image112.jpg"/><Relationship Id="rId10" Type="http://schemas.openxmlformats.org/officeDocument/2006/relationships/image" Target="../media/image8.png"/><Relationship Id="rId4" Type="http://schemas.openxmlformats.org/officeDocument/2006/relationships/image" Target="../media/image108.jpg"/><Relationship Id="rId9" Type="http://schemas.openxmlformats.org/officeDocument/2006/relationships/image" Target="../media/image7.png"/><Relationship Id="rId14" Type="http://schemas.openxmlformats.org/officeDocument/2006/relationships/image" Target="../media/image111.jp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0.jpg"/><Relationship Id="rId3" Type="http://schemas.openxmlformats.org/officeDocument/2006/relationships/image" Target="../media/image107.jp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image" Target="../media/image106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4.png"/><Relationship Id="rId11" Type="http://schemas.openxmlformats.org/officeDocument/2006/relationships/image" Target="../media/image9.png"/><Relationship Id="rId5" Type="http://schemas.openxmlformats.org/officeDocument/2006/relationships/image" Target="../media/image109.jpg"/><Relationship Id="rId15" Type="http://schemas.openxmlformats.org/officeDocument/2006/relationships/image" Target="../media/image112.jpg"/><Relationship Id="rId10" Type="http://schemas.openxmlformats.org/officeDocument/2006/relationships/image" Target="../media/image8.png"/><Relationship Id="rId4" Type="http://schemas.openxmlformats.org/officeDocument/2006/relationships/image" Target="../media/image108.jpg"/><Relationship Id="rId9" Type="http://schemas.openxmlformats.org/officeDocument/2006/relationships/image" Target="../media/image7.png"/><Relationship Id="rId14" Type="http://schemas.openxmlformats.org/officeDocument/2006/relationships/image" Target="../media/image111.jp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11.jpg"/><Relationship Id="rId3" Type="http://schemas.openxmlformats.org/officeDocument/2006/relationships/image" Target="../media/image107.jpg"/><Relationship Id="rId7" Type="http://schemas.openxmlformats.org/officeDocument/2006/relationships/image" Target="../media/image6.png"/><Relationship Id="rId12" Type="http://schemas.openxmlformats.org/officeDocument/2006/relationships/image" Target="../media/image110.jpg"/><Relationship Id="rId2" Type="http://schemas.openxmlformats.org/officeDocument/2006/relationships/image" Target="../media/image106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109.jpg"/><Relationship Id="rId15" Type="http://schemas.openxmlformats.org/officeDocument/2006/relationships/image" Target="../media/image115.png"/><Relationship Id="rId10" Type="http://schemas.openxmlformats.org/officeDocument/2006/relationships/image" Target="../media/image9.png"/><Relationship Id="rId4" Type="http://schemas.openxmlformats.org/officeDocument/2006/relationships/image" Target="../media/image108.jpg"/><Relationship Id="rId9" Type="http://schemas.openxmlformats.org/officeDocument/2006/relationships/image" Target="../media/image8.png"/><Relationship Id="rId14" Type="http://schemas.openxmlformats.org/officeDocument/2006/relationships/image" Target="../media/image112.jp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0.jpg"/><Relationship Id="rId3" Type="http://schemas.openxmlformats.org/officeDocument/2006/relationships/image" Target="../media/image107.jp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image" Target="../media/image106.jpg"/><Relationship Id="rId16" Type="http://schemas.openxmlformats.org/officeDocument/2006/relationships/image" Target="../media/image1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6.png"/><Relationship Id="rId11" Type="http://schemas.openxmlformats.org/officeDocument/2006/relationships/image" Target="../media/image9.png"/><Relationship Id="rId5" Type="http://schemas.openxmlformats.org/officeDocument/2006/relationships/image" Target="../media/image109.jpg"/><Relationship Id="rId15" Type="http://schemas.openxmlformats.org/officeDocument/2006/relationships/image" Target="../media/image112.jpg"/><Relationship Id="rId10" Type="http://schemas.openxmlformats.org/officeDocument/2006/relationships/image" Target="../media/image8.png"/><Relationship Id="rId4" Type="http://schemas.openxmlformats.org/officeDocument/2006/relationships/image" Target="../media/image108.jpg"/><Relationship Id="rId9" Type="http://schemas.openxmlformats.org/officeDocument/2006/relationships/image" Target="../media/image7.png"/><Relationship Id="rId14" Type="http://schemas.openxmlformats.org/officeDocument/2006/relationships/image" Target="../media/image111.jp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0.jpg"/><Relationship Id="rId3" Type="http://schemas.openxmlformats.org/officeDocument/2006/relationships/image" Target="../media/image107.jp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image" Target="../media/image106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8.png"/><Relationship Id="rId11" Type="http://schemas.openxmlformats.org/officeDocument/2006/relationships/image" Target="../media/image9.png"/><Relationship Id="rId5" Type="http://schemas.openxmlformats.org/officeDocument/2006/relationships/image" Target="../media/image109.jpg"/><Relationship Id="rId15" Type="http://schemas.openxmlformats.org/officeDocument/2006/relationships/image" Target="../media/image112.jpg"/><Relationship Id="rId10" Type="http://schemas.openxmlformats.org/officeDocument/2006/relationships/image" Target="../media/image8.png"/><Relationship Id="rId4" Type="http://schemas.openxmlformats.org/officeDocument/2006/relationships/image" Target="../media/image108.jpg"/><Relationship Id="rId9" Type="http://schemas.openxmlformats.org/officeDocument/2006/relationships/image" Target="../media/image7.png"/><Relationship Id="rId14" Type="http://schemas.openxmlformats.org/officeDocument/2006/relationships/image" Target="../media/image111.jp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0.jpg"/><Relationship Id="rId3" Type="http://schemas.openxmlformats.org/officeDocument/2006/relationships/image" Target="../media/image108.jp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image" Target="../media/image106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9.png"/><Relationship Id="rId11" Type="http://schemas.openxmlformats.org/officeDocument/2006/relationships/image" Target="../media/image9.png"/><Relationship Id="rId5" Type="http://schemas.openxmlformats.org/officeDocument/2006/relationships/image" Target="../media/image107.jpg"/><Relationship Id="rId15" Type="http://schemas.openxmlformats.org/officeDocument/2006/relationships/image" Target="../media/image112.jpg"/><Relationship Id="rId10" Type="http://schemas.openxmlformats.org/officeDocument/2006/relationships/image" Target="../media/image8.png"/><Relationship Id="rId4" Type="http://schemas.openxmlformats.org/officeDocument/2006/relationships/image" Target="../media/image109.jpg"/><Relationship Id="rId9" Type="http://schemas.openxmlformats.org/officeDocument/2006/relationships/image" Target="../media/image7.png"/><Relationship Id="rId14" Type="http://schemas.openxmlformats.org/officeDocument/2006/relationships/image" Target="../media/image111.jp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20.png"/><Relationship Id="rId3" Type="http://schemas.openxmlformats.org/officeDocument/2006/relationships/image" Target="../media/image108.jpg"/><Relationship Id="rId7" Type="http://schemas.openxmlformats.org/officeDocument/2006/relationships/image" Target="../media/image7.png"/><Relationship Id="rId12" Type="http://schemas.openxmlformats.org/officeDocument/2006/relationships/image" Target="../media/image111.jpg"/><Relationship Id="rId2" Type="http://schemas.openxmlformats.org/officeDocument/2006/relationships/image" Target="../media/image106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0.jp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107.jpg"/><Relationship Id="rId9" Type="http://schemas.openxmlformats.org/officeDocument/2006/relationships/image" Target="../media/image9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21.png"/><Relationship Id="rId3" Type="http://schemas.openxmlformats.org/officeDocument/2006/relationships/image" Target="../media/image108.jpg"/><Relationship Id="rId7" Type="http://schemas.openxmlformats.org/officeDocument/2006/relationships/image" Target="../media/image7.png"/><Relationship Id="rId12" Type="http://schemas.openxmlformats.org/officeDocument/2006/relationships/image" Target="../media/image111.jpg"/><Relationship Id="rId2" Type="http://schemas.openxmlformats.org/officeDocument/2006/relationships/image" Target="../media/image106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0.jp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107.jpg"/><Relationship Id="rId9" Type="http://schemas.openxmlformats.org/officeDocument/2006/relationships/image" Target="../media/image9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22.jpg"/><Relationship Id="rId3" Type="http://schemas.openxmlformats.org/officeDocument/2006/relationships/image" Target="../media/image108.jpg"/><Relationship Id="rId7" Type="http://schemas.openxmlformats.org/officeDocument/2006/relationships/image" Target="../media/image7.png"/><Relationship Id="rId12" Type="http://schemas.openxmlformats.org/officeDocument/2006/relationships/image" Target="../media/image111.jpg"/><Relationship Id="rId2" Type="http://schemas.openxmlformats.org/officeDocument/2006/relationships/image" Target="../media/image106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0.jp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107.jpg"/><Relationship Id="rId9" Type="http://schemas.openxmlformats.org/officeDocument/2006/relationships/image" Target="../media/image9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23.png"/><Relationship Id="rId3" Type="http://schemas.openxmlformats.org/officeDocument/2006/relationships/image" Target="../media/image108.jpg"/><Relationship Id="rId7" Type="http://schemas.openxmlformats.org/officeDocument/2006/relationships/image" Target="../media/image7.png"/><Relationship Id="rId12" Type="http://schemas.openxmlformats.org/officeDocument/2006/relationships/image" Target="../media/image111.jpg"/><Relationship Id="rId2" Type="http://schemas.openxmlformats.org/officeDocument/2006/relationships/image" Target="../media/image106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0.jp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107.jpg"/><Relationship Id="rId9" Type="http://schemas.openxmlformats.org/officeDocument/2006/relationships/image" Target="../media/image9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11.jpg"/><Relationship Id="rId3" Type="http://schemas.openxmlformats.org/officeDocument/2006/relationships/image" Target="../media/image108.jpg"/><Relationship Id="rId7" Type="http://schemas.openxmlformats.org/officeDocument/2006/relationships/image" Target="../media/image6.png"/><Relationship Id="rId12" Type="http://schemas.openxmlformats.org/officeDocument/2006/relationships/image" Target="../media/image110.jpg"/><Relationship Id="rId2" Type="http://schemas.openxmlformats.org/officeDocument/2006/relationships/image" Target="../media/image106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124.png"/><Relationship Id="rId10" Type="http://schemas.openxmlformats.org/officeDocument/2006/relationships/image" Target="../media/image9.png"/><Relationship Id="rId4" Type="http://schemas.openxmlformats.org/officeDocument/2006/relationships/image" Target="../media/image107.jpg"/><Relationship Id="rId9" Type="http://schemas.openxmlformats.org/officeDocument/2006/relationships/image" Target="../media/image8.png"/><Relationship Id="rId14" Type="http://schemas.openxmlformats.org/officeDocument/2006/relationships/image" Target="../media/image125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07.jpg"/><Relationship Id="rId7" Type="http://schemas.openxmlformats.org/officeDocument/2006/relationships/image" Target="../media/image7.png"/><Relationship Id="rId2" Type="http://schemas.openxmlformats.org/officeDocument/2006/relationships/image" Target="../media/image106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0.jp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126.png"/><Relationship Id="rId9" Type="http://schemas.openxmlformats.org/officeDocument/2006/relationships/image" Target="../media/image9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27.png"/><Relationship Id="rId7" Type="http://schemas.openxmlformats.org/officeDocument/2006/relationships/image" Target="../media/image8.png"/><Relationship Id="rId2" Type="http://schemas.openxmlformats.org/officeDocument/2006/relationships/image" Target="../media/image106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0.jp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28.jp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28.jp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12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31.jpg"/><Relationship Id="rId4" Type="http://schemas.openxmlformats.org/officeDocument/2006/relationships/image" Target="../media/image6.png"/><Relationship Id="rId9" Type="http://schemas.openxmlformats.org/officeDocument/2006/relationships/image" Target="../media/image130.jpg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13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33.jp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png"/><Relationship Id="rId18" Type="http://schemas.openxmlformats.org/officeDocument/2006/relationships/image" Target="../media/image144.png"/><Relationship Id="rId3" Type="http://schemas.openxmlformats.org/officeDocument/2006/relationships/image" Target="../media/image135.png"/><Relationship Id="rId7" Type="http://schemas.openxmlformats.org/officeDocument/2006/relationships/image" Target="../media/image139.png"/><Relationship Id="rId12" Type="http://schemas.openxmlformats.org/officeDocument/2006/relationships/image" Target="../media/image9.png"/><Relationship Id="rId17" Type="http://schemas.openxmlformats.org/officeDocument/2006/relationships/image" Target="../media/image143.png"/><Relationship Id="rId2" Type="http://schemas.openxmlformats.org/officeDocument/2006/relationships/image" Target="../media/image134.png"/><Relationship Id="rId16" Type="http://schemas.openxmlformats.org/officeDocument/2006/relationships/image" Target="../media/image1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8.png"/><Relationship Id="rId11" Type="http://schemas.openxmlformats.org/officeDocument/2006/relationships/image" Target="../media/image8.png"/><Relationship Id="rId5" Type="http://schemas.openxmlformats.org/officeDocument/2006/relationships/image" Target="../media/image137.png"/><Relationship Id="rId15" Type="http://schemas.openxmlformats.org/officeDocument/2006/relationships/image" Target="../media/image141.png"/><Relationship Id="rId10" Type="http://schemas.openxmlformats.org/officeDocument/2006/relationships/image" Target="../media/image7.png"/><Relationship Id="rId19" Type="http://schemas.openxmlformats.org/officeDocument/2006/relationships/image" Target="../media/image145.png"/><Relationship Id="rId4" Type="http://schemas.openxmlformats.org/officeDocument/2006/relationships/image" Target="../media/image136.png"/><Relationship Id="rId9" Type="http://schemas.openxmlformats.org/officeDocument/2006/relationships/image" Target="../media/image6.png"/><Relationship Id="rId14" Type="http://schemas.openxmlformats.org/officeDocument/2006/relationships/image" Target="../media/image140.png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png"/><Relationship Id="rId18" Type="http://schemas.openxmlformats.org/officeDocument/2006/relationships/image" Target="../media/image144.png"/><Relationship Id="rId3" Type="http://schemas.openxmlformats.org/officeDocument/2006/relationships/image" Target="../media/image135.png"/><Relationship Id="rId7" Type="http://schemas.openxmlformats.org/officeDocument/2006/relationships/image" Target="../media/image139.png"/><Relationship Id="rId12" Type="http://schemas.openxmlformats.org/officeDocument/2006/relationships/image" Target="../media/image9.png"/><Relationship Id="rId17" Type="http://schemas.openxmlformats.org/officeDocument/2006/relationships/image" Target="../media/image143.png"/><Relationship Id="rId2" Type="http://schemas.openxmlformats.org/officeDocument/2006/relationships/image" Target="../media/image134.png"/><Relationship Id="rId16" Type="http://schemas.openxmlformats.org/officeDocument/2006/relationships/image" Target="../media/image1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8.png"/><Relationship Id="rId11" Type="http://schemas.openxmlformats.org/officeDocument/2006/relationships/image" Target="../media/image8.png"/><Relationship Id="rId5" Type="http://schemas.openxmlformats.org/officeDocument/2006/relationships/image" Target="../media/image137.png"/><Relationship Id="rId15" Type="http://schemas.openxmlformats.org/officeDocument/2006/relationships/image" Target="../media/image141.png"/><Relationship Id="rId10" Type="http://schemas.openxmlformats.org/officeDocument/2006/relationships/image" Target="../media/image7.png"/><Relationship Id="rId19" Type="http://schemas.openxmlformats.org/officeDocument/2006/relationships/image" Target="../media/image145.png"/><Relationship Id="rId4" Type="http://schemas.openxmlformats.org/officeDocument/2006/relationships/image" Target="../media/image136.png"/><Relationship Id="rId9" Type="http://schemas.openxmlformats.org/officeDocument/2006/relationships/image" Target="../media/image6.png"/><Relationship Id="rId14" Type="http://schemas.openxmlformats.org/officeDocument/2006/relationships/image" Target="../media/image140.png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png"/><Relationship Id="rId18" Type="http://schemas.openxmlformats.org/officeDocument/2006/relationships/image" Target="../media/image144.png"/><Relationship Id="rId3" Type="http://schemas.openxmlformats.org/officeDocument/2006/relationships/image" Target="../media/image135.png"/><Relationship Id="rId7" Type="http://schemas.openxmlformats.org/officeDocument/2006/relationships/image" Target="../media/image139.png"/><Relationship Id="rId12" Type="http://schemas.openxmlformats.org/officeDocument/2006/relationships/image" Target="../media/image9.png"/><Relationship Id="rId17" Type="http://schemas.openxmlformats.org/officeDocument/2006/relationships/image" Target="../media/image143.png"/><Relationship Id="rId2" Type="http://schemas.openxmlformats.org/officeDocument/2006/relationships/image" Target="../media/image134.png"/><Relationship Id="rId16" Type="http://schemas.openxmlformats.org/officeDocument/2006/relationships/image" Target="../media/image1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8.png"/><Relationship Id="rId11" Type="http://schemas.openxmlformats.org/officeDocument/2006/relationships/image" Target="../media/image8.png"/><Relationship Id="rId5" Type="http://schemas.openxmlformats.org/officeDocument/2006/relationships/image" Target="../media/image137.png"/><Relationship Id="rId15" Type="http://schemas.openxmlformats.org/officeDocument/2006/relationships/image" Target="../media/image141.png"/><Relationship Id="rId10" Type="http://schemas.openxmlformats.org/officeDocument/2006/relationships/image" Target="../media/image7.png"/><Relationship Id="rId19" Type="http://schemas.openxmlformats.org/officeDocument/2006/relationships/image" Target="../media/image145.png"/><Relationship Id="rId4" Type="http://schemas.openxmlformats.org/officeDocument/2006/relationships/image" Target="../media/image136.png"/><Relationship Id="rId9" Type="http://schemas.openxmlformats.org/officeDocument/2006/relationships/image" Target="../media/image6.png"/><Relationship Id="rId14" Type="http://schemas.openxmlformats.org/officeDocument/2006/relationships/image" Target="../media/image140.png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51.png"/><Relationship Id="rId3" Type="http://schemas.openxmlformats.org/officeDocument/2006/relationships/image" Target="../media/image147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image" Target="../media/image146.png"/><Relationship Id="rId16" Type="http://schemas.openxmlformats.org/officeDocument/2006/relationships/image" Target="../media/image1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0.jpg"/><Relationship Id="rId11" Type="http://schemas.openxmlformats.org/officeDocument/2006/relationships/image" Target="../media/image9.png"/><Relationship Id="rId5" Type="http://schemas.openxmlformats.org/officeDocument/2006/relationships/image" Target="../media/image149.jpg"/><Relationship Id="rId15" Type="http://schemas.openxmlformats.org/officeDocument/2006/relationships/image" Target="../media/image153.png"/><Relationship Id="rId10" Type="http://schemas.openxmlformats.org/officeDocument/2006/relationships/image" Target="../media/image8.png"/><Relationship Id="rId4" Type="http://schemas.openxmlformats.org/officeDocument/2006/relationships/image" Target="../media/image148.png"/><Relationship Id="rId9" Type="http://schemas.openxmlformats.org/officeDocument/2006/relationships/image" Target="../media/image7.png"/><Relationship Id="rId14" Type="http://schemas.openxmlformats.org/officeDocument/2006/relationships/image" Target="../media/image152.png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png"/><Relationship Id="rId3" Type="http://schemas.openxmlformats.org/officeDocument/2006/relationships/image" Target="../media/image147.png"/><Relationship Id="rId7" Type="http://schemas.openxmlformats.org/officeDocument/2006/relationships/image" Target="../media/image155.jpg"/><Relationship Id="rId12" Type="http://schemas.openxmlformats.org/officeDocument/2006/relationships/image" Target="../media/image9.png"/><Relationship Id="rId17" Type="http://schemas.openxmlformats.org/officeDocument/2006/relationships/image" Target="../media/image154.png"/><Relationship Id="rId2" Type="http://schemas.openxmlformats.org/officeDocument/2006/relationships/image" Target="../media/image146.png"/><Relationship Id="rId16" Type="http://schemas.openxmlformats.org/officeDocument/2006/relationships/image" Target="../media/image15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0.jpg"/><Relationship Id="rId11" Type="http://schemas.openxmlformats.org/officeDocument/2006/relationships/image" Target="../media/image8.png"/><Relationship Id="rId5" Type="http://schemas.openxmlformats.org/officeDocument/2006/relationships/image" Target="../media/image149.jpg"/><Relationship Id="rId15" Type="http://schemas.openxmlformats.org/officeDocument/2006/relationships/image" Target="../media/image152.png"/><Relationship Id="rId10" Type="http://schemas.openxmlformats.org/officeDocument/2006/relationships/image" Target="../media/image7.png"/><Relationship Id="rId4" Type="http://schemas.openxmlformats.org/officeDocument/2006/relationships/image" Target="../media/image148.png"/><Relationship Id="rId9" Type="http://schemas.openxmlformats.org/officeDocument/2006/relationships/image" Target="../media/image6.png"/><Relationship Id="rId14" Type="http://schemas.openxmlformats.org/officeDocument/2006/relationships/image" Target="../media/image151.png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png"/><Relationship Id="rId3" Type="http://schemas.openxmlformats.org/officeDocument/2006/relationships/image" Target="../media/image147.png"/><Relationship Id="rId7" Type="http://schemas.openxmlformats.org/officeDocument/2006/relationships/image" Target="../media/image155.jpg"/><Relationship Id="rId12" Type="http://schemas.openxmlformats.org/officeDocument/2006/relationships/image" Target="../media/image9.png"/><Relationship Id="rId17" Type="http://schemas.openxmlformats.org/officeDocument/2006/relationships/image" Target="../media/image154.png"/><Relationship Id="rId2" Type="http://schemas.openxmlformats.org/officeDocument/2006/relationships/image" Target="../media/image146.png"/><Relationship Id="rId16" Type="http://schemas.openxmlformats.org/officeDocument/2006/relationships/image" Target="../media/image15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0.jpg"/><Relationship Id="rId11" Type="http://schemas.openxmlformats.org/officeDocument/2006/relationships/image" Target="../media/image8.png"/><Relationship Id="rId5" Type="http://schemas.openxmlformats.org/officeDocument/2006/relationships/image" Target="../media/image149.jpg"/><Relationship Id="rId15" Type="http://schemas.openxmlformats.org/officeDocument/2006/relationships/image" Target="../media/image152.png"/><Relationship Id="rId10" Type="http://schemas.openxmlformats.org/officeDocument/2006/relationships/image" Target="../media/image7.png"/><Relationship Id="rId4" Type="http://schemas.openxmlformats.org/officeDocument/2006/relationships/image" Target="../media/image148.png"/><Relationship Id="rId9" Type="http://schemas.openxmlformats.org/officeDocument/2006/relationships/image" Target="../media/image6.png"/><Relationship Id="rId14" Type="http://schemas.openxmlformats.org/officeDocument/2006/relationships/image" Target="../media/image151.png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png"/><Relationship Id="rId3" Type="http://schemas.openxmlformats.org/officeDocument/2006/relationships/image" Target="../media/image147.png"/><Relationship Id="rId7" Type="http://schemas.openxmlformats.org/officeDocument/2006/relationships/image" Target="../media/image155.jpg"/><Relationship Id="rId12" Type="http://schemas.openxmlformats.org/officeDocument/2006/relationships/image" Target="../media/image9.png"/><Relationship Id="rId17" Type="http://schemas.openxmlformats.org/officeDocument/2006/relationships/image" Target="../media/image154.png"/><Relationship Id="rId2" Type="http://schemas.openxmlformats.org/officeDocument/2006/relationships/image" Target="../media/image146.png"/><Relationship Id="rId16" Type="http://schemas.openxmlformats.org/officeDocument/2006/relationships/image" Target="../media/image15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0.jpg"/><Relationship Id="rId11" Type="http://schemas.openxmlformats.org/officeDocument/2006/relationships/image" Target="../media/image8.png"/><Relationship Id="rId5" Type="http://schemas.openxmlformats.org/officeDocument/2006/relationships/image" Target="../media/image149.jpg"/><Relationship Id="rId15" Type="http://schemas.openxmlformats.org/officeDocument/2006/relationships/image" Target="../media/image152.png"/><Relationship Id="rId10" Type="http://schemas.openxmlformats.org/officeDocument/2006/relationships/image" Target="../media/image7.png"/><Relationship Id="rId4" Type="http://schemas.openxmlformats.org/officeDocument/2006/relationships/image" Target="../media/image148.png"/><Relationship Id="rId9" Type="http://schemas.openxmlformats.org/officeDocument/2006/relationships/image" Target="../media/image6.png"/><Relationship Id="rId14" Type="http://schemas.openxmlformats.org/officeDocument/2006/relationships/image" Target="../media/image151.png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15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15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59.jpg"/><Relationship Id="rId7" Type="http://schemas.openxmlformats.org/officeDocument/2006/relationships/image" Target="../media/image7.png"/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160.png"/><Relationship Id="rId9" Type="http://schemas.openxmlformats.org/officeDocument/2006/relationships/image" Target="../media/image9.png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59.jpg"/><Relationship Id="rId7" Type="http://schemas.openxmlformats.org/officeDocument/2006/relationships/image" Target="../media/image7.png"/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160.png"/><Relationship Id="rId9" Type="http://schemas.openxmlformats.org/officeDocument/2006/relationships/image" Target="../media/image9.png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59.jpg"/><Relationship Id="rId7" Type="http://schemas.openxmlformats.org/officeDocument/2006/relationships/image" Target="../media/image7.png"/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160.png"/><Relationship Id="rId9" Type="http://schemas.openxmlformats.org/officeDocument/2006/relationships/image" Target="../media/image9.png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59.jpg"/><Relationship Id="rId7" Type="http://schemas.openxmlformats.org/officeDocument/2006/relationships/image" Target="../media/image7.png"/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160.png"/><Relationship Id="rId9" Type="http://schemas.openxmlformats.org/officeDocument/2006/relationships/image" Target="../media/image9.png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59.jpg"/><Relationship Id="rId7" Type="http://schemas.openxmlformats.org/officeDocument/2006/relationships/image" Target="../media/image7.png"/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160.png"/><Relationship Id="rId9" Type="http://schemas.openxmlformats.org/officeDocument/2006/relationships/image" Target="../media/image9.png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59.jpg"/><Relationship Id="rId7" Type="http://schemas.openxmlformats.org/officeDocument/2006/relationships/image" Target="../media/image7.png"/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160.png"/><Relationship Id="rId9" Type="http://schemas.openxmlformats.org/officeDocument/2006/relationships/image" Target="../media/image9.png"/></Relationships>
</file>

<file path=ppt/slides/_rels/slide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62.png"/><Relationship Id="rId7" Type="http://schemas.openxmlformats.org/officeDocument/2006/relationships/image" Target="../media/image8.png"/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63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64.png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64.png"/></Relationships>
</file>

<file path=ppt/slides/_rels/slide8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64.png"/></Relationships>
</file>

<file path=ppt/slides/_rels/slide8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64.png"/></Relationships>
</file>

<file path=ppt/slides/_rels/slide8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64.png"/></Relationships>
</file>

<file path=ppt/slides/_rels/slide8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65.png"/><Relationship Id="rId7" Type="http://schemas.openxmlformats.org/officeDocument/2006/relationships/image" Target="../media/image8.png"/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64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8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16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16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6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03092" y="2066544"/>
            <a:ext cx="5847588" cy="43433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98392" y="2699003"/>
            <a:ext cx="5369052" cy="58064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21436" y="413004"/>
            <a:ext cx="2299715" cy="1139951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772668" y="3779519"/>
            <a:ext cx="9144626" cy="3429001"/>
            <a:chOff x="772668" y="3779519"/>
            <a:chExt cx="9144626" cy="3429001"/>
          </a:xfrm>
        </p:grpSpPr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2668" y="3779520"/>
              <a:ext cx="9143999" cy="34290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3781044"/>
              <a:ext cx="5925311" cy="102412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630412" y="5315203"/>
              <a:ext cx="1286255" cy="187960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462772" y="5740907"/>
              <a:ext cx="577850" cy="273050"/>
            </a:xfrm>
            <a:custGeom>
              <a:avLst/>
              <a:gdLst/>
              <a:ahLst/>
              <a:cxnLst/>
              <a:rect l="l" t="t" r="r" b="b"/>
              <a:pathLst>
                <a:path w="577850" h="273050">
                  <a:moveTo>
                    <a:pt x="420624" y="272795"/>
                  </a:moveTo>
                  <a:lnTo>
                    <a:pt x="393192" y="272795"/>
                  </a:lnTo>
                  <a:lnTo>
                    <a:pt x="393192" y="0"/>
                  </a:lnTo>
                  <a:lnTo>
                    <a:pt x="420624" y="0"/>
                  </a:lnTo>
                  <a:lnTo>
                    <a:pt x="420624" y="102108"/>
                  </a:lnTo>
                  <a:lnTo>
                    <a:pt x="457161" y="102108"/>
                  </a:lnTo>
                  <a:lnTo>
                    <a:pt x="435864" y="121920"/>
                  </a:lnTo>
                  <a:lnTo>
                    <a:pt x="457338" y="144780"/>
                  </a:lnTo>
                  <a:lnTo>
                    <a:pt x="420624" y="144780"/>
                  </a:lnTo>
                  <a:lnTo>
                    <a:pt x="420624" y="272795"/>
                  </a:lnTo>
                  <a:close/>
                </a:path>
                <a:path w="577850" h="273050">
                  <a:moveTo>
                    <a:pt x="457161" y="102108"/>
                  </a:moveTo>
                  <a:lnTo>
                    <a:pt x="420624" y="102108"/>
                  </a:lnTo>
                  <a:lnTo>
                    <a:pt x="530352" y="0"/>
                  </a:lnTo>
                  <a:lnTo>
                    <a:pt x="566928" y="0"/>
                  </a:lnTo>
                  <a:lnTo>
                    <a:pt x="457161" y="102108"/>
                  </a:lnTo>
                  <a:close/>
                </a:path>
                <a:path w="577850" h="273050">
                  <a:moveTo>
                    <a:pt x="577596" y="272795"/>
                  </a:moveTo>
                  <a:lnTo>
                    <a:pt x="541020" y="272795"/>
                  </a:lnTo>
                  <a:lnTo>
                    <a:pt x="420624" y="144780"/>
                  </a:lnTo>
                  <a:lnTo>
                    <a:pt x="457338" y="144780"/>
                  </a:lnTo>
                  <a:lnTo>
                    <a:pt x="577596" y="272795"/>
                  </a:lnTo>
                  <a:close/>
                </a:path>
                <a:path w="577850" h="273050">
                  <a:moveTo>
                    <a:pt x="344424" y="272795"/>
                  </a:moveTo>
                  <a:lnTo>
                    <a:pt x="188975" y="272795"/>
                  </a:lnTo>
                  <a:lnTo>
                    <a:pt x="188975" y="0"/>
                  </a:lnTo>
                  <a:lnTo>
                    <a:pt x="345948" y="0"/>
                  </a:lnTo>
                  <a:lnTo>
                    <a:pt x="345948" y="25908"/>
                  </a:lnTo>
                  <a:lnTo>
                    <a:pt x="216408" y="25908"/>
                  </a:lnTo>
                  <a:lnTo>
                    <a:pt x="216408" y="111252"/>
                  </a:lnTo>
                  <a:lnTo>
                    <a:pt x="344424" y="111252"/>
                  </a:lnTo>
                  <a:lnTo>
                    <a:pt x="344424" y="138684"/>
                  </a:lnTo>
                  <a:lnTo>
                    <a:pt x="216408" y="138684"/>
                  </a:lnTo>
                  <a:lnTo>
                    <a:pt x="216408" y="246888"/>
                  </a:lnTo>
                  <a:lnTo>
                    <a:pt x="344424" y="246888"/>
                  </a:lnTo>
                  <a:lnTo>
                    <a:pt x="344424" y="272795"/>
                  </a:lnTo>
                  <a:close/>
                </a:path>
                <a:path w="577850" h="273050">
                  <a:moveTo>
                    <a:pt x="150875" y="25908"/>
                  </a:moveTo>
                  <a:lnTo>
                    <a:pt x="0" y="25908"/>
                  </a:lnTo>
                  <a:lnTo>
                    <a:pt x="0" y="0"/>
                  </a:lnTo>
                  <a:lnTo>
                    <a:pt x="150875" y="0"/>
                  </a:lnTo>
                  <a:lnTo>
                    <a:pt x="150875" y="25908"/>
                  </a:lnTo>
                  <a:close/>
                </a:path>
                <a:path w="577850" h="273050">
                  <a:moveTo>
                    <a:pt x="89915" y="272795"/>
                  </a:moveTo>
                  <a:lnTo>
                    <a:pt x="60959" y="272795"/>
                  </a:lnTo>
                  <a:lnTo>
                    <a:pt x="60959" y="25908"/>
                  </a:lnTo>
                  <a:lnTo>
                    <a:pt x="89915" y="25908"/>
                  </a:lnTo>
                  <a:lnTo>
                    <a:pt x="89915" y="27279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458200" y="5736335"/>
              <a:ext cx="586740" cy="281940"/>
            </a:xfrm>
            <a:custGeom>
              <a:avLst/>
              <a:gdLst/>
              <a:ahLst/>
              <a:cxnLst/>
              <a:rect l="l" t="t" r="r" b="b"/>
              <a:pathLst>
                <a:path w="586740" h="281939">
                  <a:moveTo>
                    <a:pt x="425196" y="281940"/>
                  </a:moveTo>
                  <a:lnTo>
                    <a:pt x="397764" y="281940"/>
                  </a:lnTo>
                  <a:lnTo>
                    <a:pt x="394716" y="280415"/>
                  </a:lnTo>
                  <a:lnTo>
                    <a:pt x="393192" y="277367"/>
                  </a:lnTo>
                  <a:lnTo>
                    <a:pt x="393192" y="4572"/>
                  </a:lnTo>
                  <a:lnTo>
                    <a:pt x="394716" y="0"/>
                  </a:lnTo>
                  <a:lnTo>
                    <a:pt x="429768" y="0"/>
                  </a:lnTo>
                  <a:lnTo>
                    <a:pt x="429768" y="4572"/>
                  </a:lnTo>
                  <a:lnTo>
                    <a:pt x="402336" y="4572"/>
                  </a:lnTo>
                  <a:lnTo>
                    <a:pt x="397764" y="9144"/>
                  </a:lnTo>
                  <a:lnTo>
                    <a:pt x="402336" y="9144"/>
                  </a:lnTo>
                  <a:lnTo>
                    <a:pt x="402336" y="272796"/>
                  </a:lnTo>
                  <a:lnTo>
                    <a:pt x="397764" y="272796"/>
                  </a:lnTo>
                  <a:lnTo>
                    <a:pt x="402336" y="277367"/>
                  </a:lnTo>
                  <a:lnTo>
                    <a:pt x="429768" y="277367"/>
                  </a:lnTo>
                  <a:lnTo>
                    <a:pt x="429768" y="280415"/>
                  </a:lnTo>
                  <a:lnTo>
                    <a:pt x="425196" y="281940"/>
                  </a:lnTo>
                  <a:close/>
                </a:path>
                <a:path w="586740" h="281939">
                  <a:moveTo>
                    <a:pt x="431519" y="106680"/>
                  </a:moveTo>
                  <a:lnTo>
                    <a:pt x="429768" y="106680"/>
                  </a:lnTo>
                  <a:lnTo>
                    <a:pt x="429768" y="96435"/>
                  </a:lnTo>
                  <a:lnTo>
                    <a:pt x="531876" y="0"/>
                  </a:lnTo>
                  <a:lnTo>
                    <a:pt x="568452" y="0"/>
                  </a:lnTo>
                  <a:lnTo>
                    <a:pt x="560361" y="7620"/>
                  </a:lnTo>
                  <a:lnTo>
                    <a:pt x="537972" y="7620"/>
                  </a:lnTo>
                  <a:lnTo>
                    <a:pt x="534924" y="9144"/>
                  </a:lnTo>
                  <a:lnTo>
                    <a:pt x="536334" y="9144"/>
                  </a:lnTo>
                  <a:lnTo>
                    <a:pt x="431519" y="106680"/>
                  </a:lnTo>
                  <a:close/>
                </a:path>
                <a:path w="586740" h="281939">
                  <a:moveTo>
                    <a:pt x="579120" y="280415"/>
                  </a:moveTo>
                  <a:lnTo>
                    <a:pt x="437388" y="129540"/>
                  </a:lnTo>
                  <a:lnTo>
                    <a:pt x="435864" y="126492"/>
                  </a:lnTo>
                  <a:lnTo>
                    <a:pt x="437388" y="123444"/>
                  </a:lnTo>
                  <a:lnTo>
                    <a:pt x="568452" y="0"/>
                  </a:lnTo>
                  <a:lnTo>
                    <a:pt x="571499" y="9144"/>
                  </a:lnTo>
                  <a:lnTo>
                    <a:pt x="572909" y="9144"/>
                  </a:lnTo>
                  <a:lnTo>
                    <a:pt x="450037" y="123444"/>
                  </a:lnTo>
                  <a:lnTo>
                    <a:pt x="443484" y="123444"/>
                  </a:lnTo>
                  <a:lnTo>
                    <a:pt x="443484" y="129540"/>
                  </a:lnTo>
                  <a:lnTo>
                    <a:pt x="449210" y="129540"/>
                  </a:lnTo>
                  <a:lnTo>
                    <a:pt x="583784" y="272796"/>
                  </a:lnTo>
                  <a:lnTo>
                    <a:pt x="582168" y="272796"/>
                  </a:lnTo>
                  <a:lnTo>
                    <a:pt x="579120" y="280415"/>
                  </a:lnTo>
                  <a:close/>
                </a:path>
                <a:path w="586740" h="281939">
                  <a:moveTo>
                    <a:pt x="572909" y="9144"/>
                  </a:moveTo>
                  <a:lnTo>
                    <a:pt x="571499" y="9144"/>
                  </a:lnTo>
                  <a:lnTo>
                    <a:pt x="568452" y="0"/>
                  </a:lnTo>
                  <a:lnTo>
                    <a:pt x="571499" y="0"/>
                  </a:lnTo>
                  <a:lnTo>
                    <a:pt x="576072" y="1524"/>
                  </a:lnTo>
                  <a:lnTo>
                    <a:pt x="574548" y="7620"/>
                  </a:lnTo>
                  <a:lnTo>
                    <a:pt x="572909" y="9144"/>
                  </a:lnTo>
                  <a:close/>
                </a:path>
                <a:path w="586740" h="281939">
                  <a:moveTo>
                    <a:pt x="402336" y="9144"/>
                  </a:moveTo>
                  <a:lnTo>
                    <a:pt x="397764" y="9144"/>
                  </a:lnTo>
                  <a:lnTo>
                    <a:pt x="402336" y="4572"/>
                  </a:lnTo>
                  <a:lnTo>
                    <a:pt x="402336" y="9144"/>
                  </a:lnTo>
                  <a:close/>
                </a:path>
                <a:path w="586740" h="281939">
                  <a:moveTo>
                    <a:pt x="420624" y="9144"/>
                  </a:moveTo>
                  <a:lnTo>
                    <a:pt x="402336" y="9144"/>
                  </a:lnTo>
                  <a:lnTo>
                    <a:pt x="402336" y="4572"/>
                  </a:lnTo>
                  <a:lnTo>
                    <a:pt x="420624" y="4572"/>
                  </a:lnTo>
                  <a:lnTo>
                    <a:pt x="420624" y="9144"/>
                  </a:lnTo>
                  <a:close/>
                </a:path>
                <a:path w="586740" h="281939">
                  <a:moveTo>
                    <a:pt x="423672" y="111252"/>
                  </a:moveTo>
                  <a:lnTo>
                    <a:pt x="420624" y="106680"/>
                  </a:lnTo>
                  <a:lnTo>
                    <a:pt x="420624" y="4572"/>
                  </a:lnTo>
                  <a:lnTo>
                    <a:pt x="425196" y="9144"/>
                  </a:lnTo>
                  <a:lnTo>
                    <a:pt x="429768" y="9144"/>
                  </a:lnTo>
                  <a:lnTo>
                    <a:pt x="429768" y="96435"/>
                  </a:lnTo>
                  <a:lnTo>
                    <a:pt x="422148" y="103632"/>
                  </a:lnTo>
                  <a:lnTo>
                    <a:pt x="429768" y="106680"/>
                  </a:lnTo>
                  <a:lnTo>
                    <a:pt x="431519" y="106680"/>
                  </a:lnTo>
                  <a:lnTo>
                    <a:pt x="428244" y="109728"/>
                  </a:lnTo>
                  <a:lnTo>
                    <a:pt x="423672" y="111252"/>
                  </a:lnTo>
                  <a:close/>
                </a:path>
                <a:path w="586740" h="281939">
                  <a:moveTo>
                    <a:pt x="429768" y="9144"/>
                  </a:moveTo>
                  <a:lnTo>
                    <a:pt x="425196" y="9144"/>
                  </a:lnTo>
                  <a:lnTo>
                    <a:pt x="420624" y="4572"/>
                  </a:lnTo>
                  <a:lnTo>
                    <a:pt x="429768" y="4572"/>
                  </a:lnTo>
                  <a:lnTo>
                    <a:pt x="429768" y="9144"/>
                  </a:lnTo>
                  <a:close/>
                </a:path>
                <a:path w="586740" h="281939">
                  <a:moveTo>
                    <a:pt x="536334" y="9144"/>
                  </a:moveTo>
                  <a:lnTo>
                    <a:pt x="534924" y="9144"/>
                  </a:lnTo>
                  <a:lnTo>
                    <a:pt x="537972" y="7620"/>
                  </a:lnTo>
                  <a:lnTo>
                    <a:pt x="536334" y="9144"/>
                  </a:lnTo>
                  <a:close/>
                </a:path>
                <a:path w="586740" h="281939">
                  <a:moveTo>
                    <a:pt x="558743" y="9144"/>
                  </a:moveTo>
                  <a:lnTo>
                    <a:pt x="536334" y="9144"/>
                  </a:lnTo>
                  <a:lnTo>
                    <a:pt x="537972" y="7620"/>
                  </a:lnTo>
                  <a:lnTo>
                    <a:pt x="560361" y="7620"/>
                  </a:lnTo>
                  <a:lnTo>
                    <a:pt x="558743" y="9144"/>
                  </a:lnTo>
                  <a:close/>
                </a:path>
                <a:path w="586740" h="281939">
                  <a:moveTo>
                    <a:pt x="429768" y="106680"/>
                  </a:moveTo>
                  <a:lnTo>
                    <a:pt x="422148" y="103632"/>
                  </a:lnTo>
                  <a:lnTo>
                    <a:pt x="429768" y="96435"/>
                  </a:lnTo>
                  <a:lnTo>
                    <a:pt x="429768" y="106680"/>
                  </a:lnTo>
                  <a:close/>
                </a:path>
                <a:path w="586740" h="281939">
                  <a:moveTo>
                    <a:pt x="443484" y="129540"/>
                  </a:moveTo>
                  <a:lnTo>
                    <a:pt x="443484" y="123444"/>
                  </a:lnTo>
                  <a:lnTo>
                    <a:pt x="446540" y="126697"/>
                  </a:lnTo>
                  <a:lnTo>
                    <a:pt x="443484" y="129540"/>
                  </a:lnTo>
                  <a:close/>
                </a:path>
                <a:path w="586740" h="281939">
                  <a:moveTo>
                    <a:pt x="446540" y="126697"/>
                  </a:moveTo>
                  <a:lnTo>
                    <a:pt x="443484" y="123444"/>
                  </a:lnTo>
                  <a:lnTo>
                    <a:pt x="450037" y="123444"/>
                  </a:lnTo>
                  <a:lnTo>
                    <a:pt x="446540" y="126697"/>
                  </a:lnTo>
                  <a:close/>
                </a:path>
                <a:path w="586740" h="281939">
                  <a:moveTo>
                    <a:pt x="449210" y="129540"/>
                  </a:moveTo>
                  <a:lnTo>
                    <a:pt x="443484" y="129540"/>
                  </a:lnTo>
                  <a:lnTo>
                    <a:pt x="446540" y="126697"/>
                  </a:lnTo>
                  <a:lnTo>
                    <a:pt x="449210" y="129540"/>
                  </a:lnTo>
                  <a:close/>
                </a:path>
                <a:path w="586740" h="281939">
                  <a:moveTo>
                    <a:pt x="420624" y="277367"/>
                  </a:moveTo>
                  <a:lnTo>
                    <a:pt x="420624" y="149352"/>
                  </a:lnTo>
                  <a:lnTo>
                    <a:pt x="423672" y="146304"/>
                  </a:lnTo>
                  <a:lnTo>
                    <a:pt x="429768" y="146304"/>
                  </a:lnTo>
                  <a:lnTo>
                    <a:pt x="432598" y="149352"/>
                  </a:lnTo>
                  <a:lnTo>
                    <a:pt x="429768" y="149352"/>
                  </a:lnTo>
                  <a:lnTo>
                    <a:pt x="422148" y="153924"/>
                  </a:lnTo>
                  <a:lnTo>
                    <a:pt x="429768" y="161929"/>
                  </a:lnTo>
                  <a:lnTo>
                    <a:pt x="429768" y="272796"/>
                  </a:lnTo>
                  <a:lnTo>
                    <a:pt x="425196" y="272796"/>
                  </a:lnTo>
                  <a:lnTo>
                    <a:pt x="420624" y="277367"/>
                  </a:lnTo>
                  <a:close/>
                </a:path>
                <a:path w="586740" h="281939">
                  <a:moveTo>
                    <a:pt x="429768" y="161929"/>
                  </a:moveTo>
                  <a:lnTo>
                    <a:pt x="422148" y="153924"/>
                  </a:lnTo>
                  <a:lnTo>
                    <a:pt x="429768" y="149352"/>
                  </a:lnTo>
                  <a:lnTo>
                    <a:pt x="429768" y="161929"/>
                  </a:lnTo>
                  <a:close/>
                </a:path>
                <a:path w="586740" h="281939">
                  <a:moveTo>
                    <a:pt x="582168" y="281940"/>
                  </a:moveTo>
                  <a:lnTo>
                    <a:pt x="545592" y="281940"/>
                  </a:lnTo>
                  <a:lnTo>
                    <a:pt x="542544" y="280415"/>
                  </a:lnTo>
                  <a:lnTo>
                    <a:pt x="429768" y="161929"/>
                  </a:lnTo>
                  <a:lnTo>
                    <a:pt x="429768" y="149352"/>
                  </a:lnTo>
                  <a:lnTo>
                    <a:pt x="432598" y="149352"/>
                  </a:lnTo>
                  <a:lnTo>
                    <a:pt x="547224" y="272796"/>
                  </a:lnTo>
                  <a:lnTo>
                    <a:pt x="545592" y="272796"/>
                  </a:lnTo>
                  <a:lnTo>
                    <a:pt x="548640" y="274320"/>
                  </a:lnTo>
                  <a:lnTo>
                    <a:pt x="573393" y="274320"/>
                  </a:lnTo>
                  <a:lnTo>
                    <a:pt x="579120" y="280415"/>
                  </a:lnTo>
                  <a:lnTo>
                    <a:pt x="584454" y="280415"/>
                  </a:lnTo>
                  <a:lnTo>
                    <a:pt x="582168" y="281940"/>
                  </a:lnTo>
                  <a:close/>
                </a:path>
                <a:path w="586740" h="281939">
                  <a:moveTo>
                    <a:pt x="402336" y="277367"/>
                  </a:moveTo>
                  <a:lnTo>
                    <a:pt x="397764" y="272796"/>
                  </a:lnTo>
                  <a:lnTo>
                    <a:pt x="402336" y="272796"/>
                  </a:lnTo>
                  <a:lnTo>
                    <a:pt x="402336" y="277367"/>
                  </a:lnTo>
                  <a:close/>
                </a:path>
                <a:path w="586740" h="281939">
                  <a:moveTo>
                    <a:pt x="420624" y="277367"/>
                  </a:moveTo>
                  <a:lnTo>
                    <a:pt x="402336" y="277367"/>
                  </a:lnTo>
                  <a:lnTo>
                    <a:pt x="402336" y="272796"/>
                  </a:lnTo>
                  <a:lnTo>
                    <a:pt x="420624" y="272796"/>
                  </a:lnTo>
                  <a:lnTo>
                    <a:pt x="420624" y="277367"/>
                  </a:lnTo>
                  <a:close/>
                </a:path>
                <a:path w="586740" h="281939">
                  <a:moveTo>
                    <a:pt x="429768" y="277367"/>
                  </a:moveTo>
                  <a:lnTo>
                    <a:pt x="420624" y="277367"/>
                  </a:lnTo>
                  <a:lnTo>
                    <a:pt x="425196" y="272796"/>
                  </a:lnTo>
                  <a:lnTo>
                    <a:pt x="429768" y="272796"/>
                  </a:lnTo>
                  <a:lnTo>
                    <a:pt x="429768" y="277367"/>
                  </a:lnTo>
                  <a:close/>
                </a:path>
                <a:path w="586740" h="281939">
                  <a:moveTo>
                    <a:pt x="548640" y="274320"/>
                  </a:moveTo>
                  <a:lnTo>
                    <a:pt x="545592" y="272796"/>
                  </a:lnTo>
                  <a:lnTo>
                    <a:pt x="547224" y="272796"/>
                  </a:lnTo>
                  <a:lnTo>
                    <a:pt x="548640" y="274320"/>
                  </a:lnTo>
                  <a:close/>
                </a:path>
                <a:path w="586740" h="281939">
                  <a:moveTo>
                    <a:pt x="573393" y="274320"/>
                  </a:moveTo>
                  <a:lnTo>
                    <a:pt x="548640" y="274320"/>
                  </a:lnTo>
                  <a:lnTo>
                    <a:pt x="547224" y="272796"/>
                  </a:lnTo>
                  <a:lnTo>
                    <a:pt x="571961" y="272796"/>
                  </a:lnTo>
                  <a:lnTo>
                    <a:pt x="573393" y="274320"/>
                  </a:lnTo>
                  <a:close/>
                </a:path>
                <a:path w="586740" h="281939">
                  <a:moveTo>
                    <a:pt x="584454" y="280415"/>
                  </a:moveTo>
                  <a:lnTo>
                    <a:pt x="579120" y="280415"/>
                  </a:lnTo>
                  <a:lnTo>
                    <a:pt x="582168" y="272796"/>
                  </a:lnTo>
                  <a:lnTo>
                    <a:pt x="583784" y="272796"/>
                  </a:lnTo>
                  <a:lnTo>
                    <a:pt x="585216" y="274320"/>
                  </a:lnTo>
                  <a:lnTo>
                    <a:pt x="586740" y="278891"/>
                  </a:lnTo>
                  <a:lnTo>
                    <a:pt x="584454" y="280415"/>
                  </a:lnTo>
                  <a:close/>
                </a:path>
                <a:path w="586740" h="281939">
                  <a:moveTo>
                    <a:pt x="348996" y="281940"/>
                  </a:moveTo>
                  <a:lnTo>
                    <a:pt x="193548" y="281940"/>
                  </a:lnTo>
                  <a:lnTo>
                    <a:pt x="190499" y="280415"/>
                  </a:lnTo>
                  <a:lnTo>
                    <a:pt x="188975" y="277367"/>
                  </a:lnTo>
                  <a:lnTo>
                    <a:pt x="188975" y="4572"/>
                  </a:lnTo>
                  <a:lnTo>
                    <a:pt x="190499" y="0"/>
                  </a:lnTo>
                  <a:lnTo>
                    <a:pt x="353568" y="0"/>
                  </a:lnTo>
                  <a:lnTo>
                    <a:pt x="355092" y="4572"/>
                  </a:lnTo>
                  <a:lnTo>
                    <a:pt x="198119" y="4572"/>
                  </a:lnTo>
                  <a:lnTo>
                    <a:pt x="193548" y="9144"/>
                  </a:lnTo>
                  <a:lnTo>
                    <a:pt x="198119" y="9144"/>
                  </a:lnTo>
                  <a:lnTo>
                    <a:pt x="198119" y="272796"/>
                  </a:lnTo>
                  <a:lnTo>
                    <a:pt x="193548" y="272796"/>
                  </a:lnTo>
                  <a:lnTo>
                    <a:pt x="198119" y="277367"/>
                  </a:lnTo>
                  <a:lnTo>
                    <a:pt x="353568" y="277367"/>
                  </a:lnTo>
                  <a:lnTo>
                    <a:pt x="353568" y="280415"/>
                  </a:lnTo>
                  <a:lnTo>
                    <a:pt x="348996" y="281940"/>
                  </a:lnTo>
                  <a:close/>
                </a:path>
                <a:path w="586740" h="281939">
                  <a:moveTo>
                    <a:pt x="198119" y="9144"/>
                  </a:moveTo>
                  <a:lnTo>
                    <a:pt x="193548" y="9144"/>
                  </a:lnTo>
                  <a:lnTo>
                    <a:pt x="198119" y="4572"/>
                  </a:lnTo>
                  <a:lnTo>
                    <a:pt x="198119" y="9144"/>
                  </a:lnTo>
                  <a:close/>
                </a:path>
                <a:path w="586740" h="281939">
                  <a:moveTo>
                    <a:pt x="345948" y="9144"/>
                  </a:moveTo>
                  <a:lnTo>
                    <a:pt x="198119" y="9144"/>
                  </a:lnTo>
                  <a:lnTo>
                    <a:pt x="198119" y="4572"/>
                  </a:lnTo>
                  <a:lnTo>
                    <a:pt x="345948" y="4572"/>
                  </a:lnTo>
                  <a:lnTo>
                    <a:pt x="345948" y="9144"/>
                  </a:lnTo>
                  <a:close/>
                </a:path>
                <a:path w="586740" h="281939">
                  <a:moveTo>
                    <a:pt x="345948" y="30480"/>
                  </a:moveTo>
                  <a:lnTo>
                    <a:pt x="345948" y="4572"/>
                  </a:lnTo>
                  <a:lnTo>
                    <a:pt x="350520" y="9144"/>
                  </a:lnTo>
                  <a:lnTo>
                    <a:pt x="355092" y="9144"/>
                  </a:lnTo>
                  <a:lnTo>
                    <a:pt x="355092" y="25908"/>
                  </a:lnTo>
                  <a:lnTo>
                    <a:pt x="350520" y="25908"/>
                  </a:lnTo>
                  <a:lnTo>
                    <a:pt x="345948" y="30480"/>
                  </a:lnTo>
                  <a:close/>
                </a:path>
                <a:path w="586740" h="281939">
                  <a:moveTo>
                    <a:pt x="355092" y="9144"/>
                  </a:moveTo>
                  <a:lnTo>
                    <a:pt x="350520" y="9144"/>
                  </a:lnTo>
                  <a:lnTo>
                    <a:pt x="345948" y="4572"/>
                  </a:lnTo>
                  <a:lnTo>
                    <a:pt x="355092" y="4572"/>
                  </a:lnTo>
                  <a:lnTo>
                    <a:pt x="355092" y="9144"/>
                  </a:lnTo>
                  <a:close/>
                </a:path>
                <a:path w="586740" h="281939">
                  <a:moveTo>
                    <a:pt x="344424" y="120396"/>
                  </a:moveTo>
                  <a:lnTo>
                    <a:pt x="217931" y="120396"/>
                  </a:lnTo>
                  <a:lnTo>
                    <a:pt x="216408" y="115824"/>
                  </a:lnTo>
                  <a:lnTo>
                    <a:pt x="216408" y="30480"/>
                  </a:lnTo>
                  <a:lnTo>
                    <a:pt x="217931" y="27432"/>
                  </a:lnTo>
                  <a:lnTo>
                    <a:pt x="220979" y="25908"/>
                  </a:lnTo>
                  <a:lnTo>
                    <a:pt x="345948" y="25908"/>
                  </a:lnTo>
                  <a:lnTo>
                    <a:pt x="345948" y="30480"/>
                  </a:lnTo>
                  <a:lnTo>
                    <a:pt x="225551" y="30480"/>
                  </a:lnTo>
                  <a:lnTo>
                    <a:pt x="220979" y="35052"/>
                  </a:lnTo>
                  <a:lnTo>
                    <a:pt x="225551" y="35052"/>
                  </a:lnTo>
                  <a:lnTo>
                    <a:pt x="225551" y="111252"/>
                  </a:lnTo>
                  <a:lnTo>
                    <a:pt x="220979" y="111252"/>
                  </a:lnTo>
                  <a:lnTo>
                    <a:pt x="225551" y="115824"/>
                  </a:lnTo>
                  <a:lnTo>
                    <a:pt x="344424" y="115824"/>
                  </a:lnTo>
                  <a:lnTo>
                    <a:pt x="344424" y="120396"/>
                  </a:lnTo>
                  <a:close/>
                </a:path>
                <a:path w="586740" h="281939">
                  <a:moveTo>
                    <a:pt x="350520" y="35052"/>
                  </a:moveTo>
                  <a:lnTo>
                    <a:pt x="225551" y="35052"/>
                  </a:lnTo>
                  <a:lnTo>
                    <a:pt x="225551" y="30480"/>
                  </a:lnTo>
                  <a:lnTo>
                    <a:pt x="345948" y="30480"/>
                  </a:lnTo>
                  <a:lnTo>
                    <a:pt x="350520" y="25908"/>
                  </a:lnTo>
                  <a:lnTo>
                    <a:pt x="355092" y="25908"/>
                  </a:lnTo>
                  <a:lnTo>
                    <a:pt x="355092" y="30480"/>
                  </a:lnTo>
                  <a:lnTo>
                    <a:pt x="353568" y="33528"/>
                  </a:lnTo>
                  <a:lnTo>
                    <a:pt x="350520" y="35052"/>
                  </a:lnTo>
                  <a:close/>
                </a:path>
                <a:path w="586740" h="281939">
                  <a:moveTo>
                    <a:pt x="225551" y="35052"/>
                  </a:moveTo>
                  <a:lnTo>
                    <a:pt x="220979" y="35052"/>
                  </a:lnTo>
                  <a:lnTo>
                    <a:pt x="225551" y="30480"/>
                  </a:lnTo>
                  <a:lnTo>
                    <a:pt x="225551" y="35052"/>
                  </a:lnTo>
                  <a:close/>
                </a:path>
                <a:path w="586740" h="281939">
                  <a:moveTo>
                    <a:pt x="225551" y="115824"/>
                  </a:moveTo>
                  <a:lnTo>
                    <a:pt x="220979" y="111252"/>
                  </a:lnTo>
                  <a:lnTo>
                    <a:pt x="225551" y="111252"/>
                  </a:lnTo>
                  <a:lnTo>
                    <a:pt x="225551" y="115824"/>
                  </a:lnTo>
                  <a:close/>
                </a:path>
                <a:path w="586740" h="281939">
                  <a:moveTo>
                    <a:pt x="353568" y="120396"/>
                  </a:moveTo>
                  <a:lnTo>
                    <a:pt x="348996" y="120396"/>
                  </a:lnTo>
                  <a:lnTo>
                    <a:pt x="344424" y="115824"/>
                  </a:lnTo>
                  <a:lnTo>
                    <a:pt x="225551" y="115824"/>
                  </a:lnTo>
                  <a:lnTo>
                    <a:pt x="225551" y="111252"/>
                  </a:lnTo>
                  <a:lnTo>
                    <a:pt x="348996" y="111252"/>
                  </a:lnTo>
                  <a:lnTo>
                    <a:pt x="353568" y="112776"/>
                  </a:lnTo>
                  <a:lnTo>
                    <a:pt x="353568" y="120396"/>
                  </a:lnTo>
                  <a:close/>
                </a:path>
                <a:path w="586740" h="281939">
                  <a:moveTo>
                    <a:pt x="344424" y="143256"/>
                  </a:moveTo>
                  <a:lnTo>
                    <a:pt x="344424" y="115824"/>
                  </a:lnTo>
                  <a:lnTo>
                    <a:pt x="348996" y="120396"/>
                  </a:lnTo>
                  <a:lnTo>
                    <a:pt x="353568" y="120396"/>
                  </a:lnTo>
                  <a:lnTo>
                    <a:pt x="353568" y="138684"/>
                  </a:lnTo>
                  <a:lnTo>
                    <a:pt x="348996" y="138684"/>
                  </a:lnTo>
                  <a:lnTo>
                    <a:pt x="344424" y="143256"/>
                  </a:lnTo>
                  <a:close/>
                </a:path>
                <a:path w="586740" h="281939">
                  <a:moveTo>
                    <a:pt x="344424" y="256032"/>
                  </a:moveTo>
                  <a:lnTo>
                    <a:pt x="220979" y="256032"/>
                  </a:lnTo>
                  <a:lnTo>
                    <a:pt x="217931" y="254508"/>
                  </a:lnTo>
                  <a:lnTo>
                    <a:pt x="216408" y="251460"/>
                  </a:lnTo>
                  <a:lnTo>
                    <a:pt x="216408" y="143256"/>
                  </a:lnTo>
                  <a:lnTo>
                    <a:pt x="217931" y="140208"/>
                  </a:lnTo>
                  <a:lnTo>
                    <a:pt x="220979" y="138684"/>
                  </a:lnTo>
                  <a:lnTo>
                    <a:pt x="344424" y="138684"/>
                  </a:lnTo>
                  <a:lnTo>
                    <a:pt x="344424" y="143256"/>
                  </a:lnTo>
                  <a:lnTo>
                    <a:pt x="225551" y="143256"/>
                  </a:lnTo>
                  <a:lnTo>
                    <a:pt x="220979" y="147828"/>
                  </a:lnTo>
                  <a:lnTo>
                    <a:pt x="225551" y="147828"/>
                  </a:lnTo>
                  <a:lnTo>
                    <a:pt x="225551" y="246888"/>
                  </a:lnTo>
                  <a:lnTo>
                    <a:pt x="220979" y="246888"/>
                  </a:lnTo>
                  <a:lnTo>
                    <a:pt x="225551" y="251460"/>
                  </a:lnTo>
                  <a:lnTo>
                    <a:pt x="344424" y="251460"/>
                  </a:lnTo>
                  <a:lnTo>
                    <a:pt x="344424" y="256032"/>
                  </a:lnTo>
                  <a:close/>
                </a:path>
                <a:path w="586740" h="281939">
                  <a:moveTo>
                    <a:pt x="348996" y="147828"/>
                  </a:moveTo>
                  <a:lnTo>
                    <a:pt x="225551" y="147828"/>
                  </a:lnTo>
                  <a:lnTo>
                    <a:pt x="225551" y="143256"/>
                  </a:lnTo>
                  <a:lnTo>
                    <a:pt x="344424" y="143256"/>
                  </a:lnTo>
                  <a:lnTo>
                    <a:pt x="348996" y="138684"/>
                  </a:lnTo>
                  <a:lnTo>
                    <a:pt x="353568" y="138684"/>
                  </a:lnTo>
                  <a:lnTo>
                    <a:pt x="353568" y="146304"/>
                  </a:lnTo>
                  <a:lnTo>
                    <a:pt x="348996" y="147828"/>
                  </a:lnTo>
                  <a:close/>
                </a:path>
                <a:path w="586740" h="281939">
                  <a:moveTo>
                    <a:pt x="225551" y="147828"/>
                  </a:moveTo>
                  <a:lnTo>
                    <a:pt x="220979" y="147828"/>
                  </a:lnTo>
                  <a:lnTo>
                    <a:pt x="225551" y="143256"/>
                  </a:lnTo>
                  <a:lnTo>
                    <a:pt x="225551" y="147828"/>
                  </a:lnTo>
                  <a:close/>
                </a:path>
                <a:path w="586740" h="281939">
                  <a:moveTo>
                    <a:pt x="225551" y="251460"/>
                  </a:moveTo>
                  <a:lnTo>
                    <a:pt x="220979" y="246888"/>
                  </a:lnTo>
                  <a:lnTo>
                    <a:pt x="225551" y="246888"/>
                  </a:lnTo>
                  <a:lnTo>
                    <a:pt x="225551" y="251460"/>
                  </a:lnTo>
                  <a:close/>
                </a:path>
                <a:path w="586740" h="281939">
                  <a:moveTo>
                    <a:pt x="353568" y="256032"/>
                  </a:moveTo>
                  <a:lnTo>
                    <a:pt x="348996" y="256032"/>
                  </a:lnTo>
                  <a:lnTo>
                    <a:pt x="344424" y="251460"/>
                  </a:lnTo>
                  <a:lnTo>
                    <a:pt x="225551" y="251460"/>
                  </a:lnTo>
                  <a:lnTo>
                    <a:pt x="225551" y="246888"/>
                  </a:lnTo>
                  <a:lnTo>
                    <a:pt x="353568" y="246888"/>
                  </a:lnTo>
                  <a:lnTo>
                    <a:pt x="353568" y="256032"/>
                  </a:lnTo>
                  <a:close/>
                </a:path>
                <a:path w="586740" h="281939">
                  <a:moveTo>
                    <a:pt x="344424" y="277367"/>
                  </a:moveTo>
                  <a:lnTo>
                    <a:pt x="344424" y="251460"/>
                  </a:lnTo>
                  <a:lnTo>
                    <a:pt x="348996" y="256032"/>
                  </a:lnTo>
                  <a:lnTo>
                    <a:pt x="353568" y="256032"/>
                  </a:lnTo>
                  <a:lnTo>
                    <a:pt x="353568" y="272796"/>
                  </a:lnTo>
                  <a:lnTo>
                    <a:pt x="348996" y="272796"/>
                  </a:lnTo>
                  <a:lnTo>
                    <a:pt x="344424" y="277367"/>
                  </a:lnTo>
                  <a:close/>
                </a:path>
                <a:path w="586740" h="281939">
                  <a:moveTo>
                    <a:pt x="198119" y="277367"/>
                  </a:moveTo>
                  <a:lnTo>
                    <a:pt x="193548" y="272796"/>
                  </a:lnTo>
                  <a:lnTo>
                    <a:pt x="198119" y="272796"/>
                  </a:lnTo>
                  <a:lnTo>
                    <a:pt x="198119" y="277367"/>
                  </a:lnTo>
                  <a:close/>
                </a:path>
                <a:path w="586740" h="281939">
                  <a:moveTo>
                    <a:pt x="344424" y="277367"/>
                  </a:moveTo>
                  <a:lnTo>
                    <a:pt x="198119" y="277367"/>
                  </a:lnTo>
                  <a:lnTo>
                    <a:pt x="198119" y="272796"/>
                  </a:lnTo>
                  <a:lnTo>
                    <a:pt x="344424" y="272796"/>
                  </a:lnTo>
                  <a:lnTo>
                    <a:pt x="344424" y="277367"/>
                  </a:lnTo>
                  <a:close/>
                </a:path>
                <a:path w="586740" h="281939">
                  <a:moveTo>
                    <a:pt x="353568" y="277367"/>
                  </a:moveTo>
                  <a:lnTo>
                    <a:pt x="344424" y="277367"/>
                  </a:lnTo>
                  <a:lnTo>
                    <a:pt x="348996" y="272796"/>
                  </a:lnTo>
                  <a:lnTo>
                    <a:pt x="353568" y="272796"/>
                  </a:lnTo>
                  <a:lnTo>
                    <a:pt x="353568" y="277367"/>
                  </a:lnTo>
                  <a:close/>
                </a:path>
                <a:path w="586740" h="281939">
                  <a:moveTo>
                    <a:pt x="60959" y="35052"/>
                  </a:moveTo>
                  <a:lnTo>
                    <a:pt x="4572" y="35052"/>
                  </a:lnTo>
                  <a:lnTo>
                    <a:pt x="1524" y="33528"/>
                  </a:lnTo>
                  <a:lnTo>
                    <a:pt x="0" y="30480"/>
                  </a:lnTo>
                  <a:lnTo>
                    <a:pt x="0" y="4572"/>
                  </a:lnTo>
                  <a:lnTo>
                    <a:pt x="1524" y="0"/>
                  </a:lnTo>
                  <a:lnTo>
                    <a:pt x="158496" y="0"/>
                  </a:lnTo>
                  <a:lnTo>
                    <a:pt x="160019" y="4572"/>
                  </a:lnTo>
                  <a:lnTo>
                    <a:pt x="9143" y="4572"/>
                  </a:lnTo>
                  <a:lnTo>
                    <a:pt x="4572" y="9144"/>
                  </a:lnTo>
                  <a:lnTo>
                    <a:pt x="9143" y="9144"/>
                  </a:lnTo>
                  <a:lnTo>
                    <a:pt x="9143" y="25908"/>
                  </a:lnTo>
                  <a:lnTo>
                    <a:pt x="4572" y="25908"/>
                  </a:lnTo>
                  <a:lnTo>
                    <a:pt x="9143" y="30480"/>
                  </a:lnTo>
                  <a:lnTo>
                    <a:pt x="60959" y="30480"/>
                  </a:lnTo>
                  <a:lnTo>
                    <a:pt x="60959" y="35052"/>
                  </a:lnTo>
                  <a:close/>
                </a:path>
                <a:path w="586740" h="281939">
                  <a:moveTo>
                    <a:pt x="9143" y="9144"/>
                  </a:moveTo>
                  <a:lnTo>
                    <a:pt x="4572" y="9144"/>
                  </a:lnTo>
                  <a:lnTo>
                    <a:pt x="9143" y="4572"/>
                  </a:lnTo>
                  <a:lnTo>
                    <a:pt x="9143" y="9144"/>
                  </a:lnTo>
                  <a:close/>
                </a:path>
                <a:path w="586740" h="281939">
                  <a:moveTo>
                    <a:pt x="150875" y="9144"/>
                  </a:moveTo>
                  <a:lnTo>
                    <a:pt x="9143" y="9144"/>
                  </a:lnTo>
                  <a:lnTo>
                    <a:pt x="9143" y="4572"/>
                  </a:lnTo>
                  <a:lnTo>
                    <a:pt x="150875" y="4572"/>
                  </a:lnTo>
                  <a:lnTo>
                    <a:pt x="150875" y="9144"/>
                  </a:lnTo>
                  <a:close/>
                </a:path>
                <a:path w="586740" h="281939">
                  <a:moveTo>
                    <a:pt x="150875" y="30480"/>
                  </a:moveTo>
                  <a:lnTo>
                    <a:pt x="150875" y="4572"/>
                  </a:lnTo>
                  <a:lnTo>
                    <a:pt x="155448" y="9144"/>
                  </a:lnTo>
                  <a:lnTo>
                    <a:pt x="160019" y="9144"/>
                  </a:lnTo>
                  <a:lnTo>
                    <a:pt x="160019" y="25908"/>
                  </a:lnTo>
                  <a:lnTo>
                    <a:pt x="155448" y="25908"/>
                  </a:lnTo>
                  <a:lnTo>
                    <a:pt x="150875" y="30480"/>
                  </a:lnTo>
                  <a:close/>
                </a:path>
                <a:path w="586740" h="281939">
                  <a:moveTo>
                    <a:pt x="160019" y="9144"/>
                  </a:moveTo>
                  <a:lnTo>
                    <a:pt x="155448" y="9144"/>
                  </a:lnTo>
                  <a:lnTo>
                    <a:pt x="150875" y="4572"/>
                  </a:lnTo>
                  <a:lnTo>
                    <a:pt x="160019" y="4572"/>
                  </a:lnTo>
                  <a:lnTo>
                    <a:pt x="160019" y="9144"/>
                  </a:lnTo>
                  <a:close/>
                </a:path>
                <a:path w="586740" h="281939">
                  <a:moveTo>
                    <a:pt x="9143" y="30480"/>
                  </a:moveTo>
                  <a:lnTo>
                    <a:pt x="4572" y="25908"/>
                  </a:lnTo>
                  <a:lnTo>
                    <a:pt x="9143" y="25908"/>
                  </a:lnTo>
                  <a:lnTo>
                    <a:pt x="9143" y="30480"/>
                  </a:lnTo>
                  <a:close/>
                </a:path>
                <a:path w="586740" h="281939">
                  <a:moveTo>
                    <a:pt x="70104" y="35052"/>
                  </a:moveTo>
                  <a:lnTo>
                    <a:pt x="65531" y="35052"/>
                  </a:lnTo>
                  <a:lnTo>
                    <a:pt x="60959" y="30480"/>
                  </a:lnTo>
                  <a:lnTo>
                    <a:pt x="9143" y="30480"/>
                  </a:lnTo>
                  <a:lnTo>
                    <a:pt x="9143" y="25908"/>
                  </a:lnTo>
                  <a:lnTo>
                    <a:pt x="65531" y="25908"/>
                  </a:lnTo>
                  <a:lnTo>
                    <a:pt x="68579" y="27432"/>
                  </a:lnTo>
                  <a:lnTo>
                    <a:pt x="70104" y="30480"/>
                  </a:lnTo>
                  <a:lnTo>
                    <a:pt x="70104" y="35052"/>
                  </a:lnTo>
                  <a:close/>
                </a:path>
                <a:path w="586740" h="281939">
                  <a:moveTo>
                    <a:pt x="89915" y="277367"/>
                  </a:moveTo>
                  <a:lnTo>
                    <a:pt x="89915" y="27432"/>
                  </a:lnTo>
                  <a:lnTo>
                    <a:pt x="94487" y="25908"/>
                  </a:lnTo>
                  <a:lnTo>
                    <a:pt x="150875" y="25908"/>
                  </a:lnTo>
                  <a:lnTo>
                    <a:pt x="150875" y="30480"/>
                  </a:lnTo>
                  <a:lnTo>
                    <a:pt x="99060" y="30480"/>
                  </a:lnTo>
                  <a:lnTo>
                    <a:pt x="94487" y="35052"/>
                  </a:lnTo>
                  <a:lnTo>
                    <a:pt x="99060" y="35052"/>
                  </a:lnTo>
                  <a:lnTo>
                    <a:pt x="99060" y="272796"/>
                  </a:lnTo>
                  <a:lnTo>
                    <a:pt x="94487" y="272796"/>
                  </a:lnTo>
                  <a:lnTo>
                    <a:pt x="89915" y="277367"/>
                  </a:lnTo>
                  <a:close/>
                </a:path>
                <a:path w="586740" h="281939">
                  <a:moveTo>
                    <a:pt x="155448" y="35052"/>
                  </a:moveTo>
                  <a:lnTo>
                    <a:pt x="99060" y="35052"/>
                  </a:lnTo>
                  <a:lnTo>
                    <a:pt x="99060" y="30480"/>
                  </a:lnTo>
                  <a:lnTo>
                    <a:pt x="150875" y="30480"/>
                  </a:lnTo>
                  <a:lnTo>
                    <a:pt x="155448" y="25908"/>
                  </a:lnTo>
                  <a:lnTo>
                    <a:pt x="160019" y="25908"/>
                  </a:lnTo>
                  <a:lnTo>
                    <a:pt x="160019" y="30480"/>
                  </a:lnTo>
                  <a:lnTo>
                    <a:pt x="158496" y="33528"/>
                  </a:lnTo>
                  <a:lnTo>
                    <a:pt x="155448" y="35052"/>
                  </a:lnTo>
                  <a:close/>
                </a:path>
                <a:path w="586740" h="281939">
                  <a:moveTo>
                    <a:pt x="94487" y="281940"/>
                  </a:moveTo>
                  <a:lnTo>
                    <a:pt x="65531" y="281940"/>
                  </a:lnTo>
                  <a:lnTo>
                    <a:pt x="62483" y="280415"/>
                  </a:lnTo>
                  <a:lnTo>
                    <a:pt x="60959" y="277367"/>
                  </a:lnTo>
                  <a:lnTo>
                    <a:pt x="60959" y="30480"/>
                  </a:lnTo>
                  <a:lnTo>
                    <a:pt x="65531" y="35052"/>
                  </a:lnTo>
                  <a:lnTo>
                    <a:pt x="70104" y="35052"/>
                  </a:lnTo>
                  <a:lnTo>
                    <a:pt x="70104" y="272796"/>
                  </a:lnTo>
                  <a:lnTo>
                    <a:pt x="65531" y="272796"/>
                  </a:lnTo>
                  <a:lnTo>
                    <a:pt x="70104" y="277367"/>
                  </a:lnTo>
                  <a:lnTo>
                    <a:pt x="99060" y="277367"/>
                  </a:lnTo>
                  <a:lnTo>
                    <a:pt x="97535" y="280415"/>
                  </a:lnTo>
                  <a:lnTo>
                    <a:pt x="94487" y="281940"/>
                  </a:lnTo>
                  <a:close/>
                </a:path>
                <a:path w="586740" h="281939">
                  <a:moveTo>
                    <a:pt x="99060" y="35052"/>
                  </a:moveTo>
                  <a:lnTo>
                    <a:pt x="94487" y="35052"/>
                  </a:lnTo>
                  <a:lnTo>
                    <a:pt x="99060" y="30480"/>
                  </a:lnTo>
                  <a:lnTo>
                    <a:pt x="99060" y="35052"/>
                  </a:lnTo>
                  <a:close/>
                </a:path>
                <a:path w="586740" h="281939">
                  <a:moveTo>
                    <a:pt x="70104" y="277367"/>
                  </a:moveTo>
                  <a:lnTo>
                    <a:pt x="65531" y="272796"/>
                  </a:lnTo>
                  <a:lnTo>
                    <a:pt x="70104" y="272796"/>
                  </a:lnTo>
                  <a:lnTo>
                    <a:pt x="70104" y="277367"/>
                  </a:lnTo>
                  <a:close/>
                </a:path>
                <a:path w="586740" h="281939">
                  <a:moveTo>
                    <a:pt x="89915" y="277367"/>
                  </a:moveTo>
                  <a:lnTo>
                    <a:pt x="70104" y="277367"/>
                  </a:lnTo>
                  <a:lnTo>
                    <a:pt x="70104" y="272796"/>
                  </a:lnTo>
                  <a:lnTo>
                    <a:pt x="89915" y="272796"/>
                  </a:lnTo>
                  <a:lnTo>
                    <a:pt x="89915" y="277367"/>
                  </a:lnTo>
                  <a:close/>
                </a:path>
                <a:path w="586740" h="281939">
                  <a:moveTo>
                    <a:pt x="99060" y="277367"/>
                  </a:moveTo>
                  <a:lnTo>
                    <a:pt x="89915" y="277367"/>
                  </a:lnTo>
                  <a:lnTo>
                    <a:pt x="94487" y="272796"/>
                  </a:lnTo>
                  <a:lnTo>
                    <a:pt x="99060" y="272796"/>
                  </a:lnTo>
                  <a:lnTo>
                    <a:pt x="99060" y="277367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9060180" y="5899404"/>
              <a:ext cx="102235" cy="22860"/>
            </a:xfrm>
            <a:custGeom>
              <a:avLst/>
              <a:gdLst/>
              <a:ahLst/>
              <a:cxnLst/>
              <a:rect l="l" t="t" r="r" b="b"/>
              <a:pathLst>
                <a:path w="102234" h="22860">
                  <a:moveTo>
                    <a:pt x="102107" y="22860"/>
                  </a:moveTo>
                  <a:lnTo>
                    <a:pt x="0" y="22860"/>
                  </a:lnTo>
                  <a:lnTo>
                    <a:pt x="0" y="0"/>
                  </a:lnTo>
                  <a:lnTo>
                    <a:pt x="102107" y="0"/>
                  </a:lnTo>
                  <a:lnTo>
                    <a:pt x="102107" y="2286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9055607" y="5894832"/>
              <a:ext cx="111760" cy="32384"/>
            </a:xfrm>
            <a:custGeom>
              <a:avLst/>
              <a:gdLst/>
              <a:ahLst/>
              <a:cxnLst/>
              <a:rect l="l" t="t" r="r" b="b"/>
              <a:pathLst>
                <a:path w="111759" h="32385">
                  <a:moveTo>
                    <a:pt x="106680" y="32004"/>
                  </a:moveTo>
                  <a:lnTo>
                    <a:pt x="4572" y="32004"/>
                  </a:lnTo>
                  <a:lnTo>
                    <a:pt x="1524" y="30480"/>
                  </a:lnTo>
                  <a:lnTo>
                    <a:pt x="0" y="27432"/>
                  </a:lnTo>
                  <a:lnTo>
                    <a:pt x="0" y="4572"/>
                  </a:lnTo>
                  <a:lnTo>
                    <a:pt x="1524" y="1524"/>
                  </a:lnTo>
                  <a:lnTo>
                    <a:pt x="4572" y="0"/>
                  </a:lnTo>
                  <a:lnTo>
                    <a:pt x="106680" y="0"/>
                  </a:lnTo>
                  <a:lnTo>
                    <a:pt x="109728" y="1524"/>
                  </a:lnTo>
                  <a:lnTo>
                    <a:pt x="111252" y="4572"/>
                  </a:lnTo>
                  <a:lnTo>
                    <a:pt x="9144" y="4572"/>
                  </a:lnTo>
                  <a:lnTo>
                    <a:pt x="4572" y="9144"/>
                  </a:lnTo>
                  <a:lnTo>
                    <a:pt x="9144" y="9144"/>
                  </a:lnTo>
                  <a:lnTo>
                    <a:pt x="9144" y="22860"/>
                  </a:lnTo>
                  <a:lnTo>
                    <a:pt x="4572" y="22860"/>
                  </a:lnTo>
                  <a:lnTo>
                    <a:pt x="9144" y="27432"/>
                  </a:lnTo>
                  <a:lnTo>
                    <a:pt x="111252" y="27432"/>
                  </a:lnTo>
                  <a:lnTo>
                    <a:pt x="109728" y="30480"/>
                  </a:lnTo>
                  <a:lnTo>
                    <a:pt x="106680" y="32004"/>
                  </a:lnTo>
                  <a:close/>
                </a:path>
                <a:path w="111759" h="32385">
                  <a:moveTo>
                    <a:pt x="9144" y="9144"/>
                  </a:moveTo>
                  <a:lnTo>
                    <a:pt x="4572" y="9144"/>
                  </a:lnTo>
                  <a:lnTo>
                    <a:pt x="9144" y="4572"/>
                  </a:lnTo>
                  <a:lnTo>
                    <a:pt x="9144" y="9144"/>
                  </a:lnTo>
                  <a:close/>
                </a:path>
                <a:path w="111759" h="32385">
                  <a:moveTo>
                    <a:pt x="102108" y="9144"/>
                  </a:moveTo>
                  <a:lnTo>
                    <a:pt x="9144" y="9144"/>
                  </a:lnTo>
                  <a:lnTo>
                    <a:pt x="9144" y="4572"/>
                  </a:lnTo>
                  <a:lnTo>
                    <a:pt x="102108" y="4572"/>
                  </a:lnTo>
                  <a:lnTo>
                    <a:pt x="102108" y="9144"/>
                  </a:lnTo>
                  <a:close/>
                </a:path>
                <a:path w="111759" h="32385">
                  <a:moveTo>
                    <a:pt x="102108" y="27432"/>
                  </a:moveTo>
                  <a:lnTo>
                    <a:pt x="102108" y="4572"/>
                  </a:lnTo>
                  <a:lnTo>
                    <a:pt x="106680" y="9144"/>
                  </a:lnTo>
                  <a:lnTo>
                    <a:pt x="111252" y="9144"/>
                  </a:lnTo>
                  <a:lnTo>
                    <a:pt x="111252" y="22860"/>
                  </a:lnTo>
                  <a:lnTo>
                    <a:pt x="106680" y="22860"/>
                  </a:lnTo>
                  <a:lnTo>
                    <a:pt x="102108" y="27432"/>
                  </a:lnTo>
                  <a:close/>
                </a:path>
                <a:path w="111759" h="32385">
                  <a:moveTo>
                    <a:pt x="111252" y="9144"/>
                  </a:moveTo>
                  <a:lnTo>
                    <a:pt x="106680" y="9144"/>
                  </a:lnTo>
                  <a:lnTo>
                    <a:pt x="102108" y="4572"/>
                  </a:lnTo>
                  <a:lnTo>
                    <a:pt x="111252" y="4572"/>
                  </a:lnTo>
                  <a:lnTo>
                    <a:pt x="111252" y="9144"/>
                  </a:lnTo>
                  <a:close/>
                </a:path>
                <a:path w="111759" h="32385">
                  <a:moveTo>
                    <a:pt x="9144" y="27432"/>
                  </a:moveTo>
                  <a:lnTo>
                    <a:pt x="4572" y="22860"/>
                  </a:lnTo>
                  <a:lnTo>
                    <a:pt x="9144" y="22860"/>
                  </a:lnTo>
                  <a:lnTo>
                    <a:pt x="9144" y="27432"/>
                  </a:lnTo>
                  <a:close/>
                </a:path>
                <a:path w="111759" h="32385">
                  <a:moveTo>
                    <a:pt x="102108" y="27432"/>
                  </a:moveTo>
                  <a:lnTo>
                    <a:pt x="9144" y="27432"/>
                  </a:lnTo>
                  <a:lnTo>
                    <a:pt x="9144" y="22860"/>
                  </a:lnTo>
                  <a:lnTo>
                    <a:pt x="102108" y="22860"/>
                  </a:lnTo>
                  <a:lnTo>
                    <a:pt x="102108" y="27432"/>
                  </a:lnTo>
                  <a:close/>
                </a:path>
                <a:path w="111759" h="32385">
                  <a:moveTo>
                    <a:pt x="111252" y="27432"/>
                  </a:moveTo>
                  <a:lnTo>
                    <a:pt x="102108" y="27432"/>
                  </a:lnTo>
                  <a:lnTo>
                    <a:pt x="106680" y="22860"/>
                  </a:lnTo>
                  <a:lnTo>
                    <a:pt x="111252" y="22860"/>
                  </a:lnTo>
                  <a:lnTo>
                    <a:pt x="111252" y="27432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204960" y="5736336"/>
              <a:ext cx="428243" cy="289560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9359805" y="6170164"/>
            <a:ext cx="116839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-110" dirty="0">
                <a:solidFill>
                  <a:srgbClr val="FFFFFF"/>
                </a:solidFill>
                <a:latin typeface="Verdana"/>
                <a:cs typeface="Verdana"/>
              </a:rPr>
              <a:t>1</a:t>
            </a:r>
            <a:endParaRPr sz="1300"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8800" y="669036"/>
            <a:ext cx="2409443" cy="40843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374076" y="1451913"/>
            <a:ext cx="8008620" cy="1854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6240" marR="5080" indent="-384175" algn="just">
              <a:lnSpc>
                <a:spcPct val="100000"/>
              </a:lnSpc>
              <a:spcBef>
                <a:spcPts val="100"/>
              </a:spcBef>
              <a:buClr>
                <a:srgbClr val="FF388C"/>
              </a:buClr>
              <a:buSzPct val="80000"/>
              <a:buFont typeface="Times New Roman"/>
              <a:buChar char="◉"/>
              <a:tabLst>
                <a:tab pos="396875" algn="l"/>
              </a:tabLst>
            </a:pPr>
            <a:r>
              <a:rPr sz="3000" spc="-25" dirty="0">
                <a:solidFill>
                  <a:srgbClr val="FFFFFF"/>
                </a:solidFill>
                <a:latin typeface="Verdana"/>
                <a:cs typeface="Verdana"/>
              </a:rPr>
              <a:t>La</a:t>
            </a:r>
            <a:r>
              <a:rPr sz="3000" spc="-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55" dirty="0">
                <a:solidFill>
                  <a:srgbClr val="FFFFFF"/>
                </a:solidFill>
                <a:latin typeface="Verdana"/>
                <a:cs typeface="Verdana"/>
              </a:rPr>
              <a:t>théorie</a:t>
            </a:r>
            <a:r>
              <a:rPr sz="3000" spc="-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15" dirty="0">
                <a:solidFill>
                  <a:srgbClr val="FFFFFF"/>
                </a:solidFill>
                <a:latin typeface="Verdana"/>
                <a:cs typeface="Verdana"/>
              </a:rPr>
              <a:t>des</a:t>
            </a:r>
            <a:r>
              <a:rPr sz="3000" spc="-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20" dirty="0">
                <a:solidFill>
                  <a:srgbClr val="FFFFFF"/>
                </a:solidFill>
                <a:latin typeface="Verdana"/>
                <a:cs typeface="Verdana"/>
              </a:rPr>
              <a:t>graphes</a:t>
            </a:r>
            <a:r>
              <a:rPr sz="3000" spc="-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135" dirty="0">
                <a:solidFill>
                  <a:srgbClr val="FFFFFF"/>
                </a:solidFill>
                <a:latin typeface="Verdana"/>
                <a:cs typeface="Verdana"/>
              </a:rPr>
              <a:t>est</a:t>
            </a:r>
            <a:r>
              <a:rPr sz="30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75" dirty="0">
                <a:solidFill>
                  <a:srgbClr val="FFFFFF"/>
                </a:solidFill>
                <a:latin typeface="Verdana"/>
                <a:cs typeface="Verdana"/>
              </a:rPr>
              <a:t>née </a:t>
            </a:r>
            <a:r>
              <a:rPr sz="3000" spc="-245" dirty="0">
                <a:solidFill>
                  <a:srgbClr val="FFFFFF"/>
                </a:solidFill>
                <a:latin typeface="Verdana"/>
                <a:cs typeface="Verdana"/>
              </a:rPr>
              <a:t>1736 </a:t>
            </a:r>
            <a:r>
              <a:rPr sz="3000" spc="-2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90" dirty="0">
                <a:solidFill>
                  <a:srgbClr val="FFFFFF"/>
                </a:solidFill>
                <a:latin typeface="Verdana"/>
                <a:cs typeface="Verdana"/>
              </a:rPr>
              <a:t>quand</a:t>
            </a:r>
            <a:r>
              <a:rPr sz="3000" spc="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160" dirty="0">
                <a:solidFill>
                  <a:srgbClr val="FFFFFF"/>
                </a:solidFill>
                <a:latin typeface="Verdana"/>
                <a:cs typeface="Verdana"/>
              </a:rPr>
              <a:t>Euler</a:t>
            </a:r>
            <a:r>
              <a:rPr sz="30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24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3000" spc="2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15" dirty="0">
                <a:solidFill>
                  <a:srgbClr val="FFFFFF"/>
                </a:solidFill>
                <a:latin typeface="Verdana"/>
                <a:cs typeface="Verdana"/>
              </a:rPr>
              <a:t>posé</a:t>
            </a:r>
            <a:r>
              <a:rPr sz="3000" spc="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20" dirty="0">
                <a:solidFill>
                  <a:srgbClr val="FFFFFF"/>
                </a:solidFill>
                <a:latin typeface="Verdana"/>
                <a:cs typeface="Verdana"/>
              </a:rPr>
              <a:t>et</a:t>
            </a:r>
            <a:r>
              <a:rPr sz="3000" spc="-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135" dirty="0">
                <a:solidFill>
                  <a:srgbClr val="FFFFFF"/>
                </a:solidFill>
                <a:latin typeface="Verdana"/>
                <a:cs typeface="Verdana"/>
              </a:rPr>
              <a:t>résolu</a:t>
            </a:r>
            <a:r>
              <a:rPr sz="30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35" dirty="0">
                <a:solidFill>
                  <a:srgbClr val="FFFFFF"/>
                </a:solidFill>
                <a:latin typeface="Verdana"/>
                <a:cs typeface="Verdana"/>
              </a:rPr>
              <a:t>le </a:t>
            </a:r>
            <a:r>
              <a:rPr sz="3000" spc="-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10" dirty="0">
                <a:solidFill>
                  <a:srgbClr val="FFFFFF"/>
                </a:solidFill>
                <a:latin typeface="Verdana"/>
                <a:cs typeface="Verdana"/>
              </a:rPr>
              <a:t>problème</a:t>
            </a:r>
            <a:r>
              <a:rPr sz="3000" spc="-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3000" spc="-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60" dirty="0">
                <a:solidFill>
                  <a:srgbClr val="FFFFFF"/>
                </a:solidFill>
                <a:latin typeface="Verdana"/>
                <a:cs typeface="Verdana"/>
              </a:rPr>
              <a:t>sept</a:t>
            </a:r>
            <a:r>
              <a:rPr sz="3000" spc="-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65" dirty="0">
                <a:solidFill>
                  <a:srgbClr val="FFFFFF"/>
                </a:solidFill>
                <a:latin typeface="Verdana"/>
                <a:cs typeface="Verdana"/>
              </a:rPr>
              <a:t>ponts</a:t>
            </a:r>
            <a:r>
              <a:rPr sz="30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3000" spc="-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10" dirty="0">
                <a:solidFill>
                  <a:srgbClr val="FFFFFF"/>
                </a:solidFill>
                <a:latin typeface="Verdana"/>
                <a:cs typeface="Verdana"/>
              </a:rPr>
              <a:t>la</a:t>
            </a:r>
            <a:r>
              <a:rPr sz="3000" spc="-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125" dirty="0">
                <a:solidFill>
                  <a:srgbClr val="FFFFFF"/>
                </a:solidFill>
                <a:latin typeface="Verdana"/>
                <a:cs typeface="Verdana"/>
              </a:rPr>
              <a:t>ville</a:t>
            </a:r>
            <a:r>
              <a:rPr sz="3000" spc="-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200" dirty="0">
                <a:solidFill>
                  <a:srgbClr val="FFFFFF"/>
                </a:solidFill>
                <a:latin typeface="Verdana"/>
                <a:cs typeface="Verdana"/>
              </a:rPr>
              <a:t>Russe </a:t>
            </a:r>
            <a:r>
              <a:rPr sz="3000" spc="-10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3000" spc="-2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65" dirty="0">
                <a:solidFill>
                  <a:srgbClr val="FFFFFF"/>
                </a:solidFill>
                <a:latin typeface="Verdana"/>
                <a:cs typeface="Verdana"/>
              </a:rPr>
              <a:t>Königsberg</a:t>
            </a:r>
            <a:r>
              <a:rPr sz="3000" spc="-2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85" dirty="0">
                <a:solidFill>
                  <a:srgbClr val="FFFFFF"/>
                </a:solidFill>
                <a:latin typeface="Verdana"/>
                <a:cs typeface="Verdana"/>
              </a:rPr>
              <a:t>(Kaliningrad</a:t>
            </a:r>
            <a:r>
              <a:rPr sz="3000" spc="-2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65" dirty="0">
                <a:solidFill>
                  <a:srgbClr val="FFFFFF"/>
                </a:solidFill>
                <a:latin typeface="Verdana"/>
                <a:cs typeface="Verdana"/>
              </a:rPr>
              <a:t>aujourd’hui)</a:t>
            </a:r>
            <a:endParaRPr sz="300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72668" y="3418332"/>
            <a:ext cx="9144000" cy="3790315"/>
            <a:chOff x="772668" y="3418332"/>
            <a:chExt cx="9144000" cy="379031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53895" y="3418332"/>
              <a:ext cx="3710939" cy="36118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3779519"/>
              <a:ext cx="9143999" cy="34290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1812" y="3781043"/>
              <a:ext cx="5925311" cy="102412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707380" y="3779519"/>
              <a:ext cx="4072127" cy="276758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453895" y="3779519"/>
              <a:ext cx="3710939" cy="3348228"/>
            </a:xfrm>
            <a:prstGeom prst="rect">
              <a:avLst/>
            </a:prstGeom>
          </p:spPr>
        </p:pic>
      </p:grp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100" dirty="0"/>
              <a:t>2</a:t>
            </a:fld>
            <a:endParaRPr spc="-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11324" y="3406152"/>
            <a:ext cx="7040245" cy="373380"/>
          </a:xfrm>
          <a:custGeom>
            <a:avLst/>
            <a:gdLst/>
            <a:ahLst/>
            <a:cxnLst/>
            <a:rect l="l" t="t" r="r" b="b"/>
            <a:pathLst>
              <a:path w="7040245" h="373379">
                <a:moveTo>
                  <a:pt x="7039724" y="372110"/>
                </a:moveTo>
                <a:lnTo>
                  <a:pt x="6975348" y="353060"/>
                </a:lnTo>
                <a:lnTo>
                  <a:pt x="6932676" y="342900"/>
                </a:lnTo>
                <a:lnTo>
                  <a:pt x="6888480" y="331470"/>
                </a:lnTo>
                <a:lnTo>
                  <a:pt x="6795516" y="311150"/>
                </a:lnTo>
                <a:lnTo>
                  <a:pt x="6697980" y="295910"/>
                </a:lnTo>
                <a:lnTo>
                  <a:pt x="6672072" y="293370"/>
                </a:lnTo>
                <a:lnTo>
                  <a:pt x="6646164" y="290830"/>
                </a:lnTo>
                <a:lnTo>
                  <a:pt x="6603492" y="285750"/>
                </a:lnTo>
                <a:lnTo>
                  <a:pt x="6602730" y="284480"/>
                </a:lnTo>
                <a:lnTo>
                  <a:pt x="6598920" y="278130"/>
                </a:lnTo>
                <a:lnTo>
                  <a:pt x="6586728" y="261620"/>
                </a:lnTo>
                <a:lnTo>
                  <a:pt x="6574536" y="246380"/>
                </a:lnTo>
                <a:lnTo>
                  <a:pt x="6559296" y="232410"/>
                </a:lnTo>
                <a:lnTo>
                  <a:pt x="6544056" y="217170"/>
                </a:lnTo>
                <a:lnTo>
                  <a:pt x="6507480" y="190500"/>
                </a:lnTo>
                <a:lnTo>
                  <a:pt x="6464808" y="162560"/>
                </a:lnTo>
                <a:lnTo>
                  <a:pt x="6388608" y="125730"/>
                </a:lnTo>
                <a:lnTo>
                  <a:pt x="6361176" y="115570"/>
                </a:lnTo>
                <a:lnTo>
                  <a:pt x="6330696" y="102870"/>
                </a:lnTo>
                <a:lnTo>
                  <a:pt x="6300216" y="92710"/>
                </a:lnTo>
                <a:lnTo>
                  <a:pt x="6268212" y="82550"/>
                </a:lnTo>
                <a:lnTo>
                  <a:pt x="6228588" y="71120"/>
                </a:lnTo>
                <a:lnTo>
                  <a:pt x="6188964" y="62230"/>
                </a:lnTo>
                <a:lnTo>
                  <a:pt x="6146292" y="50800"/>
                </a:lnTo>
                <a:lnTo>
                  <a:pt x="6103620" y="43180"/>
                </a:lnTo>
                <a:lnTo>
                  <a:pt x="6085332" y="39370"/>
                </a:lnTo>
                <a:lnTo>
                  <a:pt x="6060948" y="34290"/>
                </a:lnTo>
                <a:lnTo>
                  <a:pt x="5972556" y="21590"/>
                </a:lnTo>
                <a:lnTo>
                  <a:pt x="5835396" y="6350"/>
                </a:lnTo>
                <a:lnTo>
                  <a:pt x="5788152" y="3810"/>
                </a:lnTo>
                <a:lnTo>
                  <a:pt x="5695188" y="1270"/>
                </a:lnTo>
                <a:lnTo>
                  <a:pt x="5553456" y="1270"/>
                </a:lnTo>
                <a:lnTo>
                  <a:pt x="5507736" y="3810"/>
                </a:lnTo>
                <a:lnTo>
                  <a:pt x="5460492" y="5080"/>
                </a:lnTo>
                <a:lnTo>
                  <a:pt x="5369052" y="12700"/>
                </a:lnTo>
                <a:lnTo>
                  <a:pt x="5324856" y="17780"/>
                </a:lnTo>
                <a:lnTo>
                  <a:pt x="5279136" y="24130"/>
                </a:lnTo>
                <a:lnTo>
                  <a:pt x="5236464" y="29210"/>
                </a:lnTo>
                <a:lnTo>
                  <a:pt x="5192268" y="38100"/>
                </a:lnTo>
                <a:lnTo>
                  <a:pt x="5151120" y="44450"/>
                </a:lnTo>
                <a:lnTo>
                  <a:pt x="5108448" y="54610"/>
                </a:lnTo>
                <a:lnTo>
                  <a:pt x="5068824" y="64770"/>
                </a:lnTo>
                <a:lnTo>
                  <a:pt x="5029187" y="73660"/>
                </a:lnTo>
                <a:lnTo>
                  <a:pt x="4991087" y="86360"/>
                </a:lnTo>
                <a:lnTo>
                  <a:pt x="4954524" y="97790"/>
                </a:lnTo>
                <a:lnTo>
                  <a:pt x="4919472" y="110490"/>
                </a:lnTo>
                <a:lnTo>
                  <a:pt x="4893729" y="121208"/>
                </a:lnTo>
                <a:lnTo>
                  <a:pt x="4869180" y="110490"/>
                </a:lnTo>
                <a:lnTo>
                  <a:pt x="4799076" y="82550"/>
                </a:lnTo>
                <a:lnTo>
                  <a:pt x="4760976" y="72390"/>
                </a:lnTo>
                <a:lnTo>
                  <a:pt x="4721352" y="59690"/>
                </a:lnTo>
                <a:lnTo>
                  <a:pt x="4617059" y="38100"/>
                </a:lnTo>
                <a:lnTo>
                  <a:pt x="4550664" y="25400"/>
                </a:lnTo>
                <a:lnTo>
                  <a:pt x="4424172" y="10160"/>
                </a:lnTo>
                <a:lnTo>
                  <a:pt x="4383024" y="6350"/>
                </a:lnTo>
                <a:lnTo>
                  <a:pt x="4340352" y="3810"/>
                </a:lnTo>
                <a:lnTo>
                  <a:pt x="4210812" y="0"/>
                </a:lnTo>
                <a:lnTo>
                  <a:pt x="4168140" y="0"/>
                </a:lnTo>
                <a:lnTo>
                  <a:pt x="4084320" y="2540"/>
                </a:lnTo>
                <a:lnTo>
                  <a:pt x="4041635" y="5080"/>
                </a:lnTo>
                <a:lnTo>
                  <a:pt x="3959352" y="11430"/>
                </a:lnTo>
                <a:lnTo>
                  <a:pt x="3880104" y="20320"/>
                </a:lnTo>
                <a:lnTo>
                  <a:pt x="3802380" y="33020"/>
                </a:lnTo>
                <a:lnTo>
                  <a:pt x="3727704" y="48260"/>
                </a:lnTo>
                <a:lnTo>
                  <a:pt x="3657587" y="66040"/>
                </a:lnTo>
                <a:lnTo>
                  <a:pt x="3592068" y="86360"/>
                </a:lnTo>
                <a:lnTo>
                  <a:pt x="3531108" y="109220"/>
                </a:lnTo>
                <a:lnTo>
                  <a:pt x="3476244" y="133350"/>
                </a:lnTo>
                <a:lnTo>
                  <a:pt x="3427476" y="161290"/>
                </a:lnTo>
                <a:lnTo>
                  <a:pt x="3415030" y="170167"/>
                </a:lnTo>
                <a:lnTo>
                  <a:pt x="3395472" y="163830"/>
                </a:lnTo>
                <a:lnTo>
                  <a:pt x="3364992" y="154940"/>
                </a:lnTo>
                <a:lnTo>
                  <a:pt x="3336036" y="146050"/>
                </a:lnTo>
                <a:lnTo>
                  <a:pt x="3304019" y="135890"/>
                </a:lnTo>
                <a:lnTo>
                  <a:pt x="3240024" y="120650"/>
                </a:lnTo>
                <a:lnTo>
                  <a:pt x="3142018" y="101600"/>
                </a:lnTo>
                <a:lnTo>
                  <a:pt x="3122676" y="97790"/>
                </a:lnTo>
                <a:lnTo>
                  <a:pt x="2970276" y="78740"/>
                </a:lnTo>
                <a:lnTo>
                  <a:pt x="2919971" y="73660"/>
                </a:lnTo>
                <a:lnTo>
                  <a:pt x="2816352" y="66040"/>
                </a:lnTo>
                <a:lnTo>
                  <a:pt x="2711196" y="63500"/>
                </a:lnTo>
                <a:lnTo>
                  <a:pt x="2607564" y="63500"/>
                </a:lnTo>
                <a:lnTo>
                  <a:pt x="2555748" y="64770"/>
                </a:lnTo>
                <a:lnTo>
                  <a:pt x="2505456" y="67310"/>
                </a:lnTo>
                <a:lnTo>
                  <a:pt x="2453640" y="71120"/>
                </a:lnTo>
                <a:lnTo>
                  <a:pt x="2403348" y="73660"/>
                </a:lnTo>
                <a:lnTo>
                  <a:pt x="2257044" y="92710"/>
                </a:lnTo>
                <a:lnTo>
                  <a:pt x="2164067" y="107950"/>
                </a:lnTo>
                <a:lnTo>
                  <a:pt x="2118360" y="116840"/>
                </a:lnTo>
                <a:lnTo>
                  <a:pt x="2074164" y="127000"/>
                </a:lnTo>
                <a:lnTo>
                  <a:pt x="2031492" y="138430"/>
                </a:lnTo>
                <a:lnTo>
                  <a:pt x="1990344" y="148590"/>
                </a:lnTo>
                <a:lnTo>
                  <a:pt x="1949196" y="161290"/>
                </a:lnTo>
                <a:lnTo>
                  <a:pt x="1911096" y="173990"/>
                </a:lnTo>
                <a:lnTo>
                  <a:pt x="1837944" y="201930"/>
                </a:lnTo>
                <a:lnTo>
                  <a:pt x="1772412" y="233680"/>
                </a:lnTo>
                <a:lnTo>
                  <a:pt x="1723618" y="263042"/>
                </a:lnTo>
                <a:lnTo>
                  <a:pt x="1680972" y="255270"/>
                </a:lnTo>
                <a:lnTo>
                  <a:pt x="1629156" y="246380"/>
                </a:lnTo>
                <a:lnTo>
                  <a:pt x="1568704" y="237490"/>
                </a:lnTo>
                <a:lnTo>
                  <a:pt x="1472184" y="223520"/>
                </a:lnTo>
                <a:lnTo>
                  <a:pt x="1418844" y="217170"/>
                </a:lnTo>
                <a:lnTo>
                  <a:pt x="1309116" y="208280"/>
                </a:lnTo>
                <a:lnTo>
                  <a:pt x="1254252" y="205740"/>
                </a:lnTo>
                <a:lnTo>
                  <a:pt x="1197864" y="201930"/>
                </a:lnTo>
                <a:lnTo>
                  <a:pt x="1086612" y="199390"/>
                </a:lnTo>
                <a:lnTo>
                  <a:pt x="973836" y="199390"/>
                </a:lnTo>
                <a:lnTo>
                  <a:pt x="915924" y="200660"/>
                </a:lnTo>
                <a:lnTo>
                  <a:pt x="859536" y="203200"/>
                </a:lnTo>
                <a:lnTo>
                  <a:pt x="790956" y="207010"/>
                </a:lnTo>
                <a:lnTo>
                  <a:pt x="656844" y="218440"/>
                </a:lnTo>
                <a:lnTo>
                  <a:pt x="528828" y="233680"/>
                </a:lnTo>
                <a:lnTo>
                  <a:pt x="467868" y="245110"/>
                </a:lnTo>
                <a:lnTo>
                  <a:pt x="408432" y="255270"/>
                </a:lnTo>
                <a:lnTo>
                  <a:pt x="294132" y="278130"/>
                </a:lnTo>
                <a:lnTo>
                  <a:pt x="239268" y="292100"/>
                </a:lnTo>
                <a:lnTo>
                  <a:pt x="137160" y="322580"/>
                </a:lnTo>
                <a:lnTo>
                  <a:pt x="89916" y="337820"/>
                </a:lnTo>
                <a:lnTo>
                  <a:pt x="67056" y="346710"/>
                </a:lnTo>
                <a:lnTo>
                  <a:pt x="44196" y="354330"/>
                </a:lnTo>
                <a:lnTo>
                  <a:pt x="21336" y="363220"/>
                </a:lnTo>
                <a:lnTo>
                  <a:pt x="0" y="372110"/>
                </a:lnTo>
                <a:lnTo>
                  <a:pt x="106400" y="372110"/>
                </a:lnTo>
                <a:lnTo>
                  <a:pt x="149352" y="358140"/>
                </a:lnTo>
                <a:lnTo>
                  <a:pt x="249936" y="328930"/>
                </a:lnTo>
                <a:lnTo>
                  <a:pt x="303276" y="316230"/>
                </a:lnTo>
                <a:lnTo>
                  <a:pt x="358140" y="304800"/>
                </a:lnTo>
                <a:lnTo>
                  <a:pt x="416052" y="292100"/>
                </a:lnTo>
                <a:lnTo>
                  <a:pt x="534924" y="271780"/>
                </a:lnTo>
                <a:lnTo>
                  <a:pt x="661416" y="256540"/>
                </a:lnTo>
                <a:lnTo>
                  <a:pt x="726948" y="250190"/>
                </a:lnTo>
                <a:lnTo>
                  <a:pt x="793991" y="245110"/>
                </a:lnTo>
                <a:lnTo>
                  <a:pt x="917448" y="238760"/>
                </a:lnTo>
                <a:lnTo>
                  <a:pt x="973836" y="237490"/>
                </a:lnTo>
                <a:lnTo>
                  <a:pt x="1086612" y="237490"/>
                </a:lnTo>
                <a:lnTo>
                  <a:pt x="1197864" y="240030"/>
                </a:lnTo>
                <a:lnTo>
                  <a:pt x="1307592" y="246380"/>
                </a:lnTo>
                <a:lnTo>
                  <a:pt x="1360932" y="250190"/>
                </a:lnTo>
                <a:lnTo>
                  <a:pt x="1415783" y="255270"/>
                </a:lnTo>
                <a:lnTo>
                  <a:pt x="1520952" y="267970"/>
                </a:lnTo>
                <a:lnTo>
                  <a:pt x="1572768" y="275590"/>
                </a:lnTo>
                <a:lnTo>
                  <a:pt x="1630235" y="285750"/>
                </a:lnTo>
                <a:lnTo>
                  <a:pt x="1720875" y="302044"/>
                </a:lnTo>
                <a:lnTo>
                  <a:pt x="1720583" y="303263"/>
                </a:lnTo>
                <a:lnTo>
                  <a:pt x="1726120" y="304495"/>
                </a:lnTo>
                <a:lnTo>
                  <a:pt x="1726692" y="304800"/>
                </a:lnTo>
                <a:lnTo>
                  <a:pt x="1726984" y="304685"/>
                </a:lnTo>
                <a:lnTo>
                  <a:pt x="1824215" y="326123"/>
                </a:lnTo>
                <a:lnTo>
                  <a:pt x="1920240" y="353555"/>
                </a:lnTo>
                <a:lnTo>
                  <a:pt x="1949183" y="362699"/>
                </a:lnTo>
                <a:lnTo>
                  <a:pt x="1979676" y="373367"/>
                </a:lnTo>
                <a:lnTo>
                  <a:pt x="1991868" y="336791"/>
                </a:lnTo>
                <a:lnTo>
                  <a:pt x="1930895" y="316979"/>
                </a:lnTo>
                <a:lnTo>
                  <a:pt x="1866887" y="298691"/>
                </a:lnTo>
                <a:lnTo>
                  <a:pt x="1798307" y="280403"/>
                </a:lnTo>
                <a:lnTo>
                  <a:pt x="1777415" y="275767"/>
                </a:lnTo>
                <a:lnTo>
                  <a:pt x="1792224" y="267970"/>
                </a:lnTo>
                <a:lnTo>
                  <a:pt x="1854708" y="237490"/>
                </a:lnTo>
                <a:lnTo>
                  <a:pt x="1924812" y="209550"/>
                </a:lnTo>
                <a:lnTo>
                  <a:pt x="1961388" y="196850"/>
                </a:lnTo>
                <a:lnTo>
                  <a:pt x="2040636" y="173990"/>
                </a:lnTo>
                <a:lnTo>
                  <a:pt x="2083308" y="163830"/>
                </a:lnTo>
                <a:lnTo>
                  <a:pt x="2170176" y="146050"/>
                </a:lnTo>
                <a:lnTo>
                  <a:pt x="2215896" y="135890"/>
                </a:lnTo>
                <a:lnTo>
                  <a:pt x="2263140" y="130810"/>
                </a:lnTo>
                <a:lnTo>
                  <a:pt x="2310384" y="123190"/>
                </a:lnTo>
                <a:lnTo>
                  <a:pt x="2359152" y="118110"/>
                </a:lnTo>
                <a:lnTo>
                  <a:pt x="2407920" y="111760"/>
                </a:lnTo>
                <a:lnTo>
                  <a:pt x="2456688" y="109220"/>
                </a:lnTo>
                <a:lnTo>
                  <a:pt x="2557272" y="102870"/>
                </a:lnTo>
                <a:lnTo>
                  <a:pt x="2609088" y="101600"/>
                </a:lnTo>
                <a:lnTo>
                  <a:pt x="2711196" y="101600"/>
                </a:lnTo>
                <a:lnTo>
                  <a:pt x="2814828" y="104140"/>
                </a:lnTo>
                <a:lnTo>
                  <a:pt x="2865120" y="107950"/>
                </a:lnTo>
                <a:lnTo>
                  <a:pt x="2916936" y="110490"/>
                </a:lnTo>
                <a:lnTo>
                  <a:pt x="2967228" y="116840"/>
                </a:lnTo>
                <a:lnTo>
                  <a:pt x="3017520" y="120650"/>
                </a:lnTo>
                <a:lnTo>
                  <a:pt x="3067812" y="129540"/>
                </a:lnTo>
                <a:lnTo>
                  <a:pt x="3116580" y="135890"/>
                </a:lnTo>
                <a:lnTo>
                  <a:pt x="3165335" y="146050"/>
                </a:lnTo>
                <a:lnTo>
                  <a:pt x="3232404" y="158750"/>
                </a:lnTo>
                <a:lnTo>
                  <a:pt x="3264408" y="167640"/>
                </a:lnTo>
                <a:lnTo>
                  <a:pt x="3325368" y="181610"/>
                </a:lnTo>
                <a:lnTo>
                  <a:pt x="3380270" y="199593"/>
                </a:lnTo>
                <a:lnTo>
                  <a:pt x="3352787" y="228587"/>
                </a:lnTo>
                <a:lnTo>
                  <a:pt x="3339071" y="248399"/>
                </a:lnTo>
                <a:lnTo>
                  <a:pt x="3369564" y="269735"/>
                </a:lnTo>
                <a:lnTo>
                  <a:pt x="3375647" y="260591"/>
                </a:lnTo>
                <a:lnTo>
                  <a:pt x="3383280" y="251447"/>
                </a:lnTo>
                <a:lnTo>
                  <a:pt x="3389363" y="243827"/>
                </a:lnTo>
                <a:lnTo>
                  <a:pt x="3396996" y="234683"/>
                </a:lnTo>
                <a:lnTo>
                  <a:pt x="3406140" y="227063"/>
                </a:lnTo>
                <a:lnTo>
                  <a:pt x="3415271" y="217919"/>
                </a:lnTo>
                <a:lnTo>
                  <a:pt x="3425939" y="210299"/>
                </a:lnTo>
                <a:lnTo>
                  <a:pt x="3438131" y="201155"/>
                </a:lnTo>
                <a:lnTo>
                  <a:pt x="3437559" y="200406"/>
                </a:lnTo>
                <a:lnTo>
                  <a:pt x="3448812" y="193040"/>
                </a:lnTo>
                <a:lnTo>
                  <a:pt x="3520440" y="154940"/>
                </a:lnTo>
                <a:lnTo>
                  <a:pt x="3575304" y="132080"/>
                </a:lnTo>
                <a:lnTo>
                  <a:pt x="3636264" y="111760"/>
                </a:lnTo>
                <a:lnTo>
                  <a:pt x="3701796" y="93980"/>
                </a:lnTo>
                <a:lnTo>
                  <a:pt x="3809987" y="71120"/>
                </a:lnTo>
                <a:lnTo>
                  <a:pt x="3884676" y="58420"/>
                </a:lnTo>
                <a:lnTo>
                  <a:pt x="4003535" y="44450"/>
                </a:lnTo>
                <a:lnTo>
                  <a:pt x="4044696" y="43180"/>
                </a:lnTo>
                <a:lnTo>
                  <a:pt x="4085844" y="40640"/>
                </a:lnTo>
                <a:lnTo>
                  <a:pt x="4169664" y="38100"/>
                </a:lnTo>
                <a:lnTo>
                  <a:pt x="4210812" y="38100"/>
                </a:lnTo>
                <a:lnTo>
                  <a:pt x="4337304" y="41910"/>
                </a:lnTo>
                <a:lnTo>
                  <a:pt x="4379976" y="44450"/>
                </a:lnTo>
                <a:lnTo>
                  <a:pt x="4421124" y="48260"/>
                </a:lnTo>
                <a:lnTo>
                  <a:pt x="4463796" y="53340"/>
                </a:lnTo>
                <a:lnTo>
                  <a:pt x="4504944" y="57150"/>
                </a:lnTo>
                <a:lnTo>
                  <a:pt x="4544568" y="63500"/>
                </a:lnTo>
                <a:lnTo>
                  <a:pt x="4585703" y="71120"/>
                </a:lnTo>
                <a:lnTo>
                  <a:pt x="4629912" y="78740"/>
                </a:lnTo>
                <a:lnTo>
                  <a:pt x="4671060" y="87630"/>
                </a:lnTo>
                <a:lnTo>
                  <a:pt x="4712208" y="97790"/>
                </a:lnTo>
                <a:lnTo>
                  <a:pt x="4750308" y="109220"/>
                </a:lnTo>
                <a:lnTo>
                  <a:pt x="4786871" y="119380"/>
                </a:lnTo>
                <a:lnTo>
                  <a:pt x="4821936" y="132080"/>
                </a:lnTo>
                <a:lnTo>
                  <a:pt x="4836592" y="138201"/>
                </a:lnTo>
                <a:lnTo>
                  <a:pt x="4817351" y="147815"/>
                </a:lnTo>
                <a:lnTo>
                  <a:pt x="4797552" y="158483"/>
                </a:lnTo>
                <a:lnTo>
                  <a:pt x="4779251" y="169151"/>
                </a:lnTo>
                <a:lnTo>
                  <a:pt x="4762500" y="181343"/>
                </a:lnTo>
                <a:lnTo>
                  <a:pt x="4745736" y="192011"/>
                </a:lnTo>
                <a:lnTo>
                  <a:pt x="4730496" y="204203"/>
                </a:lnTo>
                <a:lnTo>
                  <a:pt x="4753356" y="234683"/>
                </a:lnTo>
                <a:lnTo>
                  <a:pt x="4768583" y="222491"/>
                </a:lnTo>
                <a:lnTo>
                  <a:pt x="4783836" y="211823"/>
                </a:lnTo>
                <a:lnTo>
                  <a:pt x="4800600" y="201155"/>
                </a:lnTo>
                <a:lnTo>
                  <a:pt x="4817351" y="192011"/>
                </a:lnTo>
                <a:lnTo>
                  <a:pt x="4835652" y="181343"/>
                </a:lnTo>
                <a:lnTo>
                  <a:pt x="4855451" y="170675"/>
                </a:lnTo>
                <a:lnTo>
                  <a:pt x="4884585" y="158191"/>
                </a:lnTo>
                <a:lnTo>
                  <a:pt x="4885944" y="158750"/>
                </a:lnTo>
                <a:lnTo>
                  <a:pt x="4890503" y="161290"/>
                </a:lnTo>
                <a:lnTo>
                  <a:pt x="4895088" y="161290"/>
                </a:lnTo>
                <a:lnTo>
                  <a:pt x="4901171" y="158750"/>
                </a:lnTo>
                <a:lnTo>
                  <a:pt x="4933188" y="146050"/>
                </a:lnTo>
                <a:lnTo>
                  <a:pt x="4992776" y="124460"/>
                </a:lnTo>
                <a:lnTo>
                  <a:pt x="5003292" y="120650"/>
                </a:lnTo>
                <a:lnTo>
                  <a:pt x="5039868" y="110490"/>
                </a:lnTo>
                <a:lnTo>
                  <a:pt x="5117592" y="92710"/>
                </a:lnTo>
                <a:lnTo>
                  <a:pt x="5158740" y="82550"/>
                </a:lnTo>
                <a:lnTo>
                  <a:pt x="5199888" y="76200"/>
                </a:lnTo>
                <a:lnTo>
                  <a:pt x="5242560" y="67310"/>
                </a:lnTo>
                <a:lnTo>
                  <a:pt x="5285232" y="62230"/>
                </a:lnTo>
                <a:lnTo>
                  <a:pt x="5329428" y="55880"/>
                </a:lnTo>
                <a:lnTo>
                  <a:pt x="5417820" y="46990"/>
                </a:lnTo>
                <a:lnTo>
                  <a:pt x="5463540" y="43180"/>
                </a:lnTo>
                <a:lnTo>
                  <a:pt x="5509260" y="41910"/>
                </a:lnTo>
                <a:lnTo>
                  <a:pt x="5554980" y="39370"/>
                </a:lnTo>
                <a:lnTo>
                  <a:pt x="5693664" y="39370"/>
                </a:lnTo>
                <a:lnTo>
                  <a:pt x="5786628" y="41910"/>
                </a:lnTo>
                <a:lnTo>
                  <a:pt x="5832348" y="44450"/>
                </a:lnTo>
                <a:lnTo>
                  <a:pt x="5923788" y="54610"/>
                </a:lnTo>
                <a:lnTo>
                  <a:pt x="5967971" y="58420"/>
                </a:lnTo>
                <a:lnTo>
                  <a:pt x="6012180" y="64770"/>
                </a:lnTo>
                <a:lnTo>
                  <a:pt x="6097524" y="80010"/>
                </a:lnTo>
                <a:lnTo>
                  <a:pt x="6179820" y="97790"/>
                </a:lnTo>
                <a:lnTo>
                  <a:pt x="6219444" y="109220"/>
                </a:lnTo>
                <a:lnTo>
                  <a:pt x="6257544" y="119380"/>
                </a:lnTo>
                <a:lnTo>
                  <a:pt x="6347460" y="149860"/>
                </a:lnTo>
                <a:lnTo>
                  <a:pt x="6399276" y="172720"/>
                </a:lnTo>
                <a:lnTo>
                  <a:pt x="6446520" y="195580"/>
                </a:lnTo>
                <a:lnTo>
                  <a:pt x="6486144" y="222250"/>
                </a:lnTo>
                <a:lnTo>
                  <a:pt x="6504432" y="233680"/>
                </a:lnTo>
                <a:lnTo>
                  <a:pt x="6534912" y="260350"/>
                </a:lnTo>
                <a:lnTo>
                  <a:pt x="6566916" y="299720"/>
                </a:lnTo>
                <a:lnTo>
                  <a:pt x="6574536" y="313690"/>
                </a:lnTo>
                <a:lnTo>
                  <a:pt x="6577571" y="317500"/>
                </a:lnTo>
                <a:lnTo>
                  <a:pt x="6582664" y="321741"/>
                </a:lnTo>
                <a:lnTo>
                  <a:pt x="6586715" y="335267"/>
                </a:lnTo>
                <a:lnTo>
                  <a:pt x="6588252" y="348983"/>
                </a:lnTo>
                <a:lnTo>
                  <a:pt x="6588252" y="362699"/>
                </a:lnTo>
                <a:lnTo>
                  <a:pt x="6626352" y="362699"/>
                </a:lnTo>
                <a:lnTo>
                  <a:pt x="6626352" y="345935"/>
                </a:lnTo>
                <a:lnTo>
                  <a:pt x="6626352" y="342887"/>
                </a:lnTo>
                <a:lnTo>
                  <a:pt x="6623863" y="326758"/>
                </a:lnTo>
                <a:lnTo>
                  <a:pt x="6641592" y="328930"/>
                </a:lnTo>
                <a:lnTo>
                  <a:pt x="6691871" y="334010"/>
                </a:lnTo>
                <a:lnTo>
                  <a:pt x="6742176" y="342900"/>
                </a:lnTo>
                <a:lnTo>
                  <a:pt x="6789420" y="349250"/>
                </a:lnTo>
                <a:lnTo>
                  <a:pt x="6836664" y="359410"/>
                </a:lnTo>
                <a:lnTo>
                  <a:pt x="6899135" y="372110"/>
                </a:lnTo>
                <a:lnTo>
                  <a:pt x="7039724" y="372110"/>
                </a:lnTo>
                <a:close/>
              </a:path>
            </a:pathLst>
          </a:custGeom>
          <a:solidFill>
            <a:srgbClr val="FFB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93564" y="915924"/>
            <a:ext cx="3980687" cy="223113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962595" y="1849581"/>
            <a:ext cx="281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14" dirty="0">
                <a:latin typeface="Tahoma"/>
                <a:cs typeface="Tahoma"/>
              </a:rPr>
              <a:t>il</a:t>
            </a:r>
            <a:r>
              <a:rPr sz="1800" b="1" spc="80" dirty="0">
                <a:latin typeface="Tahoma"/>
                <a:cs typeface="Tahoma"/>
              </a:rPr>
              <a:t>e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591799" y="1841991"/>
            <a:ext cx="281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14" dirty="0">
                <a:latin typeface="Tahoma"/>
                <a:cs typeface="Tahoma"/>
              </a:rPr>
              <a:t>il</a:t>
            </a:r>
            <a:r>
              <a:rPr sz="1800" b="1" spc="80" dirty="0">
                <a:latin typeface="Tahoma"/>
                <a:cs typeface="Tahoma"/>
              </a:rPr>
              <a:t>e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962595" y="944336"/>
            <a:ext cx="675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00" dirty="0">
                <a:latin typeface="Tahoma"/>
                <a:cs typeface="Tahoma"/>
              </a:rPr>
              <a:t>B</a:t>
            </a:r>
            <a:r>
              <a:rPr sz="1800" b="1" spc="75" dirty="0">
                <a:latin typeface="Tahoma"/>
                <a:cs typeface="Tahoma"/>
              </a:rPr>
              <a:t>e</a:t>
            </a:r>
            <a:r>
              <a:rPr sz="1800" b="1" spc="-204" dirty="0">
                <a:latin typeface="Tahoma"/>
                <a:cs typeface="Tahoma"/>
              </a:rPr>
              <a:t>r</a:t>
            </a:r>
            <a:r>
              <a:rPr sz="1800" b="1" spc="50" dirty="0">
                <a:latin typeface="Tahoma"/>
                <a:cs typeface="Tahoma"/>
              </a:rPr>
              <a:t>g</a:t>
            </a:r>
            <a:r>
              <a:rPr sz="1800" b="1" spc="80" dirty="0">
                <a:latin typeface="Tahoma"/>
                <a:cs typeface="Tahoma"/>
              </a:rPr>
              <a:t>e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054152" y="2747235"/>
            <a:ext cx="675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00" dirty="0">
                <a:latin typeface="Tahoma"/>
                <a:cs typeface="Tahoma"/>
              </a:rPr>
              <a:t>B</a:t>
            </a:r>
            <a:r>
              <a:rPr sz="1800" b="1" spc="75" dirty="0">
                <a:latin typeface="Tahoma"/>
                <a:cs typeface="Tahoma"/>
              </a:rPr>
              <a:t>e</a:t>
            </a:r>
            <a:r>
              <a:rPr sz="1800" b="1" spc="-204" dirty="0">
                <a:latin typeface="Tahoma"/>
                <a:cs typeface="Tahoma"/>
              </a:rPr>
              <a:t>r</a:t>
            </a:r>
            <a:r>
              <a:rPr sz="1800" b="1" spc="50" dirty="0">
                <a:latin typeface="Tahoma"/>
                <a:cs typeface="Tahoma"/>
              </a:rPr>
              <a:t>g</a:t>
            </a:r>
            <a:r>
              <a:rPr sz="1800" b="1" spc="80" dirty="0">
                <a:latin typeface="Tahoma"/>
                <a:cs typeface="Tahoma"/>
              </a:rPr>
              <a:t>e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71600" y="669036"/>
            <a:ext cx="2409443" cy="408432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772668" y="3779519"/>
            <a:ext cx="9144000" cy="3429000"/>
            <a:chOff x="772668" y="3779519"/>
            <a:chExt cx="9144000" cy="3429000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3779520"/>
              <a:ext cx="9143999" cy="34290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1812" y="3781044"/>
              <a:ext cx="5925311" cy="102412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09472" y="3779519"/>
              <a:ext cx="8692896" cy="2266188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1598211" y="4077682"/>
            <a:ext cx="800544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6240" marR="5080" indent="-384175" algn="just">
              <a:lnSpc>
                <a:spcPct val="100000"/>
              </a:lnSpc>
              <a:spcBef>
                <a:spcPts val="100"/>
              </a:spcBef>
            </a:pPr>
            <a:r>
              <a:rPr sz="2400" b="1" spc="-85" dirty="0">
                <a:solidFill>
                  <a:srgbClr val="FFFF00"/>
                </a:solidFill>
                <a:latin typeface="Tahoma"/>
                <a:cs typeface="Tahoma"/>
              </a:rPr>
              <a:t>Peut-on, partant </a:t>
            </a:r>
            <a:r>
              <a:rPr sz="2400" b="1" spc="-65" dirty="0">
                <a:solidFill>
                  <a:srgbClr val="FFFF00"/>
                </a:solidFill>
                <a:latin typeface="Tahoma"/>
                <a:cs typeface="Tahoma"/>
              </a:rPr>
              <a:t>d'un </a:t>
            </a:r>
            <a:r>
              <a:rPr sz="2400" b="1" spc="-85" dirty="0">
                <a:solidFill>
                  <a:srgbClr val="FFFF00"/>
                </a:solidFill>
                <a:latin typeface="Tahoma"/>
                <a:cs typeface="Tahoma"/>
              </a:rPr>
              <a:t>point </a:t>
            </a:r>
            <a:r>
              <a:rPr sz="2400" b="1" spc="20" dirty="0">
                <a:solidFill>
                  <a:srgbClr val="FFFF00"/>
                </a:solidFill>
                <a:latin typeface="Tahoma"/>
                <a:cs typeface="Tahoma"/>
              </a:rPr>
              <a:t>quelconque </a:t>
            </a:r>
            <a:r>
              <a:rPr sz="2400" b="1" spc="-20" dirty="0">
                <a:solidFill>
                  <a:srgbClr val="FFFF00"/>
                </a:solidFill>
                <a:latin typeface="Tahoma"/>
                <a:cs typeface="Tahoma"/>
              </a:rPr>
              <a:t>(berge </a:t>
            </a:r>
            <a:r>
              <a:rPr sz="2400" b="1" spc="-25" dirty="0">
                <a:solidFill>
                  <a:srgbClr val="FFFF00"/>
                </a:solidFill>
                <a:latin typeface="Tahoma"/>
                <a:cs typeface="Tahoma"/>
              </a:rPr>
              <a:t>ou </a:t>
            </a:r>
            <a:r>
              <a:rPr sz="2400" b="1" spc="-100" dirty="0">
                <a:solidFill>
                  <a:srgbClr val="FFFF00"/>
                </a:solidFill>
                <a:latin typeface="Tahoma"/>
                <a:cs typeface="Tahoma"/>
              </a:rPr>
              <a:t>ile) </a:t>
            </a:r>
            <a:r>
              <a:rPr sz="2400" b="1" spc="-95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2400" b="1" spc="-65" dirty="0">
                <a:solidFill>
                  <a:srgbClr val="FFFF00"/>
                </a:solidFill>
                <a:latin typeface="Tahoma"/>
                <a:cs typeface="Tahoma"/>
              </a:rPr>
              <a:t>parcourir </a:t>
            </a:r>
            <a:r>
              <a:rPr sz="2400" b="1" spc="-85" dirty="0">
                <a:solidFill>
                  <a:srgbClr val="FFFF00"/>
                </a:solidFill>
                <a:latin typeface="Tahoma"/>
                <a:cs typeface="Tahoma"/>
              </a:rPr>
              <a:t>les </a:t>
            </a:r>
            <a:r>
              <a:rPr sz="2400" b="1" spc="-185" dirty="0">
                <a:solidFill>
                  <a:srgbClr val="FFFF00"/>
                </a:solidFill>
                <a:latin typeface="Tahoma"/>
                <a:cs typeface="Tahoma"/>
              </a:rPr>
              <a:t>7 </a:t>
            </a:r>
            <a:r>
              <a:rPr sz="2400" b="1" spc="-85" dirty="0">
                <a:solidFill>
                  <a:srgbClr val="FFFF00"/>
                </a:solidFill>
                <a:latin typeface="Tahoma"/>
                <a:cs typeface="Tahoma"/>
              </a:rPr>
              <a:t>ponts </a:t>
            </a:r>
            <a:r>
              <a:rPr sz="2400" b="1" spc="-35" dirty="0">
                <a:solidFill>
                  <a:srgbClr val="FFFF00"/>
                </a:solidFill>
                <a:latin typeface="Tahoma"/>
                <a:cs typeface="Tahoma"/>
              </a:rPr>
              <a:t>une </a:t>
            </a:r>
            <a:r>
              <a:rPr sz="2400" b="1" spc="-130" dirty="0">
                <a:solidFill>
                  <a:srgbClr val="FFFF00"/>
                </a:solidFill>
                <a:latin typeface="Tahoma"/>
                <a:cs typeface="Tahoma"/>
              </a:rPr>
              <a:t>fois </a:t>
            </a:r>
            <a:r>
              <a:rPr sz="2400" b="1" spc="-90" dirty="0">
                <a:solidFill>
                  <a:srgbClr val="FFFF00"/>
                </a:solidFill>
                <a:latin typeface="Tahoma"/>
                <a:cs typeface="Tahoma"/>
              </a:rPr>
              <a:t>et </a:t>
            </a:r>
            <a:r>
              <a:rPr sz="2400" b="1" spc="-35" dirty="0">
                <a:solidFill>
                  <a:srgbClr val="FFFF00"/>
                </a:solidFill>
                <a:latin typeface="Tahoma"/>
                <a:cs typeface="Tahoma"/>
              </a:rPr>
              <a:t>une </a:t>
            </a:r>
            <a:r>
              <a:rPr sz="2400" b="1" spc="-40" dirty="0">
                <a:solidFill>
                  <a:srgbClr val="FFFF00"/>
                </a:solidFill>
                <a:latin typeface="Tahoma"/>
                <a:cs typeface="Tahoma"/>
              </a:rPr>
              <a:t>seule </a:t>
            </a:r>
            <a:r>
              <a:rPr sz="2400" b="1" spc="-90" dirty="0">
                <a:solidFill>
                  <a:srgbClr val="FFFF00"/>
                </a:solidFill>
                <a:latin typeface="Tahoma"/>
                <a:cs typeface="Tahoma"/>
              </a:rPr>
              <a:t>et </a:t>
            </a:r>
            <a:r>
              <a:rPr sz="2400" b="1" spc="-95" dirty="0">
                <a:solidFill>
                  <a:srgbClr val="FFFF00"/>
                </a:solidFill>
                <a:latin typeface="Tahoma"/>
                <a:cs typeface="Tahoma"/>
              </a:rPr>
              <a:t>revenir </a:t>
            </a:r>
            <a:r>
              <a:rPr sz="2400" b="1" spc="-90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2400" b="1" spc="145" dirty="0">
                <a:solidFill>
                  <a:srgbClr val="FFFF00"/>
                </a:solidFill>
                <a:latin typeface="Tahoma"/>
                <a:cs typeface="Tahoma"/>
              </a:rPr>
              <a:t>à</a:t>
            </a:r>
            <a:r>
              <a:rPr sz="2400" b="1" spc="-40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2400" b="1" spc="-80" dirty="0">
                <a:solidFill>
                  <a:srgbClr val="FFFF00"/>
                </a:solidFill>
                <a:latin typeface="Tahoma"/>
                <a:cs typeface="Tahoma"/>
              </a:rPr>
              <a:t>son</a:t>
            </a:r>
            <a:r>
              <a:rPr sz="2400" b="1" spc="-35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2400" b="1" spc="-85" dirty="0">
                <a:solidFill>
                  <a:srgbClr val="FFFF00"/>
                </a:solidFill>
                <a:latin typeface="Tahoma"/>
                <a:cs typeface="Tahoma"/>
              </a:rPr>
              <a:t>point</a:t>
            </a:r>
            <a:r>
              <a:rPr sz="2400" b="1" spc="-35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2400" b="1" spc="90" dirty="0">
                <a:solidFill>
                  <a:srgbClr val="FFFF00"/>
                </a:solidFill>
                <a:latin typeface="Tahoma"/>
                <a:cs typeface="Tahoma"/>
              </a:rPr>
              <a:t>de</a:t>
            </a:r>
            <a:r>
              <a:rPr sz="2400" b="1" spc="-10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2400" b="1" spc="-30" dirty="0">
                <a:solidFill>
                  <a:srgbClr val="FFFF00"/>
                </a:solidFill>
                <a:latin typeface="Tahoma"/>
                <a:cs typeface="Tahoma"/>
              </a:rPr>
              <a:t>départ</a:t>
            </a:r>
            <a:r>
              <a:rPr sz="2400" b="1" spc="-35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2400" b="1" spc="-20" dirty="0">
                <a:solidFill>
                  <a:srgbClr val="FFFF00"/>
                </a:solidFill>
                <a:latin typeface="Tahoma"/>
                <a:cs typeface="Tahoma"/>
              </a:rPr>
              <a:t>?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100" dirty="0"/>
              <a:t>3</a:t>
            </a:fld>
            <a:endParaRPr spc="-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18844" y="737616"/>
            <a:ext cx="2409444" cy="408431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772668" y="3779519"/>
            <a:ext cx="9144000" cy="3429000"/>
            <a:chOff x="772668" y="3779519"/>
            <a:chExt cx="9144000" cy="342900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3779520"/>
              <a:ext cx="9143999" cy="34290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1812" y="3781044"/>
              <a:ext cx="5925311" cy="10241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212102" y="1544782"/>
            <a:ext cx="7893050" cy="2951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0" marR="41275" algn="just">
              <a:lnSpc>
                <a:spcPct val="100000"/>
              </a:lnSpc>
              <a:spcBef>
                <a:spcPts val="100"/>
              </a:spcBef>
            </a:pPr>
            <a:r>
              <a:rPr sz="2400" b="1" spc="13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2400" b="1" spc="-100" dirty="0">
                <a:solidFill>
                  <a:srgbClr val="FFFFFF"/>
                </a:solidFill>
                <a:latin typeface="Tahoma"/>
                <a:cs typeface="Tahoma"/>
              </a:rPr>
              <a:t>u</a:t>
            </a:r>
            <a:r>
              <a:rPr sz="2400" b="1" spc="3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-35" dirty="0">
                <a:solidFill>
                  <a:srgbClr val="FFFFFF"/>
                </a:solidFill>
                <a:latin typeface="Tahoma"/>
                <a:cs typeface="Tahoma"/>
              </a:rPr>
              <a:t>m</a:t>
            </a:r>
            <a:r>
              <a:rPr sz="2400" b="1" spc="-150" dirty="0">
                <a:solidFill>
                  <a:srgbClr val="FFFFFF"/>
                </a:solidFill>
                <a:latin typeface="Tahoma"/>
                <a:cs typeface="Tahoma"/>
              </a:rPr>
              <a:t>ili</a:t>
            </a:r>
            <a:r>
              <a:rPr sz="2400" b="1" spc="105" dirty="0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sz="2400" b="1" spc="-100" dirty="0">
                <a:solidFill>
                  <a:srgbClr val="FFFFFF"/>
                </a:solidFill>
                <a:latin typeface="Tahoma"/>
                <a:cs typeface="Tahoma"/>
              </a:rPr>
              <a:t>u</a:t>
            </a:r>
            <a:r>
              <a:rPr sz="2400" b="1" spc="2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65" dirty="0">
                <a:solidFill>
                  <a:srgbClr val="FFFFFF"/>
                </a:solidFill>
                <a:latin typeface="Tahoma"/>
                <a:cs typeface="Tahoma"/>
              </a:rPr>
              <a:t>d</a:t>
            </a:r>
            <a:r>
              <a:rPr sz="2400" b="1" spc="-100" dirty="0">
                <a:solidFill>
                  <a:srgbClr val="FFFFFF"/>
                </a:solidFill>
                <a:latin typeface="Tahoma"/>
                <a:cs typeface="Tahoma"/>
              </a:rPr>
              <a:t>u</a:t>
            </a:r>
            <a:r>
              <a:rPr sz="2400" b="1" spc="3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-19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r>
              <a:rPr sz="2400" b="1" spc="-165" dirty="0">
                <a:solidFill>
                  <a:srgbClr val="FFFFFF"/>
                </a:solidFill>
                <a:latin typeface="Tahoma"/>
                <a:cs typeface="Tahoma"/>
              </a:rPr>
              <a:t>9</a:t>
            </a:r>
            <a:r>
              <a:rPr sz="2400" b="1" spc="97" baseline="24305" dirty="0">
                <a:solidFill>
                  <a:srgbClr val="FFFFFF"/>
                </a:solidFill>
                <a:latin typeface="Tahoma"/>
                <a:cs typeface="Tahoma"/>
              </a:rPr>
              <a:t>è</a:t>
            </a:r>
            <a:r>
              <a:rPr sz="2400" b="1" spc="-44" baseline="24305" dirty="0">
                <a:solidFill>
                  <a:srgbClr val="FFFFFF"/>
                </a:solidFill>
                <a:latin typeface="Tahoma"/>
                <a:cs typeface="Tahoma"/>
              </a:rPr>
              <a:t>m</a:t>
            </a:r>
            <a:r>
              <a:rPr sz="2400" b="1" spc="104" baseline="24305" dirty="0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sz="2400" b="1" baseline="24305" dirty="0">
                <a:solidFill>
                  <a:srgbClr val="FFFFFF"/>
                </a:solidFill>
                <a:latin typeface="Tahoma"/>
                <a:cs typeface="Tahoma"/>
              </a:rPr>
              <a:t>   </a:t>
            </a:r>
            <a:r>
              <a:rPr sz="2400" b="1" spc="217" baseline="2430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-180" dirty="0">
                <a:solidFill>
                  <a:srgbClr val="FFFFFF"/>
                </a:solidFill>
                <a:latin typeface="Tahoma"/>
                <a:cs typeface="Tahoma"/>
              </a:rPr>
              <a:t>s</a:t>
            </a:r>
            <a:r>
              <a:rPr sz="2400" b="1" spc="-150" dirty="0">
                <a:solidFill>
                  <a:srgbClr val="FFFFFF"/>
                </a:solidFill>
                <a:latin typeface="Tahoma"/>
                <a:cs typeface="Tahoma"/>
              </a:rPr>
              <a:t>i</a:t>
            </a:r>
            <a:r>
              <a:rPr sz="2400" b="1" spc="105" dirty="0">
                <a:solidFill>
                  <a:srgbClr val="FFFFFF"/>
                </a:solidFill>
                <a:latin typeface="Tahoma"/>
                <a:cs typeface="Tahoma"/>
              </a:rPr>
              <a:t>è</a:t>
            </a:r>
            <a:r>
              <a:rPr sz="2400" b="1" spc="265" dirty="0">
                <a:solidFill>
                  <a:srgbClr val="FFFFFF"/>
                </a:solidFill>
                <a:latin typeface="Tahoma"/>
                <a:cs typeface="Tahoma"/>
              </a:rPr>
              <a:t>c</a:t>
            </a:r>
            <a:r>
              <a:rPr sz="2400" b="1" spc="-150" dirty="0">
                <a:solidFill>
                  <a:srgbClr val="FFFFFF"/>
                </a:solidFill>
                <a:latin typeface="Tahoma"/>
                <a:cs typeface="Tahoma"/>
              </a:rPr>
              <a:t>l</a:t>
            </a:r>
            <a:r>
              <a:rPr sz="2400" b="1" spc="105" dirty="0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sz="2400" b="1" spc="-80" dirty="0">
                <a:solidFill>
                  <a:srgbClr val="FFFFFF"/>
                </a:solidFill>
                <a:latin typeface="Tahoma"/>
                <a:cs typeface="Tahoma"/>
              </a:rPr>
              <a:t>,</a:t>
            </a:r>
            <a:r>
              <a:rPr sz="2400" b="1" spc="30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265" dirty="0">
                <a:solidFill>
                  <a:srgbClr val="FFFFFF"/>
                </a:solidFill>
                <a:latin typeface="Tahoma"/>
                <a:cs typeface="Tahoma"/>
              </a:rPr>
              <a:t>c</a:t>
            </a:r>
            <a:r>
              <a:rPr sz="2400" b="1" spc="10" dirty="0">
                <a:solidFill>
                  <a:srgbClr val="FFFFFF"/>
                </a:solidFill>
                <a:latin typeface="Tahoma"/>
                <a:cs typeface="Tahoma"/>
              </a:rPr>
              <a:t>’</a:t>
            </a:r>
            <a:r>
              <a:rPr sz="2400" b="1" spc="105" dirty="0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sz="2400" b="1" spc="-180" dirty="0">
                <a:solidFill>
                  <a:srgbClr val="FFFFFF"/>
                </a:solidFill>
                <a:latin typeface="Tahoma"/>
                <a:cs typeface="Tahoma"/>
              </a:rPr>
              <a:t>s</a:t>
            </a:r>
            <a:r>
              <a:rPr sz="2400" b="1" spc="-280" dirty="0">
                <a:solidFill>
                  <a:srgbClr val="FFFFFF"/>
                </a:solidFill>
                <a:latin typeface="Tahoma"/>
                <a:cs typeface="Tahoma"/>
              </a:rPr>
              <a:t>t</a:t>
            </a:r>
            <a:r>
              <a:rPr sz="2400" b="1" spc="30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-150" dirty="0">
                <a:solidFill>
                  <a:srgbClr val="FFFFFF"/>
                </a:solidFill>
                <a:latin typeface="Tahoma"/>
                <a:cs typeface="Tahoma"/>
              </a:rPr>
              <a:t>l</a:t>
            </a:r>
            <a:r>
              <a:rPr sz="2400" b="1" spc="110" dirty="0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sz="2400" b="1" spc="3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-585" dirty="0">
                <a:solidFill>
                  <a:srgbClr val="FFFFFF"/>
                </a:solidFill>
                <a:latin typeface="Tahoma"/>
                <a:cs typeface="Tahoma"/>
              </a:rPr>
              <a:t>«</a:t>
            </a:r>
            <a:r>
              <a:rPr sz="2400" b="1" spc="30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-280" dirty="0">
                <a:solidFill>
                  <a:srgbClr val="E80062"/>
                </a:solidFill>
                <a:latin typeface="Tahoma"/>
                <a:cs typeface="Tahoma"/>
              </a:rPr>
              <a:t>t</a:t>
            </a:r>
            <a:r>
              <a:rPr sz="2400" b="1" spc="-105" dirty="0">
                <a:solidFill>
                  <a:srgbClr val="E80062"/>
                </a:solidFill>
                <a:latin typeface="Tahoma"/>
                <a:cs typeface="Tahoma"/>
              </a:rPr>
              <a:t>h</a:t>
            </a:r>
            <a:r>
              <a:rPr sz="2400" b="1" spc="105" dirty="0">
                <a:solidFill>
                  <a:srgbClr val="E80062"/>
                </a:solidFill>
                <a:latin typeface="Tahoma"/>
                <a:cs typeface="Tahoma"/>
              </a:rPr>
              <a:t>é</a:t>
            </a:r>
            <a:r>
              <a:rPr sz="2400" b="1" spc="50" dirty="0">
                <a:solidFill>
                  <a:srgbClr val="E80062"/>
                </a:solidFill>
                <a:latin typeface="Tahoma"/>
                <a:cs typeface="Tahoma"/>
              </a:rPr>
              <a:t>o</a:t>
            </a:r>
            <a:r>
              <a:rPr sz="2400" b="1" spc="-275" dirty="0">
                <a:solidFill>
                  <a:srgbClr val="E80062"/>
                </a:solidFill>
                <a:latin typeface="Tahoma"/>
                <a:cs typeface="Tahoma"/>
              </a:rPr>
              <a:t>r</a:t>
            </a:r>
            <a:r>
              <a:rPr sz="2400" b="1" spc="105" dirty="0">
                <a:solidFill>
                  <a:srgbClr val="E80062"/>
                </a:solidFill>
                <a:latin typeface="Tahoma"/>
                <a:cs typeface="Tahoma"/>
              </a:rPr>
              <a:t>è</a:t>
            </a:r>
            <a:r>
              <a:rPr sz="2400" b="1" spc="-35" dirty="0">
                <a:solidFill>
                  <a:srgbClr val="E80062"/>
                </a:solidFill>
                <a:latin typeface="Tahoma"/>
                <a:cs typeface="Tahoma"/>
              </a:rPr>
              <a:t>m</a:t>
            </a:r>
            <a:r>
              <a:rPr sz="2400" b="1" spc="110" dirty="0">
                <a:solidFill>
                  <a:srgbClr val="E80062"/>
                </a:solidFill>
                <a:latin typeface="Tahoma"/>
                <a:cs typeface="Tahoma"/>
              </a:rPr>
              <a:t>e</a:t>
            </a:r>
            <a:r>
              <a:rPr sz="2400" b="1" spc="300" dirty="0">
                <a:solidFill>
                  <a:srgbClr val="E80062"/>
                </a:solidFill>
                <a:latin typeface="Tahoma"/>
                <a:cs typeface="Tahoma"/>
              </a:rPr>
              <a:t> </a:t>
            </a:r>
            <a:r>
              <a:rPr sz="2400" b="1" spc="65" dirty="0">
                <a:solidFill>
                  <a:srgbClr val="E80062"/>
                </a:solidFill>
                <a:latin typeface="Tahoma"/>
                <a:cs typeface="Tahoma"/>
              </a:rPr>
              <a:t>d</a:t>
            </a:r>
            <a:r>
              <a:rPr sz="2400" b="1" spc="105" dirty="0">
                <a:solidFill>
                  <a:srgbClr val="E80062"/>
                </a:solidFill>
                <a:latin typeface="Tahoma"/>
                <a:cs typeface="Tahoma"/>
              </a:rPr>
              <a:t>e</a:t>
            </a:r>
            <a:r>
              <a:rPr sz="2400" b="1" spc="-130" dirty="0">
                <a:solidFill>
                  <a:srgbClr val="E80062"/>
                </a:solidFill>
                <a:latin typeface="Tahoma"/>
                <a:cs typeface="Tahoma"/>
              </a:rPr>
              <a:t>s  </a:t>
            </a:r>
            <a:r>
              <a:rPr sz="2400" b="1" spc="-55" dirty="0">
                <a:solidFill>
                  <a:srgbClr val="E80062"/>
                </a:solidFill>
                <a:latin typeface="Tahoma"/>
                <a:cs typeface="Tahoma"/>
              </a:rPr>
              <a:t>quatre </a:t>
            </a:r>
            <a:r>
              <a:rPr sz="2400" b="1" spc="-50" dirty="0">
                <a:solidFill>
                  <a:srgbClr val="E80062"/>
                </a:solidFill>
                <a:latin typeface="Tahoma"/>
                <a:cs typeface="Tahoma"/>
              </a:rPr>
              <a:t>couleurs </a:t>
            </a:r>
            <a:r>
              <a:rPr sz="2400" b="1" spc="-585" dirty="0">
                <a:solidFill>
                  <a:srgbClr val="FFFFFF"/>
                </a:solidFill>
                <a:latin typeface="Tahoma"/>
                <a:cs typeface="Tahoma"/>
              </a:rPr>
              <a:t>»</a:t>
            </a:r>
            <a:r>
              <a:rPr sz="2400" b="1" spc="-229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-65" dirty="0">
                <a:solidFill>
                  <a:srgbClr val="FFFFFF"/>
                </a:solidFill>
                <a:latin typeface="Tahoma"/>
                <a:cs typeface="Tahoma"/>
              </a:rPr>
              <a:t>qui </a:t>
            </a:r>
            <a:r>
              <a:rPr sz="2400" b="1" spc="45" dirty="0">
                <a:solidFill>
                  <a:srgbClr val="FFFFFF"/>
                </a:solidFill>
                <a:latin typeface="Tahoma"/>
                <a:cs typeface="Tahoma"/>
              </a:rPr>
              <a:t>va </a:t>
            </a:r>
            <a:r>
              <a:rPr sz="2400" b="1" spc="-65" dirty="0">
                <a:solidFill>
                  <a:srgbClr val="FFFFFF"/>
                </a:solidFill>
                <a:latin typeface="Tahoma"/>
                <a:cs typeface="Tahoma"/>
              </a:rPr>
              <a:t>populariser </a:t>
            </a:r>
            <a:r>
              <a:rPr sz="2400" b="1" spc="-20" dirty="0">
                <a:solidFill>
                  <a:srgbClr val="FFFFFF"/>
                </a:solidFill>
                <a:latin typeface="Tahoma"/>
                <a:cs typeface="Tahoma"/>
              </a:rPr>
              <a:t>dans </a:t>
            </a:r>
            <a:r>
              <a:rPr sz="2400" b="1" spc="-10" dirty="0">
                <a:solidFill>
                  <a:srgbClr val="FFFFFF"/>
                </a:solidFill>
                <a:latin typeface="Tahoma"/>
                <a:cs typeface="Tahoma"/>
              </a:rPr>
              <a:t>le </a:t>
            </a:r>
            <a:r>
              <a:rPr sz="2400" b="1" spc="15" dirty="0">
                <a:solidFill>
                  <a:srgbClr val="FFFFFF"/>
                </a:solidFill>
                <a:latin typeface="Tahoma"/>
                <a:cs typeface="Tahoma"/>
              </a:rPr>
              <a:t>monde </a:t>
            </a:r>
            <a:r>
              <a:rPr sz="2400" b="1" spc="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Tahoma"/>
                <a:cs typeface="Tahoma"/>
              </a:rPr>
              <a:t>la </a:t>
            </a:r>
            <a:r>
              <a:rPr sz="2400" b="1" spc="-80" dirty="0">
                <a:solidFill>
                  <a:srgbClr val="FFFFFF"/>
                </a:solidFill>
                <a:latin typeface="Tahoma"/>
                <a:cs typeface="Tahoma"/>
              </a:rPr>
              <a:t>théorie </a:t>
            </a:r>
            <a:r>
              <a:rPr sz="2400" b="1" dirty="0">
                <a:solidFill>
                  <a:srgbClr val="FFFFFF"/>
                </a:solidFill>
                <a:latin typeface="Tahoma"/>
                <a:cs typeface="Tahoma"/>
              </a:rPr>
              <a:t>des </a:t>
            </a:r>
            <a:r>
              <a:rPr sz="2400" b="1" spc="-30" dirty="0">
                <a:solidFill>
                  <a:srgbClr val="FFFFFF"/>
                </a:solidFill>
                <a:latin typeface="Tahoma"/>
                <a:cs typeface="Tahoma"/>
              </a:rPr>
              <a:t>graphes. </a:t>
            </a:r>
            <a:r>
              <a:rPr sz="2400" b="1" spc="190" dirty="0">
                <a:solidFill>
                  <a:srgbClr val="FFFFFF"/>
                </a:solidFill>
                <a:latin typeface="Tahoma"/>
                <a:cs typeface="Tahoma"/>
              </a:rPr>
              <a:t>Ce </a:t>
            </a:r>
            <a:r>
              <a:rPr sz="2400" b="1" spc="-40" dirty="0">
                <a:solidFill>
                  <a:srgbClr val="FFFFFF"/>
                </a:solidFill>
                <a:latin typeface="Tahoma"/>
                <a:cs typeface="Tahoma"/>
              </a:rPr>
              <a:t>théorème </a:t>
            </a:r>
            <a:r>
              <a:rPr sz="2400" b="1" spc="-100" dirty="0">
                <a:solidFill>
                  <a:srgbClr val="FFFFFF"/>
                </a:solidFill>
                <a:latin typeface="Tahoma"/>
                <a:cs typeface="Tahoma"/>
              </a:rPr>
              <a:t>affirme </a:t>
            </a:r>
            <a:r>
              <a:rPr sz="2400" b="1" spc="-10" dirty="0">
                <a:solidFill>
                  <a:srgbClr val="FFFFFF"/>
                </a:solidFill>
                <a:latin typeface="Tahoma"/>
                <a:cs typeface="Tahoma"/>
              </a:rPr>
              <a:t>qu’on </a:t>
            </a:r>
            <a:r>
              <a:rPr sz="2400" b="1" spc="145" dirty="0">
                <a:solidFill>
                  <a:srgbClr val="FFFFFF"/>
                </a:solidFill>
                <a:latin typeface="Tahoma"/>
                <a:cs typeface="Tahoma"/>
              </a:rPr>
              <a:t>a </a:t>
            </a:r>
            <a:r>
              <a:rPr sz="2400" b="1" spc="-6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-35" dirty="0">
                <a:solidFill>
                  <a:srgbClr val="FFFFFF"/>
                </a:solidFill>
                <a:latin typeface="Tahoma"/>
                <a:cs typeface="Tahoma"/>
              </a:rPr>
              <a:t>besoin</a:t>
            </a:r>
            <a:r>
              <a:rPr sz="2400" b="1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15" dirty="0">
                <a:solidFill>
                  <a:srgbClr val="FFFFFF"/>
                </a:solidFill>
                <a:latin typeface="Tahoma"/>
                <a:cs typeface="Tahoma"/>
              </a:rPr>
              <a:t>que</a:t>
            </a:r>
            <a:r>
              <a:rPr sz="2400" b="1" spc="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90" dirty="0">
                <a:solidFill>
                  <a:srgbClr val="FFFFFF"/>
                </a:solidFill>
                <a:latin typeface="Tahoma"/>
                <a:cs typeface="Tahoma"/>
              </a:rPr>
              <a:t>de</a:t>
            </a:r>
            <a:r>
              <a:rPr sz="2400" b="1" spc="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-55" dirty="0">
                <a:solidFill>
                  <a:srgbClr val="FFFFFF"/>
                </a:solidFill>
                <a:latin typeface="Tahoma"/>
                <a:cs typeface="Tahoma"/>
              </a:rPr>
              <a:t>quatre</a:t>
            </a:r>
            <a:r>
              <a:rPr sz="2400" b="1" spc="-50" dirty="0">
                <a:solidFill>
                  <a:srgbClr val="FFFFFF"/>
                </a:solidFill>
                <a:latin typeface="Tahoma"/>
                <a:cs typeface="Tahoma"/>
              </a:rPr>
              <a:t> couleurs</a:t>
            </a:r>
            <a:r>
              <a:rPr sz="2400" b="1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-100" dirty="0">
                <a:solidFill>
                  <a:srgbClr val="FFFFFF"/>
                </a:solidFill>
                <a:latin typeface="Tahoma"/>
                <a:cs typeface="Tahoma"/>
              </a:rPr>
              <a:t>différentes</a:t>
            </a:r>
            <a:r>
              <a:rPr sz="2400" b="1" spc="-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-65" dirty="0">
                <a:solidFill>
                  <a:srgbClr val="FFFFFF"/>
                </a:solidFill>
                <a:latin typeface="Tahoma"/>
                <a:cs typeface="Tahoma"/>
              </a:rPr>
              <a:t>pour </a:t>
            </a:r>
            <a:r>
              <a:rPr sz="2400" b="1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-50" dirty="0">
                <a:solidFill>
                  <a:srgbClr val="FFFFFF"/>
                </a:solidFill>
                <a:latin typeface="Tahoma"/>
                <a:cs typeface="Tahoma"/>
              </a:rPr>
              <a:t>colorier</a:t>
            </a:r>
            <a:r>
              <a:rPr sz="2400" b="1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-70" dirty="0">
                <a:solidFill>
                  <a:srgbClr val="FFFFFF"/>
                </a:solidFill>
                <a:latin typeface="Tahoma"/>
                <a:cs typeface="Tahoma"/>
              </a:rPr>
              <a:t>n’importe</a:t>
            </a:r>
            <a:r>
              <a:rPr sz="2400" b="1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-20" dirty="0">
                <a:solidFill>
                  <a:srgbClr val="FFFFFF"/>
                </a:solidFill>
                <a:latin typeface="Tahoma"/>
                <a:cs typeface="Tahoma"/>
              </a:rPr>
              <a:t>quelle</a:t>
            </a:r>
            <a:r>
              <a:rPr sz="2400" b="1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Tahoma"/>
                <a:cs typeface="Tahoma"/>
              </a:rPr>
              <a:t>carte</a:t>
            </a:r>
            <a:r>
              <a:rPr sz="2400" b="1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5" dirty="0">
                <a:solidFill>
                  <a:srgbClr val="FFFFFF"/>
                </a:solidFill>
                <a:latin typeface="Tahoma"/>
                <a:cs typeface="Tahoma"/>
              </a:rPr>
              <a:t>géographique  </a:t>
            </a:r>
            <a:r>
              <a:rPr sz="2400" b="1" spc="90" dirty="0">
                <a:solidFill>
                  <a:srgbClr val="FFFFFF"/>
                </a:solidFill>
                <a:latin typeface="Tahoma"/>
                <a:cs typeface="Tahoma"/>
              </a:rPr>
              <a:t>de </a:t>
            </a:r>
            <a:r>
              <a:rPr sz="2400" b="1" spc="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-75" dirty="0">
                <a:solidFill>
                  <a:srgbClr val="FFFFFF"/>
                </a:solidFill>
                <a:latin typeface="Tahoma"/>
                <a:cs typeface="Tahoma"/>
              </a:rPr>
              <a:t>telle </a:t>
            </a:r>
            <a:r>
              <a:rPr sz="2400" b="1" spc="-114" dirty="0">
                <a:solidFill>
                  <a:srgbClr val="FFFFFF"/>
                </a:solidFill>
                <a:latin typeface="Tahoma"/>
                <a:cs typeface="Tahoma"/>
              </a:rPr>
              <a:t>sorte </a:t>
            </a:r>
            <a:r>
              <a:rPr sz="2400" b="1" spc="15" dirty="0">
                <a:solidFill>
                  <a:srgbClr val="FFFFFF"/>
                </a:solidFill>
                <a:latin typeface="Tahoma"/>
                <a:cs typeface="Tahoma"/>
              </a:rPr>
              <a:t>que </a:t>
            </a:r>
            <a:r>
              <a:rPr sz="2400" b="1" spc="-5" dirty="0">
                <a:solidFill>
                  <a:srgbClr val="FFFFFF"/>
                </a:solidFill>
                <a:latin typeface="Tahoma"/>
                <a:cs typeface="Tahoma"/>
              </a:rPr>
              <a:t>deux </a:t>
            </a:r>
            <a:r>
              <a:rPr sz="2400" b="1" spc="-70" dirty="0">
                <a:solidFill>
                  <a:srgbClr val="FFFFFF"/>
                </a:solidFill>
                <a:latin typeface="Tahoma"/>
                <a:cs typeface="Tahoma"/>
              </a:rPr>
              <a:t>régions </a:t>
            </a:r>
            <a:r>
              <a:rPr sz="2400" b="1" spc="-100" dirty="0">
                <a:solidFill>
                  <a:srgbClr val="FFFFFF"/>
                </a:solidFill>
                <a:latin typeface="Tahoma"/>
                <a:cs typeface="Tahoma"/>
              </a:rPr>
              <a:t>limitrophes </a:t>
            </a:r>
            <a:r>
              <a:rPr sz="2400" b="1" spc="-45" dirty="0">
                <a:solidFill>
                  <a:srgbClr val="FFFFFF"/>
                </a:solidFill>
                <a:latin typeface="Tahoma"/>
                <a:cs typeface="Tahoma"/>
              </a:rPr>
              <a:t>(ayant </a:t>
            </a:r>
            <a:r>
              <a:rPr sz="2400" b="1" spc="-95" dirty="0">
                <a:solidFill>
                  <a:srgbClr val="FFFFFF"/>
                </a:solidFill>
                <a:latin typeface="Tahoma"/>
                <a:cs typeface="Tahoma"/>
              </a:rPr>
              <a:t>toute </a:t>
            </a:r>
            <a:r>
              <a:rPr sz="2400" b="1" spc="-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-35" dirty="0">
                <a:solidFill>
                  <a:srgbClr val="FFFFFF"/>
                </a:solidFill>
                <a:latin typeface="Tahoma"/>
                <a:cs typeface="Tahoma"/>
              </a:rPr>
              <a:t>une</a:t>
            </a:r>
            <a:r>
              <a:rPr sz="2400" b="1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-120" dirty="0">
                <a:solidFill>
                  <a:srgbClr val="FFFFFF"/>
                </a:solidFill>
                <a:latin typeface="Tahoma"/>
                <a:cs typeface="Tahoma"/>
              </a:rPr>
              <a:t>frontière</a:t>
            </a:r>
            <a:r>
              <a:rPr sz="2400" b="1" spc="-11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Tahoma"/>
                <a:cs typeface="Tahoma"/>
              </a:rPr>
              <a:t>commune)</a:t>
            </a:r>
            <a:r>
              <a:rPr sz="2400" b="1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-40" dirty="0">
                <a:solidFill>
                  <a:srgbClr val="FFFFFF"/>
                </a:solidFill>
                <a:latin typeface="Tahoma"/>
                <a:cs typeface="Tahoma"/>
              </a:rPr>
              <a:t>reçoivent</a:t>
            </a:r>
            <a:r>
              <a:rPr sz="2400" b="1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-135" dirty="0">
                <a:solidFill>
                  <a:srgbClr val="FFFFFF"/>
                </a:solidFill>
                <a:latin typeface="Tahoma"/>
                <a:cs typeface="Tahoma"/>
              </a:rPr>
              <a:t>toujours</a:t>
            </a:r>
            <a:r>
              <a:rPr sz="2400" b="1" spc="-1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Tahoma"/>
                <a:cs typeface="Tahoma"/>
              </a:rPr>
              <a:t>deux </a:t>
            </a:r>
            <a:r>
              <a:rPr sz="2400" b="1" spc="-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-50" dirty="0">
                <a:solidFill>
                  <a:srgbClr val="FFFFFF"/>
                </a:solidFill>
                <a:latin typeface="Tahoma"/>
                <a:cs typeface="Tahoma"/>
              </a:rPr>
              <a:t>couleurs</a:t>
            </a:r>
            <a:r>
              <a:rPr sz="2400" b="1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-90" dirty="0">
                <a:solidFill>
                  <a:srgbClr val="FFFFFF"/>
                </a:solidFill>
                <a:latin typeface="Tahoma"/>
                <a:cs typeface="Tahoma"/>
              </a:rPr>
              <a:t>distinctes.</a:t>
            </a:r>
            <a:endParaRPr sz="2400">
              <a:latin typeface="Tahoma"/>
              <a:cs typeface="Tahom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282440" y="4355591"/>
            <a:ext cx="4863083" cy="2592324"/>
          </a:xfrm>
          <a:prstGeom prst="rect">
            <a:avLst/>
          </a:prstGeom>
        </p:spPr>
      </p:pic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100" dirty="0"/>
              <a:t>4</a:t>
            </a:fld>
            <a:endParaRPr spc="-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5860" y="669036"/>
            <a:ext cx="6787895" cy="408432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772668" y="3779519"/>
            <a:ext cx="9144000" cy="3429000"/>
            <a:chOff x="772668" y="3779519"/>
            <a:chExt cx="9144000" cy="342900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3779520"/>
              <a:ext cx="9143999" cy="34290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1812" y="3781044"/>
              <a:ext cx="5925311" cy="10241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272593" y="1441206"/>
            <a:ext cx="8198484" cy="2844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97840" marR="91440" indent="-384175" algn="just">
              <a:lnSpc>
                <a:spcPct val="100000"/>
              </a:lnSpc>
              <a:spcBef>
                <a:spcPts val="100"/>
              </a:spcBef>
              <a:buClr>
                <a:srgbClr val="FF388C"/>
              </a:buClr>
              <a:buSzPct val="79687"/>
              <a:buFont typeface="Times New Roman"/>
              <a:buChar char="◉"/>
              <a:tabLst>
                <a:tab pos="498475" algn="l"/>
              </a:tabLst>
            </a:pPr>
            <a:r>
              <a:rPr sz="32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C’est</a:t>
            </a:r>
            <a:r>
              <a:rPr sz="320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donc</a:t>
            </a:r>
            <a:r>
              <a:rPr sz="32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au</a:t>
            </a:r>
            <a:r>
              <a:rPr sz="32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20</a:t>
            </a:r>
            <a:r>
              <a:rPr sz="3150" spc="7" baseline="25132" dirty="0">
                <a:solidFill>
                  <a:srgbClr val="FFFFFF"/>
                </a:solidFill>
                <a:latin typeface="Microsoft Sans Serif"/>
                <a:cs typeface="Microsoft Sans Serif"/>
              </a:rPr>
              <a:t>ème</a:t>
            </a:r>
            <a:r>
              <a:rPr sz="3150" spc="15" baseline="25132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siècle</a:t>
            </a:r>
            <a:r>
              <a:rPr sz="32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que</a:t>
            </a:r>
            <a:r>
              <a:rPr sz="320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cette </a:t>
            </a:r>
            <a:r>
              <a:rPr sz="320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théorie</a:t>
            </a:r>
            <a:r>
              <a:rPr sz="32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00" dirty="0">
                <a:solidFill>
                  <a:srgbClr val="FFFFFF"/>
                </a:solidFill>
                <a:latin typeface="Microsoft Sans Serif"/>
                <a:cs typeface="Microsoft Sans Serif"/>
              </a:rPr>
              <a:t>va </a:t>
            </a:r>
            <a:r>
              <a:rPr sz="32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connaître </a:t>
            </a:r>
            <a:r>
              <a:rPr sz="32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son </a:t>
            </a:r>
            <a:r>
              <a:rPr sz="32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véritable</a:t>
            </a:r>
            <a:r>
              <a:rPr sz="32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00" dirty="0">
                <a:solidFill>
                  <a:srgbClr val="FFFFFF"/>
                </a:solidFill>
                <a:latin typeface="Microsoft Sans Serif"/>
                <a:cs typeface="Microsoft Sans Serif"/>
              </a:rPr>
              <a:t>essor </a:t>
            </a:r>
            <a:r>
              <a:rPr sz="32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avec</a:t>
            </a:r>
            <a:r>
              <a:rPr sz="320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l’utilisation</a:t>
            </a:r>
            <a:r>
              <a:rPr sz="32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croissante</a:t>
            </a:r>
            <a:r>
              <a:rPr sz="320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dans</a:t>
            </a:r>
            <a:r>
              <a:rPr sz="32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la</a:t>
            </a:r>
            <a:r>
              <a:rPr sz="32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00" dirty="0">
                <a:solidFill>
                  <a:srgbClr val="FFFFFF"/>
                </a:solidFill>
                <a:latin typeface="Microsoft Sans Serif"/>
                <a:cs typeface="Microsoft Sans Serif"/>
              </a:rPr>
              <a:t>vie </a:t>
            </a:r>
            <a:r>
              <a:rPr sz="32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quotidienne</a:t>
            </a:r>
            <a:r>
              <a:rPr sz="32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des</a:t>
            </a:r>
            <a:r>
              <a:rPr sz="32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réseaux</a:t>
            </a:r>
            <a:r>
              <a:rPr sz="320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dont</a:t>
            </a:r>
            <a:r>
              <a:rPr sz="32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il</a:t>
            </a:r>
            <a:r>
              <a:rPr sz="32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00" dirty="0">
                <a:solidFill>
                  <a:srgbClr val="FFFFFF"/>
                </a:solidFill>
                <a:latin typeface="Microsoft Sans Serif"/>
                <a:cs typeface="Microsoft Sans Serif"/>
              </a:rPr>
              <a:t>faut </a:t>
            </a:r>
            <a:r>
              <a:rPr sz="32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optimiser</a:t>
            </a:r>
            <a:r>
              <a:rPr sz="320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l’utilisation:</a:t>
            </a:r>
            <a:endParaRPr sz="3200">
              <a:latin typeface="Microsoft Sans Serif"/>
              <a:cs typeface="Microsoft Sans Serif"/>
            </a:endParaRPr>
          </a:p>
          <a:p>
            <a:pPr marL="497840" indent="-384810">
              <a:lnSpc>
                <a:spcPct val="100000"/>
              </a:lnSpc>
              <a:spcBef>
                <a:spcPts val="590"/>
              </a:spcBef>
              <a:buClr>
                <a:srgbClr val="FF388C"/>
              </a:buClr>
              <a:buSzPct val="80000"/>
              <a:buFont typeface="Times New Roman"/>
              <a:buChar char="◉"/>
              <a:tabLst>
                <a:tab pos="497840" algn="l"/>
                <a:tab pos="498475" algn="l"/>
              </a:tabLst>
            </a:pPr>
            <a:r>
              <a:rPr sz="2000" b="1" spc="-40" dirty="0">
                <a:solidFill>
                  <a:srgbClr val="FFFFFF"/>
                </a:solidFill>
                <a:latin typeface="Tahoma"/>
                <a:cs typeface="Tahoma"/>
              </a:rPr>
              <a:t>réseaux</a:t>
            </a:r>
            <a:r>
              <a:rPr sz="2000" b="1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65" dirty="0">
                <a:solidFill>
                  <a:srgbClr val="FFFFFF"/>
                </a:solidFill>
                <a:latin typeface="Tahoma"/>
                <a:cs typeface="Tahoma"/>
              </a:rPr>
              <a:t>de</a:t>
            </a:r>
            <a:r>
              <a:rPr sz="2000" b="1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105" dirty="0">
                <a:solidFill>
                  <a:srgbClr val="FFFFFF"/>
                </a:solidFill>
                <a:latin typeface="Tahoma"/>
                <a:cs typeface="Tahoma"/>
              </a:rPr>
              <a:t>transport</a:t>
            </a:r>
            <a:r>
              <a:rPr sz="2000" b="1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105" dirty="0">
                <a:solidFill>
                  <a:srgbClr val="FFFFFF"/>
                </a:solidFill>
                <a:latin typeface="Tahoma"/>
                <a:cs typeface="Tahoma"/>
              </a:rPr>
              <a:t>routier,</a:t>
            </a:r>
            <a:r>
              <a:rPr sz="2000" b="1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105" dirty="0">
                <a:solidFill>
                  <a:srgbClr val="FFFFFF"/>
                </a:solidFill>
                <a:latin typeface="Tahoma"/>
                <a:cs typeface="Tahoma"/>
              </a:rPr>
              <a:t>transport</a:t>
            </a:r>
            <a:r>
              <a:rPr sz="2000" b="1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20" dirty="0">
                <a:solidFill>
                  <a:srgbClr val="FFFFFF"/>
                </a:solidFill>
                <a:latin typeface="Tahoma"/>
                <a:cs typeface="Tahoma"/>
              </a:rPr>
              <a:t>d’eau,</a:t>
            </a:r>
            <a:r>
              <a:rPr sz="2000" b="1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25" dirty="0">
                <a:solidFill>
                  <a:srgbClr val="FFFFFF"/>
                </a:solidFill>
                <a:latin typeface="Tahoma"/>
                <a:cs typeface="Tahoma"/>
              </a:rPr>
              <a:t>d’électricité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001268" y="4684776"/>
            <a:ext cx="8686800" cy="1811020"/>
            <a:chOff x="1001268" y="4684776"/>
            <a:chExt cx="8686800" cy="1811020"/>
          </a:xfrm>
        </p:grpSpPr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01268" y="4684776"/>
              <a:ext cx="3619499" cy="181051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872227" y="4866132"/>
              <a:ext cx="2644140" cy="150571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836407" y="4899660"/>
              <a:ext cx="1851659" cy="1232916"/>
            </a:xfrm>
            <a:prstGeom prst="rect">
              <a:avLst/>
            </a:prstGeom>
          </p:spPr>
        </p:pic>
      </p:grp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100" dirty="0"/>
              <a:t>5</a:t>
            </a:fld>
            <a:endParaRPr spc="-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7216" y="850391"/>
            <a:ext cx="6787896" cy="408432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772668" y="3779519"/>
            <a:ext cx="9144000" cy="3429000"/>
            <a:chOff x="772668" y="3779519"/>
            <a:chExt cx="9144000" cy="342900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3779520"/>
              <a:ext cx="9143999" cy="34290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1812" y="3781044"/>
              <a:ext cx="5925311" cy="10241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374076" y="2258113"/>
            <a:ext cx="7892415" cy="194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6240" marR="5080" indent="-384175">
              <a:lnSpc>
                <a:spcPct val="100000"/>
              </a:lnSpc>
              <a:spcBef>
                <a:spcPts val="100"/>
              </a:spcBef>
              <a:buClr>
                <a:srgbClr val="FF388C"/>
              </a:buClr>
              <a:buSzPct val="80000"/>
              <a:buFont typeface="Times New Roman"/>
              <a:buChar char="◉"/>
              <a:tabLst>
                <a:tab pos="396875" algn="l"/>
              </a:tabLst>
            </a:pPr>
            <a:r>
              <a:rPr sz="3000" spc="-38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é</a:t>
            </a:r>
            <a:r>
              <a:rPr sz="3000" spc="-39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26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3000" spc="-7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3000" spc="-340" dirty="0">
                <a:solidFill>
                  <a:srgbClr val="FFFFFF"/>
                </a:solidFill>
                <a:latin typeface="Verdana"/>
                <a:cs typeface="Verdana"/>
              </a:rPr>
              <a:t>x</a:t>
            </a:r>
            <a:r>
              <a:rPr sz="3000" spc="-2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16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2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17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3000" spc="-38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3000" spc="23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3000" spc="-7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3000" spc="-39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165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3000" spc="15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3000" spc="-38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3000" spc="-17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3000" spc="-2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19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2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19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3000" spc="12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3000" spc="-70" dirty="0">
                <a:solidFill>
                  <a:srgbClr val="FFFFFF"/>
                </a:solidFill>
                <a:latin typeface="Verdana"/>
                <a:cs typeface="Verdana"/>
              </a:rPr>
              <a:t>nn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é</a:t>
            </a:r>
            <a:r>
              <a:rPr sz="30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315" dirty="0">
                <a:solidFill>
                  <a:srgbClr val="FFFFFF"/>
                </a:solidFill>
                <a:latin typeface="Verdana"/>
                <a:cs typeface="Verdana"/>
              </a:rPr>
              <a:t>s  </a:t>
            </a:r>
            <a:r>
              <a:rPr sz="3000" spc="-80" dirty="0">
                <a:solidFill>
                  <a:srgbClr val="FFFFFF"/>
                </a:solidFill>
                <a:latin typeface="Verdana"/>
                <a:cs typeface="Verdana"/>
              </a:rPr>
              <a:t>(réseau</a:t>
            </a:r>
            <a:r>
              <a:rPr sz="3000" spc="-2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3000" spc="-2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FFFFFF"/>
                </a:solidFill>
                <a:latin typeface="Verdana"/>
                <a:cs typeface="Verdana"/>
              </a:rPr>
              <a:t>téléphonie</a:t>
            </a:r>
            <a:r>
              <a:rPr sz="3000" spc="-2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160" dirty="0">
                <a:solidFill>
                  <a:srgbClr val="FFFFFF"/>
                </a:solidFill>
                <a:latin typeface="Verdana"/>
                <a:cs typeface="Verdana"/>
              </a:rPr>
              <a:t>fixe,</a:t>
            </a:r>
            <a:r>
              <a:rPr sz="3000" spc="-2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80" dirty="0">
                <a:solidFill>
                  <a:srgbClr val="FFFFFF"/>
                </a:solidFill>
                <a:latin typeface="Verdana"/>
                <a:cs typeface="Verdana"/>
              </a:rPr>
              <a:t>GSM,</a:t>
            </a:r>
            <a:r>
              <a:rPr sz="3000" spc="-2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140" dirty="0">
                <a:solidFill>
                  <a:srgbClr val="FFFFFF"/>
                </a:solidFill>
                <a:latin typeface="Verdana"/>
                <a:cs typeface="Verdana"/>
              </a:rPr>
              <a:t>wifi</a:t>
            </a:r>
            <a:r>
              <a:rPr sz="3000" spc="-2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265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r>
              <a:rPr sz="3000" spc="-2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265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r>
              <a:rPr sz="3000" spc="-2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275" dirty="0">
                <a:solidFill>
                  <a:srgbClr val="FFFFFF"/>
                </a:solidFill>
                <a:latin typeface="Verdana"/>
                <a:cs typeface="Verdana"/>
              </a:rPr>
              <a:t>.)</a:t>
            </a:r>
            <a:endParaRPr sz="3000">
              <a:latin typeface="Verdana"/>
              <a:cs typeface="Verdana"/>
            </a:endParaRPr>
          </a:p>
          <a:p>
            <a:pPr marL="396240" marR="931544" indent="-384175">
              <a:lnSpc>
                <a:spcPct val="100299"/>
              </a:lnSpc>
              <a:spcBef>
                <a:spcPts val="705"/>
              </a:spcBef>
              <a:buClr>
                <a:srgbClr val="FF388C"/>
              </a:buClr>
              <a:buSzPct val="80000"/>
              <a:buFont typeface="Times New Roman"/>
              <a:buChar char="◉"/>
              <a:tabLst>
                <a:tab pos="396875" algn="l"/>
              </a:tabLst>
            </a:pPr>
            <a:r>
              <a:rPr sz="3000" spc="-38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é</a:t>
            </a:r>
            <a:r>
              <a:rPr sz="3000" spc="-39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26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3000" spc="-7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3000" spc="-340" dirty="0">
                <a:solidFill>
                  <a:srgbClr val="FFFFFF"/>
                </a:solidFill>
                <a:latin typeface="Verdana"/>
                <a:cs typeface="Verdana"/>
              </a:rPr>
              <a:t>x</a:t>
            </a:r>
            <a:r>
              <a:rPr sz="3000" spc="-2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16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3000" spc="240" dirty="0">
                <a:solidFill>
                  <a:srgbClr val="FFFFFF"/>
                </a:solidFill>
                <a:latin typeface="Verdana"/>
                <a:cs typeface="Verdana"/>
              </a:rPr>
              <a:t>’</a:t>
            </a:r>
            <a:r>
              <a:rPr sz="3000" spc="-229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3000" spc="-7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3000" spc="-130" dirty="0">
                <a:solidFill>
                  <a:srgbClr val="FFFFFF"/>
                </a:solidFill>
                <a:latin typeface="Verdana"/>
                <a:cs typeface="Verdana"/>
              </a:rPr>
              <a:t>f</a:t>
            </a:r>
            <a:r>
              <a:rPr sz="3000" spc="15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3000" spc="-38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3000" spc="-10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3000" spc="23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3000" spc="-17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3000" spc="-229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3000" spc="15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3000" spc="-10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3000" spc="-40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-2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254" dirty="0">
                <a:solidFill>
                  <a:srgbClr val="FFFFFF"/>
                </a:solidFill>
                <a:latin typeface="Verdana"/>
                <a:cs typeface="Verdana"/>
              </a:rPr>
              <a:t>(</a:t>
            </a:r>
            <a:r>
              <a:rPr sz="3000" spc="165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sz="3000" spc="26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3000" spc="-42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40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-2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16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3000" spc="114" dirty="0">
                <a:solidFill>
                  <a:srgbClr val="FFFFFF"/>
                </a:solidFill>
                <a:latin typeface="Verdana"/>
                <a:cs typeface="Verdana"/>
              </a:rPr>
              <a:t>e  </a:t>
            </a:r>
            <a:r>
              <a:rPr sz="3000" spc="16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3000" spc="15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3000" spc="-70" dirty="0">
                <a:solidFill>
                  <a:srgbClr val="FFFFFF"/>
                </a:solidFill>
                <a:latin typeface="Verdana"/>
                <a:cs typeface="Verdana"/>
              </a:rPr>
              <a:t>nn</a:t>
            </a:r>
            <a:r>
              <a:rPr sz="3000" spc="130" dirty="0">
                <a:solidFill>
                  <a:srgbClr val="FFFFFF"/>
                </a:solidFill>
                <a:latin typeface="Verdana"/>
                <a:cs typeface="Verdana"/>
              </a:rPr>
              <a:t>é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39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-265" dirty="0">
                <a:solidFill>
                  <a:srgbClr val="FFFFFF"/>
                </a:solidFill>
                <a:latin typeface="Verdana"/>
                <a:cs typeface="Verdana"/>
              </a:rPr>
              <a:t>,</a:t>
            </a:r>
            <a:r>
              <a:rPr sz="3000" spc="-2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30" dirty="0">
                <a:solidFill>
                  <a:srgbClr val="FFFFFF"/>
                </a:solidFill>
                <a:latin typeface="Verdana"/>
                <a:cs typeface="Verdana"/>
              </a:rPr>
              <a:t>w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165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sz="3000" spc="-265" dirty="0">
                <a:solidFill>
                  <a:srgbClr val="FFFFFF"/>
                </a:solidFill>
                <a:latin typeface="Verdana"/>
                <a:cs typeface="Verdana"/>
              </a:rPr>
              <a:t>,</a:t>
            </a:r>
            <a:r>
              <a:rPr sz="3000" spc="-2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38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é</a:t>
            </a:r>
            <a:r>
              <a:rPr sz="3000" spc="-39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26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3000" spc="-7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3000" spc="-340" dirty="0">
                <a:solidFill>
                  <a:srgbClr val="FFFFFF"/>
                </a:solidFill>
                <a:latin typeface="Verdana"/>
                <a:cs typeface="Verdana"/>
              </a:rPr>
              <a:t>x</a:t>
            </a:r>
            <a:r>
              <a:rPr sz="3000" spc="-2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39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15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3000" spc="350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3000" spc="-229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3000" spc="26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3000" spc="-7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3000" spc="-340" dirty="0">
                <a:solidFill>
                  <a:srgbClr val="FFFFFF"/>
                </a:solidFill>
                <a:latin typeface="Verdana"/>
                <a:cs typeface="Verdana"/>
              </a:rPr>
              <a:t>x</a:t>
            </a:r>
            <a:r>
              <a:rPr sz="3000" spc="-2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265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r>
              <a:rPr sz="3000" spc="-2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265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r>
              <a:rPr sz="3000" spc="-2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290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r>
              <a:rPr sz="3000" spc="-254" dirty="0">
                <a:solidFill>
                  <a:srgbClr val="FFFFFF"/>
                </a:solidFill>
                <a:latin typeface="Verdana"/>
                <a:cs typeface="Verdana"/>
              </a:rPr>
              <a:t>)</a:t>
            </a:r>
            <a:endParaRPr sz="3000">
              <a:latin typeface="Verdana"/>
              <a:cs typeface="Verdan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177795" y="4613148"/>
            <a:ext cx="7420609" cy="2153920"/>
            <a:chOff x="2177795" y="4613148"/>
            <a:chExt cx="7420609" cy="2153920"/>
          </a:xfrm>
        </p:grpSpPr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608063" y="4613148"/>
              <a:ext cx="2990087" cy="215341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177795" y="5013960"/>
              <a:ext cx="2915411" cy="1571243"/>
            </a:xfrm>
            <a:prstGeom prst="rect">
              <a:avLst/>
            </a:prstGeom>
          </p:spPr>
        </p:pic>
      </p:grp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100" dirty="0"/>
              <a:t>6</a:t>
            </a:fld>
            <a:endParaRPr spc="-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0500" y="885825"/>
            <a:ext cx="6786372" cy="408432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774700" y="3781425"/>
            <a:ext cx="9144000" cy="3429000"/>
            <a:chOff x="772668" y="3779519"/>
            <a:chExt cx="9144000" cy="342900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3779520"/>
              <a:ext cx="9143999" cy="34290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1812" y="3781044"/>
              <a:ext cx="5925311" cy="10241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145474" y="2256541"/>
            <a:ext cx="8237855" cy="3441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6240" marR="5080" indent="-384175" algn="just">
              <a:lnSpc>
                <a:spcPct val="100099"/>
              </a:lnSpc>
              <a:spcBef>
                <a:spcPts val="100"/>
              </a:spcBef>
              <a:buClr>
                <a:srgbClr val="FF388C"/>
              </a:buClr>
              <a:buSzPct val="79687"/>
              <a:buFont typeface="Times New Roman"/>
              <a:buChar char="◉"/>
              <a:tabLst>
                <a:tab pos="396875" algn="l"/>
              </a:tabLst>
            </a:pPr>
            <a:r>
              <a:rPr sz="3200" spc="70" dirty="0">
                <a:solidFill>
                  <a:srgbClr val="FFFFFF"/>
                </a:solidFill>
                <a:latin typeface="Verdana"/>
                <a:cs typeface="Verdana"/>
              </a:rPr>
              <a:t>Cette</a:t>
            </a:r>
            <a:r>
              <a:rPr sz="3200" spc="12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00" spc="-60" dirty="0">
                <a:solidFill>
                  <a:srgbClr val="FFFFFF"/>
                </a:solidFill>
                <a:latin typeface="Verdana"/>
                <a:cs typeface="Verdana"/>
              </a:rPr>
              <a:t>théorie</a:t>
            </a:r>
            <a:r>
              <a:rPr sz="3200" spc="10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00" spc="-140" dirty="0">
                <a:solidFill>
                  <a:srgbClr val="FFFFFF"/>
                </a:solidFill>
                <a:latin typeface="Verdana"/>
                <a:cs typeface="Verdana"/>
              </a:rPr>
              <a:t>est</a:t>
            </a:r>
            <a:r>
              <a:rPr sz="32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00" spc="55" dirty="0">
                <a:solidFill>
                  <a:srgbClr val="FFFFFF"/>
                </a:solidFill>
                <a:latin typeface="Verdana"/>
                <a:cs typeface="Verdana"/>
              </a:rPr>
              <a:t>devenue </a:t>
            </a:r>
            <a:r>
              <a:rPr sz="3200" spc="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00" spc="30" dirty="0">
                <a:solidFill>
                  <a:srgbClr val="FFFFFF"/>
                </a:solidFill>
                <a:latin typeface="Verdana"/>
                <a:cs typeface="Verdana"/>
              </a:rPr>
              <a:t>fondamentale </a:t>
            </a:r>
            <a:r>
              <a:rPr sz="3200" spc="50" dirty="0">
                <a:solidFill>
                  <a:srgbClr val="FFFFFF"/>
                </a:solidFill>
                <a:latin typeface="Verdana"/>
                <a:cs typeface="Verdana"/>
              </a:rPr>
              <a:t>en </a:t>
            </a:r>
            <a:r>
              <a:rPr sz="3200" spc="-60" dirty="0">
                <a:solidFill>
                  <a:srgbClr val="FFFFFF"/>
                </a:solidFill>
                <a:latin typeface="Verdana"/>
                <a:cs typeface="Verdana"/>
              </a:rPr>
              <a:t>informatique </a:t>
            </a:r>
            <a:r>
              <a:rPr sz="3200" spc="85" dirty="0">
                <a:solidFill>
                  <a:srgbClr val="FFFFFF"/>
                </a:solidFill>
                <a:latin typeface="Verdana"/>
                <a:cs typeface="Verdana"/>
              </a:rPr>
              <a:t>car </a:t>
            </a:r>
            <a:r>
              <a:rPr sz="3200" spc="-45" dirty="0">
                <a:solidFill>
                  <a:srgbClr val="FFFFFF"/>
                </a:solidFill>
                <a:latin typeface="Verdana"/>
                <a:cs typeface="Verdana"/>
              </a:rPr>
              <a:t>elle </a:t>
            </a:r>
            <a:r>
              <a:rPr sz="3200" spc="-1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00" spc="-135" dirty="0">
                <a:solidFill>
                  <a:srgbClr val="FFFFFF"/>
                </a:solidFill>
                <a:latin typeface="Verdana"/>
                <a:cs typeface="Verdana"/>
              </a:rPr>
              <a:t>fournit </a:t>
            </a:r>
            <a:r>
              <a:rPr sz="3200" spc="175" dirty="0">
                <a:solidFill>
                  <a:srgbClr val="FFFFFF"/>
                </a:solidFill>
                <a:latin typeface="Verdana"/>
                <a:cs typeface="Verdana"/>
              </a:rPr>
              <a:t>de </a:t>
            </a:r>
            <a:r>
              <a:rPr sz="3200" spc="-65" dirty="0">
                <a:solidFill>
                  <a:srgbClr val="FFFFFF"/>
                </a:solidFill>
                <a:latin typeface="Verdana"/>
                <a:cs typeface="Verdana"/>
              </a:rPr>
              <a:t>nombreux </a:t>
            </a:r>
            <a:r>
              <a:rPr sz="3200" spc="-90" dirty="0">
                <a:solidFill>
                  <a:srgbClr val="FFFFFF"/>
                </a:solidFill>
                <a:latin typeface="Verdana"/>
                <a:cs typeface="Verdana"/>
              </a:rPr>
              <a:t>algorithmes </a:t>
            </a:r>
            <a:r>
              <a:rPr sz="3200" spc="-40" dirty="0">
                <a:solidFill>
                  <a:srgbClr val="FFFFFF"/>
                </a:solidFill>
                <a:latin typeface="Verdana"/>
                <a:cs typeface="Verdana"/>
              </a:rPr>
              <a:t>pour </a:t>
            </a:r>
            <a:r>
              <a:rPr sz="3200" spc="-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00" spc="-80" dirty="0">
                <a:solidFill>
                  <a:srgbClr val="FFFFFF"/>
                </a:solidFill>
                <a:latin typeface="Verdana"/>
                <a:cs typeface="Verdana"/>
              </a:rPr>
              <a:t>résoudre</a:t>
            </a:r>
            <a:r>
              <a:rPr sz="3200" spc="-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00" spc="-25" dirty="0">
                <a:solidFill>
                  <a:srgbClr val="FFFFFF"/>
                </a:solidFill>
                <a:latin typeface="Verdana"/>
                <a:cs typeface="Verdana"/>
              </a:rPr>
              <a:t>des</a:t>
            </a:r>
            <a:r>
              <a:rPr sz="3200" spc="-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00" spc="-40" dirty="0">
                <a:solidFill>
                  <a:srgbClr val="FFFFFF"/>
                </a:solidFill>
                <a:latin typeface="Verdana"/>
                <a:cs typeface="Verdana"/>
              </a:rPr>
              <a:t>problèmes</a:t>
            </a:r>
            <a:r>
              <a:rPr sz="3200" spc="-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00" spc="-5" dirty="0">
                <a:solidFill>
                  <a:srgbClr val="FFFFFF"/>
                </a:solidFill>
                <a:latin typeface="Verdana"/>
                <a:cs typeface="Verdana"/>
              </a:rPr>
              <a:t>complexes </a:t>
            </a:r>
            <a:r>
              <a:rPr sz="3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00" spc="-100" dirty="0">
                <a:solidFill>
                  <a:srgbClr val="FFFFFF"/>
                </a:solidFill>
                <a:latin typeface="Verdana"/>
                <a:cs typeface="Verdana"/>
              </a:rPr>
              <a:t>représentés</a:t>
            </a:r>
            <a:r>
              <a:rPr sz="3200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00" spc="10" dirty="0">
                <a:solidFill>
                  <a:srgbClr val="FFFFFF"/>
                </a:solidFill>
                <a:latin typeface="Verdana"/>
                <a:cs typeface="Verdana"/>
              </a:rPr>
              <a:t>par </a:t>
            </a:r>
            <a:r>
              <a:rPr sz="3200" spc="-25" dirty="0">
                <a:solidFill>
                  <a:srgbClr val="FFFFFF"/>
                </a:solidFill>
                <a:latin typeface="Verdana"/>
                <a:cs typeface="Verdana"/>
              </a:rPr>
              <a:t>des </a:t>
            </a:r>
            <a:r>
              <a:rPr sz="3200" spc="-15" dirty="0">
                <a:solidFill>
                  <a:srgbClr val="FFFFFF"/>
                </a:solidFill>
                <a:latin typeface="Verdana"/>
                <a:cs typeface="Verdana"/>
              </a:rPr>
              <a:t>graphes </a:t>
            </a:r>
            <a:r>
              <a:rPr sz="3200" spc="175" dirty="0">
                <a:solidFill>
                  <a:srgbClr val="FFFFFF"/>
                </a:solidFill>
                <a:latin typeface="Verdana"/>
                <a:cs typeface="Verdana"/>
              </a:rPr>
              <a:t>de </a:t>
            </a:r>
            <a:r>
              <a:rPr sz="3200" spc="-210" dirty="0">
                <a:solidFill>
                  <a:srgbClr val="FFFFFF"/>
                </a:solidFill>
                <a:latin typeface="Verdana"/>
                <a:cs typeface="Verdana"/>
              </a:rPr>
              <a:t>très </a:t>
            </a:r>
            <a:r>
              <a:rPr sz="320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00" spc="45" dirty="0">
                <a:solidFill>
                  <a:srgbClr val="FFFFFF"/>
                </a:solidFill>
                <a:latin typeface="Verdana"/>
                <a:cs typeface="Verdana"/>
              </a:rPr>
              <a:t>grande</a:t>
            </a:r>
            <a:r>
              <a:rPr sz="3200" spc="12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00" spc="-85" dirty="0">
                <a:solidFill>
                  <a:srgbClr val="FFFFFF"/>
                </a:solidFill>
                <a:latin typeface="Verdana"/>
                <a:cs typeface="Verdana"/>
              </a:rPr>
              <a:t>taille</a:t>
            </a:r>
            <a:r>
              <a:rPr sz="3200" spc="-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00" spc="-185" dirty="0">
                <a:solidFill>
                  <a:srgbClr val="FFFFFF"/>
                </a:solidFill>
                <a:latin typeface="Verdana"/>
                <a:cs typeface="Verdana"/>
              </a:rPr>
              <a:t>(plusieurs</a:t>
            </a:r>
            <a:r>
              <a:rPr sz="32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00" spc="-30" dirty="0">
                <a:solidFill>
                  <a:srgbClr val="FFFFFF"/>
                </a:solidFill>
                <a:latin typeface="Verdana"/>
                <a:cs typeface="Verdana"/>
              </a:rPr>
              <a:t>centaines, </a:t>
            </a:r>
            <a:r>
              <a:rPr sz="3200" spc="-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00" spc="-105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3200" spc="-24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3200" spc="-27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3200" spc="-245" dirty="0">
                <a:solidFill>
                  <a:srgbClr val="FFFFFF"/>
                </a:solidFill>
                <a:latin typeface="Verdana"/>
                <a:cs typeface="Verdana"/>
              </a:rPr>
              <a:t>li</a:t>
            </a:r>
            <a:r>
              <a:rPr sz="3200" spc="17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200" spc="-409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3200" spc="-42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200" spc="-270" dirty="0">
                <a:solidFill>
                  <a:srgbClr val="FFFFFF"/>
                </a:solidFill>
                <a:latin typeface="Verdana"/>
                <a:cs typeface="Verdana"/>
              </a:rPr>
              <a:t>,</a:t>
            </a:r>
            <a:r>
              <a:rPr sz="3200" spc="-280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r>
              <a:rPr sz="3200" spc="-2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00" spc="-280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r>
              <a:rPr sz="3200" spc="-2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00" spc="-280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r>
              <a:rPr sz="3200" spc="-2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00" spc="21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3200" spc="17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200" spc="-2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00" spc="-42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200" spc="170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3200" spc="-14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3200" spc="-105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3200" spc="17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200" spc="-18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3200" spc="-42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200" spc="-2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00" spc="17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200" spc="-18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3200" spc="-2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00" spc="18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3200" spc="290" dirty="0">
                <a:solidFill>
                  <a:srgbClr val="FFFFFF"/>
                </a:solidFill>
                <a:latin typeface="Verdana"/>
                <a:cs typeface="Verdana"/>
              </a:rPr>
              <a:t>’</a:t>
            </a:r>
            <a:r>
              <a:rPr sz="3200" spc="254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3200" spc="-409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3200" spc="380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3200" spc="-42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200" spc="-25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00" spc="-300" dirty="0">
                <a:solidFill>
                  <a:srgbClr val="FFFFFF"/>
                </a:solidFill>
                <a:latin typeface="Verdana"/>
                <a:cs typeface="Verdana"/>
              </a:rPr>
              <a:t>!</a:t>
            </a:r>
            <a:r>
              <a:rPr sz="3200" spc="-275" dirty="0">
                <a:solidFill>
                  <a:srgbClr val="FFFFFF"/>
                </a:solidFill>
                <a:latin typeface="Verdana"/>
                <a:cs typeface="Verdana"/>
              </a:rPr>
              <a:t>)</a:t>
            </a:r>
            <a:endParaRPr sz="3200" dirty="0">
              <a:latin typeface="Verdana"/>
              <a:cs typeface="Verdan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100" dirty="0"/>
              <a:t>7</a:t>
            </a:fld>
            <a:endParaRPr spc="-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object 3"/>
          <p:cNvGrpSpPr/>
          <p:nvPr/>
        </p:nvGrpSpPr>
        <p:grpSpPr>
          <a:xfrm>
            <a:off x="774700" y="3781425"/>
            <a:ext cx="9144000" cy="3429000"/>
            <a:chOff x="772668" y="3779519"/>
            <a:chExt cx="9144000" cy="3429000"/>
          </a:xfrm>
        </p:grpSpPr>
        <p:pic>
          <p:nvPicPr>
            <p:cNvPr id="15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2668" y="3779520"/>
              <a:ext cx="9143999" cy="3429000"/>
            </a:xfrm>
            <a:prstGeom prst="rect">
              <a:avLst/>
            </a:prstGeom>
          </p:spPr>
        </p:pic>
        <p:pic>
          <p:nvPicPr>
            <p:cNvPr id="16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1812" y="3781044"/>
              <a:ext cx="5925311" cy="1024127"/>
            </a:xfrm>
            <a:prstGeom prst="rect">
              <a:avLst/>
            </a:prstGeom>
          </p:spPr>
        </p:pic>
        <p:pic>
          <p:nvPicPr>
            <p:cNvPr id="17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18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19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20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21" name="object 10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11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" name="object 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71005" y="1991802"/>
            <a:ext cx="201675" cy="20436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343543" y="2474592"/>
            <a:ext cx="187670" cy="1960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71005" y="3887556"/>
            <a:ext cx="201675" cy="2043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343543" y="4370346"/>
            <a:ext cx="187670" cy="19607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186571" y="1691540"/>
            <a:ext cx="8742094" cy="3390745"/>
          </a:xfrm>
          <a:prstGeom prst="rect">
            <a:avLst/>
          </a:prstGeom>
        </p:spPr>
        <p:txBody>
          <a:bodyPr vert="horz" wrap="square" lIns="0" tIns="104339" rIns="0" bIns="0" rtlCol="0">
            <a:spAutoFit/>
          </a:bodyPr>
          <a:lstStyle/>
          <a:p>
            <a:pPr marL="14006">
              <a:spcBef>
                <a:spcPts val="822"/>
              </a:spcBef>
            </a:pPr>
            <a:r>
              <a:rPr sz="2867" spc="-149" dirty="0">
                <a:solidFill>
                  <a:schemeClr val="bg1"/>
                </a:solidFill>
                <a:latin typeface="Times New Roman"/>
                <a:cs typeface="Times New Roman"/>
              </a:rPr>
              <a:t>Modélisation</a:t>
            </a:r>
            <a:endParaRPr sz="2867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524508">
              <a:spcBef>
                <a:spcPts val="673"/>
              </a:spcBef>
            </a:pPr>
            <a:r>
              <a:rPr sz="2647" spc="-149" dirty="0">
                <a:solidFill>
                  <a:schemeClr val="bg1"/>
                </a:solidFill>
                <a:latin typeface="Times New Roman"/>
                <a:cs typeface="Times New Roman"/>
              </a:rPr>
              <a:t>Simplification</a:t>
            </a:r>
            <a:r>
              <a:rPr sz="2647" spc="314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647" spc="-110" dirty="0">
                <a:solidFill>
                  <a:schemeClr val="bg1"/>
                </a:solidFill>
                <a:latin typeface="Times New Roman"/>
                <a:cs typeface="Times New Roman"/>
              </a:rPr>
              <a:t>de</a:t>
            </a:r>
            <a:r>
              <a:rPr sz="2647" spc="331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647" spc="-171" dirty="0">
                <a:solidFill>
                  <a:schemeClr val="bg1"/>
                </a:solidFill>
                <a:latin typeface="Times New Roman"/>
                <a:cs typeface="Times New Roman"/>
              </a:rPr>
              <a:t>la</a:t>
            </a:r>
            <a:r>
              <a:rPr sz="2647" spc="331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647" spc="-88" dirty="0">
                <a:solidFill>
                  <a:schemeClr val="bg1"/>
                </a:solidFill>
                <a:latin typeface="Times New Roman"/>
                <a:cs typeface="Times New Roman"/>
              </a:rPr>
              <a:t>réalité</a:t>
            </a:r>
            <a:r>
              <a:rPr sz="2647" spc="276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647" spc="-72" dirty="0">
                <a:solidFill>
                  <a:schemeClr val="bg1"/>
                </a:solidFill>
                <a:latin typeface="Times New Roman"/>
                <a:cs typeface="Times New Roman"/>
              </a:rPr>
              <a:t>pour</a:t>
            </a:r>
            <a:r>
              <a:rPr sz="2647" spc="303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647" spc="-116" dirty="0">
                <a:solidFill>
                  <a:schemeClr val="bg1"/>
                </a:solidFill>
                <a:latin typeface="Times New Roman"/>
                <a:cs typeface="Times New Roman"/>
              </a:rPr>
              <a:t>pouvoir</a:t>
            </a:r>
            <a:r>
              <a:rPr sz="2647" spc="314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647" spc="-105" dirty="0">
                <a:solidFill>
                  <a:schemeClr val="bg1"/>
                </a:solidFill>
                <a:latin typeface="Times New Roman"/>
                <a:cs typeface="Times New Roman"/>
              </a:rPr>
              <a:t>en</a:t>
            </a:r>
            <a:r>
              <a:rPr sz="2647" spc="303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647" spc="-99" dirty="0">
                <a:solidFill>
                  <a:schemeClr val="bg1"/>
                </a:solidFill>
                <a:latin typeface="Times New Roman"/>
                <a:cs typeface="Times New Roman"/>
              </a:rPr>
              <a:t>appréhender</a:t>
            </a:r>
            <a:r>
              <a:rPr sz="2647" spc="32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647" spc="-110" dirty="0">
                <a:solidFill>
                  <a:schemeClr val="bg1"/>
                </a:solidFill>
                <a:latin typeface="Times New Roman"/>
                <a:cs typeface="Times New Roman"/>
              </a:rPr>
              <a:t>certains</a:t>
            </a:r>
            <a:endParaRPr sz="2647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524508"/>
            <a:r>
              <a:rPr sz="2647" spc="-138" dirty="0">
                <a:solidFill>
                  <a:schemeClr val="bg1"/>
                </a:solidFill>
                <a:latin typeface="Times New Roman"/>
                <a:cs typeface="Times New Roman"/>
              </a:rPr>
              <a:t>aspects</a:t>
            </a:r>
            <a:endParaRPr sz="2647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>
              <a:spcBef>
                <a:spcPts val="28"/>
              </a:spcBef>
            </a:pPr>
            <a:endParaRPr sz="3860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14006"/>
            <a:r>
              <a:rPr sz="2867" spc="-110" dirty="0">
                <a:solidFill>
                  <a:schemeClr val="bg1"/>
                </a:solidFill>
                <a:latin typeface="Times New Roman"/>
                <a:cs typeface="Times New Roman"/>
              </a:rPr>
              <a:t>Optimisation</a:t>
            </a:r>
            <a:endParaRPr sz="2867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524508" marR="5602">
              <a:spcBef>
                <a:spcPts val="673"/>
              </a:spcBef>
              <a:tabLst>
                <a:tab pos="2310216" algn="l"/>
                <a:tab pos="3181363" algn="l"/>
                <a:tab pos="4973374" algn="l"/>
                <a:tab pos="5531496" algn="l"/>
                <a:tab pos="6140038" algn="l"/>
                <a:tab pos="7468465" algn="l"/>
                <a:tab pos="8087511" algn="l"/>
              </a:tabLst>
            </a:pPr>
            <a:r>
              <a:rPr sz="2647" spc="-132" dirty="0">
                <a:solidFill>
                  <a:schemeClr val="bg1"/>
                </a:solidFill>
                <a:latin typeface="Times New Roman"/>
                <a:cs typeface="Times New Roman"/>
              </a:rPr>
              <a:t>Ide</a:t>
            </a:r>
            <a:r>
              <a:rPr sz="2647" spc="-110" dirty="0">
                <a:solidFill>
                  <a:schemeClr val="bg1"/>
                </a:solidFill>
                <a:latin typeface="Times New Roman"/>
                <a:cs typeface="Times New Roman"/>
              </a:rPr>
              <a:t>ntificatio</a:t>
            </a:r>
            <a:r>
              <a:rPr sz="2647" spc="-116" dirty="0">
                <a:solidFill>
                  <a:schemeClr val="bg1"/>
                </a:solidFill>
                <a:latin typeface="Times New Roman"/>
                <a:cs typeface="Times New Roman"/>
              </a:rPr>
              <a:t>n</a:t>
            </a:r>
            <a:r>
              <a:rPr sz="2647" dirty="0">
                <a:solidFill>
                  <a:schemeClr val="bg1"/>
                </a:solidFill>
                <a:latin typeface="Times New Roman"/>
                <a:cs typeface="Times New Roman"/>
              </a:rPr>
              <a:t>	</a:t>
            </a:r>
            <a:r>
              <a:rPr sz="2647" spc="-110" dirty="0">
                <a:solidFill>
                  <a:schemeClr val="bg1"/>
                </a:solidFill>
                <a:latin typeface="Times New Roman"/>
                <a:cs typeface="Times New Roman"/>
              </a:rPr>
              <a:t>d’u</a:t>
            </a:r>
            <a:r>
              <a:rPr sz="2647" spc="-138" dirty="0">
                <a:solidFill>
                  <a:schemeClr val="bg1"/>
                </a:solidFill>
                <a:latin typeface="Times New Roman"/>
                <a:cs typeface="Times New Roman"/>
              </a:rPr>
              <a:t>n</a:t>
            </a:r>
            <a:r>
              <a:rPr sz="2647" spc="-105" dirty="0">
                <a:solidFill>
                  <a:schemeClr val="bg1"/>
                </a:solidFill>
                <a:latin typeface="Times New Roman"/>
                <a:cs typeface="Times New Roman"/>
              </a:rPr>
              <a:t>e</a:t>
            </a:r>
            <a:r>
              <a:rPr sz="2647" dirty="0">
                <a:solidFill>
                  <a:schemeClr val="bg1"/>
                </a:solidFill>
                <a:latin typeface="Times New Roman"/>
                <a:cs typeface="Times New Roman"/>
              </a:rPr>
              <a:t>	</a:t>
            </a:r>
            <a:r>
              <a:rPr sz="2647" spc="-176" dirty="0">
                <a:solidFill>
                  <a:schemeClr val="bg1"/>
                </a:solidFill>
                <a:latin typeface="Times New Roman"/>
                <a:cs typeface="Times New Roman"/>
              </a:rPr>
              <a:t>c</a:t>
            </a:r>
            <a:r>
              <a:rPr sz="2647" spc="-116" dirty="0">
                <a:solidFill>
                  <a:schemeClr val="bg1"/>
                </a:solidFill>
                <a:latin typeface="Times New Roman"/>
                <a:cs typeface="Times New Roman"/>
              </a:rPr>
              <a:t>o</a:t>
            </a:r>
            <a:r>
              <a:rPr sz="2647" spc="-110" dirty="0">
                <a:solidFill>
                  <a:schemeClr val="bg1"/>
                </a:solidFill>
                <a:latin typeface="Times New Roman"/>
                <a:cs typeface="Times New Roman"/>
              </a:rPr>
              <a:t>n</a:t>
            </a:r>
            <a:r>
              <a:rPr sz="2647" spc="-154" dirty="0">
                <a:solidFill>
                  <a:schemeClr val="bg1"/>
                </a:solidFill>
                <a:latin typeface="Times New Roman"/>
                <a:cs typeface="Times New Roman"/>
              </a:rPr>
              <a:t>fi</a:t>
            </a:r>
            <a:r>
              <a:rPr sz="2647" spc="-265" dirty="0">
                <a:solidFill>
                  <a:schemeClr val="bg1"/>
                </a:solidFill>
                <a:latin typeface="Times New Roman"/>
                <a:cs typeface="Times New Roman"/>
              </a:rPr>
              <a:t>g</a:t>
            </a:r>
            <a:r>
              <a:rPr sz="2647" spc="-99" dirty="0">
                <a:solidFill>
                  <a:schemeClr val="bg1"/>
                </a:solidFill>
                <a:latin typeface="Times New Roman"/>
                <a:cs typeface="Times New Roman"/>
              </a:rPr>
              <a:t>ura</a:t>
            </a:r>
            <a:r>
              <a:rPr sz="2647" spc="-83" dirty="0">
                <a:solidFill>
                  <a:schemeClr val="bg1"/>
                </a:solidFill>
                <a:latin typeface="Times New Roman"/>
                <a:cs typeface="Times New Roman"/>
              </a:rPr>
              <a:t>tion</a:t>
            </a:r>
            <a:r>
              <a:rPr sz="2647" dirty="0">
                <a:solidFill>
                  <a:schemeClr val="bg1"/>
                </a:solidFill>
                <a:latin typeface="Times New Roman"/>
                <a:cs typeface="Times New Roman"/>
              </a:rPr>
              <a:t>	</a:t>
            </a:r>
            <a:r>
              <a:rPr sz="2647" spc="-143" dirty="0">
                <a:solidFill>
                  <a:schemeClr val="bg1"/>
                </a:solidFill>
                <a:latin typeface="Times New Roman"/>
                <a:cs typeface="Times New Roman"/>
              </a:rPr>
              <a:t>qu</a:t>
            </a:r>
            <a:r>
              <a:rPr sz="2647" spc="-83" dirty="0">
                <a:solidFill>
                  <a:schemeClr val="bg1"/>
                </a:solidFill>
                <a:latin typeface="Times New Roman"/>
                <a:cs typeface="Times New Roman"/>
              </a:rPr>
              <a:t>i</a:t>
            </a:r>
            <a:r>
              <a:rPr sz="2647" dirty="0">
                <a:solidFill>
                  <a:schemeClr val="bg1"/>
                </a:solidFill>
                <a:latin typeface="Times New Roman"/>
                <a:cs typeface="Times New Roman"/>
              </a:rPr>
              <a:t>	</a:t>
            </a:r>
            <a:r>
              <a:rPr sz="2647" spc="-105" dirty="0">
                <a:solidFill>
                  <a:schemeClr val="bg1"/>
                </a:solidFill>
                <a:latin typeface="Times New Roman"/>
                <a:cs typeface="Times New Roman"/>
              </a:rPr>
              <a:t>soit</a:t>
            </a:r>
            <a:r>
              <a:rPr sz="2647" dirty="0">
                <a:solidFill>
                  <a:schemeClr val="bg1"/>
                </a:solidFill>
                <a:latin typeface="Times New Roman"/>
                <a:cs typeface="Times New Roman"/>
              </a:rPr>
              <a:t>	</a:t>
            </a:r>
            <a:r>
              <a:rPr sz="2647" spc="-187" dirty="0">
                <a:solidFill>
                  <a:schemeClr val="bg1"/>
                </a:solidFill>
                <a:latin typeface="Times New Roman"/>
                <a:cs typeface="Times New Roman"/>
              </a:rPr>
              <a:t>m</a:t>
            </a:r>
            <a:r>
              <a:rPr sz="2647" spc="-99" dirty="0">
                <a:solidFill>
                  <a:schemeClr val="bg1"/>
                </a:solidFill>
                <a:latin typeface="Times New Roman"/>
                <a:cs typeface="Times New Roman"/>
              </a:rPr>
              <a:t>e</a:t>
            </a:r>
            <a:r>
              <a:rPr sz="2647" spc="-94" dirty="0">
                <a:solidFill>
                  <a:schemeClr val="bg1"/>
                </a:solidFill>
                <a:latin typeface="Times New Roman"/>
                <a:cs typeface="Times New Roman"/>
              </a:rPr>
              <a:t>ill</a:t>
            </a:r>
            <a:r>
              <a:rPr sz="2647" spc="-171" dirty="0">
                <a:solidFill>
                  <a:schemeClr val="bg1"/>
                </a:solidFill>
                <a:latin typeface="Times New Roman"/>
                <a:cs typeface="Times New Roman"/>
              </a:rPr>
              <a:t>e</a:t>
            </a:r>
            <a:r>
              <a:rPr sz="2647" spc="-66" dirty="0">
                <a:solidFill>
                  <a:schemeClr val="bg1"/>
                </a:solidFill>
                <a:latin typeface="Times New Roman"/>
                <a:cs typeface="Times New Roman"/>
              </a:rPr>
              <a:t>ure</a:t>
            </a:r>
            <a:r>
              <a:rPr sz="2647" dirty="0">
                <a:solidFill>
                  <a:schemeClr val="bg1"/>
                </a:solidFill>
                <a:latin typeface="Times New Roman"/>
                <a:cs typeface="Times New Roman"/>
              </a:rPr>
              <a:t>	</a:t>
            </a:r>
            <a:r>
              <a:rPr sz="2647" spc="-116" dirty="0">
                <a:solidFill>
                  <a:schemeClr val="bg1"/>
                </a:solidFill>
                <a:latin typeface="Times New Roman"/>
                <a:cs typeface="Times New Roman"/>
              </a:rPr>
              <a:t>qu</a:t>
            </a:r>
            <a:r>
              <a:rPr sz="2647" spc="-110" dirty="0">
                <a:solidFill>
                  <a:schemeClr val="bg1"/>
                </a:solidFill>
                <a:latin typeface="Times New Roman"/>
                <a:cs typeface="Times New Roman"/>
              </a:rPr>
              <a:t>e</a:t>
            </a:r>
            <a:r>
              <a:rPr sz="2647" dirty="0">
                <a:solidFill>
                  <a:schemeClr val="bg1"/>
                </a:solidFill>
                <a:latin typeface="Times New Roman"/>
                <a:cs typeface="Times New Roman"/>
              </a:rPr>
              <a:t>	</a:t>
            </a:r>
            <a:r>
              <a:rPr sz="2647" spc="-50" dirty="0">
                <a:solidFill>
                  <a:schemeClr val="bg1"/>
                </a:solidFill>
                <a:latin typeface="Times New Roman"/>
                <a:cs typeface="Times New Roman"/>
              </a:rPr>
              <a:t>toute  </a:t>
            </a:r>
            <a:r>
              <a:rPr sz="2647" spc="-77" dirty="0">
                <a:solidFill>
                  <a:schemeClr val="bg1"/>
                </a:solidFill>
                <a:latin typeface="Times New Roman"/>
                <a:cs typeface="Times New Roman"/>
              </a:rPr>
              <a:t>autre</a:t>
            </a:r>
            <a:r>
              <a:rPr sz="2647" spc="-66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647" spc="-138" dirty="0">
                <a:solidFill>
                  <a:schemeClr val="bg1"/>
                </a:solidFill>
                <a:latin typeface="Times New Roman"/>
                <a:cs typeface="Times New Roman"/>
              </a:rPr>
              <a:t>suivant</a:t>
            </a:r>
            <a:r>
              <a:rPr sz="2647" spc="-105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647" spc="-110" dirty="0">
                <a:solidFill>
                  <a:schemeClr val="bg1"/>
                </a:solidFill>
                <a:latin typeface="Times New Roman"/>
                <a:cs typeface="Times New Roman"/>
              </a:rPr>
              <a:t>un</a:t>
            </a:r>
            <a:r>
              <a:rPr sz="2647" spc="-77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647" spc="-61" dirty="0">
                <a:solidFill>
                  <a:schemeClr val="bg1"/>
                </a:solidFill>
                <a:latin typeface="Times New Roman"/>
                <a:cs typeface="Times New Roman"/>
              </a:rPr>
              <a:t>critère</a:t>
            </a:r>
            <a:r>
              <a:rPr sz="2647" spc="-5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647" spc="-143" dirty="0">
                <a:solidFill>
                  <a:schemeClr val="bg1"/>
                </a:solidFill>
                <a:latin typeface="Times New Roman"/>
                <a:cs typeface="Times New Roman"/>
              </a:rPr>
              <a:t>spécifique</a:t>
            </a:r>
            <a:endParaRPr sz="2647" dirty="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839033" y="7326493"/>
            <a:ext cx="175066" cy="375429"/>
          </a:xfrm>
          <a:prstGeom prst="rect">
            <a:avLst/>
          </a:prstGeom>
        </p:spPr>
        <p:txBody>
          <a:bodyPr vert="horz" wrap="square" lIns="0" tIns="2101" rIns="0" bIns="0" rtlCol="0">
            <a:spAutoFit/>
          </a:bodyPr>
          <a:lstStyle/>
          <a:p>
            <a:pPr marL="42017">
              <a:spcBef>
                <a:spcPts val="17"/>
              </a:spcBef>
            </a:pPr>
            <a:fld id="{81D60167-4931-47E6-BA6A-407CBD079E47}" type="slidenum">
              <a:rPr sz="1213" dirty="0">
                <a:solidFill>
                  <a:srgbClr val="C00000"/>
                </a:solidFill>
                <a:latin typeface="Franklin Gothic Medium"/>
                <a:cs typeface="Franklin Gothic Medium"/>
              </a:rPr>
              <a:pPr marL="42017">
                <a:spcBef>
                  <a:spcPts val="17"/>
                </a:spcBef>
              </a:pPr>
              <a:t>8</a:t>
            </a:fld>
            <a:endParaRPr sz="1213">
              <a:latin typeface="Franklin Gothic Medium"/>
              <a:cs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2844460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object 3"/>
          <p:cNvGrpSpPr/>
          <p:nvPr/>
        </p:nvGrpSpPr>
        <p:grpSpPr>
          <a:xfrm>
            <a:off x="774700" y="3781425"/>
            <a:ext cx="9144000" cy="3429000"/>
            <a:chOff x="772668" y="3779519"/>
            <a:chExt cx="9144000" cy="3429000"/>
          </a:xfrm>
        </p:grpSpPr>
        <p:pic>
          <p:nvPicPr>
            <p:cNvPr id="22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2668" y="3779520"/>
              <a:ext cx="9143999" cy="3429000"/>
            </a:xfrm>
            <a:prstGeom prst="rect">
              <a:avLst/>
            </a:prstGeom>
          </p:spPr>
        </p:pic>
        <p:pic>
          <p:nvPicPr>
            <p:cNvPr id="23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1812" y="3781044"/>
              <a:ext cx="5925311" cy="1024127"/>
            </a:xfrm>
            <a:prstGeom prst="rect">
              <a:avLst/>
            </a:prstGeom>
          </p:spPr>
        </p:pic>
        <p:pic>
          <p:nvPicPr>
            <p:cNvPr id="24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25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26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27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28" name="object 10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11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4" name="object 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53051" y="1456100"/>
            <a:ext cx="201675" cy="2043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325589" y="1938891"/>
            <a:ext cx="187670" cy="19607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168757" y="1154312"/>
            <a:ext cx="4179174" cy="1045106"/>
          </a:xfrm>
          <a:prstGeom prst="rect">
            <a:avLst/>
          </a:prstGeom>
        </p:spPr>
        <p:txBody>
          <a:bodyPr vert="horz" wrap="square" lIns="0" tIns="105740" rIns="0" bIns="0" rtlCol="0">
            <a:spAutoFit/>
          </a:bodyPr>
          <a:lstStyle/>
          <a:p>
            <a:pPr marL="14006">
              <a:spcBef>
                <a:spcPts val="833"/>
              </a:spcBef>
            </a:pPr>
            <a:r>
              <a:rPr sz="2867" spc="-132" dirty="0">
                <a:solidFill>
                  <a:schemeClr val="bg1"/>
                </a:solidFill>
                <a:latin typeface="Times New Roman"/>
                <a:cs typeface="Times New Roman"/>
              </a:rPr>
              <a:t>Exemple:</a:t>
            </a:r>
            <a:endParaRPr sz="2867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525209">
              <a:spcBef>
                <a:spcPts val="673"/>
              </a:spcBef>
            </a:pPr>
            <a:r>
              <a:rPr sz="2647" b="1" spc="33" dirty="0">
                <a:solidFill>
                  <a:schemeClr val="bg1"/>
                </a:solidFill>
                <a:latin typeface="Times New Roman"/>
                <a:cs typeface="Times New Roman"/>
              </a:rPr>
              <a:t>Do</a:t>
            </a:r>
            <a:r>
              <a:rPr sz="2647" b="1" spc="17" dirty="0">
                <a:solidFill>
                  <a:schemeClr val="bg1"/>
                </a:solidFill>
                <a:latin typeface="Times New Roman"/>
                <a:cs typeface="Times New Roman"/>
              </a:rPr>
              <a:t>n</a:t>
            </a:r>
            <a:r>
              <a:rPr sz="2647" b="1" spc="6" dirty="0">
                <a:solidFill>
                  <a:schemeClr val="bg1"/>
                </a:solidFill>
                <a:latin typeface="Times New Roman"/>
                <a:cs typeface="Times New Roman"/>
              </a:rPr>
              <a:t>n</a:t>
            </a:r>
            <a:r>
              <a:rPr sz="2647" b="1" spc="17" dirty="0">
                <a:solidFill>
                  <a:schemeClr val="bg1"/>
                </a:solidFill>
                <a:latin typeface="Times New Roman"/>
                <a:cs typeface="Times New Roman"/>
              </a:rPr>
              <a:t>ées</a:t>
            </a:r>
            <a:r>
              <a:rPr sz="2647" b="1" spc="-61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647" spc="33" dirty="0">
                <a:solidFill>
                  <a:schemeClr val="bg1"/>
                </a:solidFill>
                <a:latin typeface="Times New Roman"/>
                <a:cs typeface="Times New Roman"/>
              </a:rPr>
              <a:t>:</a:t>
            </a:r>
            <a:r>
              <a:rPr sz="2647" spc="-61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647" spc="-149" dirty="0">
                <a:solidFill>
                  <a:schemeClr val="bg1"/>
                </a:solidFill>
                <a:latin typeface="Times New Roman"/>
                <a:cs typeface="Times New Roman"/>
              </a:rPr>
              <a:t>U</a:t>
            </a:r>
            <a:r>
              <a:rPr sz="2647" spc="-110" dirty="0">
                <a:solidFill>
                  <a:schemeClr val="bg1"/>
                </a:solidFill>
                <a:latin typeface="Times New Roman"/>
                <a:cs typeface="Times New Roman"/>
              </a:rPr>
              <a:t>n</a:t>
            </a:r>
            <a:r>
              <a:rPr sz="2647" spc="-77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647" spc="11" dirty="0">
                <a:solidFill>
                  <a:schemeClr val="bg1"/>
                </a:solidFill>
                <a:latin typeface="Times New Roman"/>
                <a:cs typeface="Times New Roman"/>
              </a:rPr>
              <a:t>r</a:t>
            </a:r>
            <a:r>
              <a:rPr sz="2647" spc="-99" dirty="0">
                <a:solidFill>
                  <a:schemeClr val="bg1"/>
                </a:solidFill>
                <a:latin typeface="Times New Roman"/>
                <a:cs typeface="Times New Roman"/>
              </a:rPr>
              <a:t>é</a:t>
            </a:r>
            <a:r>
              <a:rPr sz="2647" spc="-171" dirty="0">
                <a:solidFill>
                  <a:schemeClr val="bg1"/>
                </a:solidFill>
                <a:latin typeface="Times New Roman"/>
                <a:cs typeface="Times New Roman"/>
              </a:rPr>
              <a:t>sea</a:t>
            </a:r>
            <a:r>
              <a:rPr sz="2647" spc="-116" dirty="0">
                <a:solidFill>
                  <a:schemeClr val="bg1"/>
                </a:solidFill>
                <a:latin typeface="Times New Roman"/>
                <a:cs typeface="Times New Roman"/>
              </a:rPr>
              <a:t>u</a:t>
            </a:r>
            <a:r>
              <a:rPr sz="2647" spc="-99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647" spc="17" dirty="0">
                <a:solidFill>
                  <a:schemeClr val="bg1"/>
                </a:solidFill>
                <a:latin typeface="Times New Roman"/>
                <a:cs typeface="Times New Roman"/>
              </a:rPr>
              <a:t>r</a:t>
            </a:r>
            <a:r>
              <a:rPr sz="2647" spc="-116" dirty="0">
                <a:solidFill>
                  <a:schemeClr val="bg1"/>
                </a:solidFill>
                <a:latin typeface="Times New Roman"/>
                <a:cs typeface="Times New Roman"/>
              </a:rPr>
              <a:t>o</a:t>
            </a:r>
            <a:r>
              <a:rPr sz="2647" spc="-105" dirty="0">
                <a:solidFill>
                  <a:schemeClr val="bg1"/>
                </a:solidFill>
                <a:latin typeface="Times New Roman"/>
                <a:cs typeface="Times New Roman"/>
              </a:rPr>
              <a:t>u</a:t>
            </a:r>
            <a:r>
              <a:rPr sz="2647" spc="-55" dirty="0">
                <a:solidFill>
                  <a:schemeClr val="bg1"/>
                </a:solidFill>
                <a:latin typeface="Times New Roman"/>
                <a:cs typeface="Times New Roman"/>
              </a:rPr>
              <a:t>ti</a:t>
            </a:r>
            <a:r>
              <a:rPr sz="2647" spc="-83" dirty="0">
                <a:solidFill>
                  <a:schemeClr val="bg1"/>
                </a:solidFill>
                <a:latin typeface="Times New Roman"/>
                <a:cs typeface="Times New Roman"/>
              </a:rPr>
              <a:t>e</a:t>
            </a:r>
            <a:r>
              <a:rPr sz="2647" spc="28" dirty="0">
                <a:solidFill>
                  <a:schemeClr val="bg1"/>
                </a:solidFill>
                <a:latin typeface="Times New Roman"/>
                <a:cs typeface="Times New Roman"/>
              </a:rPr>
              <a:t>r</a:t>
            </a:r>
            <a:endParaRPr sz="2647" dirty="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80006" y="6045000"/>
            <a:ext cx="7285546" cy="987820"/>
          </a:xfrm>
          <a:prstGeom prst="rect">
            <a:avLst/>
          </a:prstGeom>
        </p:spPr>
        <p:txBody>
          <a:bodyPr vert="horz" wrap="square" lIns="0" tIns="95236" rIns="0" bIns="0" rtlCol="0">
            <a:spAutoFit/>
          </a:bodyPr>
          <a:lstStyle/>
          <a:p>
            <a:pPr marL="14006">
              <a:spcBef>
                <a:spcPts val="750"/>
              </a:spcBef>
            </a:pPr>
            <a:r>
              <a:rPr sz="2647" b="1" spc="6" dirty="0">
                <a:solidFill>
                  <a:schemeClr val="bg1"/>
                </a:solidFill>
                <a:latin typeface="Times New Roman"/>
                <a:cs typeface="Times New Roman"/>
              </a:rPr>
              <a:t>Question</a:t>
            </a:r>
            <a:r>
              <a:rPr sz="2647" spc="6" dirty="0">
                <a:solidFill>
                  <a:schemeClr val="bg1"/>
                </a:solidFill>
                <a:latin typeface="Times New Roman"/>
                <a:cs typeface="Times New Roman"/>
              </a:rPr>
              <a:t>:</a:t>
            </a:r>
            <a:r>
              <a:rPr sz="2647" spc="-61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647" spc="-94" dirty="0">
                <a:solidFill>
                  <a:schemeClr val="bg1"/>
                </a:solidFill>
                <a:latin typeface="Times New Roman"/>
                <a:cs typeface="Times New Roman"/>
              </a:rPr>
              <a:t>Trouver</a:t>
            </a:r>
            <a:r>
              <a:rPr sz="2647" spc="-83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647" spc="-105" dirty="0">
                <a:solidFill>
                  <a:schemeClr val="bg1"/>
                </a:solidFill>
                <a:latin typeface="Times New Roman"/>
                <a:cs typeface="Times New Roman"/>
              </a:rPr>
              <a:t>le</a:t>
            </a:r>
            <a:r>
              <a:rPr sz="2647" spc="-66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647" spc="-132" dirty="0">
                <a:solidFill>
                  <a:schemeClr val="bg1"/>
                </a:solidFill>
                <a:latin typeface="Times New Roman"/>
                <a:cs typeface="Times New Roman"/>
              </a:rPr>
              <a:t>plus</a:t>
            </a:r>
            <a:r>
              <a:rPr sz="2647" spc="-61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647" spc="-72" dirty="0">
                <a:solidFill>
                  <a:schemeClr val="bg1"/>
                </a:solidFill>
                <a:latin typeface="Times New Roman"/>
                <a:cs typeface="Times New Roman"/>
              </a:rPr>
              <a:t>court</a:t>
            </a:r>
            <a:r>
              <a:rPr sz="2647" spc="-5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647" spc="-143" dirty="0">
                <a:solidFill>
                  <a:schemeClr val="bg1"/>
                </a:solidFill>
                <a:latin typeface="Times New Roman"/>
                <a:cs typeface="Times New Roman"/>
              </a:rPr>
              <a:t>chemin</a:t>
            </a:r>
            <a:r>
              <a:rPr sz="2647" spc="-72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647" spc="-110" dirty="0">
                <a:solidFill>
                  <a:schemeClr val="bg1"/>
                </a:solidFill>
                <a:latin typeface="Times New Roman"/>
                <a:cs typeface="Times New Roman"/>
              </a:rPr>
              <a:t>de</a:t>
            </a:r>
            <a:r>
              <a:rPr sz="2647" spc="-66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647" spc="-199" dirty="0">
                <a:solidFill>
                  <a:schemeClr val="bg1"/>
                </a:solidFill>
                <a:latin typeface="Times New Roman"/>
                <a:cs typeface="Times New Roman"/>
              </a:rPr>
              <a:t>Gafsa</a:t>
            </a:r>
            <a:r>
              <a:rPr sz="2647" spc="-88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647" spc="-210" dirty="0">
                <a:solidFill>
                  <a:schemeClr val="bg1"/>
                </a:solidFill>
                <a:latin typeface="Times New Roman"/>
                <a:cs typeface="Times New Roman"/>
              </a:rPr>
              <a:t>à</a:t>
            </a:r>
            <a:r>
              <a:rPr sz="2647" spc="-66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647" spc="-138" dirty="0">
                <a:solidFill>
                  <a:schemeClr val="bg1"/>
                </a:solidFill>
                <a:latin typeface="Times New Roman"/>
                <a:cs typeface="Times New Roman"/>
              </a:rPr>
              <a:t>Tunis</a:t>
            </a:r>
            <a:r>
              <a:rPr sz="2647" spc="-83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647" spc="-347" dirty="0">
                <a:solidFill>
                  <a:schemeClr val="bg1"/>
                </a:solidFill>
                <a:latin typeface="Times New Roman"/>
                <a:cs typeface="Times New Roman"/>
              </a:rPr>
              <a:t>?</a:t>
            </a:r>
            <a:endParaRPr sz="2647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14006">
              <a:spcBef>
                <a:spcPts val="640"/>
              </a:spcBef>
              <a:tabLst>
                <a:tab pos="1371845" algn="l"/>
                <a:tab pos="1620443" algn="l"/>
                <a:tab pos="3086825" algn="l"/>
                <a:tab pos="3527300" algn="l"/>
                <a:tab pos="4744383" algn="l"/>
              </a:tabLst>
            </a:pPr>
            <a:r>
              <a:rPr sz="2647" b="1" spc="6" dirty="0">
                <a:solidFill>
                  <a:schemeClr val="bg1"/>
                </a:solidFill>
                <a:latin typeface="Times New Roman"/>
                <a:cs typeface="Times New Roman"/>
              </a:rPr>
              <a:t>Solution	</a:t>
            </a:r>
            <a:r>
              <a:rPr sz="2647" spc="33" dirty="0">
                <a:solidFill>
                  <a:schemeClr val="bg1"/>
                </a:solidFill>
                <a:latin typeface="Times New Roman"/>
                <a:cs typeface="Times New Roman"/>
              </a:rPr>
              <a:t>:	</a:t>
            </a:r>
            <a:r>
              <a:rPr sz="2647" spc="-116" dirty="0">
                <a:solidFill>
                  <a:schemeClr val="bg1"/>
                </a:solidFill>
                <a:latin typeface="Times New Roman"/>
                <a:cs typeface="Times New Roman"/>
              </a:rPr>
              <a:t>algorithme	</a:t>
            </a:r>
            <a:r>
              <a:rPr sz="2647" spc="-110" dirty="0">
                <a:solidFill>
                  <a:schemeClr val="bg1"/>
                </a:solidFill>
                <a:latin typeface="Times New Roman"/>
                <a:cs typeface="Times New Roman"/>
              </a:rPr>
              <a:t>de	</a:t>
            </a:r>
            <a:r>
              <a:rPr sz="2647" spc="-94" dirty="0">
                <a:solidFill>
                  <a:schemeClr val="bg1"/>
                </a:solidFill>
                <a:latin typeface="Times New Roman"/>
                <a:cs typeface="Times New Roman"/>
              </a:rPr>
              <a:t>Dijkstra,	</a:t>
            </a:r>
            <a:r>
              <a:rPr sz="2647" spc="-126" dirty="0">
                <a:solidFill>
                  <a:schemeClr val="bg1"/>
                </a:solidFill>
                <a:latin typeface="Times New Roman"/>
                <a:cs typeface="Times New Roman"/>
              </a:rPr>
              <a:t>Bellman-Ford.</a:t>
            </a:r>
            <a:endParaRPr sz="2647" dirty="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325589" y="6295093"/>
            <a:ext cx="187670" cy="196073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325589" y="6779115"/>
            <a:ext cx="187670" cy="19607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487966" y="2443640"/>
            <a:ext cx="3505801" cy="3465466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6065730" y="2993992"/>
            <a:ext cx="4098643" cy="1227807"/>
          </a:xfrm>
          <a:prstGeom prst="rect">
            <a:avLst/>
          </a:prstGeom>
        </p:spPr>
        <p:txBody>
          <a:bodyPr vert="horz" wrap="square" lIns="0" tIns="14005" rIns="0" bIns="0" rtlCol="0">
            <a:spAutoFit/>
          </a:bodyPr>
          <a:lstStyle/>
          <a:p>
            <a:pPr marL="14006">
              <a:spcBef>
                <a:spcPts val="110"/>
              </a:spcBef>
            </a:pPr>
            <a:r>
              <a:rPr sz="1985" b="1" spc="-61" dirty="0">
                <a:solidFill>
                  <a:schemeClr val="bg1"/>
                </a:solidFill>
                <a:latin typeface="Times New Roman"/>
                <a:cs typeface="Times New Roman"/>
              </a:rPr>
              <a:t>Graphe</a:t>
            </a:r>
            <a:endParaRPr sz="1985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129551" indent="-116246">
              <a:spcBef>
                <a:spcPts val="83"/>
              </a:spcBef>
              <a:buSzPct val="94444"/>
              <a:buFont typeface="Wingdings"/>
              <a:buChar char=""/>
              <a:tabLst>
                <a:tab pos="130252" algn="l"/>
              </a:tabLst>
            </a:pPr>
            <a:r>
              <a:rPr sz="1985" b="1" spc="-17" dirty="0">
                <a:solidFill>
                  <a:schemeClr val="bg1"/>
                </a:solidFill>
                <a:latin typeface="Times New Roman"/>
                <a:cs typeface="Times New Roman"/>
              </a:rPr>
              <a:t>sommets</a:t>
            </a:r>
            <a:r>
              <a:rPr sz="1985" b="1" spc="-5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1985" dirty="0">
                <a:solidFill>
                  <a:schemeClr val="bg1"/>
                </a:solidFill>
                <a:latin typeface="Times New Roman"/>
                <a:cs typeface="Times New Roman"/>
              </a:rPr>
              <a:t>↔</a:t>
            </a:r>
            <a:r>
              <a:rPr sz="1985" spc="-88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1985" spc="-116" dirty="0">
                <a:solidFill>
                  <a:schemeClr val="bg1"/>
                </a:solidFill>
                <a:latin typeface="Times New Roman"/>
                <a:cs typeface="Times New Roman"/>
              </a:rPr>
              <a:t>villes</a:t>
            </a:r>
            <a:endParaRPr sz="1985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129551" indent="-116246">
              <a:lnSpc>
                <a:spcPts val="2343"/>
              </a:lnSpc>
              <a:buSzPct val="94444"/>
              <a:buFont typeface="Wingdings"/>
              <a:buChar char=""/>
              <a:tabLst>
                <a:tab pos="130252" algn="l"/>
              </a:tabLst>
            </a:pPr>
            <a:r>
              <a:rPr sz="1985" b="1" spc="-50" dirty="0">
                <a:solidFill>
                  <a:schemeClr val="bg1"/>
                </a:solidFill>
                <a:latin typeface="Times New Roman"/>
                <a:cs typeface="Times New Roman"/>
              </a:rPr>
              <a:t>arcs</a:t>
            </a:r>
            <a:r>
              <a:rPr sz="1985" b="1" spc="-61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1985" dirty="0">
                <a:solidFill>
                  <a:schemeClr val="bg1"/>
                </a:solidFill>
                <a:latin typeface="Times New Roman"/>
                <a:cs typeface="Times New Roman"/>
              </a:rPr>
              <a:t>↔</a:t>
            </a:r>
            <a:r>
              <a:rPr sz="1985" spc="-72" dirty="0">
                <a:solidFill>
                  <a:schemeClr val="bg1"/>
                </a:solidFill>
                <a:latin typeface="Times New Roman"/>
                <a:cs typeface="Times New Roman"/>
              </a:rPr>
              <a:t> routes</a:t>
            </a:r>
            <a:endParaRPr sz="1985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184873" indent="-171568">
              <a:lnSpc>
                <a:spcPts val="2343"/>
              </a:lnSpc>
              <a:buSzPct val="94444"/>
              <a:buFont typeface="Wingdings"/>
              <a:buChar char=""/>
              <a:tabLst>
                <a:tab pos="185574" algn="l"/>
              </a:tabLst>
            </a:pPr>
            <a:r>
              <a:rPr sz="1985" b="1" spc="22" dirty="0">
                <a:solidFill>
                  <a:schemeClr val="bg1"/>
                </a:solidFill>
                <a:latin typeface="Times New Roman"/>
                <a:cs typeface="Times New Roman"/>
              </a:rPr>
              <a:t>poids</a:t>
            </a:r>
            <a:r>
              <a:rPr sz="1985" b="1" spc="-77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1985" spc="-83" dirty="0">
                <a:solidFill>
                  <a:schemeClr val="bg1"/>
                </a:solidFill>
                <a:latin typeface="Times New Roman"/>
                <a:cs typeface="Times New Roman"/>
              </a:rPr>
              <a:t>sur</a:t>
            </a:r>
            <a:r>
              <a:rPr sz="1985" spc="-44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1985" spc="-110" dirty="0">
                <a:solidFill>
                  <a:schemeClr val="bg1"/>
                </a:solidFill>
                <a:latin typeface="Times New Roman"/>
                <a:cs typeface="Times New Roman"/>
              </a:rPr>
              <a:t>les</a:t>
            </a:r>
            <a:r>
              <a:rPr sz="1985" spc="-39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1985" spc="-105" dirty="0">
                <a:solidFill>
                  <a:schemeClr val="bg1"/>
                </a:solidFill>
                <a:latin typeface="Times New Roman"/>
                <a:cs typeface="Times New Roman"/>
              </a:rPr>
              <a:t>arcs</a:t>
            </a:r>
            <a:r>
              <a:rPr sz="1985" spc="-61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1985" spc="-88" dirty="0">
                <a:solidFill>
                  <a:schemeClr val="bg1"/>
                </a:solidFill>
                <a:latin typeface="Times New Roman"/>
                <a:cs typeface="Times New Roman"/>
              </a:rPr>
              <a:t>:distance</a:t>
            </a:r>
            <a:r>
              <a:rPr sz="1985" spc="-6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1985" spc="-50" dirty="0">
                <a:solidFill>
                  <a:schemeClr val="bg1"/>
                </a:solidFill>
                <a:latin typeface="Times New Roman"/>
                <a:cs typeface="Times New Roman"/>
              </a:rPr>
              <a:t>entre</a:t>
            </a:r>
            <a:r>
              <a:rPr sz="1985" spc="-61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1985" spc="-110" dirty="0">
                <a:solidFill>
                  <a:schemeClr val="bg1"/>
                </a:solidFill>
                <a:latin typeface="Times New Roman"/>
                <a:cs typeface="Times New Roman"/>
              </a:rPr>
              <a:t>les</a:t>
            </a:r>
            <a:r>
              <a:rPr sz="1985" spc="391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1985" spc="-116" dirty="0">
                <a:solidFill>
                  <a:schemeClr val="bg1"/>
                </a:solidFill>
                <a:latin typeface="Times New Roman"/>
                <a:cs typeface="Times New Roman"/>
              </a:rPr>
              <a:t>villes</a:t>
            </a:r>
            <a:endParaRPr sz="1985" dirty="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185359" y="3620084"/>
            <a:ext cx="645643" cy="319320"/>
            <a:chOff x="4425696" y="3282696"/>
            <a:chExt cx="585470" cy="289560"/>
          </a:xfrm>
        </p:grpSpPr>
        <p:sp>
          <p:nvSpPr>
            <p:cNvPr id="15" name="object 15"/>
            <p:cNvSpPr/>
            <p:nvPr/>
          </p:nvSpPr>
          <p:spPr>
            <a:xfrm>
              <a:off x="4430268" y="3287267"/>
              <a:ext cx="576580" cy="280670"/>
            </a:xfrm>
            <a:custGeom>
              <a:avLst/>
              <a:gdLst/>
              <a:ahLst/>
              <a:cxnLst/>
              <a:rect l="l" t="t" r="r" b="b"/>
              <a:pathLst>
                <a:path w="576579" h="280670">
                  <a:moveTo>
                    <a:pt x="17995" y="70104"/>
                  </a:moveTo>
                  <a:lnTo>
                    <a:pt x="0" y="70104"/>
                  </a:lnTo>
                  <a:lnTo>
                    <a:pt x="0" y="210312"/>
                  </a:lnTo>
                  <a:lnTo>
                    <a:pt x="17995" y="210312"/>
                  </a:lnTo>
                  <a:lnTo>
                    <a:pt x="17995" y="70104"/>
                  </a:lnTo>
                  <a:close/>
                </a:path>
                <a:path w="576579" h="280670">
                  <a:moveTo>
                    <a:pt x="71945" y="70104"/>
                  </a:moveTo>
                  <a:lnTo>
                    <a:pt x="35941" y="70104"/>
                  </a:lnTo>
                  <a:lnTo>
                    <a:pt x="35941" y="210312"/>
                  </a:lnTo>
                  <a:lnTo>
                    <a:pt x="71945" y="210312"/>
                  </a:lnTo>
                  <a:lnTo>
                    <a:pt x="71945" y="70104"/>
                  </a:lnTo>
                  <a:close/>
                </a:path>
                <a:path w="576579" h="280670">
                  <a:moveTo>
                    <a:pt x="576072" y="140208"/>
                  </a:moveTo>
                  <a:lnTo>
                    <a:pt x="432054" y="0"/>
                  </a:lnTo>
                  <a:lnTo>
                    <a:pt x="432054" y="70104"/>
                  </a:lnTo>
                  <a:lnTo>
                    <a:pt x="90043" y="70104"/>
                  </a:lnTo>
                  <a:lnTo>
                    <a:pt x="90043" y="210312"/>
                  </a:lnTo>
                  <a:lnTo>
                    <a:pt x="432054" y="210312"/>
                  </a:lnTo>
                  <a:lnTo>
                    <a:pt x="432054" y="280428"/>
                  </a:lnTo>
                  <a:lnTo>
                    <a:pt x="576072" y="140208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 sz="1985"/>
            </a:p>
          </p:txBody>
        </p:sp>
        <p:sp>
          <p:nvSpPr>
            <p:cNvPr id="16" name="object 16"/>
            <p:cNvSpPr/>
            <p:nvPr/>
          </p:nvSpPr>
          <p:spPr>
            <a:xfrm>
              <a:off x="4430268" y="3287268"/>
              <a:ext cx="576580" cy="280670"/>
            </a:xfrm>
            <a:custGeom>
              <a:avLst/>
              <a:gdLst/>
              <a:ahLst/>
              <a:cxnLst/>
              <a:rect l="l" t="t" r="r" b="b"/>
              <a:pathLst>
                <a:path w="576579" h="280670">
                  <a:moveTo>
                    <a:pt x="432054" y="0"/>
                  </a:moveTo>
                  <a:lnTo>
                    <a:pt x="432054" y="70104"/>
                  </a:lnTo>
                  <a:lnTo>
                    <a:pt x="90043" y="70104"/>
                  </a:lnTo>
                  <a:lnTo>
                    <a:pt x="90043" y="210312"/>
                  </a:lnTo>
                  <a:lnTo>
                    <a:pt x="432054" y="210312"/>
                  </a:lnTo>
                  <a:lnTo>
                    <a:pt x="432054" y="280416"/>
                  </a:lnTo>
                  <a:lnTo>
                    <a:pt x="576072" y="140208"/>
                  </a:lnTo>
                  <a:lnTo>
                    <a:pt x="432054" y="0"/>
                  </a:lnTo>
                  <a:close/>
                </a:path>
                <a:path w="576579" h="280670">
                  <a:moveTo>
                    <a:pt x="35941" y="210312"/>
                  </a:moveTo>
                  <a:lnTo>
                    <a:pt x="71945" y="210312"/>
                  </a:lnTo>
                  <a:lnTo>
                    <a:pt x="71945" y="70103"/>
                  </a:lnTo>
                  <a:lnTo>
                    <a:pt x="35941" y="70103"/>
                  </a:lnTo>
                  <a:lnTo>
                    <a:pt x="35941" y="210312"/>
                  </a:lnTo>
                  <a:close/>
                </a:path>
                <a:path w="576579" h="280670">
                  <a:moveTo>
                    <a:pt x="0" y="210312"/>
                  </a:moveTo>
                  <a:lnTo>
                    <a:pt x="18002" y="210312"/>
                  </a:lnTo>
                  <a:lnTo>
                    <a:pt x="18002" y="70103"/>
                  </a:lnTo>
                  <a:lnTo>
                    <a:pt x="0" y="70103"/>
                  </a:lnTo>
                  <a:lnTo>
                    <a:pt x="0" y="210312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985"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9839033" y="7326493"/>
            <a:ext cx="175066" cy="375429"/>
          </a:xfrm>
          <a:prstGeom prst="rect">
            <a:avLst/>
          </a:prstGeom>
        </p:spPr>
        <p:txBody>
          <a:bodyPr vert="horz" wrap="square" lIns="0" tIns="2101" rIns="0" bIns="0" rtlCol="0">
            <a:spAutoFit/>
          </a:bodyPr>
          <a:lstStyle/>
          <a:p>
            <a:pPr marL="42017">
              <a:spcBef>
                <a:spcPts val="17"/>
              </a:spcBef>
            </a:pPr>
            <a:fld id="{81D60167-4931-47E6-BA6A-407CBD079E47}" type="slidenum">
              <a:rPr sz="1213" dirty="0">
                <a:solidFill>
                  <a:srgbClr val="C00000"/>
                </a:solidFill>
                <a:latin typeface="Franklin Gothic Medium"/>
                <a:cs typeface="Franklin Gothic Medium"/>
              </a:rPr>
              <a:pPr marL="42017">
                <a:spcBef>
                  <a:spcPts val="17"/>
                </a:spcBef>
              </a:pPr>
              <a:t>9</a:t>
            </a:fld>
            <a:endParaRPr sz="1213">
              <a:latin typeface="Franklin Gothic Medium"/>
              <a:cs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1681460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object 3"/>
          <p:cNvGrpSpPr/>
          <p:nvPr/>
        </p:nvGrpSpPr>
        <p:grpSpPr>
          <a:xfrm>
            <a:off x="774700" y="3781425"/>
            <a:ext cx="9144000" cy="3429000"/>
            <a:chOff x="772668" y="3779519"/>
            <a:chExt cx="9144000" cy="3429000"/>
          </a:xfrm>
        </p:grpSpPr>
        <p:pic>
          <p:nvPicPr>
            <p:cNvPr id="30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2668" y="3779520"/>
              <a:ext cx="9143999" cy="3429000"/>
            </a:xfrm>
            <a:prstGeom prst="rect">
              <a:avLst/>
            </a:prstGeom>
          </p:spPr>
        </p:pic>
        <p:pic>
          <p:nvPicPr>
            <p:cNvPr id="31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1812" y="3781044"/>
              <a:ext cx="5925311" cy="1024127"/>
            </a:xfrm>
            <a:prstGeom prst="rect">
              <a:avLst/>
            </a:prstGeom>
          </p:spPr>
        </p:pic>
        <p:pic>
          <p:nvPicPr>
            <p:cNvPr id="32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33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34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35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36" name="object 10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11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" name="object 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53051" y="1456100"/>
            <a:ext cx="201675" cy="2043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325589" y="1938891"/>
            <a:ext cx="187670" cy="1960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325589" y="2422913"/>
            <a:ext cx="187670" cy="19607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168758" y="1154312"/>
            <a:ext cx="8744195" cy="1936761"/>
          </a:xfrm>
          <a:prstGeom prst="rect">
            <a:avLst/>
          </a:prstGeom>
        </p:spPr>
        <p:txBody>
          <a:bodyPr vert="horz" wrap="square" lIns="0" tIns="105740" rIns="0" bIns="0" rtlCol="0">
            <a:spAutoFit/>
          </a:bodyPr>
          <a:lstStyle/>
          <a:p>
            <a:pPr marL="14006">
              <a:spcBef>
                <a:spcPts val="833"/>
              </a:spcBef>
            </a:pPr>
            <a:r>
              <a:rPr sz="2867" spc="-176" dirty="0">
                <a:solidFill>
                  <a:schemeClr val="bg1"/>
                </a:solidFill>
                <a:latin typeface="Times New Roman"/>
                <a:cs typeface="Times New Roman"/>
              </a:rPr>
              <a:t>U</a:t>
            </a:r>
            <a:r>
              <a:rPr sz="2867" spc="-121" dirty="0">
                <a:solidFill>
                  <a:schemeClr val="bg1"/>
                </a:solidFill>
                <a:latin typeface="Times New Roman"/>
                <a:cs typeface="Times New Roman"/>
              </a:rPr>
              <a:t>n</a:t>
            </a:r>
            <a:r>
              <a:rPr sz="2867" spc="-66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867" spc="-143" dirty="0">
                <a:solidFill>
                  <a:schemeClr val="bg1"/>
                </a:solidFill>
                <a:latin typeface="Times New Roman"/>
                <a:cs typeface="Times New Roman"/>
              </a:rPr>
              <a:t>gr</a:t>
            </a:r>
            <a:r>
              <a:rPr sz="2867" spc="-176" dirty="0">
                <a:solidFill>
                  <a:schemeClr val="bg1"/>
                </a:solidFill>
                <a:latin typeface="Times New Roman"/>
                <a:cs typeface="Times New Roman"/>
              </a:rPr>
              <a:t>a</a:t>
            </a:r>
            <a:r>
              <a:rPr sz="2867" spc="-143" dirty="0">
                <a:solidFill>
                  <a:schemeClr val="bg1"/>
                </a:solidFill>
                <a:latin typeface="Times New Roman"/>
                <a:cs typeface="Times New Roman"/>
              </a:rPr>
              <a:t>p</a:t>
            </a:r>
            <a:r>
              <a:rPr sz="2867" spc="-193" dirty="0">
                <a:solidFill>
                  <a:schemeClr val="bg1"/>
                </a:solidFill>
                <a:latin typeface="Times New Roman"/>
                <a:cs typeface="Times New Roman"/>
              </a:rPr>
              <a:t>h</a:t>
            </a:r>
            <a:r>
              <a:rPr sz="2867" spc="-116" dirty="0">
                <a:solidFill>
                  <a:schemeClr val="bg1"/>
                </a:solidFill>
                <a:latin typeface="Times New Roman"/>
                <a:cs typeface="Times New Roman"/>
              </a:rPr>
              <a:t>e</a:t>
            </a:r>
            <a:r>
              <a:rPr sz="2867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867" spc="-199" dirty="0">
                <a:solidFill>
                  <a:schemeClr val="bg1"/>
                </a:solidFill>
                <a:latin typeface="Times New Roman"/>
                <a:cs typeface="Times New Roman"/>
              </a:rPr>
              <a:t>G</a:t>
            </a:r>
            <a:r>
              <a:rPr sz="2867" spc="-83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867" spc="287" dirty="0">
                <a:solidFill>
                  <a:schemeClr val="bg1"/>
                </a:solidFill>
                <a:latin typeface="Times New Roman"/>
                <a:cs typeface="Times New Roman"/>
              </a:rPr>
              <a:t>=</a:t>
            </a:r>
            <a:r>
              <a:rPr sz="2867" spc="-61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867" spc="-17" dirty="0">
                <a:solidFill>
                  <a:schemeClr val="bg1"/>
                </a:solidFill>
                <a:latin typeface="Times New Roman"/>
                <a:cs typeface="Times New Roman"/>
              </a:rPr>
              <a:t>&lt;S,A&gt;</a:t>
            </a:r>
            <a:r>
              <a:rPr sz="2867" spc="-33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867" spc="-99" dirty="0">
                <a:solidFill>
                  <a:schemeClr val="bg1"/>
                </a:solidFill>
                <a:latin typeface="Times New Roman"/>
                <a:cs typeface="Times New Roman"/>
              </a:rPr>
              <a:t>est</a:t>
            </a:r>
            <a:r>
              <a:rPr sz="2867" spc="-66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867" spc="-171" dirty="0">
                <a:solidFill>
                  <a:schemeClr val="bg1"/>
                </a:solidFill>
                <a:latin typeface="Times New Roman"/>
                <a:cs typeface="Times New Roman"/>
              </a:rPr>
              <a:t>la</a:t>
            </a:r>
            <a:r>
              <a:rPr sz="2867" spc="-72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867" spc="-143" dirty="0">
                <a:solidFill>
                  <a:schemeClr val="bg1"/>
                </a:solidFill>
                <a:latin typeface="Times New Roman"/>
                <a:cs typeface="Times New Roman"/>
              </a:rPr>
              <a:t>donn</a:t>
            </a:r>
            <a:r>
              <a:rPr sz="2867" spc="-116" dirty="0">
                <a:solidFill>
                  <a:schemeClr val="bg1"/>
                </a:solidFill>
                <a:latin typeface="Times New Roman"/>
                <a:cs typeface="Times New Roman"/>
              </a:rPr>
              <a:t>ée</a:t>
            </a:r>
            <a:r>
              <a:rPr sz="2867" spc="-17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867" spc="39" dirty="0">
                <a:solidFill>
                  <a:schemeClr val="bg1"/>
                </a:solidFill>
                <a:latin typeface="Times New Roman"/>
                <a:cs typeface="Times New Roman"/>
              </a:rPr>
              <a:t>:</a:t>
            </a:r>
            <a:endParaRPr sz="2867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525209">
              <a:spcBef>
                <a:spcPts val="673"/>
              </a:spcBef>
            </a:pPr>
            <a:r>
              <a:rPr sz="2647" spc="-126" dirty="0">
                <a:solidFill>
                  <a:schemeClr val="bg1"/>
                </a:solidFill>
                <a:latin typeface="Times New Roman"/>
                <a:cs typeface="Times New Roman"/>
              </a:rPr>
              <a:t>Un</a:t>
            </a:r>
            <a:r>
              <a:rPr sz="2647" spc="-77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647" spc="-126" dirty="0">
                <a:solidFill>
                  <a:schemeClr val="bg1"/>
                </a:solidFill>
                <a:latin typeface="Times New Roman"/>
                <a:cs typeface="Times New Roman"/>
              </a:rPr>
              <a:t>ensemble</a:t>
            </a:r>
            <a:r>
              <a:rPr sz="2647" spc="-83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647" spc="-369" dirty="0">
                <a:solidFill>
                  <a:schemeClr val="bg1"/>
                </a:solidFill>
                <a:latin typeface="Times New Roman"/>
                <a:cs typeface="Times New Roman"/>
              </a:rPr>
              <a:t>S</a:t>
            </a:r>
            <a:r>
              <a:rPr sz="2647" spc="-358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647" spc="-72" dirty="0">
                <a:solidFill>
                  <a:schemeClr val="bg1"/>
                </a:solidFill>
                <a:latin typeface="Times New Roman"/>
                <a:cs typeface="Times New Roman"/>
              </a:rPr>
              <a:t>dont</a:t>
            </a:r>
            <a:r>
              <a:rPr sz="2647" spc="-94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647" spc="-138" dirty="0">
                <a:solidFill>
                  <a:schemeClr val="bg1"/>
                </a:solidFill>
                <a:latin typeface="Times New Roman"/>
                <a:cs typeface="Times New Roman"/>
              </a:rPr>
              <a:t>les</a:t>
            </a:r>
            <a:r>
              <a:rPr sz="2647" spc="-83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647" spc="-105" dirty="0">
                <a:solidFill>
                  <a:schemeClr val="bg1"/>
                </a:solidFill>
                <a:latin typeface="Times New Roman"/>
                <a:cs typeface="Times New Roman"/>
              </a:rPr>
              <a:t>éléments</a:t>
            </a:r>
            <a:r>
              <a:rPr sz="2647" spc="-77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647" spc="-99" dirty="0">
                <a:solidFill>
                  <a:schemeClr val="bg1"/>
                </a:solidFill>
                <a:latin typeface="Times New Roman"/>
                <a:cs typeface="Times New Roman"/>
              </a:rPr>
              <a:t>sont</a:t>
            </a:r>
            <a:r>
              <a:rPr sz="2647" spc="-83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647" spc="-138" dirty="0">
                <a:solidFill>
                  <a:schemeClr val="bg1"/>
                </a:solidFill>
                <a:latin typeface="Times New Roman"/>
                <a:cs typeface="Times New Roman"/>
              </a:rPr>
              <a:t>les</a:t>
            </a:r>
            <a:r>
              <a:rPr sz="2647" spc="-83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647" spc="-126" dirty="0">
                <a:solidFill>
                  <a:schemeClr val="bg1"/>
                </a:solidFill>
                <a:latin typeface="Times New Roman"/>
                <a:cs typeface="Times New Roman"/>
              </a:rPr>
              <a:t>sommets</a:t>
            </a:r>
            <a:r>
              <a:rPr sz="2647" spc="-61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647" spc="-116" dirty="0">
                <a:solidFill>
                  <a:schemeClr val="bg1"/>
                </a:solidFill>
                <a:latin typeface="Times New Roman"/>
                <a:cs typeface="Times New Roman"/>
              </a:rPr>
              <a:t>du</a:t>
            </a:r>
            <a:r>
              <a:rPr sz="2647" spc="-77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647" spc="-132" dirty="0">
                <a:solidFill>
                  <a:schemeClr val="bg1"/>
                </a:solidFill>
                <a:latin typeface="Times New Roman"/>
                <a:cs typeface="Times New Roman"/>
              </a:rPr>
              <a:t>graphe</a:t>
            </a:r>
            <a:endParaRPr sz="2647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525209">
              <a:spcBef>
                <a:spcPts val="634"/>
              </a:spcBef>
              <a:tabLst>
                <a:tab pos="1045515" algn="l"/>
                <a:tab pos="3365536" algn="l"/>
                <a:tab pos="5154746" algn="l"/>
                <a:tab pos="5689759" algn="l"/>
                <a:tab pos="6543398" algn="l"/>
                <a:tab pos="7629529" algn="l"/>
                <a:tab pos="8345913" algn="l"/>
              </a:tabLst>
            </a:pPr>
            <a:r>
              <a:rPr sz="2647" spc="-149" dirty="0">
                <a:solidFill>
                  <a:schemeClr val="bg1"/>
                </a:solidFill>
                <a:latin typeface="Times New Roman"/>
                <a:cs typeface="Times New Roman"/>
              </a:rPr>
              <a:t>U</a:t>
            </a:r>
            <a:r>
              <a:rPr sz="2647" spc="-105" dirty="0">
                <a:solidFill>
                  <a:schemeClr val="bg1"/>
                </a:solidFill>
                <a:latin typeface="Times New Roman"/>
                <a:cs typeface="Times New Roman"/>
              </a:rPr>
              <a:t>n</a:t>
            </a:r>
            <a:r>
              <a:rPr sz="2647" dirty="0">
                <a:solidFill>
                  <a:schemeClr val="bg1"/>
                </a:solidFill>
                <a:latin typeface="Times New Roman"/>
                <a:cs typeface="Times New Roman"/>
              </a:rPr>
              <a:t>	</a:t>
            </a:r>
            <a:r>
              <a:rPr sz="2647" spc="-121" dirty="0">
                <a:solidFill>
                  <a:schemeClr val="bg1"/>
                </a:solidFill>
                <a:latin typeface="Times New Roman"/>
                <a:cs typeface="Times New Roman"/>
              </a:rPr>
              <a:t>e</a:t>
            </a:r>
            <a:r>
              <a:rPr sz="2647" spc="-143" dirty="0">
                <a:solidFill>
                  <a:schemeClr val="bg1"/>
                </a:solidFill>
                <a:latin typeface="Times New Roman"/>
                <a:cs typeface="Times New Roman"/>
              </a:rPr>
              <a:t>nsem</a:t>
            </a:r>
            <a:r>
              <a:rPr sz="2647" spc="-132" dirty="0">
                <a:solidFill>
                  <a:schemeClr val="bg1"/>
                </a:solidFill>
                <a:latin typeface="Times New Roman"/>
                <a:cs typeface="Times New Roman"/>
              </a:rPr>
              <a:t>b</a:t>
            </a:r>
            <a:r>
              <a:rPr sz="2647" spc="-83" dirty="0">
                <a:solidFill>
                  <a:schemeClr val="bg1"/>
                </a:solidFill>
                <a:latin typeface="Times New Roman"/>
                <a:cs typeface="Times New Roman"/>
              </a:rPr>
              <a:t>l</a:t>
            </a:r>
            <a:r>
              <a:rPr sz="2647" spc="-126" dirty="0">
                <a:solidFill>
                  <a:schemeClr val="bg1"/>
                </a:solidFill>
                <a:latin typeface="Times New Roman"/>
                <a:cs typeface="Times New Roman"/>
              </a:rPr>
              <a:t>e</a:t>
            </a:r>
            <a:r>
              <a:rPr sz="2647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647" spc="-225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647" spc="-342" dirty="0">
                <a:solidFill>
                  <a:schemeClr val="bg1"/>
                </a:solidFill>
                <a:latin typeface="Times New Roman"/>
                <a:cs typeface="Times New Roman"/>
              </a:rPr>
              <a:t>A</a:t>
            </a:r>
            <a:r>
              <a:rPr sz="2647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647" spc="-225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647" spc="-132" dirty="0">
                <a:solidFill>
                  <a:schemeClr val="bg1"/>
                </a:solidFill>
                <a:latin typeface="Times New Roman"/>
                <a:cs typeface="Times New Roman"/>
              </a:rPr>
              <a:t>d</a:t>
            </a:r>
            <a:r>
              <a:rPr sz="2647" spc="-110" dirty="0">
                <a:solidFill>
                  <a:schemeClr val="bg1"/>
                </a:solidFill>
                <a:latin typeface="Times New Roman"/>
                <a:cs typeface="Times New Roman"/>
              </a:rPr>
              <a:t>on</a:t>
            </a:r>
            <a:r>
              <a:rPr sz="2647" spc="33" dirty="0">
                <a:solidFill>
                  <a:schemeClr val="bg1"/>
                </a:solidFill>
                <a:latin typeface="Times New Roman"/>
                <a:cs typeface="Times New Roman"/>
              </a:rPr>
              <a:t>t</a:t>
            </a:r>
            <a:r>
              <a:rPr sz="2647" dirty="0">
                <a:solidFill>
                  <a:schemeClr val="bg1"/>
                </a:solidFill>
                <a:latin typeface="Times New Roman"/>
                <a:cs typeface="Times New Roman"/>
              </a:rPr>
              <a:t>	</a:t>
            </a:r>
            <a:r>
              <a:rPr sz="2647" spc="-126" dirty="0">
                <a:solidFill>
                  <a:schemeClr val="bg1"/>
                </a:solidFill>
                <a:latin typeface="Times New Roman"/>
                <a:cs typeface="Times New Roman"/>
              </a:rPr>
              <a:t>l</a:t>
            </a:r>
            <a:r>
              <a:rPr sz="2647" spc="-94" dirty="0">
                <a:solidFill>
                  <a:schemeClr val="bg1"/>
                </a:solidFill>
                <a:latin typeface="Times New Roman"/>
                <a:cs typeface="Times New Roman"/>
              </a:rPr>
              <a:t>e</a:t>
            </a:r>
            <a:r>
              <a:rPr sz="2647" spc="-204" dirty="0">
                <a:solidFill>
                  <a:schemeClr val="bg1"/>
                </a:solidFill>
                <a:latin typeface="Times New Roman"/>
                <a:cs typeface="Times New Roman"/>
              </a:rPr>
              <a:t>s</a:t>
            </a:r>
            <a:r>
              <a:rPr sz="2647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647" spc="-225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647" spc="-121" dirty="0">
                <a:solidFill>
                  <a:schemeClr val="bg1"/>
                </a:solidFill>
                <a:latin typeface="Times New Roman"/>
                <a:cs typeface="Times New Roman"/>
              </a:rPr>
              <a:t>é</a:t>
            </a:r>
            <a:r>
              <a:rPr sz="2647" spc="-83" dirty="0">
                <a:solidFill>
                  <a:schemeClr val="bg1"/>
                </a:solidFill>
                <a:latin typeface="Times New Roman"/>
                <a:cs typeface="Times New Roman"/>
              </a:rPr>
              <a:t>l</a:t>
            </a:r>
            <a:r>
              <a:rPr sz="2647" spc="-126" dirty="0">
                <a:solidFill>
                  <a:schemeClr val="bg1"/>
                </a:solidFill>
                <a:latin typeface="Times New Roman"/>
                <a:cs typeface="Times New Roman"/>
              </a:rPr>
              <a:t>é</a:t>
            </a:r>
            <a:r>
              <a:rPr sz="2647" spc="-171" dirty="0">
                <a:solidFill>
                  <a:schemeClr val="bg1"/>
                </a:solidFill>
                <a:latin typeface="Times New Roman"/>
                <a:cs typeface="Times New Roman"/>
              </a:rPr>
              <a:t>m</a:t>
            </a:r>
            <a:r>
              <a:rPr sz="2647" spc="-88" dirty="0">
                <a:solidFill>
                  <a:schemeClr val="bg1"/>
                </a:solidFill>
                <a:latin typeface="Times New Roman"/>
                <a:cs typeface="Times New Roman"/>
              </a:rPr>
              <a:t>e</a:t>
            </a:r>
            <a:r>
              <a:rPr sz="2647" spc="-94" dirty="0">
                <a:solidFill>
                  <a:schemeClr val="bg1"/>
                </a:solidFill>
                <a:latin typeface="Times New Roman"/>
                <a:cs typeface="Times New Roman"/>
              </a:rPr>
              <a:t>nt</a:t>
            </a:r>
            <a:r>
              <a:rPr sz="2647" spc="-105" dirty="0">
                <a:solidFill>
                  <a:schemeClr val="bg1"/>
                </a:solidFill>
                <a:latin typeface="Times New Roman"/>
                <a:cs typeface="Times New Roman"/>
              </a:rPr>
              <a:t>s</a:t>
            </a:r>
            <a:r>
              <a:rPr sz="2647" spc="110" dirty="0">
                <a:solidFill>
                  <a:schemeClr val="bg1"/>
                </a:solidFill>
                <a:latin typeface="Times New Roman"/>
                <a:cs typeface="Times New Roman"/>
              </a:rPr>
              <a:t>,</a:t>
            </a:r>
            <a:r>
              <a:rPr sz="2647" dirty="0">
                <a:solidFill>
                  <a:schemeClr val="bg1"/>
                </a:solidFill>
                <a:latin typeface="Times New Roman"/>
                <a:cs typeface="Times New Roman"/>
              </a:rPr>
              <a:t>	</a:t>
            </a:r>
            <a:r>
              <a:rPr sz="2647" spc="-132" dirty="0">
                <a:solidFill>
                  <a:schemeClr val="bg1"/>
                </a:solidFill>
                <a:latin typeface="Times New Roman"/>
                <a:cs typeface="Times New Roman"/>
              </a:rPr>
              <a:t>d</a:t>
            </a:r>
            <a:r>
              <a:rPr sz="2647" spc="-99" dirty="0">
                <a:solidFill>
                  <a:schemeClr val="bg1"/>
                </a:solidFill>
                <a:latin typeface="Times New Roman"/>
                <a:cs typeface="Times New Roman"/>
              </a:rPr>
              <a:t>e</a:t>
            </a:r>
            <a:r>
              <a:rPr sz="2647" spc="-204" dirty="0">
                <a:solidFill>
                  <a:schemeClr val="bg1"/>
                </a:solidFill>
                <a:latin typeface="Times New Roman"/>
                <a:cs typeface="Times New Roman"/>
              </a:rPr>
              <a:t>s</a:t>
            </a:r>
            <a:r>
              <a:rPr sz="2647" dirty="0">
                <a:solidFill>
                  <a:schemeClr val="bg1"/>
                </a:solidFill>
                <a:latin typeface="Times New Roman"/>
                <a:cs typeface="Times New Roman"/>
              </a:rPr>
              <a:t>	</a:t>
            </a:r>
            <a:r>
              <a:rPr sz="2647" spc="-204" dirty="0">
                <a:solidFill>
                  <a:schemeClr val="bg1"/>
                </a:solidFill>
                <a:latin typeface="Times New Roman"/>
                <a:cs typeface="Times New Roman"/>
              </a:rPr>
              <a:t>a</a:t>
            </a:r>
            <a:r>
              <a:rPr sz="2647" spc="11" dirty="0">
                <a:solidFill>
                  <a:schemeClr val="bg1"/>
                </a:solidFill>
                <a:latin typeface="Times New Roman"/>
                <a:cs typeface="Times New Roman"/>
              </a:rPr>
              <a:t>r</a:t>
            </a:r>
            <a:r>
              <a:rPr sz="2647" spc="-99" dirty="0">
                <a:solidFill>
                  <a:schemeClr val="bg1"/>
                </a:solidFill>
                <a:latin typeface="Times New Roman"/>
                <a:cs typeface="Times New Roman"/>
              </a:rPr>
              <a:t>ê</a:t>
            </a:r>
            <a:r>
              <a:rPr sz="2647" dirty="0">
                <a:solidFill>
                  <a:schemeClr val="bg1"/>
                </a:solidFill>
                <a:latin typeface="Times New Roman"/>
                <a:cs typeface="Times New Roman"/>
              </a:rPr>
              <a:t>t</a:t>
            </a:r>
            <a:r>
              <a:rPr sz="2647" spc="-99" dirty="0">
                <a:solidFill>
                  <a:schemeClr val="bg1"/>
                </a:solidFill>
                <a:latin typeface="Times New Roman"/>
                <a:cs typeface="Times New Roman"/>
              </a:rPr>
              <a:t>e</a:t>
            </a:r>
            <a:r>
              <a:rPr sz="2647" spc="-204" dirty="0">
                <a:solidFill>
                  <a:schemeClr val="bg1"/>
                </a:solidFill>
                <a:latin typeface="Times New Roman"/>
                <a:cs typeface="Times New Roman"/>
              </a:rPr>
              <a:t>s</a:t>
            </a:r>
            <a:r>
              <a:rPr sz="2647" dirty="0">
                <a:solidFill>
                  <a:schemeClr val="bg1"/>
                </a:solidFill>
                <a:latin typeface="Times New Roman"/>
                <a:cs typeface="Times New Roman"/>
              </a:rPr>
              <a:t>	</a:t>
            </a:r>
            <a:r>
              <a:rPr sz="2647" spc="-66" dirty="0">
                <a:solidFill>
                  <a:schemeClr val="bg1"/>
                </a:solidFill>
                <a:latin typeface="Times New Roman"/>
                <a:cs typeface="Times New Roman"/>
              </a:rPr>
              <a:t>(</a:t>
            </a:r>
            <a:r>
              <a:rPr sz="2647" spc="-110" dirty="0">
                <a:solidFill>
                  <a:schemeClr val="bg1"/>
                </a:solidFill>
                <a:latin typeface="Times New Roman"/>
                <a:cs typeface="Times New Roman"/>
              </a:rPr>
              <a:t>ou</a:t>
            </a:r>
            <a:r>
              <a:rPr sz="2647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647" spc="-232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647" spc="-116" dirty="0">
                <a:solidFill>
                  <a:schemeClr val="bg1"/>
                </a:solidFill>
                <a:latin typeface="Times New Roman"/>
                <a:cs typeface="Times New Roman"/>
              </a:rPr>
              <a:t>de</a:t>
            </a:r>
            <a:r>
              <a:rPr sz="2647" spc="-204" dirty="0">
                <a:solidFill>
                  <a:schemeClr val="bg1"/>
                </a:solidFill>
                <a:latin typeface="Times New Roman"/>
                <a:cs typeface="Times New Roman"/>
              </a:rPr>
              <a:t>s</a:t>
            </a:r>
            <a:r>
              <a:rPr sz="2647" dirty="0">
                <a:solidFill>
                  <a:schemeClr val="bg1"/>
                </a:solidFill>
                <a:latin typeface="Times New Roman"/>
                <a:cs typeface="Times New Roman"/>
              </a:rPr>
              <a:t>	</a:t>
            </a:r>
            <a:r>
              <a:rPr sz="2647" spc="-204" dirty="0">
                <a:solidFill>
                  <a:schemeClr val="bg1"/>
                </a:solidFill>
                <a:latin typeface="Times New Roman"/>
                <a:cs typeface="Times New Roman"/>
              </a:rPr>
              <a:t>a</a:t>
            </a:r>
            <a:r>
              <a:rPr sz="2647" spc="11" dirty="0">
                <a:solidFill>
                  <a:schemeClr val="bg1"/>
                </a:solidFill>
                <a:latin typeface="Times New Roman"/>
                <a:cs typeface="Times New Roman"/>
              </a:rPr>
              <a:t>r</a:t>
            </a:r>
            <a:r>
              <a:rPr sz="2647" spc="-176" dirty="0">
                <a:solidFill>
                  <a:schemeClr val="bg1"/>
                </a:solidFill>
                <a:latin typeface="Times New Roman"/>
                <a:cs typeface="Times New Roman"/>
              </a:rPr>
              <a:t>c</a:t>
            </a:r>
            <a:r>
              <a:rPr sz="2647" spc="-215" dirty="0">
                <a:solidFill>
                  <a:schemeClr val="bg1"/>
                </a:solidFill>
                <a:latin typeface="Times New Roman"/>
                <a:cs typeface="Times New Roman"/>
              </a:rPr>
              <a:t>s</a:t>
            </a:r>
            <a:r>
              <a:rPr sz="2647" spc="-55" dirty="0">
                <a:solidFill>
                  <a:schemeClr val="bg1"/>
                </a:solidFill>
                <a:latin typeface="Times New Roman"/>
                <a:cs typeface="Times New Roman"/>
              </a:rPr>
              <a:t>)</a:t>
            </a:r>
            <a:r>
              <a:rPr sz="2647" dirty="0">
                <a:solidFill>
                  <a:schemeClr val="bg1"/>
                </a:solidFill>
                <a:latin typeface="Times New Roman"/>
                <a:cs typeface="Times New Roman"/>
              </a:rPr>
              <a:t>	</a:t>
            </a:r>
            <a:r>
              <a:rPr sz="2647" spc="-126" dirty="0">
                <a:solidFill>
                  <a:schemeClr val="bg1"/>
                </a:solidFill>
                <a:latin typeface="Times New Roman"/>
                <a:cs typeface="Times New Roman"/>
              </a:rPr>
              <a:t>qui</a:t>
            </a:r>
            <a:endParaRPr sz="2647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525209">
              <a:spcBef>
                <a:spcPts val="6"/>
              </a:spcBef>
            </a:pPr>
            <a:r>
              <a:rPr sz="2647" spc="11" dirty="0">
                <a:solidFill>
                  <a:schemeClr val="bg1"/>
                </a:solidFill>
                <a:latin typeface="Times New Roman"/>
                <a:cs typeface="Times New Roman"/>
              </a:rPr>
              <a:t>r</a:t>
            </a:r>
            <a:r>
              <a:rPr sz="2647" spc="-99" dirty="0">
                <a:solidFill>
                  <a:schemeClr val="bg1"/>
                </a:solidFill>
                <a:latin typeface="Times New Roman"/>
                <a:cs typeface="Times New Roman"/>
              </a:rPr>
              <a:t>eli</a:t>
            </a:r>
            <a:r>
              <a:rPr sz="2647" spc="-143" dirty="0">
                <a:solidFill>
                  <a:schemeClr val="bg1"/>
                </a:solidFill>
                <a:latin typeface="Times New Roman"/>
                <a:cs typeface="Times New Roman"/>
              </a:rPr>
              <a:t>e</a:t>
            </a:r>
            <a:r>
              <a:rPr sz="2647" spc="-39" dirty="0">
                <a:solidFill>
                  <a:schemeClr val="bg1"/>
                </a:solidFill>
                <a:latin typeface="Times New Roman"/>
                <a:cs typeface="Times New Roman"/>
              </a:rPr>
              <a:t>nt</a:t>
            </a:r>
            <a:r>
              <a:rPr sz="2647" spc="-77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647" spc="-83" dirty="0">
                <a:solidFill>
                  <a:schemeClr val="bg1"/>
                </a:solidFill>
                <a:latin typeface="Times New Roman"/>
                <a:cs typeface="Times New Roman"/>
              </a:rPr>
              <a:t>l</a:t>
            </a:r>
            <a:r>
              <a:rPr sz="2647" spc="-116" dirty="0">
                <a:solidFill>
                  <a:schemeClr val="bg1"/>
                </a:solidFill>
                <a:latin typeface="Times New Roman"/>
                <a:cs typeface="Times New Roman"/>
              </a:rPr>
              <a:t>e</a:t>
            </a:r>
            <a:r>
              <a:rPr sz="2647" spc="-204" dirty="0">
                <a:solidFill>
                  <a:schemeClr val="bg1"/>
                </a:solidFill>
                <a:latin typeface="Times New Roman"/>
                <a:cs typeface="Times New Roman"/>
              </a:rPr>
              <a:t>s</a:t>
            </a:r>
            <a:r>
              <a:rPr sz="2647" spc="-88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647" spc="-99" dirty="0">
                <a:solidFill>
                  <a:schemeClr val="bg1"/>
                </a:solidFill>
                <a:latin typeface="Times New Roman"/>
                <a:cs typeface="Times New Roman"/>
              </a:rPr>
              <a:t>é</a:t>
            </a:r>
            <a:r>
              <a:rPr sz="2647" spc="-83" dirty="0">
                <a:solidFill>
                  <a:schemeClr val="bg1"/>
                </a:solidFill>
                <a:latin typeface="Times New Roman"/>
                <a:cs typeface="Times New Roman"/>
              </a:rPr>
              <a:t>l</a:t>
            </a:r>
            <a:r>
              <a:rPr sz="2647" spc="-121" dirty="0">
                <a:solidFill>
                  <a:schemeClr val="bg1"/>
                </a:solidFill>
                <a:latin typeface="Times New Roman"/>
                <a:cs typeface="Times New Roman"/>
              </a:rPr>
              <a:t>é</a:t>
            </a:r>
            <a:r>
              <a:rPr sz="2647" spc="-171" dirty="0">
                <a:solidFill>
                  <a:schemeClr val="bg1"/>
                </a:solidFill>
                <a:latin typeface="Times New Roman"/>
                <a:cs typeface="Times New Roman"/>
              </a:rPr>
              <a:t>m</a:t>
            </a:r>
            <a:r>
              <a:rPr sz="2647" spc="-88" dirty="0">
                <a:solidFill>
                  <a:schemeClr val="bg1"/>
                </a:solidFill>
                <a:latin typeface="Times New Roman"/>
                <a:cs typeface="Times New Roman"/>
              </a:rPr>
              <a:t>e</a:t>
            </a:r>
            <a:r>
              <a:rPr sz="2647" spc="-94" dirty="0">
                <a:solidFill>
                  <a:schemeClr val="bg1"/>
                </a:solidFill>
                <a:latin typeface="Times New Roman"/>
                <a:cs typeface="Times New Roman"/>
              </a:rPr>
              <a:t>nts</a:t>
            </a:r>
            <a:r>
              <a:rPr sz="2647" spc="-105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647" spc="-110" dirty="0">
                <a:solidFill>
                  <a:schemeClr val="bg1"/>
                </a:solidFill>
                <a:latin typeface="Times New Roman"/>
                <a:cs typeface="Times New Roman"/>
              </a:rPr>
              <a:t>de</a:t>
            </a:r>
            <a:r>
              <a:rPr sz="2647" spc="-72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647" spc="-364" dirty="0">
                <a:solidFill>
                  <a:schemeClr val="bg1"/>
                </a:solidFill>
                <a:latin typeface="Times New Roman"/>
                <a:cs typeface="Times New Roman"/>
              </a:rPr>
              <a:t>S</a:t>
            </a:r>
            <a:r>
              <a:rPr sz="2647" spc="110" dirty="0">
                <a:solidFill>
                  <a:schemeClr val="bg1"/>
                </a:solidFill>
                <a:latin typeface="Times New Roman"/>
                <a:cs typeface="Times New Roman"/>
              </a:rPr>
              <a:t>.</a:t>
            </a:r>
            <a:endParaRPr sz="2647" dirty="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68758" y="5000023"/>
            <a:ext cx="8736491" cy="895149"/>
          </a:xfrm>
          <a:prstGeom prst="rect">
            <a:avLst/>
          </a:prstGeom>
        </p:spPr>
        <p:txBody>
          <a:bodyPr vert="horz" wrap="square" lIns="0" tIns="12605" rIns="0" bIns="0" rtlCol="0">
            <a:spAutoFit/>
          </a:bodyPr>
          <a:lstStyle/>
          <a:p>
            <a:pPr marL="14006" marR="5602">
              <a:spcBef>
                <a:spcPts val="99"/>
              </a:spcBef>
              <a:tabLst>
                <a:tab pos="1133050" algn="l"/>
                <a:tab pos="2028005" algn="l"/>
                <a:tab pos="3292007" algn="l"/>
                <a:tab pos="3843125" algn="l"/>
                <a:tab pos="4260491" algn="l"/>
                <a:tab pos="5471272" algn="l"/>
                <a:tab pos="5964968" algn="l"/>
                <a:tab pos="7327009" algn="l"/>
                <a:tab pos="7838212" algn="l"/>
              </a:tabLst>
            </a:pPr>
            <a:r>
              <a:rPr sz="2867" b="1" spc="-176" dirty="0">
                <a:solidFill>
                  <a:schemeClr val="bg1"/>
                </a:solidFill>
                <a:latin typeface="Times New Roman"/>
                <a:cs typeface="Times New Roman"/>
              </a:rPr>
              <a:t>O</a:t>
            </a:r>
            <a:r>
              <a:rPr sz="2867" b="1" spc="-66" dirty="0">
                <a:solidFill>
                  <a:schemeClr val="bg1"/>
                </a:solidFill>
                <a:latin typeface="Times New Roman"/>
                <a:cs typeface="Times New Roman"/>
              </a:rPr>
              <a:t>rd</a:t>
            </a:r>
            <a:r>
              <a:rPr sz="2867" b="1" spc="-55" dirty="0">
                <a:solidFill>
                  <a:schemeClr val="bg1"/>
                </a:solidFill>
                <a:latin typeface="Times New Roman"/>
                <a:cs typeface="Times New Roman"/>
              </a:rPr>
              <a:t>r</a:t>
            </a:r>
            <a:r>
              <a:rPr sz="2867" b="1" spc="66" dirty="0">
                <a:solidFill>
                  <a:schemeClr val="bg1"/>
                </a:solidFill>
                <a:latin typeface="Times New Roman"/>
                <a:cs typeface="Times New Roman"/>
              </a:rPr>
              <a:t>e</a:t>
            </a:r>
            <a:r>
              <a:rPr sz="2867" b="1" dirty="0">
                <a:solidFill>
                  <a:schemeClr val="bg1"/>
                </a:solidFill>
                <a:latin typeface="Times New Roman"/>
                <a:cs typeface="Times New Roman"/>
              </a:rPr>
              <a:t>	</a:t>
            </a:r>
            <a:r>
              <a:rPr sz="2867" b="1" spc="-39" dirty="0">
                <a:solidFill>
                  <a:schemeClr val="bg1"/>
                </a:solidFill>
                <a:latin typeface="Times New Roman"/>
                <a:cs typeface="Times New Roman"/>
              </a:rPr>
              <a:t>d’un</a:t>
            </a:r>
            <a:r>
              <a:rPr sz="2867" b="1" dirty="0">
                <a:solidFill>
                  <a:schemeClr val="bg1"/>
                </a:solidFill>
                <a:latin typeface="Times New Roman"/>
                <a:cs typeface="Times New Roman"/>
              </a:rPr>
              <a:t>	</a:t>
            </a:r>
            <a:r>
              <a:rPr sz="2867" b="1" spc="-72" dirty="0">
                <a:solidFill>
                  <a:schemeClr val="bg1"/>
                </a:solidFill>
                <a:latin typeface="Times New Roman"/>
                <a:cs typeface="Times New Roman"/>
              </a:rPr>
              <a:t>gr</a:t>
            </a:r>
            <a:r>
              <a:rPr sz="2867" b="1" spc="-88" dirty="0">
                <a:solidFill>
                  <a:schemeClr val="bg1"/>
                </a:solidFill>
                <a:latin typeface="Times New Roman"/>
                <a:cs typeface="Times New Roman"/>
              </a:rPr>
              <a:t>a</a:t>
            </a:r>
            <a:r>
              <a:rPr sz="2867" b="1" spc="39" dirty="0">
                <a:solidFill>
                  <a:schemeClr val="bg1"/>
                </a:solidFill>
                <a:latin typeface="Times New Roman"/>
                <a:cs typeface="Times New Roman"/>
              </a:rPr>
              <a:t>phe</a:t>
            </a:r>
            <a:r>
              <a:rPr sz="2867" b="1" dirty="0">
                <a:solidFill>
                  <a:schemeClr val="bg1"/>
                </a:solidFill>
                <a:latin typeface="Times New Roman"/>
                <a:cs typeface="Times New Roman"/>
              </a:rPr>
              <a:t>	</a:t>
            </a:r>
            <a:r>
              <a:rPr sz="2867" spc="-182" dirty="0">
                <a:solidFill>
                  <a:schemeClr val="bg1"/>
                </a:solidFill>
                <a:latin typeface="Times New Roman"/>
                <a:cs typeface="Times New Roman"/>
              </a:rPr>
              <a:t>e</a:t>
            </a:r>
            <a:r>
              <a:rPr sz="2867" spc="-154" dirty="0">
                <a:solidFill>
                  <a:schemeClr val="bg1"/>
                </a:solidFill>
                <a:latin typeface="Times New Roman"/>
                <a:cs typeface="Times New Roman"/>
              </a:rPr>
              <a:t>s</a:t>
            </a:r>
            <a:r>
              <a:rPr sz="2867" spc="33" dirty="0">
                <a:solidFill>
                  <a:schemeClr val="bg1"/>
                </a:solidFill>
                <a:latin typeface="Times New Roman"/>
                <a:cs typeface="Times New Roman"/>
              </a:rPr>
              <a:t>t</a:t>
            </a:r>
            <a:r>
              <a:rPr sz="2867" dirty="0">
                <a:solidFill>
                  <a:schemeClr val="bg1"/>
                </a:solidFill>
                <a:latin typeface="Times New Roman"/>
                <a:cs typeface="Times New Roman"/>
              </a:rPr>
              <a:t>	</a:t>
            </a:r>
            <a:r>
              <a:rPr sz="2867" spc="-116" dirty="0">
                <a:solidFill>
                  <a:schemeClr val="bg1"/>
                </a:solidFill>
                <a:latin typeface="Times New Roman"/>
                <a:cs typeface="Times New Roman"/>
              </a:rPr>
              <a:t>le</a:t>
            </a:r>
            <a:r>
              <a:rPr sz="2867" dirty="0">
                <a:solidFill>
                  <a:schemeClr val="bg1"/>
                </a:solidFill>
                <a:latin typeface="Times New Roman"/>
                <a:cs typeface="Times New Roman"/>
              </a:rPr>
              <a:t>	</a:t>
            </a:r>
            <a:r>
              <a:rPr sz="2867" spc="-138" dirty="0">
                <a:solidFill>
                  <a:schemeClr val="bg1"/>
                </a:solidFill>
                <a:latin typeface="Times New Roman"/>
                <a:cs typeface="Times New Roman"/>
              </a:rPr>
              <a:t>no</a:t>
            </a:r>
            <a:r>
              <a:rPr sz="2867" spc="-171" dirty="0">
                <a:solidFill>
                  <a:schemeClr val="bg1"/>
                </a:solidFill>
                <a:latin typeface="Times New Roman"/>
                <a:cs typeface="Times New Roman"/>
              </a:rPr>
              <a:t>m</a:t>
            </a:r>
            <a:r>
              <a:rPr sz="2867" spc="-138" dirty="0">
                <a:solidFill>
                  <a:schemeClr val="bg1"/>
                </a:solidFill>
                <a:latin typeface="Times New Roman"/>
                <a:cs typeface="Times New Roman"/>
              </a:rPr>
              <a:t>b</a:t>
            </a:r>
            <a:r>
              <a:rPr sz="2867" spc="-44" dirty="0">
                <a:solidFill>
                  <a:schemeClr val="bg1"/>
                </a:solidFill>
                <a:latin typeface="Times New Roman"/>
                <a:cs typeface="Times New Roman"/>
              </a:rPr>
              <a:t>r</a:t>
            </a:r>
            <a:r>
              <a:rPr sz="2867" spc="-50" dirty="0">
                <a:solidFill>
                  <a:schemeClr val="bg1"/>
                </a:solidFill>
                <a:latin typeface="Times New Roman"/>
                <a:cs typeface="Times New Roman"/>
              </a:rPr>
              <a:t>e</a:t>
            </a:r>
            <a:r>
              <a:rPr sz="2867" dirty="0">
                <a:solidFill>
                  <a:schemeClr val="bg1"/>
                </a:solidFill>
                <a:latin typeface="Times New Roman"/>
                <a:cs typeface="Times New Roman"/>
              </a:rPr>
              <a:t>	</a:t>
            </a:r>
            <a:r>
              <a:rPr sz="2867" spc="-143" dirty="0">
                <a:solidFill>
                  <a:schemeClr val="bg1"/>
                </a:solidFill>
                <a:latin typeface="Times New Roman"/>
                <a:cs typeface="Times New Roman"/>
              </a:rPr>
              <a:t>d</a:t>
            </a:r>
            <a:r>
              <a:rPr sz="2867" spc="-116" dirty="0">
                <a:solidFill>
                  <a:schemeClr val="bg1"/>
                </a:solidFill>
                <a:latin typeface="Times New Roman"/>
                <a:cs typeface="Times New Roman"/>
              </a:rPr>
              <a:t>e</a:t>
            </a:r>
            <a:r>
              <a:rPr sz="2867" dirty="0">
                <a:solidFill>
                  <a:schemeClr val="bg1"/>
                </a:solidFill>
                <a:latin typeface="Times New Roman"/>
                <a:cs typeface="Times New Roman"/>
              </a:rPr>
              <a:t>	</a:t>
            </a:r>
            <a:r>
              <a:rPr sz="2867" spc="-199" dirty="0">
                <a:solidFill>
                  <a:schemeClr val="bg1"/>
                </a:solidFill>
                <a:latin typeface="Times New Roman"/>
                <a:cs typeface="Times New Roman"/>
              </a:rPr>
              <a:t>s</a:t>
            </a:r>
            <a:r>
              <a:rPr sz="2867" spc="-143" dirty="0">
                <a:solidFill>
                  <a:schemeClr val="bg1"/>
                </a:solidFill>
                <a:latin typeface="Times New Roman"/>
                <a:cs typeface="Times New Roman"/>
              </a:rPr>
              <a:t>o</a:t>
            </a:r>
            <a:r>
              <a:rPr sz="2867" spc="-176" dirty="0">
                <a:solidFill>
                  <a:schemeClr val="bg1"/>
                </a:solidFill>
                <a:latin typeface="Times New Roman"/>
                <a:cs typeface="Times New Roman"/>
              </a:rPr>
              <a:t>m</a:t>
            </a:r>
            <a:r>
              <a:rPr sz="2867" spc="-149" dirty="0">
                <a:solidFill>
                  <a:schemeClr val="bg1"/>
                </a:solidFill>
                <a:latin typeface="Times New Roman"/>
                <a:cs typeface="Times New Roman"/>
              </a:rPr>
              <a:t>m</a:t>
            </a:r>
            <a:r>
              <a:rPr sz="2867" spc="-50" dirty="0">
                <a:solidFill>
                  <a:schemeClr val="bg1"/>
                </a:solidFill>
                <a:latin typeface="Times New Roman"/>
                <a:cs typeface="Times New Roman"/>
              </a:rPr>
              <a:t>e</a:t>
            </a:r>
            <a:r>
              <a:rPr sz="2867" spc="-22" dirty="0">
                <a:solidFill>
                  <a:schemeClr val="bg1"/>
                </a:solidFill>
                <a:latin typeface="Times New Roman"/>
                <a:cs typeface="Times New Roman"/>
              </a:rPr>
              <a:t>t</a:t>
            </a:r>
            <a:r>
              <a:rPr sz="2867" spc="-225" dirty="0">
                <a:solidFill>
                  <a:schemeClr val="bg1"/>
                </a:solidFill>
                <a:latin typeface="Times New Roman"/>
                <a:cs typeface="Times New Roman"/>
              </a:rPr>
              <a:t>s</a:t>
            </a:r>
            <a:r>
              <a:rPr sz="2867" dirty="0">
                <a:solidFill>
                  <a:schemeClr val="bg1"/>
                </a:solidFill>
                <a:latin typeface="Times New Roman"/>
                <a:cs typeface="Times New Roman"/>
              </a:rPr>
              <a:t>	</a:t>
            </a:r>
            <a:r>
              <a:rPr sz="2867" spc="-138" dirty="0">
                <a:solidFill>
                  <a:schemeClr val="bg1"/>
                </a:solidFill>
                <a:latin typeface="Times New Roman"/>
                <a:cs typeface="Times New Roman"/>
              </a:rPr>
              <a:t>d</a:t>
            </a:r>
            <a:r>
              <a:rPr sz="2867" spc="-126" dirty="0">
                <a:solidFill>
                  <a:schemeClr val="bg1"/>
                </a:solidFill>
                <a:latin typeface="Times New Roman"/>
                <a:cs typeface="Times New Roman"/>
              </a:rPr>
              <a:t>u</a:t>
            </a:r>
            <a:r>
              <a:rPr sz="2867" dirty="0">
                <a:solidFill>
                  <a:schemeClr val="bg1"/>
                </a:solidFill>
                <a:latin typeface="Times New Roman"/>
                <a:cs typeface="Times New Roman"/>
              </a:rPr>
              <a:t>	</a:t>
            </a:r>
            <a:r>
              <a:rPr sz="2867" spc="-221" dirty="0">
                <a:solidFill>
                  <a:schemeClr val="bg1"/>
                </a:solidFill>
                <a:latin typeface="Times New Roman"/>
                <a:cs typeface="Times New Roman"/>
              </a:rPr>
              <a:t>g</a:t>
            </a:r>
            <a:r>
              <a:rPr sz="2867" spc="-94" dirty="0">
                <a:solidFill>
                  <a:schemeClr val="bg1"/>
                </a:solidFill>
                <a:latin typeface="Times New Roman"/>
                <a:cs typeface="Times New Roman"/>
              </a:rPr>
              <a:t>r</a:t>
            </a:r>
            <a:r>
              <a:rPr sz="2867" spc="-110" dirty="0">
                <a:solidFill>
                  <a:schemeClr val="bg1"/>
                </a:solidFill>
                <a:latin typeface="Times New Roman"/>
                <a:cs typeface="Times New Roman"/>
              </a:rPr>
              <a:t>a</a:t>
            </a:r>
            <a:r>
              <a:rPr sz="2867" spc="-143" dirty="0">
                <a:solidFill>
                  <a:schemeClr val="bg1"/>
                </a:solidFill>
                <a:latin typeface="Times New Roman"/>
                <a:cs typeface="Times New Roman"/>
              </a:rPr>
              <a:t>p</a:t>
            </a:r>
            <a:r>
              <a:rPr sz="2867" spc="-116" dirty="0">
                <a:solidFill>
                  <a:schemeClr val="bg1"/>
                </a:solidFill>
                <a:latin typeface="Times New Roman"/>
                <a:cs typeface="Times New Roman"/>
              </a:rPr>
              <a:t>he  </a:t>
            </a:r>
            <a:r>
              <a:rPr sz="2867" spc="225" dirty="0">
                <a:solidFill>
                  <a:schemeClr val="bg1"/>
                </a:solidFill>
                <a:latin typeface="Times New Roman"/>
                <a:cs typeface="Times New Roman"/>
              </a:rPr>
              <a:t>(=|S|).</a:t>
            </a:r>
            <a:endParaRPr sz="2867" dirty="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53051" y="5207273"/>
            <a:ext cx="201675" cy="204365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4994186" y="3275359"/>
            <a:ext cx="168063" cy="352887"/>
          </a:xfrm>
          <a:prstGeom prst="rect">
            <a:avLst/>
          </a:prstGeom>
        </p:spPr>
        <p:txBody>
          <a:bodyPr vert="horz" wrap="square" lIns="0" tIns="13305" rIns="0" bIns="0" rtlCol="0">
            <a:spAutoFit/>
          </a:bodyPr>
          <a:lstStyle/>
          <a:p>
            <a:pPr marL="14006">
              <a:spcBef>
                <a:spcPts val="105"/>
              </a:spcBef>
            </a:pPr>
            <a:r>
              <a:rPr sz="2206" spc="-6" dirty="0">
                <a:latin typeface="Times New Roman"/>
                <a:cs typeface="Times New Roman"/>
              </a:rPr>
              <a:t>1</a:t>
            </a:r>
            <a:endParaRPr sz="2206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264512" y="4217493"/>
            <a:ext cx="1358512" cy="352887"/>
          </a:xfrm>
          <a:prstGeom prst="rect">
            <a:avLst/>
          </a:prstGeom>
        </p:spPr>
        <p:txBody>
          <a:bodyPr vert="horz" wrap="square" lIns="0" tIns="13305" rIns="0" bIns="0" rtlCol="0">
            <a:spAutoFit/>
          </a:bodyPr>
          <a:lstStyle/>
          <a:p>
            <a:pPr marL="14006">
              <a:spcBef>
                <a:spcPts val="105"/>
              </a:spcBef>
              <a:tabLst>
                <a:tab pos="1203778" algn="l"/>
              </a:tabLst>
            </a:pPr>
            <a:r>
              <a:rPr sz="2206" spc="-6" dirty="0">
                <a:latin typeface="Times New Roman"/>
                <a:cs typeface="Times New Roman"/>
              </a:rPr>
              <a:t>2	3</a:t>
            </a:r>
            <a:endParaRPr sz="2206">
              <a:latin typeface="Times New Roman"/>
              <a:cs typeface="Times New Roman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153449" y="3220093"/>
            <a:ext cx="1780071" cy="1378119"/>
            <a:chOff x="3489959" y="2919983"/>
            <a:chExt cx="1614170" cy="1249680"/>
          </a:xfrm>
        </p:grpSpPr>
        <p:sp>
          <p:nvSpPr>
            <p:cNvPr id="14" name="object 14"/>
            <p:cNvSpPr/>
            <p:nvPr/>
          </p:nvSpPr>
          <p:spPr>
            <a:xfrm>
              <a:off x="3499103" y="2929127"/>
              <a:ext cx="1414780" cy="1231900"/>
            </a:xfrm>
            <a:custGeom>
              <a:avLst/>
              <a:gdLst/>
              <a:ahLst/>
              <a:cxnLst/>
              <a:rect l="l" t="t" r="r" b="b"/>
              <a:pathLst>
                <a:path w="1414779" h="1231900">
                  <a:moveTo>
                    <a:pt x="594360" y="176784"/>
                  </a:moveTo>
                  <a:lnTo>
                    <a:pt x="599753" y="136240"/>
                  </a:lnTo>
                  <a:lnTo>
                    <a:pt x="615118" y="99026"/>
                  </a:lnTo>
                  <a:lnTo>
                    <a:pt x="639226" y="66202"/>
                  </a:lnTo>
                  <a:lnTo>
                    <a:pt x="670853" y="38828"/>
                  </a:lnTo>
                  <a:lnTo>
                    <a:pt x="708771" y="17963"/>
                  </a:lnTo>
                  <a:lnTo>
                    <a:pt x="751754" y="4667"/>
                  </a:lnTo>
                  <a:lnTo>
                    <a:pt x="798576" y="0"/>
                  </a:lnTo>
                  <a:lnTo>
                    <a:pt x="845397" y="4667"/>
                  </a:lnTo>
                  <a:lnTo>
                    <a:pt x="888380" y="17963"/>
                  </a:lnTo>
                  <a:lnTo>
                    <a:pt x="926298" y="38828"/>
                  </a:lnTo>
                  <a:lnTo>
                    <a:pt x="957925" y="66202"/>
                  </a:lnTo>
                  <a:lnTo>
                    <a:pt x="982033" y="99026"/>
                  </a:lnTo>
                  <a:lnTo>
                    <a:pt x="997398" y="136240"/>
                  </a:lnTo>
                  <a:lnTo>
                    <a:pt x="1002792" y="176784"/>
                  </a:lnTo>
                  <a:lnTo>
                    <a:pt x="997398" y="217327"/>
                  </a:lnTo>
                  <a:lnTo>
                    <a:pt x="982033" y="254541"/>
                  </a:lnTo>
                  <a:lnTo>
                    <a:pt x="957925" y="287365"/>
                  </a:lnTo>
                  <a:lnTo>
                    <a:pt x="926298" y="314739"/>
                  </a:lnTo>
                  <a:lnTo>
                    <a:pt x="888380" y="335604"/>
                  </a:lnTo>
                  <a:lnTo>
                    <a:pt x="845397" y="348900"/>
                  </a:lnTo>
                  <a:lnTo>
                    <a:pt x="798576" y="353568"/>
                  </a:lnTo>
                  <a:lnTo>
                    <a:pt x="751754" y="348900"/>
                  </a:lnTo>
                  <a:lnTo>
                    <a:pt x="708771" y="335604"/>
                  </a:lnTo>
                  <a:lnTo>
                    <a:pt x="670853" y="314739"/>
                  </a:lnTo>
                  <a:lnTo>
                    <a:pt x="639226" y="287365"/>
                  </a:lnTo>
                  <a:lnTo>
                    <a:pt x="615118" y="254541"/>
                  </a:lnTo>
                  <a:lnTo>
                    <a:pt x="599753" y="217327"/>
                  </a:lnTo>
                  <a:lnTo>
                    <a:pt x="594360" y="176784"/>
                  </a:lnTo>
                  <a:close/>
                </a:path>
                <a:path w="1414779" h="1231900">
                  <a:moveTo>
                    <a:pt x="0" y="1054608"/>
                  </a:moveTo>
                  <a:lnTo>
                    <a:pt x="5431" y="1014064"/>
                  </a:lnTo>
                  <a:lnTo>
                    <a:pt x="20905" y="976850"/>
                  </a:lnTo>
                  <a:lnTo>
                    <a:pt x="45186" y="944026"/>
                  </a:lnTo>
                  <a:lnTo>
                    <a:pt x="77044" y="916652"/>
                  </a:lnTo>
                  <a:lnTo>
                    <a:pt x="115244" y="895787"/>
                  </a:lnTo>
                  <a:lnTo>
                    <a:pt x="158553" y="882491"/>
                  </a:lnTo>
                  <a:lnTo>
                    <a:pt x="205740" y="877824"/>
                  </a:lnTo>
                  <a:lnTo>
                    <a:pt x="252926" y="882491"/>
                  </a:lnTo>
                  <a:lnTo>
                    <a:pt x="296235" y="895787"/>
                  </a:lnTo>
                  <a:lnTo>
                    <a:pt x="334435" y="916652"/>
                  </a:lnTo>
                  <a:lnTo>
                    <a:pt x="366293" y="944026"/>
                  </a:lnTo>
                  <a:lnTo>
                    <a:pt x="390574" y="976850"/>
                  </a:lnTo>
                  <a:lnTo>
                    <a:pt x="406048" y="1014064"/>
                  </a:lnTo>
                  <a:lnTo>
                    <a:pt x="411480" y="1054608"/>
                  </a:lnTo>
                  <a:lnTo>
                    <a:pt x="406048" y="1095151"/>
                  </a:lnTo>
                  <a:lnTo>
                    <a:pt x="390574" y="1132365"/>
                  </a:lnTo>
                  <a:lnTo>
                    <a:pt x="366293" y="1165189"/>
                  </a:lnTo>
                  <a:lnTo>
                    <a:pt x="334435" y="1192563"/>
                  </a:lnTo>
                  <a:lnTo>
                    <a:pt x="296235" y="1213428"/>
                  </a:lnTo>
                  <a:lnTo>
                    <a:pt x="252926" y="1226724"/>
                  </a:lnTo>
                  <a:lnTo>
                    <a:pt x="205740" y="1231392"/>
                  </a:lnTo>
                  <a:lnTo>
                    <a:pt x="158553" y="1226724"/>
                  </a:lnTo>
                  <a:lnTo>
                    <a:pt x="115244" y="1213428"/>
                  </a:lnTo>
                  <a:lnTo>
                    <a:pt x="77044" y="1192563"/>
                  </a:lnTo>
                  <a:lnTo>
                    <a:pt x="45186" y="1165189"/>
                  </a:lnTo>
                  <a:lnTo>
                    <a:pt x="20905" y="1132365"/>
                  </a:lnTo>
                  <a:lnTo>
                    <a:pt x="5431" y="1095151"/>
                  </a:lnTo>
                  <a:lnTo>
                    <a:pt x="0" y="1054608"/>
                  </a:lnTo>
                  <a:close/>
                </a:path>
                <a:path w="1414779" h="1231900">
                  <a:moveTo>
                    <a:pt x="1008888" y="1054608"/>
                  </a:moveTo>
                  <a:lnTo>
                    <a:pt x="1016132" y="1007602"/>
                  </a:lnTo>
                  <a:lnTo>
                    <a:pt x="1036574" y="965369"/>
                  </a:lnTo>
                  <a:lnTo>
                    <a:pt x="1068276" y="929592"/>
                  </a:lnTo>
                  <a:lnTo>
                    <a:pt x="1109302" y="901954"/>
                  </a:lnTo>
                  <a:lnTo>
                    <a:pt x="1157716" y="884136"/>
                  </a:lnTo>
                  <a:lnTo>
                    <a:pt x="1211580" y="877824"/>
                  </a:lnTo>
                  <a:lnTo>
                    <a:pt x="1265443" y="884136"/>
                  </a:lnTo>
                  <a:lnTo>
                    <a:pt x="1313857" y="901954"/>
                  </a:lnTo>
                  <a:lnTo>
                    <a:pt x="1354883" y="929592"/>
                  </a:lnTo>
                  <a:lnTo>
                    <a:pt x="1386585" y="965369"/>
                  </a:lnTo>
                  <a:lnTo>
                    <a:pt x="1407027" y="1007602"/>
                  </a:lnTo>
                  <a:lnTo>
                    <a:pt x="1414272" y="1054608"/>
                  </a:lnTo>
                  <a:lnTo>
                    <a:pt x="1407027" y="1101613"/>
                  </a:lnTo>
                  <a:lnTo>
                    <a:pt x="1386586" y="1143846"/>
                  </a:lnTo>
                  <a:lnTo>
                    <a:pt x="1354883" y="1179623"/>
                  </a:lnTo>
                  <a:lnTo>
                    <a:pt x="1313857" y="1207262"/>
                  </a:lnTo>
                  <a:lnTo>
                    <a:pt x="1265443" y="1225079"/>
                  </a:lnTo>
                  <a:lnTo>
                    <a:pt x="1211580" y="1231392"/>
                  </a:lnTo>
                  <a:lnTo>
                    <a:pt x="1157716" y="1225079"/>
                  </a:lnTo>
                  <a:lnTo>
                    <a:pt x="1109302" y="1207262"/>
                  </a:lnTo>
                  <a:lnTo>
                    <a:pt x="1068276" y="1179623"/>
                  </a:lnTo>
                  <a:lnTo>
                    <a:pt x="1036574" y="1143846"/>
                  </a:lnTo>
                  <a:lnTo>
                    <a:pt x="1016132" y="1101613"/>
                  </a:lnTo>
                  <a:lnTo>
                    <a:pt x="1008888" y="1054608"/>
                  </a:lnTo>
                  <a:close/>
                </a:path>
                <a:path w="1414779" h="1231900">
                  <a:moveTo>
                    <a:pt x="1002792" y="1075944"/>
                  </a:moveTo>
                  <a:lnTo>
                    <a:pt x="411480" y="1075944"/>
                  </a:lnTo>
                </a:path>
              </a:pathLst>
            </a:custGeom>
            <a:ln w="12700">
              <a:solidFill>
                <a:schemeClr val="bg1"/>
              </a:solidFill>
            </a:ln>
          </p:spPr>
          <p:txBody>
            <a:bodyPr wrap="square" lIns="0" tIns="0" rIns="0" bIns="0" rtlCol="0"/>
            <a:lstStyle/>
            <a:p>
              <a:endParaRPr sz="1985"/>
            </a:p>
          </p:txBody>
        </p:sp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901439" y="3934967"/>
              <a:ext cx="159893" cy="141605"/>
            </a:xfrm>
            <a:prstGeom prst="rect">
              <a:avLst/>
            </a:prstGeom>
            <a:ln w="12700">
              <a:solidFill>
                <a:schemeClr val="bg1"/>
              </a:solidFill>
            </a:ln>
          </p:spPr>
        </p:pic>
        <p:sp>
          <p:nvSpPr>
            <p:cNvPr id="16" name="object 16"/>
            <p:cNvSpPr/>
            <p:nvPr/>
          </p:nvSpPr>
          <p:spPr>
            <a:xfrm>
              <a:off x="4383023" y="3285743"/>
              <a:ext cx="295910" cy="515620"/>
            </a:xfrm>
            <a:custGeom>
              <a:avLst/>
              <a:gdLst/>
              <a:ahLst/>
              <a:cxnLst/>
              <a:rect l="l" t="t" r="r" b="b"/>
              <a:pathLst>
                <a:path w="295910" h="515620">
                  <a:moveTo>
                    <a:pt x="0" y="0"/>
                  </a:moveTo>
                  <a:lnTo>
                    <a:pt x="295655" y="515111"/>
                  </a:lnTo>
                </a:path>
              </a:pathLst>
            </a:custGeom>
            <a:ln w="12700">
              <a:solidFill>
                <a:schemeClr val="bg1"/>
              </a:solidFill>
            </a:ln>
          </p:spPr>
          <p:txBody>
            <a:bodyPr wrap="square" lIns="0" tIns="0" rIns="0" bIns="0" rtlCol="0"/>
            <a:lstStyle/>
            <a:p>
              <a:endParaRPr sz="1985"/>
            </a:p>
          </p:txBody>
        </p:sp>
        <p:pic>
          <p:nvPicPr>
            <p:cNvPr id="17" name="object 1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544567" y="3657600"/>
              <a:ext cx="141732" cy="150875"/>
            </a:xfrm>
            <a:prstGeom prst="rect">
              <a:avLst/>
            </a:prstGeom>
            <a:ln w="12700">
              <a:solidFill>
                <a:schemeClr val="bg1"/>
              </a:solidFill>
            </a:ln>
          </p:spPr>
        </p:pic>
        <p:sp>
          <p:nvSpPr>
            <p:cNvPr id="18" name="object 18"/>
            <p:cNvSpPr/>
            <p:nvPr/>
          </p:nvSpPr>
          <p:spPr>
            <a:xfrm>
              <a:off x="3730751" y="3285743"/>
              <a:ext cx="476884" cy="513715"/>
            </a:xfrm>
            <a:custGeom>
              <a:avLst/>
              <a:gdLst/>
              <a:ahLst/>
              <a:cxnLst/>
              <a:rect l="l" t="t" r="r" b="b"/>
              <a:pathLst>
                <a:path w="476885" h="513714">
                  <a:moveTo>
                    <a:pt x="0" y="513587"/>
                  </a:moveTo>
                  <a:lnTo>
                    <a:pt x="9525" y="508761"/>
                  </a:lnTo>
                  <a:lnTo>
                    <a:pt x="19050" y="505586"/>
                  </a:lnTo>
                  <a:lnTo>
                    <a:pt x="34925" y="500887"/>
                  </a:lnTo>
                  <a:lnTo>
                    <a:pt x="44576" y="491362"/>
                  </a:lnTo>
                  <a:lnTo>
                    <a:pt x="54101" y="488187"/>
                  </a:lnTo>
                  <a:lnTo>
                    <a:pt x="65150" y="483361"/>
                  </a:lnTo>
                  <a:lnTo>
                    <a:pt x="74675" y="478662"/>
                  </a:lnTo>
                  <a:lnTo>
                    <a:pt x="84200" y="473963"/>
                  </a:lnTo>
                  <a:lnTo>
                    <a:pt x="95376" y="465962"/>
                  </a:lnTo>
                  <a:lnTo>
                    <a:pt x="104901" y="461263"/>
                  </a:lnTo>
                  <a:lnTo>
                    <a:pt x="114426" y="456437"/>
                  </a:lnTo>
                  <a:lnTo>
                    <a:pt x="125602" y="448563"/>
                  </a:lnTo>
                  <a:lnTo>
                    <a:pt x="135127" y="443737"/>
                  </a:lnTo>
                  <a:lnTo>
                    <a:pt x="144652" y="435863"/>
                  </a:lnTo>
                  <a:lnTo>
                    <a:pt x="155828" y="431164"/>
                  </a:lnTo>
                  <a:lnTo>
                    <a:pt x="170052" y="418464"/>
                  </a:lnTo>
                  <a:lnTo>
                    <a:pt x="179705" y="413638"/>
                  </a:lnTo>
                  <a:lnTo>
                    <a:pt x="216153" y="383539"/>
                  </a:lnTo>
                  <a:lnTo>
                    <a:pt x="225806" y="378840"/>
                  </a:lnTo>
                  <a:lnTo>
                    <a:pt x="230505" y="369315"/>
                  </a:lnTo>
                  <a:lnTo>
                    <a:pt x="240030" y="361314"/>
                  </a:lnTo>
                  <a:lnTo>
                    <a:pt x="251206" y="356615"/>
                  </a:lnTo>
                  <a:lnTo>
                    <a:pt x="255905" y="348741"/>
                  </a:lnTo>
                  <a:lnTo>
                    <a:pt x="265557" y="339216"/>
                  </a:lnTo>
                  <a:lnTo>
                    <a:pt x="270256" y="331215"/>
                  </a:lnTo>
                  <a:lnTo>
                    <a:pt x="281432" y="326516"/>
                  </a:lnTo>
                  <a:lnTo>
                    <a:pt x="290957" y="316991"/>
                  </a:lnTo>
                  <a:lnTo>
                    <a:pt x="295656" y="309117"/>
                  </a:lnTo>
                  <a:lnTo>
                    <a:pt x="300482" y="299592"/>
                  </a:lnTo>
                  <a:lnTo>
                    <a:pt x="311658" y="291591"/>
                  </a:lnTo>
                  <a:lnTo>
                    <a:pt x="316357" y="282066"/>
                  </a:lnTo>
                  <a:lnTo>
                    <a:pt x="325882" y="274192"/>
                  </a:lnTo>
                  <a:lnTo>
                    <a:pt x="330708" y="264667"/>
                  </a:lnTo>
                  <a:lnTo>
                    <a:pt x="341757" y="261492"/>
                  </a:lnTo>
                  <a:lnTo>
                    <a:pt x="346583" y="251967"/>
                  </a:lnTo>
                  <a:lnTo>
                    <a:pt x="351409" y="244093"/>
                  </a:lnTo>
                  <a:lnTo>
                    <a:pt x="356108" y="229869"/>
                  </a:lnTo>
                  <a:lnTo>
                    <a:pt x="365633" y="221868"/>
                  </a:lnTo>
                  <a:lnTo>
                    <a:pt x="371983" y="212343"/>
                  </a:lnTo>
                  <a:lnTo>
                    <a:pt x="376809" y="204469"/>
                  </a:lnTo>
                  <a:lnTo>
                    <a:pt x="381508" y="194944"/>
                  </a:lnTo>
                  <a:lnTo>
                    <a:pt x="391033" y="187070"/>
                  </a:lnTo>
                  <a:lnTo>
                    <a:pt x="395859" y="177545"/>
                  </a:lnTo>
                  <a:lnTo>
                    <a:pt x="400685" y="169544"/>
                  </a:lnTo>
                  <a:lnTo>
                    <a:pt x="407035" y="156971"/>
                  </a:lnTo>
                  <a:lnTo>
                    <a:pt x="411734" y="147446"/>
                  </a:lnTo>
                  <a:lnTo>
                    <a:pt x="416560" y="139445"/>
                  </a:lnTo>
                  <a:lnTo>
                    <a:pt x="421259" y="125221"/>
                  </a:lnTo>
                  <a:lnTo>
                    <a:pt x="426085" y="117347"/>
                  </a:lnTo>
                  <a:lnTo>
                    <a:pt x="430784" y="107822"/>
                  </a:lnTo>
                  <a:lnTo>
                    <a:pt x="437261" y="95122"/>
                  </a:lnTo>
                  <a:lnTo>
                    <a:pt x="441960" y="87121"/>
                  </a:lnTo>
                  <a:lnTo>
                    <a:pt x="446786" y="77723"/>
                  </a:lnTo>
                  <a:lnTo>
                    <a:pt x="451485" y="65023"/>
                  </a:lnTo>
                  <a:lnTo>
                    <a:pt x="456311" y="55498"/>
                  </a:lnTo>
                  <a:lnTo>
                    <a:pt x="461010" y="42798"/>
                  </a:lnTo>
                  <a:lnTo>
                    <a:pt x="467360" y="34925"/>
                  </a:lnTo>
                  <a:lnTo>
                    <a:pt x="467360" y="20573"/>
                  </a:lnTo>
                  <a:lnTo>
                    <a:pt x="472186" y="12700"/>
                  </a:lnTo>
                  <a:lnTo>
                    <a:pt x="476885" y="0"/>
                  </a:lnTo>
                </a:path>
              </a:pathLst>
            </a:custGeom>
            <a:ln w="12700">
              <a:solidFill>
                <a:schemeClr val="bg1"/>
              </a:solidFill>
            </a:ln>
          </p:spPr>
          <p:txBody>
            <a:bodyPr wrap="square" lIns="0" tIns="0" rIns="0" bIns="0" rtlCol="0"/>
            <a:lstStyle/>
            <a:p>
              <a:endParaRPr sz="1985"/>
            </a:p>
          </p:txBody>
        </p:sp>
        <p:pic>
          <p:nvPicPr>
            <p:cNvPr id="19" name="object 1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087367" y="3276599"/>
              <a:ext cx="147828" cy="153797"/>
            </a:xfrm>
            <a:prstGeom prst="rect">
              <a:avLst/>
            </a:prstGeom>
            <a:ln w="12700">
              <a:solidFill>
                <a:schemeClr val="bg1"/>
              </a:solidFill>
            </a:ln>
          </p:spPr>
        </p:pic>
        <p:sp>
          <p:nvSpPr>
            <p:cNvPr id="20" name="object 20"/>
            <p:cNvSpPr/>
            <p:nvPr/>
          </p:nvSpPr>
          <p:spPr>
            <a:xfrm>
              <a:off x="3648455" y="3285743"/>
              <a:ext cx="474345" cy="513715"/>
            </a:xfrm>
            <a:custGeom>
              <a:avLst/>
              <a:gdLst/>
              <a:ahLst/>
              <a:cxnLst/>
              <a:rect l="l" t="t" r="r" b="b"/>
              <a:pathLst>
                <a:path w="474345" h="513714">
                  <a:moveTo>
                    <a:pt x="473837" y="0"/>
                  </a:moveTo>
                  <a:lnTo>
                    <a:pt x="464312" y="3175"/>
                  </a:lnTo>
                  <a:lnTo>
                    <a:pt x="454787" y="7873"/>
                  </a:lnTo>
                  <a:lnTo>
                    <a:pt x="438785" y="12700"/>
                  </a:lnTo>
                  <a:lnTo>
                    <a:pt x="429260" y="20573"/>
                  </a:lnTo>
                  <a:lnTo>
                    <a:pt x="418084" y="25400"/>
                  </a:lnTo>
                  <a:lnTo>
                    <a:pt x="408432" y="30098"/>
                  </a:lnTo>
                  <a:lnTo>
                    <a:pt x="398907" y="34925"/>
                  </a:lnTo>
                  <a:lnTo>
                    <a:pt x="387731" y="42798"/>
                  </a:lnTo>
                  <a:lnTo>
                    <a:pt x="378206" y="47497"/>
                  </a:lnTo>
                  <a:lnTo>
                    <a:pt x="368554" y="52323"/>
                  </a:lnTo>
                  <a:lnTo>
                    <a:pt x="357378" y="55498"/>
                  </a:lnTo>
                  <a:lnTo>
                    <a:pt x="347853" y="65023"/>
                  </a:lnTo>
                  <a:lnTo>
                    <a:pt x="338328" y="69722"/>
                  </a:lnTo>
                  <a:lnTo>
                    <a:pt x="327152" y="77723"/>
                  </a:lnTo>
                  <a:lnTo>
                    <a:pt x="317500" y="82422"/>
                  </a:lnTo>
                  <a:lnTo>
                    <a:pt x="312674" y="90296"/>
                  </a:lnTo>
                  <a:lnTo>
                    <a:pt x="303149" y="95122"/>
                  </a:lnTo>
                  <a:lnTo>
                    <a:pt x="291973" y="99821"/>
                  </a:lnTo>
                  <a:lnTo>
                    <a:pt x="256921" y="129920"/>
                  </a:lnTo>
                  <a:lnTo>
                    <a:pt x="247269" y="134746"/>
                  </a:lnTo>
                  <a:lnTo>
                    <a:pt x="242570" y="142620"/>
                  </a:lnTo>
                  <a:lnTo>
                    <a:pt x="231394" y="152145"/>
                  </a:lnTo>
                  <a:lnTo>
                    <a:pt x="221742" y="156971"/>
                  </a:lnTo>
                  <a:lnTo>
                    <a:pt x="217043" y="164845"/>
                  </a:lnTo>
                  <a:lnTo>
                    <a:pt x="207391" y="174370"/>
                  </a:lnTo>
                  <a:lnTo>
                    <a:pt x="201041" y="182244"/>
                  </a:lnTo>
                  <a:lnTo>
                    <a:pt x="191516" y="187070"/>
                  </a:lnTo>
                  <a:lnTo>
                    <a:pt x="181864" y="194944"/>
                  </a:lnTo>
                  <a:lnTo>
                    <a:pt x="177165" y="204469"/>
                  </a:lnTo>
                  <a:lnTo>
                    <a:pt x="170688" y="212343"/>
                  </a:lnTo>
                  <a:lnTo>
                    <a:pt x="161163" y="221868"/>
                  </a:lnTo>
                  <a:lnTo>
                    <a:pt x="156337" y="229869"/>
                  </a:lnTo>
                  <a:lnTo>
                    <a:pt x="146812" y="239267"/>
                  </a:lnTo>
                  <a:lnTo>
                    <a:pt x="141986" y="247268"/>
                  </a:lnTo>
                  <a:lnTo>
                    <a:pt x="126111" y="261492"/>
                  </a:lnTo>
                  <a:lnTo>
                    <a:pt x="121285" y="274192"/>
                  </a:lnTo>
                  <a:lnTo>
                    <a:pt x="116459" y="282066"/>
                  </a:lnTo>
                  <a:lnTo>
                    <a:pt x="105283" y="291591"/>
                  </a:lnTo>
                  <a:lnTo>
                    <a:pt x="100584" y="299592"/>
                  </a:lnTo>
                  <a:lnTo>
                    <a:pt x="95758" y="309117"/>
                  </a:lnTo>
                  <a:lnTo>
                    <a:pt x="90932" y="316991"/>
                  </a:lnTo>
                  <a:lnTo>
                    <a:pt x="86106" y="326516"/>
                  </a:lnTo>
                  <a:lnTo>
                    <a:pt x="81407" y="334390"/>
                  </a:lnTo>
                  <a:lnTo>
                    <a:pt x="74930" y="348741"/>
                  </a:lnTo>
                  <a:lnTo>
                    <a:pt x="65405" y="356615"/>
                  </a:lnTo>
                  <a:lnTo>
                    <a:pt x="60579" y="366140"/>
                  </a:lnTo>
                  <a:lnTo>
                    <a:pt x="55880" y="374014"/>
                  </a:lnTo>
                  <a:lnTo>
                    <a:pt x="51054" y="386714"/>
                  </a:lnTo>
                  <a:lnTo>
                    <a:pt x="44704" y="396239"/>
                  </a:lnTo>
                  <a:lnTo>
                    <a:pt x="39878" y="404113"/>
                  </a:lnTo>
                  <a:lnTo>
                    <a:pt x="35052" y="418464"/>
                  </a:lnTo>
                  <a:lnTo>
                    <a:pt x="35052" y="426338"/>
                  </a:lnTo>
                  <a:lnTo>
                    <a:pt x="30353" y="435863"/>
                  </a:lnTo>
                  <a:lnTo>
                    <a:pt x="25527" y="448563"/>
                  </a:lnTo>
                  <a:lnTo>
                    <a:pt x="20701" y="456437"/>
                  </a:lnTo>
                  <a:lnTo>
                    <a:pt x="14351" y="470788"/>
                  </a:lnTo>
                  <a:lnTo>
                    <a:pt x="9525" y="478662"/>
                  </a:lnTo>
                  <a:lnTo>
                    <a:pt x="4826" y="491362"/>
                  </a:lnTo>
                  <a:lnTo>
                    <a:pt x="4826" y="500887"/>
                  </a:lnTo>
                  <a:lnTo>
                    <a:pt x="0" y="513587"/>
                  </a:lnTo>
                </a:path>
              </a:pathLst>
            </a:custGeom>
            <a:ln w="12700">
              <a:solidFill>
                <a:schemeClr val="bg1"/>
              </a:solidFill>
            </a:ln>
          </p:spPr>
          <p:txBody>
            <a:bodyPr wrap="square" lIns="0" tIns="0" rIns="0" bIns="0" rtlCol="0"/>
            <a:lstStyle/>
            <a:p>
              <a:endParaRPr sz="1985"/>
            </a:p>
          </p:txBody>
        </p:sp>
        <p:pic>
          <p:nvPicPr>
            <p:cNvPr id="21" name="object 2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614927" y="3657600"/>
              <a:ext cx="153924" cy="150875"/>
            </a:xfrm>
            <a:prstGeom prst="rect">
              <a:avLst/>
            </a:prstGeom>
            <a:ln w="12700">
              <a:solidFill>
                <a:schemeClr val="bg1"/>
              </a:solidFill>
            </a:ln>
          </p:spPr>
        </p:pic>
        <p:sp>
          <p:nvSpPr>
            <p:cNvPr id="22" name="object 22"/>
            <p:cNvSpPr/>
            <p:nvPr/>
          </p:nvSpPr>
          <p:spPr>
            <a:xfrm>
              <a:off x="4489704" y="3102228"/>
              <a:ext cx="614045" cy="676910"/>
            </a:xfrm>
            <a:custGeom>
              <a:avLst/>
              <a:gdLst/>
              <a:ahLst/>
              <a:cxnLst/>
              <a:rect l="l" t="t" r="r" b="b"/>
              <a:pathLst>
                <a:path w="614045" h="676910">
                  <a:moveTo>
                    <a:pt x="122682" y="434721"/>
                  </a:moveTo>
                  <a:lnTo>
                    <a:pt x="122478" y="433590"/>
                  </a:lnTo>
                  <a:lnTo>
                    <a:pt x="120396" y="421386"/>
                  </a:lnTo>
                  <a:lnTo>
                    <a:pt x="114173" y="416941"/>
                  </a:lnTo>
                  <a:lnTo>
                    <a:pt x="0" y="436499"/>
                  </a:lnTo>
                  <a:lnTo>
                    <a:pt x="68834" y="521081"/>
                  </a:lnTo>
                  <a:lnTo>
                    <a:pt x="73152" y="526288"/>
                  </a:lnTo>
                  <a:lnTo>
                    <a:pt x="80772" y="527050"/>
                  </a:lnTo>
                  <a:lnTo>
                    <a:pt x="86106" y="522859"/>
                  </a:lnTo>
                  <a:lnTo>
                    <a:pt x="91313" y="518541"/>
                  </a:lnTo>
                  <a:lnTo>
                    <a:pt x="92075" y="510921"/>
                  </a:lnTo>
                  <a:lnTo>
                    <a:pt x="59563" y="471043"/>
                  </a:lnTo>
                  <a:lnTo>
                    <a:pt x="58077" y="469226"/>
                  </a:lnTo>
                  <a:lnTo>
                    <a:pt x="65227" y="450024"/>
                  </a:lnTo>
                  <a:lnTo>
                    <a:pt x="118237" y="440944"/>
                  </a:lnTo>
                  <a:lnTo>
                    <a:pt x="122682" y="434721"/>
                  </a:lnTo>
                  <a:close/>
                </a:path>
                <a:path w="614045" h="676910">
                  <a:moveTo>
                    <a:pt x="130302" y="49911"/>
                  </a:moveTo>
                  <a:lnTo>
                    <a:pt x="70231" y="41173"/>
                  </a:lnTo>
                  <a:lnTo>
                    <a:pt x="74688" y="39370"/>
                  </a:lnTo>
                  <a:lnTo>
                    <a:pt x="86321" y="34671"/>
                  </a:lnTo>
                  <a:lnTo>
                    <a:pt x="110236" y="25019"/>
                  </a:lnTo>
                  <a:lnTo>
                    <a:pt x="116459" y="22606"/>
                  </a:lnTo>
                  <a:lnTo>
                    <a:pt x="119507" y="15494"/>
                  </a:lnTo>
                  <a:lnTo>
                    <a:pt x="116967" y="9144"/>
                  </a:lnTo>
                  <a:lnTo>
                    <a:pt x="114427" y="2921"/>
                  </a:lnTo>
                  <a:lnTo>
                    <a:pt x="107315" y="0"/>
                  </a:lnTo>
                  <a:lnTo>
                    <a:pt x="101092" y="2413"/>
                  </a:lnTo>
                  <a:lnTo>
                    <a:pt x="56883" y="20307"/>
                  </a:lnTo>
                  <a:lnTo>
                    <a:pt x="56883" y="46558"/>
                  </a:lnTo>
                  <a:lnTo>
                    <a:pt x="55486" y="56362"/>
                  </a:lnTo>
                  <a:lnTo>
                    <a:pt x="47802" y="50228"/>
                  </a:lnTo>
                  <a:lnTo>
                    <a:pt x="56883" y="46558"/>
                  </a:lnTo>
                  <a:lnTo>
                    <a:pt x="56883" y="20307"/>
                  </a:lnTo>
                  <a:lnTo>
                    <a:pt x="0" y="43307"/>
                  </a:lnTo>
                  <a:lnTo>
                    <a:pt x="90551" y="115443"/>
                  </a:lnTo>
                  <a:lnTo>
                    <a:pt x="98298" y="114554"/>
                  </a:lnTo>
                  <a:lnTo>
                    <a:pt x="102489" y="109347"/>
                  </a:lnTo>
                  <a:lnTo>
                    <a:pt x="106680" y="104013"/>
                  </a:lnTo>
                  <a:lnTo>
                    <a:pt x="105791" y="96393"/>
                  </a:lnTo>
                  <a:lnTo>
                    <a:pt x="100457" y="92202"/>
                  </a:lnTo>
                  <a:lnTo>
                    <a:pt x="66687" y="65278"/>
                  </a:lnTo>
                  <a:lnTo>
                    <a:pt x="126873" y="74041"/>
                  </a:lnTo>
                  <a:lnTo>
                    <a:pt x="130302" y="49911"/>
                  </a:lnTo>
                  <a:close/>
                </a:path>
                <a:path w="614045" h="676910">
                  <a:moveTo>
                    <a:pt x="157226" y="482473"/>
                  </a:moveTo>
                  <a:lnTo>
                    <a:pt x="88773" y="456819"/>
                  </a:lnTo>
                  <a:lnTo>
                    <a:pt x="80137" y="479552"/>
                  </a:lnTo>
                  <a:lnTo>
                    <a:pt x="148717" y="505333"/>
                  </a:lnTo>
                  <a:lnTo>
                    <a:pt x="157226" y="482473"/>
                  </a:lnTo>
                  <a:close/>
                </a:path>
                <a:path w="614045" h="676910">
                  <a:moveTo>
                    <a:pt x="226822" y="64008"/>
                  </a:moveTo>
                  <a:lnTo>
                    <a:pt x="154432" y="53467"/>
                  </a:lnTo>
                  <a:lnTo>
                    <a:pt x="151003" y="77597"/>
                  </a:lnTo>
                  <a:lnTo>
                    <a:pt x="223393" y="88138"/>
                  </a:lnTo>
                  <a:lnTo>
                    <a:pt x="226822" y="64008"/>
                  </a:lnTo>
                  <a:close/>
                </a:path>
                <a:path w="614045" h="676910">
                  <a:moveTo>
                    <a:pt x="248539" y="516636"/>
                  </a:moveTo>
                  <a:lnTo>
                    <a:pt x="180086" y="490982"/>
                  </a:lnTo>
                  <a:lnTo>
                    <a:pt x="171577" y="513842"/>
                  </a:lnTo>
                  <a:lnTo>
                    <a:pt x="240030" y="539496"/>
                  </a:lnTo>
                  <a:lnTo>
                    <a:pt x="248539" y="516636"/>
                  </a:lnTo>
                  <a:close/>
                </a:path>
                <a:path w="614045" h="676910">
                  <a:moveTo>
                    <a:pt x="323342" y="77978"/>
                  </a:moveTo>
                  <a:lnTo>
                    <a:pt x="250952" y="67437"/>
                  </a:lnTo>
                  <a:lnTo>
                    <a:pt x="247523" y="91567"/>
                  </a:lnTo>
                  <a:lnTo>
                    <a:pt x="319913" y="102108"/>
                  </a:lnTo>
                  <a:lnTo>
                    <a:pt x="323342" y="77978"/>
                  </a:lnTo>
                  <a:close/>
                </a:path>
                <a:path w="614045" h="676910">
                  <a:moveTo>
                    <a:pt x="339852" y="550926"/>
                  </a:moveTo>
                  <a:lnTo>
                    <a:pt x="271399" y="525272"/>
                  </a:lnTo>
                  <a:lnTo>
                    <a:pt x="262890" y="548132"/>
                  </a:lnTo>
                  <a:lnTo>
                    <a:pt x="331343" y="573786"/>
                  </a:lnTo>
                  <a:lnTo>
                    <a:pt x="339852" y="550926"/>
                  </a:lnTo>
                  <a:close/>
                </a:path>
                <a:path w="614045" h="676910">
                  <a:moveTo>
                    <a:pt x="419862" y="92075"/>
                  </a:moveTo>
                  <a:lnTo>
                    <a:pt x="347472" y="81534"/>
                  </a:lnTo>
                  <a:lnTo>
                    <a:pt x="344043" y="105664"/>
                  </a:lnTo>
                  <a:lnTo>
                    <a:pt x="416433" y="116205"/>
                  </a:lnTo>
                  <a:lnTo>
                    <a:pt x="419862" y="92075"/>
                  </a:lnTo>
                  <a:close/>
                </a:path>
                <a:path w="614045" h="676910">
                  <a:moveTo>
                    <a:pt x="431292" y="585216"/>
                  </a:moveTo>
                  <a:lnTo>
                    <a:pt x="362712" y="559562"/>
                  </a:lnTo>
                  <a:lnTo>
                    <a:pt x="354203" y="582295"/>
                  </a:lnTo>
                  <a:lnTo>
                    <a:pt x="422656" y="608076"/>
                  </a:lnTo>
                  <a:lnTo>
                    <a:pt x="431292" y="585216"/>
                  </a:lnTo>
                  <a:close/>
                </a:path>
                <a:path w="614045" h="676910">
                  <a:moveTo>
                    <a:pt x="516382" y="106045"/>
                  </a:moveTo>
                  <a:lnTo>
                    <a:pt x="443992" y="95631"/>
                  </a:lnTo>
                  <a:lnTo>
                    <a:pt x="440563" y="119761"/>
                  </a:lnTo>
                  <a:lnTo>
                    <a:pt x="512953" y="130175"/>
                  </a:lnTo>
                  <a:lnTo>
                    <a:pt x="516382" y="106045"/>
                  </a:lnTo>
                  <a:close/>
                </a:path>
                <a:path w="614045" h="676910">
                  <a:moveTo>
                    <a:pt x="522605" y="619379"/>
                  </a:moveTo>
                  <a:lnTo>
                    <a:pt x="454025" y="593725"/>
                  </a:lnTo>
                  <a:lnTo>
                    <a:pt x="445516" y="616585"/>
                  </a:lnTo>
                  <a:lnTo>
                    <a:pt x="513969" y="642239"/>
                  </a:lnTo>
                  <a:lnTo>
                    <a:pt x="522605" y="619379"/>
                  </a:lnTo>
                  <a:close/>
                </a:path>
                <a:path w="614045" h="676910">
                  <a:moveTo>
                    <a:pt x="612902" y="120142"/>
                  </a:moveTo>
                  <a:lnTo>
                    <a:pt x="540512" y="109601"/>
                  </a:lnTo>
                  <a:lnTo>
                    <a:pt x="537083" y="133731"/>
                  </a:lnTo>
                  <a:lnTo>
                    <a:pt x="609473" y="144272"/>
                  </a:lnTo>
                  <a:lnTo>
                    <a:pt x="612902" y="120142"/>
                  </a:lnTo>
                  <a:close/>
                </a:path>
                <a:path w="614045" h="676910">
                  <a:moveTo>
                    <a:pt x="613918" y="653669"/>
                  </a:moveTo>
                  <a:lnTo>
                    <a:pt x="545338" y="628015"/>
                  </a:lnTo>
                  <a:lnTo>
                    <a:pt x="536829" y="650875"/>
                  </a:lnTo>
                  <a:lnTo>
                    <a:pt x="605282" y="676529"/>
                  </a:lnTo>
                  <a:lnTo>
                    <a:pt x="613918" y="653669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chemeClr val="bg1"/>
              </a:solidFill>
            </a:ln>
          </p:spPr>
          <p:txBody>
            <a:bodyPr wrap="square" lIns="0" tIns="0" rIns="0" bIns="0" rtlCol="0"/>
            <a:lstStyle/>
            <a:p>
              <a:endParaRPr sz="1985"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5934361" y="3429332"/>
            <a:ext cx="1058798" cy="319610"/>
          </a:xfrm>
          <a:prstGeom prst="rect">
            <a:avLst/>
          </a:prstGeom>
        </p:spPr>
        <p:txBody>
          <a:bodyPr vert="horz" wrap="square" lIns="0" tIns="14005" rIns="0" bIns="0" rtlCol="0">
            <a:spAutoFit/>
          </a:bodyPr>
          <a:lstStyle/>
          <a:p>
            <a:pPr marL="102941" indent="-89636">
              <a:spcBef>
                <a:spcPts val="110"/>
              </a:spcBef>
              <a:buSzPct val="94444"/>
              <a:buChar char="•"/>
              <a:tabLst>
                <a:tab pos="103641" algn="l"/>
              </a:tabLst>
            </a:pPr>
            <a:r>
              <a:rPr sz="1985" spc="-6" dirty="0">
                <a:solidFill>
                  <a:schemeClr val="bg1"/>
                </a:solidFill>
                <a:latin typeface="Arial MT"/>
                <a:cs typeface="Arial MT"/>
              </a:rPr>
              <a:t>S</a:t>
            </a:r>
            <a:r>
              <a:rPr sz="1985" dirty="0">
                <a:solidFill>
                  <a:schemeClr val="bg1"/>
                </a:solidFill>
                <a:latin typeface="Arial MT"/>
                <a:cs typeface="Arial MT"/>
              </a:rPr>
              <a:t>o</a:t>
            </a:r>
            <a:r>
              <a:rPr sz="1985" spc="11" dirty="0">
                <a:solidFill>
                  <a:schemeClr val="bg1"/>
                </a:solidFill>
                <a:latin typeface="Arial MT"/>
                <a:cs typeface="Arial MT"/>
              </a:rPr>
              <a:t>mm</a:t>
            </a:r>
            <a:r>
              <a:rPr sz="1985" dirty="0">
                <a:solidFill>
                  <a:schemeClr val="bg1"/>
                </a:solidFill>
                <a:latin typeface="Arial MT"/>
                <a:cs typeface="Arial MT"/>
              </a:rPr>
              <a:t>et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5934361" y="4034641"/>
            <a:ext cx="466375" cy="319610"/>
          </a:xfrm>
          <a:prstGeom prst="rect">
            <a:avLst/>
          </a:prstGeom>
        </p:spPr>
        <p:txBody>
          <a:bodyPr vert="horz" wrap="square" lIns="0" tIns="14005" rIns="0" bIns="0" rtlCol="0">
            <a:spAutoFit/>
          </a:bodyPr>
          <a:lstStyle/>
          <a:p>
            <a:pPr marL="102941" indent="-89636">
              <a:spcBef>
                <a:spcPts val="110"/>
              </a:spcBef>
              <a:buSzPct val="94444"/>
              <a:buChar char="•"/>
              <a:tabLst>
                <a:tab pos="103641" algn="l"/>
              </a:tabLst>
            </a:pPr>
            <a:r>
              <a:rPr sz="1985" dirty="0">
                <a:solidFill>
                  <a:schemeClr val="bg1"/>
                </a:solidFill>
                <a:latin typeface="Arial MT"/>
                <a:cs typeface="Arial MT"/>
              </a:rPr>
              <a:t>arc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9839033" y="7207377"/>
            <a:ext cx="619698" cy="188776"/>
          </a:xfrm>
          <a:prstGeom prst="rect">
            <a:avLst/>
          </a:prstGeom>
        </p:spPr>
        <p:txBody>
          <a:bodyPr vert="horz" wrap="square" lIns="0" tIns="2101" rIns="0" bIns="0" rtlCol="0">
            <a:spAutoFit/>
          </a:bodyPr>
          <a:lstStyle/>
          <a:p>
            <a:pPr marL="42017">
              <a:spcBef>
                <a:spcPts val="17"/>
              </a:spcBef>
            </a:pPr>
            <a:fld id="{81D60167-4931-47E6-BA6A-407CBD079E47}" type="slidenum">
              <a:rPr sz="1213" dirty="0">
                <a:solidFill>
                  <a:srgbClr val="C00000"/>
                </a:solidFill>
                <a:latin typeface="Franklin Gothic Medium"/>
                <a:cs typeface="Franklin Gothic Medium"/>
              </a:rPr>
              <a:pPr marL="42017">
                <a:spcBef>
                  <a:spcPts val="17"/>
                </a:spcBef>
              </a:pPr>
              <a:t>10</a:t>
            </a:fld>
            <a:endParaRPr sz="1213" dirty="0">
              <a:latin typeface="Franklin Gothic Medium"/>
              <a:cs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1033876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object 3"/>
          <p:cNvGrpSpPr/>
          <p:nvPr/>
        </p:nvGrpSpPr>
        <p:grpSpPr>
          <a:xfrm>
            <a:off x="774700" y="3781425"/>
            <a:ext cx="9144000" cy="3429000"/>
            <a:chOff x="772668" y="3779519"/>
            <a:chExt cx="9144000" cy="3429000"/>
          </a:xfrm>
        </p:grpSpPr>
        <p:pic>
          <p:nvPicPr>
            <p:cNvPr id="31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2668" y="3779520"/>
              <a:ext cx="9143999" cy="3429000"/>
            </a:xfrm>
            <a:prstGeom prst="rect">
              <a:avLst/>
            </a:prstGeom>
          </p:spPr>
        </p:pic>
        <p:pic>
          <p:nvPicPr>
            <p:cNvPr id="32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1812" y="3781044"/>
              <a:ext cx="5925311" cy="1024127"/>
            </a:xfrm>
            <a:prstGeom prst="rect">
              <a:avLst/>
            </a:prstGeom>
          </p:spPr>
        </p:pic>
        <p:pic>
          <p:nvPicPr>
            <p:cNvPr id="33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34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35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36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37" name="object 10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11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4" name="object 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53051" y="1456100"/>
            <a:ext cx="201675" cy="2043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325589" y="1938891"/>
            <a:ext cx="187670" cy="19607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882774" y="2431876"/>
            <a:ext cx="129969" cy="12996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882774" y="2835229"/>
            <a:ext cx="129969" cy="12996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325589" y="3632968"/>
            <a:ext cx="187670" cy="19607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882774" y="4125955"/>
            <a:ext cx="129969" cy="12996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882774" y="4529306"/>
            <a:ext cx="129969" cy="12996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325589" y="5327046"/>
            <a:ext cx="187670" cy="19607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882774" y="5820032"/>
            <a:ext cx="129969" cy="12996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882774" y="6223384"/>
            <a:ext cx="129969" cy="129969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1168757" y="1154312"/>
            <a:ext cx="4613143" cy="5310826"/>
          </a:xfrm>
          <a:prstGeom prst="rect">
            <a:avLst/>
          </a:prstGeom>
        </p:spPr>
        <p:txBody>
          <a:bodyPr vert="horz" wrap="square" lIns="0" tIns="105740" rIns="0" bIns="0" rtlCol="0">
            <a:spAutoFit/>
          </a:bodyPr>
          <a:lstStyle/>
          <a:p>
            <a:pPr marL="14006">
              <a:spcBef>
                <a:spcPts val="833"/>
              </a:spcBef>
            </a:pPr>
            <a:r>
              <a:rPr sz="2867" b="1" spc="-358" dirty="0">
                <a:solidFill>
                  <a:schemeClr val="bg1"/>
                </a:solidFill>
                <a:latin typeface="Times New Roman"/>
                <a:cs typeface="Times New Roman"/>
              </a:rPr>
              <a:t>M</a:t>
            </a:r>
            <a:r>
              <a:rPr sz="2867" b="1" spc="-143" dirty="0">
                <a:solidFill>
                  <a:schemeClr val="bg1"/>
                </a:solidFill>
                <a:latin typeface="Times New Roman"/>
                <a:cs typeface="Times New Roman"/>
              </a:rPr>
              <a:t>od</a:t>
            </a:r>
            <a:r>
              <a:rPr sz="2867" b="1" spc="-132" dirty="0">
                <a:solidFill>
                  <a:schemeClr val="bg1"/>
                </a:solidFill>
                <a:latin typeface="Times New Roman"/>
                <a:cs typeface="Times New Roman"/>
              </a:rPr>
              <a:t>él</a:t>
            </a:r>
            <a:r>
              <a:rPr sz="2867" b="1" spc="-99" dirty="0">
                <a:solidFill>
                  <a:schemeClr val="bg1"/>
                </a:solidFill>
                <a:latin typeface="Times New Roman"/>
                <a:cs typeface="Times New Roman"/>
              </a:rPr>
              <a:t>i</a:t>
            </a:r>
            <a:r>
              <a:rPr sz="2867" b="1" spc="-149" dirty="0">
                <a:solidFill>
                  <a:schemeClr val="bg1"/>
                </a:solidFill>
                <a:latin typeface="Times New Roman"/>
                <a:cs typeface="Times New Roman"/>
              </a:rPr>
              <a:t>sat</a:t>
            </a:r>
            <a:r>
              <a:rPr sz="2867" b="1" spc="-105" dirty="0">
                <a:solidFill>
                  <a:schemeClr val="bg1"/>
                </a:solidFill>
                <a:latin typeface="Times New Roman"/>
                <a:cs typeface="Times New Roman"/>
              </a:rPr>
              <a:t>i</a:t>
            </a:r>
            <a:r>
              <a:rPr sz="2867" b="1" spc="-143" dirty="0">
                <a:solidFill>
                  <a:schemeClr val="bg1"/>
                </a:solidFill>
                <a:latin typeface="Times New Roman"/>
                <a:cs typeface="Times New Roman"/>
              </a:rPr>
              <a:t>o</a:t>
            </a:r>
            <a:r>
              <a:rPr sz="2867" b="1" spc="-126" dirty="0">
                <a:solidFill>
                  <a:schemeClr val="bg1"/>
                </a:solidFill>
                <a:latin typeface="Times New Roman"/>
                <a:cs typeface="Times New Roman"/>
              </a:rPr>
              <a:t>n</a:t>
            </a:r>
            <a:r>
              <a:rPr sz="2867" b="1" spc="-11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867" b="1" spc="-143" dirty="0">
                <a:solidFill>
                  <a:schemeClr val="bg1"/>
                </a:solidFill>
                <a:latin typeface="Times New Roman"/>
                <a:cs typeface="Times New Roman"/>
              </a:rPr>
              <a:t>p</a:t>
            </a:r>
            <a:r>
              <a:rPr sz="2867" b="1" spc="-248" dirty="0">
                <a:solidFill>
                  <a:schemeClr val="bg1"/>
                </a:solidFill>
                <a:latin typeface="Times New Roman"/>
                <a:cs typeface="Times New Roman"/>
              </a:rPr>
              <a:t>a</a:t>
            </a:r>
            <a:r>
              <a:rPr sz="2867" b="1" spc="28" dirty="0">
                <a:solidFill>
                  <a:schemeClr val="bg1"/>
                </a:solidFill>
                <a:latin typeface="Times New Roman"/>
                <a:cs typeface="Times New Roman"/>
              </a:rPr>
              <a:t>r</a:t>
            </a:r>
            <a:r>
              <a:rPr sz="2867" b="1" spc="-39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867" b="1" spc="-143" dirty="0">
                <a:solidFill>
                  <a:schemeClr val="bg1"/>
                </a:solidFill>
                <a:latin typeface="Times New Roman"/>
                <a:cs typeface="Times New Roman"/>
              </a:rPr>
              <a:t>d</a:t>
            </a:r>
            <a:r>
              <a:rPr sz="2867" b="1" spc="-171" dirty="0">
                <a:solidFill>
                  <a:schemeClr val="bg1"/>
                </a:solidFill>
                <a:latin typeface="Times New Roman"/>
                <a:cs typeface="Times New Roman"/>
              </a:rPr>
              <a:t>es</a:t>
            </a:r>
            <a:r>
              <a:rPr sz="2867" b="1" spc="-77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867" b="1" spc="-143" dirty="0">
                <a:solidFill>
                  <a:schemeClr val="bg1"/>
                </a:solidFill>
                <a:latin typeface="Times New Roman"/>
                <a:cs typeface="Times New Roman"/>
              </a:rPr>
              <a:t>gr</a:t>
            </a:r>
            <a:r>
              <a:rPr sz="2867" b="1" spc="-176" dirty="0">
                <a:solidFill>
                  <a:schemeClr val="bg1"/>
                </a:solidFill>
                <a:latin typeface="Times New Roman"/>
                <a:cs typeface="Times New Roman"/>
              </a:rPr>
              <a:t>a</a:t>
            </a:r>
            <a:r>
              <a:rPr sz="2867" b="1" spc="-143" dirty="0">
                <a:solidFill>
                  <a:schemeClr val="bg1"/>
                </a:solidFill>
                <a:latin typeface="Times New Roman"/>
                <a:cs typeface="Times New Roman"/>
              </a:rPr>
              <a:t>p</a:t>
            </a:r>
            <a:r>
              <a:rPr sz="2867" b="1" spc="-193" dirty="0">
                <a:solidFill>
                  <a:schemeClr val="bg1"/>
                </a:solidFill>
                <a:latin typeface="Times New Roman"/>
                <a:cs typeface="Times New Roman"/>
              </a:rPr>
              <a:t>h</a:t>
            </a:r>
            <a:r>
              <a:rPr sz="2867" b="1" spc="-171" dirty="0">
                <a:solidFill>
                  <a:schemeClr val="bg1"/>
                </a:solidFill>
                <a:latin typeface="Times New Roman"/>
                <a:cs typeface="Times New Roman"/>
              </a:rPr>
              <a:t>es</a:t>
            </a:r>
            <a:endParaRPr sz="2867" b="1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1082630" marR="409663" indent="-558122">
              <a:lnSpc>
                <a:spcPct val="120300"/>
              </a:lnSpc>
              <a:spcBef>
                <a:spcPts val="28"/>
              </a:spcBef>
            </a:pPr>
            <a:r>
              <a:rPr sz="2647" b="1" spc="-132" dirty="0">
                <a:solidFill>
                  <a:schemeClr val="bg1"/>
                </a:solidFill>
                <a:latin typeface="Times New Roman"/>
                <a:cs typeface="Times New Roman"/>
              </a:rPr>
              <a:t>C</a:t>
            </a:r>
            <a:r>
              <a:rPr sz="2647" b="1" spc="-50" dirty="0">
                <a:solidFill>
                  <a:schemeClr val="bg1"/>
                </a:solidFill>
                <a:latin typeface="Times New Roman"/>
                <a:cs typeface="Times New Roman"/>
              </a:rPr>
              <a:t>i</a:t>
            </a:r>
            <a:r>
              <a:rPr sz="2647" b="1" spc="-66" dirty="0">
                <a:solidFill>
                  <a:schemeClr val="bg1"/>
                </a:solidFill>
                <a:latin typeface="Times New Roman"/>
                <a:cs typeface="Times New Roman"/>
              </a:rPr>
              <a:t>r</a:t>
            </a:r>
            <a:r>
              <a:rPr sz="2647" b="1" spc="-176" dirty="0">
                <a:solidFill>
                  <a:schemeClr val="bg1"/>
                </a:solidFill>
                <a:latin typeface="Times New Roman"/>
                <a:cs typeface="Times New Roman"/>
              </a:rPr>
              <a:t>c</a:t>
            </a:r>
            <a:r>
              <a:rPr sz="2647" b="1" spc="-138" dirty="0">
                <a:solidFill>
                  <a:schemeClr val="bg1"/>
                </a:solidFill>
                <a:latin typeface="Times New Roman"/>
                <a:cs typeface="Times New Roman"/>
              </a:rPr>
              <a:t>ul</a:t>
            </a:r>
            <a:r>
              <a:rPr sz="2647" b="1" spc="-143" dirty="0">
                <a:solidFill>
                  <a:schemeClr val="bg1"/>
                </a:solidFill>
                <a:latin typeface="Times New Roman"/>
                <a:cs typeface="Times New Roman"/>
              </a:rPr>
              <a:t>a</a:t>
            </a:r>
            <a:r>
              <a:rPr sz="2647" b="1" spc="-83" dirty="0">
                <a:solidFill>
                  <a:schemeClr val="bg1"/>
                </a:solidFill>
                <a:latin typeface="Times New Roman"/>
                <a:cs typeface="Times New Roman"/>
              </a:rPr>
              <a:t>tion</a:t>
            </a:r>
            <a:r>
              <a:rPr sz="2647" b="1" spc="-66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647" b="1" spc="-171" dirty="0">
                <a:solidFill>
                  <a:schemeClr val="bg1"/>
                </a:solidFill>
                <a:latin typeface="Times New Roman"/>
                <a:cs typeface="Times New Roman"/>
              </a:rPr>
              <a:t>d</a:t>
            </a:r>
            <a:r>
              <a:rPr sz="2647" b="1" spc="-143" dirty="0">
                <a:solidFill>
                  <a:schemeClr val="bg1"/>
                </a:solidFill>
                <a:latin typeface="Times New Roman"/>
                <a:cs typeface="Times New Roman"/>
              </a:rPr>
              <a:t>a</a:t>
            </a:r>
            <a:r>
              <a:rPr sz="2647" b="1" spc="-160" dirty="0">
                <a:solidFill>
                  <a:schemeClr val="bg1"/>
                </a:solidFill>
                <a:latin typeface="Times New Roman"/>
                <a:cs typeface="Times New Roman"/>
              </a:rPr>
              <a:t>ns</a:t>
            </a:r>
            <a:r>
              <a:rPr sz="2647" b="1" spc="-105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647" b="1" spc="-110" dirty="0">
                <a:solidFill>
                  <a:schemeClr val="bg1"/>
                </a:solidFill>
                <a:latin typeface="Times New Roman"/>
                <a:cs typeface="Times New Roman"/>
              </a:rPr>
              <a:t>une</a:t>
            </a:r>
            <a:r>
              <a:rPr sz="2647" b="1" spc="-72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647" b="1" spc="-225" dirty="0">
                <a:solidFill>
                  <a:schemeClr val="bg1"/>
                </a:solidFill>
                <a:latin typeface="Times New Roman"/>
                <a:cs typeface="Times New Roman"/>
              </a:rPr>
              <a:t>v</a:t>
            </a:r>
            <a:r>
              <a:rPr sz="2647" b="1" spc="-121" dirty="0">
                <a:solidFill>
                  <a:schemeClr val="bg1"/>
                </a:solidFill>
                <a:latin typeface="Times New Roman"/>
                <a:cs typeface="Times New Roman"/>
              </a:rPr>
              <a:t>i</a:t>
            </a:r>
            <a:r>
              <a:rPr sz="2647" b="1" spc="-94" dirty="0">
                <a:solidFill>
                  <a:schemeClr val="bg1"/>
                </a:solidFill>
                <a:latin typeface="Times New Roman"/>
                <a:cs typeface="Times New Roman"/>
              </a:rPr>
              <a:t>ll</a:t>
            </a:r>
            <a:r>
              <a:rPr sz="2647" b="1" spc="-138" dirty="0">
                <a:solidFill>
                  <a:schemeClr val="bg1"/>
                </a:solidFill>
                <a:latin typeface="Times New Roman"/>
                <a:cs typeface="Times New Roman"/>
              </a:rPr>
              <a:t>e</a:t>
            </a:r>
            <a:r>
              <a:rPr sz="2647" b="1" spc="-66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647" b="1" spc="33" dirty="0">
                <a:solidFill>
                  <a:schemeClr val="bg1"/>
                </a:solidFill>
                <a:latin typeface="Times New Roman"/>
                <a:cs typeface="Times New Roman"/>
              </a:rPr>
              <a:t>:  </a:t>
            </a:r>
            <a:r>
              <a:rPr sz="2206" b="1" spc="-121" dirty="0">
                <a:solidFill>
                  <a:schemeClr val="bg1"/>
                </a:solidFill>
                <a:latin typeface="Times New Roman"/>
                <a:cs typeface="Times New Roman"/>
              </a:rPr>
              <a:t>som</a:t>
            </a:r>
            <a:r>
              <a:rPr sz="2206" b="1" spc="-165" dirty="0">
                <a:solidFill>
                  <a:schemeClr val="bg1"/>
                </a:solidFill>
                <a:latin typeface="Times New Roman"/>
                <a:cs typeface="Times New Roman"/>
              </a:rPr>
              <a:t>m</a:t>
            </a:r>
            <a:r>
              <a:rPr sz="2206" b="1" spc="-88" dirty="0">
                <a:solidFill>
                  <a:schemeClr val="bg1"/>
                </a:solidFill>
                <a:latin typeface="Times New Roman"/>
                <a:cs typeface="Times New Roman"/>
              </a:rPr>
              <a:t>e</a:t>
            </a:r>
            <a:r>
              <a:rPr sz="2206" b="1" spc="17" dirty="0">
                <a:solidFill>
                  <a:schemeClr val="bg1"/>
                </a:solidFill>
                <a:latin typeface="Times New Roman"/>
                <a:cs typeface="Times New Roman"/>
              </a:rPr>
              <a:t>t</a:t>
            </a:r>
            <a:r>
              <a:rPr sz="2206" b="1" spc="-171" dirty="0">
                <a:solidFill>
                  <a:schemeClr val="bg1"/>
                </a:solidFill>
                <a:latin typeface="Times New Roman"/>
                <a:cs typeface="Times New Roman"/>
              </a:rPr>
              <a:t>s</a:t>
            </a:r>
            <a:r>
              <a:rPr sz="2206" b="1" spc="-44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206" b="1" spc="-11" dirty="0">
                <a:solidFill>
                  <a:schemeClr val="bg1"/>
                </a:solidFill>
                <a:latin typeface="Times New Roman"/>
                <a:cs typeface="Times New Roman"/>
              </a:rPr>
              <a:t>↔</a:t>
            </a:r>
            <a:r>
              <a:rPr sz="2206" b="1" spc="-55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206" b="1" spc="-105" dirty="0">
                <a:solidFill>
                  <a:schemeClr val="bg1"/>
                </a:solidFill>
                <a:latin typeface="Times New Roman"/>
                <a:cs typeface="Times New Roman"/>
              </a:rPr>
              <a:t>ca</a:t>
            </a:r>
            <a:r>
              <a:rPr sz="2206" b="1" spc="-77" dirty="0">
                <a:solidFill>
                  <a:schemeClr val="bg1"/>
                </a:solidFill>
                <a:latin typeface="Times New Roman"/>
                <a:cs typeface="Times New Roman"/>
              </a:rPr>
              <a:t>r</a:t>
            </a:r>
            <a:r>
              <a:rPr sz="2206" b="1" spc="28" dirty="0">
                <a:solidFill>
                  <a:schemeClr val="bg1"/>
                </a:solidFill>
                <a:latin typeface="Times New Roman"/>
                <a:cs typeface="Times New Roman"/>
              </a:rPr>
              <a:t>r</a:t>
            </a:r>
            <a:r>
              <a:rPr sz="2206" b="1" spc="-83" dirty="0">
                <a:solidFill>
                  <a:schemeClr val="bg1"/>
                </a:solidFill>
                <a:latin typeface="Times New Roman"/>
                <a:cs typeface="Times New Roman"/>
              </a:rPr>
              <a:t>e</a:t>
            </a:r>
            <a:r>
              <a:rPr sz="2206" b="1" spc="-154" dirty="0">
                <a:solidFill>
                  <a:schemeClr val="bg1"/>
                </a:solidFill>
                <a:latin typeface="Times New Roman"/>
                <a:cs typeface="Times New Roman"/>
              </a:rPr>
              <a:t>f</a:t>
            </a:r>
            <a:r>
              <a:rPr sz="2206" b="1" spc="-66" dirty="0">
                <a:solidFill>
                  <a:schemeClr val="bg1"/>
                </a:solidFill>
                <a:latin typeface="Times New Roman"/>
                <a:cs typeface="Times New Roman"/>
              </a:rPr>
              <a:t>ou</a:t>
            </a:r>
            <a:r>
              <a:rPr sz="2206" b="1" spc="-33" dirty="0">
                <a:solidFill>
                  <a:schemeClr val="bg1"/>
                </a:solidFill>
                <a:latin typeface="Times New Roman"/>
                <a:cs typeface="Times New Roman"/>
              </a:rPr>
              <a:t>r</a:t>
            </a:r>
            <a:r>
              <a:rPr sz="2206" b="1" spc="-132" dirty="0">
                <a:solidFill>
                  <a:schemeClr val="bg1"/>
                </a:solidFill>
                <a:latin typeface="Times New Roman"/>
                <a:cs typeface="Times New Roman"/>
              </a:rPr>
              <a:t>s  </a:t>
            </a:r>
            <a:r>
              <a:rPr sz="2206" b="1" spc="-193" dirty="0">
                <a:solidFill>
                  <a:schemeClr val="bg1"/>
                </a:solidFill>
                <a:latin typeface="Times New Roman"/>
                <a:cs typeface="Times New Roman"/>
              </a:rPr>
              <a:t>a</a:t>
            </a:r>
            <a:r>
              <a:rPr sz="2206" b="1" spc="22" dirty="0">
                <a:solidFill>
                  <a:schemeClr val="bg1"/>
                </a:solidFill>
                <a:latin typeface="Times New Roman"/>
                <a:cs typeface="Times New Roman"/>
              </a:rPr>
              <a:t>r</a:t>
            </a:r>
            <a:r>
              <a:rPr sz="2206" b="1" spc="-154" dirty="0">
                <a:solidFill>
                  <a:schemeClr val="bg1"/>
                </a:solidFill>
                <a:latin typeface="Times New Roman"/>
                <a:cs typeface="Times New Roman"/>
              </a:rPr>
              <a:t>cs</a:t>
            </a:r>
            <a:r>
              <a:rPr sz="2206" b="1" spc="-44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206" b="1" spc="-11" dirty="0">
                <a:solidFill>
                  <a:schemeClr val="bg1"/>
                </a:solidFill>
                <a:latin typeface="Times New Roman"/>
                <a:cs typeface="Times New Roman"/>
              </a:rPr>
              <a:t>↔</a:t>
            </a:r>
            <a:r>
              <a:rPr sz="2206" b="1" spc="-5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206" b="1" spc="22" dirty="0">
                <a:solidFill>
                  <a:schemeClr val="bg1"/>
                </a:solidFill>
                <a:latin typeface="Times New Roman"/>
                <a:cs typeface="Times New Roman"/>
              </a:rPr>
              <a:t>r</a:t>
            </a:r>
            <a:r>
              <a:rPr sz="2206" b="1" spc="-94" dirty="0">
                <a:solidFill>
                  <a:schemeClr val="bg1"/>
                </a:solidFill>
                <a:latin typeface="Times New Roman"/>
                <a:cs typeface="Times New Roman"/>
              </a:rPr>
              <a:t>ue</a:t>
            </a:r>
            <a:r>
              <a:rPr sz="2206" b="1" spc="-171" dirty="0">
                <a:solidFill>
                  <a:schemeClr val="bg1"/>
                </a:solidFill>
                <a:latin typeface="Times New Roman"/>
                <a:cs typeface="Times New Roman"/>
              </a:rPr>
              <a:t>s</a:t>
            </a:r>
            <a:endParaRPr sz="2206" b="1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>
              <a:spcBef>
                <a:spcPts val="11"/>
              </a:spcBef>
            </a:pPr>
            <a:endParaRPr sz="3198" b="1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525209"/>
            <a:r>
              <a:rPr sz="2647" b="1" spc="-138" dirty="0">
                <a:solidFill>
                  <a:schemeClr val="bg1"/>
                </a:solidFill>
                <a:latin typeface="Times New Roman"/>
                <a:cs typeface="Times New Roman"/>
              </a:rPr>
              <a:t>T</a:t>
            </a:r>
            <a:r>
              <a:rPr sz="2647" b="1" spc="11" dirty="0">
                <a:solidFill>
                  <a:schemeClr val="bg1"/>
                </a:solidFill>
                <a:latin typeface="Times New Roman"/>
                <a:cs typeface="Times New Roman"/>
              </a:rPr>
              <a:t>r</a:t>
            </a:r>
            <a:r>
              <a:rPr sz="2647" b="1" spc="-204" dirty="0">
                <a:solidFill>
                  <a:schemeClr val="bg1"/>
                </a:solidFill>
                <a:latin typeface="Times New Roman"/>
                <a:cs typeface="Times New Roman"/>
              </a:rPr>
              <a:t>a</a:t>
            </a:r>
            <a:r>
              <a:rPr sz="2647" b="1" spc="-160" dirty="0">
                <a:solidFill>
                  <a:schemeClr val="bg1"/>
                </a:solidFill>
                <a:latin typeface="Times New Roman"/>
                <a:cs typeface="Times New Roman"/>
              </a:rPr>
              <a:t>fic</a:t>
            </a:r>
            <a:r>
              <a:rPr sz="2647" b="1" spc="-66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647" b="1" spc="-204" dirty="0">
                <a:solidFill>
                  <a:schemeClr val="bg1"/>
                </a:solidFill>
                <a:latin typeface="Times New Roman"/>
                <a:cs typeface="Times New Roman"/>
              </a:rPr>
              <a:t>a</a:t>
            </a:r>
            <a:r>
              <a:rPr sz="2647" b="1" spc="-99" dirty="0">
                <a:solidFill>
                  <a:schemeClr val="bg1"/>
                </a:solidFill>
                <a:latin typeface="Times New Roman"/>
                <a:cs typeface="Times New Roman"/>
              </a:rPr>
              <a:t>é</a:t>
            </a:r>
            <a:r>
              <a:rPr sz="2647" b="1" spc="11" dirty="0">
                <a:solidFill>
                  <a:schemeClr val="bg1"/>
                </a:solidFill>
                <a:latin typeface="Times New Roman"/>
                <a:cs typeface="Times New Roman"/>
              </a:rPr>
              <a:t>r</a:t>
            </a:r>
            <a:r>
              <a:rPr sz="2647" b="1" spc="-94" dirty="0">
                <a:solidFill>
                  <a:schemeClr val="bg1"/>
                </a:solidFill>
                <a:latin typeface="Times New Roman"/>
                <a:cs typeface="Times New Roman"/>
              </a:rPr>
              <a:t>i</a:t>
            </a:r>
            <a:r>
              <a:rPr sz="2647" b="1" spc="-138" dirty="0">
                <a:solidFill>
                  <a:schemeClr val="bg1"/>
                </a:solidFill>
                <a:latin typeface="Times New Roman"/>
                <a:cs typeface="Times New Roman"/>
              </a:rPr>
              <a:t>e</a:t>
            </a:r>
            <a:r>
              <a:rPr sz="2647" b="1" spc="-116" dirty="0">
                <a:solidFill>
                  <a:schemeClr val="bg1"/>
                </a:solidFill>
                <a:latin typeface="Times New Roman"/>
                <a:cs typeface="Times New Roman"/>
              </a:rPr>
              <a:t>n</a:t>
            </a:r>
            <a:r>
              <a:rPr sz="2647" b="1" spc="-94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647" b="1" spc="33" dirty="0">
                <a:solidFill>
                  <a:schemeClr val="bg1"/>
                </a:solidFill>
                <a:latin typeface="Times New Roman"/>
                <a:cs typeface="Times New Roman"/>
              </a:rPr>
              <a:t>:</a:t>
            </a:r>
            <a:endParaRPr sz="2647" b="1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1018904" marR="828429">
              <a:lnSpc>
                <a:spcPct val="120000"/>
              </a:lnSpc>
              <a:spcBef>
                <a:spcPts val="126"/>
              </a:spcBef>
            </a:pPr>
            <a:r>
              <a:rPr sz="2206" b="1" spc="-110" dirty="0">
                <a:solidFill>
                  <a:schemeClr val="bg1"/>
                </a:solidFill>
                <a:latin typeface="Times New Roman"/>
                <a:cs typeface="Times New Roman"/>
              </a:rPr>
              <a:t>so</a:t>
            </a:r>
            <a:r>
              <a:rPr sz="2206" b="1" spc="-187" dirty="0">
                <a:solidFill>
                  <a:schemeClr val="bg1"/>
                </a:solidFill>
                <a:latin typeface="Times New Roman"/>
                <a:cs typeface="Times New Roman"/>
              </a:rPr>
              <a:t>m</a:t>
            </a:r>
            <a:r>
              <a:rPr sz="2206" b="1" spc="-132" dirty="0">
                <a:solidFill>
                  <a:schemeClr val="bg1"/>
                </a:solidFill>
                <a:latin typeface="Times New Roman"/>
                <a:cs typeface="Times New Roman"/>
              </a:rPr>
              <a:t>m</a:t>
            </a:r>
            <a:r>
              <a:rPr sz="2206" b="1" spc="-83" dirty="0">
                <a:solidFill>
                  <a:schemeClr val="bg1"/>
                </a:solidFill>
                <a:latin typeface="Times New Roman"/>
                <a:cs typeface="Times New Roman"/>
              </a:rPr>
              <a:t>e</a:t>
            </a:r>
            <a:r>
              <a:rPr sz="2206" b="1" spc="-72" dirty="0">
                <a:solidFill>
                  <a:schemeClr val="bg1"/>
                </a:solidFill>
                <a:latin typeface="Times New Roman"/>
                <a:cs typeface="Times New Roman"/>
              </a:rPr>
              <a:t>ts</a:t>
            </a:r>
            <a:r>
              <a:rPr sz="2206" b="1" spc="-5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206" b="1" spc="-11" dirty="0">
                <a:solidFill>
                  <a:schemeClr val="bg1"/>
                </a:solidFill>
                <a:latin typeface="Times New Roman"/>
                <a:cs typeface="Times New Roman"/>
              </a:rPr>
              <a:t>↔</a:t>
            </a:r>
            <a:r>
              <a:rPr sz="2206" b="1" spc="-5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206" b="1" spc="-94" dirty="0">
                <a:solidFill>
                  <a:schemeClr val="bg1"/>
                </a:solidFill>
                <a:latin typeface="Times New Roman"/>
                <a:cs typeface="Times New Roman"/>
              </a:rPr>
              <a:t>aé</a:t>
            </a:r>
            <a:r>
              <a:rPr sz="2206" b="1" spc="-50" dirty="0">
                <a:solidFill>
                  <a:schemeClr val="bg1"/>
                </a:solidFill>
                <a:latin typeface="Times New Roman"/>
                <a:cs typeface="Times New Roman"/>
              </a:rPr>
              <a:t>r</a:t>
            </a:r>
            <a:r>
              <a:rPr sz="2206" b="1" spc="-99" dirty="0">
                <a:solidFill>
                  <a:schemeClr val="bg1"/>
                </a:solidFill>
                <a:latin typeface="Times New Roman"/>
                <a:cs typeface="Times New Roman"/>
              </a:rPr>
              <a:t>opo</a:t>
            </a:r>
            <a:r>
              <a:rPr sz="2206" b="1" spc="28" dirty="0">
                <a:solidFill>
                  <a:schemeClr val="bg1"/>
                </a:solidFill>
                <a:latin typeface="Times New Roman"/>
                <a:cs typeface="Times New Roman"/>
              </a:rPr>
              <a:t>r</a:t>
            </a:r>
            <a:r>
              <a:rPr sz="2206" b="1" spc="-17" dirty="0">
                <a:solidFill>
                  <a:schemeClr val="bg1"/>
                </a:solidFill>
                <a:latin typeface="Times New Roman"/>
                <a:cs typeface="Times New Roman"/>
              </a:rPr>
              <a:t>ts,  </a:t>
            </a:r>
            <a:r>
              <a:rPr sz="2206" b="1" spc="-193" dirty="0">
                <a:solidFill>
                  <a:schemeClr val="bg1"/>
                </a:solidFill>
                <a:latin typeface="Times New Roman"/>
                <a:cs typeface="Times New Roman"/>
              </a:rPr>
              <a:t>a</a:t>
            </a:r>
            <a:r>
              <a:rPr sz="2206" b="1" spc="22" dirty="0">
                <a:solidFill>
                  <a:schemeClr val="bg1"/>
                </a:solidFill>
                <a:latin typeface="Times New Roman"/>
                <a:cs typeface="Times New Roman"/>
              </a:rPr>
              <a:t>r</a:t>
            </a:r>
            <a:r>
              <a:rPr sz="2206" b="1" spc="-83" dirty="0">
                <a:solidFill>
                  <a:schemeClr val="bg1"/>
                </a:solidFill>
                <a:latin typeface="Times New Roman"/>
                <a:cs typeface="Times New Roman"/>
              </a:rPr>
              <a:t>ê</a:t>
            </a:r>
            <a:r>
              <a:rPr sz="2206" b="1" spc="-77" dirty="0">
                <a:solidFill>
                  <a:schemeClr val="bg1"/>
                </a:solidFill>
                <a:latin typeface="Times New Roman"/>
                <a:cs typeface="Times New Roman"/>
              </a:rPr>
              <a:t>tes</a:t>
            </a:r>
            <a:r>
              <a:rPr sz="2206" b="1" spc="-39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206" b="1" spc="-11" dirty="0">
                <a:solidFill>
                  <a:schemeClr val="bg1"/>
                </a:solidFill>
                <a:latin typeface="Times New Roman"/>
                <a:cs typeface="Times New Roman"/>
              </a:rPr>
              <a:t>↔</a:t>
            </a:r>
            <a:r>
              <a:rPr sz="2206" b="1" spc="-5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206" b="1" spc="-182" dirty="0">
                <a:solidFill>
                  <a:schemeClr val="bg1"/>
                </a:solidFill>
                <a:latin typeface="Times New Roman"/>
                <a:cs typeface="Times New Roman"/>
              </a:rPr>
              <a:t>v</a:t>
            </a:r>
            <a:r>
              <a:rPr sz="2206" b="1" spc="-121" dirty="0">
                <a:solidFill>
                  <a:schemeClr val="bg1"/>
                </a:solidFill>
                <a:latin typeface="Times New Roman"/>
                <a:cs typeface="Times New Roman"/>
              </a:rPr>
              <a:t>ols</a:t>
            </a:r>
            <a:r>
              <a:rPr sz="2206" b="1" spc="-72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206" b="1" spc="-83" dirty="0">
                <a:solidFill>
                  <a:schemeClr val="bg1"/>
                </a:solidFill>
                <a:latin typeface="Times New Roman"/>
                <a:cs typeface="Times New Roman"/>
              </a:rPr>
              <a:t>e</a:t>
            </a:r>
            <a:r>
              <a:rPr sz="2206" b="1" spc="-105" dirty="0">
                <a:solidFill>
                  <a:schemeClr val="bg1"/>
                </a:solidFill>
                <a:latin typeface="Times New Roman"/>
                <a:cs typeface="Times New Roman"/>
              </a:rPr>
              <a:t>xist</a:t>
            </a:r>
            <a:r>
              <a:rPr sz="2206" b="1" spc="-143" dirty="0">
                <a:solidFill>
                  <a:schemeClr val="bg1"/>
                </a:solidFill>
                <a:latin typeface="Times New Roman"/>
                <a:cs typeface="Times New Roman"/>
              </a:rPr>
              <a:t>a</a:t>
            </a:r>
            <a:r>
              <a:rPr sz="2206" b="1" spc="-44" dirty="0">
                <a:solidFill>
                  <a:schemeClr val="bg1"/>
                </a:solidFill>
                <a:latin typeface="Times New Roman"/>
                <a:cs typeface="Times New Roman"/>
              </a:rPr>
              <a:t>n</a:t>
            </a:r>
            <a:r>
              <a:rPr sz="2206" b="1" spc="-39" dirty="0">
                <a:solidFill>
                  <a:schemeClr val="bg1"/>
                </a:solidFill>
                <a:latin typeface="Times New Roman"/>
                <a:cs typeface="Times New Roman"/>
              </a:rPr>
              <a:t>t</a:t>
            </a:r>
            <a:r>
              <a:rPr sz="2206" b="1" spc="-171" dirty="0">
                <a:solidFill>
                  <a:schemeClr val="bg1"/>
                </a:solidFill>
                <a:latin typeface="Times New Roman"/>
                <a:cs typeface="Times New Roman"/>
              </a:rPr>
              <a:t>s</a:t>
            </a:r>
            <a:endParaRPr sz="2206" b="1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>
              <a:spcBef>
                <a:spcPts val="11"/>
              </a:spcBef>
            </a:pPr>
            <a:endParaRPr sz="3198" b="1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525209"/>
            <a:r>
              <a:rPr sz="2647" b="1" spc="-210" dirty="0">
                <a:solidFill>
                  <a:schemeClr val="bg1"/>
                </a:solidFill>
                <a:latin typeface="Times New Roman"/>
                <a:cs typeface="Times New Roman"/>
              </a:rPr>
              <a:t>R</a:t>
            </a:r>
            <a:r>
              <a:rPr sz="2647" b="1" spc="-99" dirty="0">
                <a:solidFill>
                  <a:schemeClr val="bg1"/>
                </a:solidFill>
                <a:latin typeface="Times New Roman"/>
                <a:cs typeface="Times New Roman"/>
              </a:rPr>
              <a:t>é</a:t>
            </a:r>
            <a:r>
              <a:rPr sz="2647" b="1" spc="-215" dirty="0">
                <a:solidFill>
                  <a:schemeClr val="bg1"/>
                </a:solidFill>
                <a:latin typeface="Times New Roman"/>
                <a:cs typeface="Times New Roman"/>
              </a:rPr>
              <a:t>s</a:t>
            </a:r>
            <a:r>
              <a:rPr sz="2647" b="1" spc="-99" dirty="0">
                <a:solidFill>
                  <a:schemeClr val="bg1"/>
                </a:solidFill>
                <a:latin typeface="Times New Roman"/>
                <a:cs typeface="Times New Roman"/>
              </a:rPr>
              <a:t>e</a:t>
            </a:r>
            <a:r>
              <a:rPr sz="2647" b="1" spc="-204" dirty="0">
                <a:solidFill>
                  <a:schemeClr val="bg1"/>
                </a:solidFill>
                <a:latin typeface="Times New Roman"/>
                <a:cs typeface="Times New Roman"/>
              </a:rPr>
              <a:t>a</a:t>
            </a:r>
            <a:r>
              <a:rPr sz="2647" b="1" spc="-110" dirty="0">
                <a:solidFill>
                  <a:schemeClr val="bg1"/>
                </a:solidFill>
                <a:latin typeface="Times New Roman"/>
                <a:cs typeface="Times New Roman"/>
              </a:rPr>
              <a:t>u</a:t>
            </a:r>
            <a:r>
              <a:rPr sz="2647" b="1" spc="-72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647" b="1" spc="-88" dirty="0">
                <a:solidFill>
                  <a:schemeClr val="bg1"/>
                </a:solidFill>
                <a:latin typeface="Times New Roman"/>
                <a:cs typeface="Times New Roman"/>
              </a:rPr>
              <a:t>i</a:t>
            </a:r>
            <a:r>
              <a:rPr sz="2647" b="1" spc="-149" dirty="0">
                <a:solidFill>
                  <a:schemeClr val="bg1"/>
                </a:solidFill>
                <a:latin typeface="Times New Roman"/>
                <a:cs typeface="Times New Roman"/>
              </a:rPr>
              <a:t>n</a:t>
            </a:r>
            <a:r>
              <a:rPr sz="2647" b="1" spc="-121" dirty="0">
                <a:solidFill>
                  <a:schemeClr val="bg1"/>
                </a:solidFill>
                <a:latin typeface="Times New Roman"/>
                <a:cs typeface="Times New Roman"/>
              </a:rPr>
              <a:t>f</a:t>
            </a:r>
            <a:r>
              <a:rPr sz="2647" b="1" spc="-176" dirty="0">
                <a:solidFill>
                  <a:schemeClr val="bg1"/>
                </a:solidFill>
                <a:latin typeface="Times New Roman"/>
                <a:cs typeface="Times New Roman"/>
              </a:rPr>
              <a:t>o</a:t>
            </a:r>
            <a:r>
              <a:rPr sz="2647" b="1" spc="17" dirty="0">
                <a:solidFill>
                  <a:schemeClr val="bg1"/>
                </a:solidFill>
                <a:latin typeface="Times New Roman"/>
                <a:cs typeface="Times New Roman"/>
              </a:rPr>
              <a:t>r</a:t>
            </a:r>
            <a:r>
              <a:rPr sz="2647" b="1" spc="-237" dirty="0">
                <a:solidFill>
                  <a:schemeClr val="bg1"/>
                </a:solidFill>
                <a:latin typeface="Times New Roman"/>
                <a:cs typeface="Times New Roman"/>
              </a:rPr>
              <a:t>m</a:t>
            </a:r>
            <a:r>
              <a:rPr sz="2647" b="1" spc="-121" dirty="0">
                <a:solidFill>
                  <a:schemeClr val="bg1"/>
                </a:solidFill>
                <a:latin typeface="Times New Roman"/>
                <a:cs typeface="Times New Roman"/>
              </a:rPr>
              <a:t>a</a:t>
            </a:r>
            <a:r>
              <a:rPr sz="2647" b="1" spc="-77" dirty="0">
                <a:solidFill>
                  <a:schemeClr val="bg1"/>
                </a:solidFill>
                <a:latin typeface="Times New Roman"/>
                <a:cs typeface="Times New Roman"/>
              </a:rPr>
              <a:t>tiq</a:t>
            </a:r>
            <a:r>
              <a:rPr sz="2647" b="1" spc="-110" dirty="0">
                <a:solidFill>
                  <a:schemeClr val="bg1"/>
                </a:solidFill>
                <a:latin typeface="Times New Roman"/>
                <a:cs typeface="Times New Roman"/>
              </a:rPr>
              <a:t>ue</a:t>
            </a:r>
            <a:r>
              <a:rPr sz="2647" b="1" spc="-105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647" b="1" spc="33" dirty="0">
                <a:solidFill>
                  <a:schemeClr val="bg1"/>
                </a:solidFill>
                <a:latin typeface="Times New Roman"/>
                <a:cs typeface="Times New Roman"/>
              </a:rPr>
              <a:t>:</a:t>
            </a:r>
            <a:endParaRPr sz="2647" b="1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1082630">
              <a:spcBef>
                <a:spcPts val="656"/>
              </a:spcBef>
            </a:pPr>
            <a:r>
              <a:rPr sz="2206" b="1" spc="-110" dirty="0">
                <a:solidFill>
                  <a:schemeClr val="bg1"/>
                </a:solidFill>
                <a:latin typeface="Times New Roman"/>
                <a:cs typeface="Times New Roman"/>
              </a:rPr>
              <a:t>so</a:t>
            </a:r>
            <a:r>
              <a:rPr sz="2206" b="1" spc="-187" dirty="0">
                <a:solidFill>
                  <a:schemeClr val="bg1"/>
                </a:solidFill>
                <a:latin typeface="Times New Roman"/>
                <a:cs typeface="Times New Roman"/>
              </a:rPr>
              <a:t>m</a:t>
            </a:r>
            <a:r>
              <a:rPr sz="2206" b="1" spc="-132" dirty="0">
                <a:solidFill>
                  <a:schemeClr val="bg1"/>
                </a:solidFill>
                <a:latin typeface="Times New Roman"/>
                <a:cs typeface="Times New Roman"/>
              </a:rPr>
              <a:t>m</a:t>
            </a:r>
            <a:r>
              <a:rPr sz="2206" b="1" spc="-83" dirty="0">
                <a:solidFill>
                  <a:schemeClr val="bg1"/>
                </a:solidFill>
                <a:latin typeface="Times New Roman"/>
                <a:cs typeface="Times New Roman"/>
              </a:rPr>
              <a:t>e</a:t>
            </a:r>
            <a:r>
              <a:rPr sz="2206" b="1" spc="-72" dirty="0">
                <a:solidFill>
                  <a:schemeClr val="bg1"/>
                </a:solidFill>
                <a:latin typeface="Times New Roman"/>
                <a:cs typeface="Times New Roman"/>
              </a:rPr>
              <a:t>ts</a:t>
            </a:r>
            <a:r>
              <a:rPr sz="2206" b="1" spc="-5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206" b="1" spc="-11" dirty="0">
                <a:solidFill>
                  <a:schemeClr val="bg1"/>
                </a:solidFill>
                <a:latin typeface="Times New Roman"/>
                <a:cs typeface="Times New Roman"/>
              </a:rPr>
              <a:t>↔</a:t>
            </a:r>
            <a:r>
              <a:rPr sz="2206" b="1" spc="-50" dirty="0">
                <a:solidFill>
                  <a:schemeClr val="bg1"/>
                </a:solidFill>
                <a:latin typeface="Times New Roman"/>
                <a:cs typeface="Times New Roman"/>
              </a:rPr>
              <a:t> o</a:t>
            </a:r>
            <a:r>
              <a:rPr sz="2206" b="1" spc="-22" dirty="0">
                <a:solidFill>
                  <a:schemeClr val="bg1"/>
                </a:solidFill>
                <a:latin typeface="Times New Roman"/>
                <a:cs typeface="Times New Roman"/>
              </a:rPr>
              <a:t>r</a:t>
            </a:r>
            <a:r>
              <a:rPr sz="2206" b="1" spc="-105" dirty="0">
                <a:solidFill>
                  <a:schemeClr val="bg1"/>
                </a:solidFill>
                <a:latin typeface="Times New Roman"/>
                <a:cs typeface="Times New Roman"/>
              </a:rPr>
              <a:t>din</a:t>
            </a:r>
            <a:r>
              <a:rPr sz="2206" b="1" spc="-99" dirty="0">
                <a:solidFill>
                  <a:schemeClr val="bg1"/>
                </a:solidFill>
                <a:latin typeface="Times New Roman"/>
                <a:cs typeface="Times New Roman"/>
              </a:rPr>
              <a:t>a</a:t>
            </a:r>
            <a:r>
              <a:rPr sz="2206" b="1" spc="-72" dirty="0">
                <a:solidFill>
                  <a:schemeClr val="bg1"/>
                </a:solidFill>
                <a:latin typeface="Times New Roman"/>
                <a:cs typeface="Times New Roman"/>
              </a:rPr>
              <a:t>t</a:t>
            </a:r>
            <a:r>
              <a:rPr sz="2206" b="1" spc="-83" dirty="0">
                <a:solidFill>
                  <a:schemeClr val="bg1"/>
                </a:solidFill>
                <a:latin typeface="Times New Roman"/>
                <a:cs typeface="Times New Roman"/>
              </a:rPr>
              <a:t>e</a:t>
            </a:r>
            <a:r>
              <a:rPr sz="2206" b="1" spc="-50" dirty="0">
                <a:solidFill>
                  <a:schemeClr val="bg1"/>
                </a:solidFill>
                <a:latin typeface="Times New Roman"/>
                <a:cs typeface="Times New Roman"/>
              </a:rPr>
              <a:t>u</a:t>
            </a:r>
            <a:r>
              <a:rPr sz="2206" b="1" spc="-22" dirty="0">
                <a:solidFill>
                  <a:schemeClr val="bg1"/>
                </a:solidFill>
                <a:latin typeface="Times New Roman"/>
                <a:cs typeface="Times New Roman"/>
              </a:rPr>
              <a:t>r</a:t>
            </a:r>
            <a:r>
              <a:rPr sz="2206" b="1" spc="-171" dirty="0">
                <a:solidFill>
                  <a:schemeClr val="bg1"/>
                </a:solidFill>
                <a:latin typeface="Times New Roman"/>
                <a:cs typeface="Times New Roman"/>
              </a:rPr>
              <a:t>s</a:t>
            </a:r>
            <a:endParaRPr sz="2206" b="1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1082630">
              <a:spcBef>
                <a:spcPts val="529"/>
              </a:spcBef>
            </a:pPr>
            <a:r>
              <a:rPr sz="2206" b="1" spc="-187" dirty="0">
                <a:solidFill>
                  <a:schemeClr val="bg1"/>
                </a:solidFill>
                <a:latin typeface="Times New Roman"/>
                <a:cs typeface="Times New Roman"/>
              </a:rPr>
              <a:t>a</a:t>
            </a:r>
            <a:r>
              <a:rPr sz="2206" b="1" spc="28" dirty="0">
                <a:solidFill>
                  <a:schemeClr val="bg1"/>
                </a:solidFill>
                <a:latin typeface="Times New Roman"/>
                <a:cs typeface="Times New Roman"/>
              </a:rPr>
              <a:t>r</a:t>
            </a:r>
            <a:r>
              <a:rPr sz="2206" b="1" spc="-88" dirty="0">
                <a:solidFill>
                  <a:schemeClr val="bg1"/>
                </a:solidFill>
                <a:latin typeface="Times New Roman"/>
                <a:cs typeface="Times New Roman"/>
              </a:rPr>
              <a:t>ê</a:t>
            </a:r>
            <a:r>
              <a:rPr sz="2206" b="1" spc="17" dirty="0">
                <a:solidFill>
                  <a:schemeClr val="bg1"/>
                </a:solidFill>
                <a:latin typeface="Times New Roman"/>
                <a:cs typeface="Times New Roman"/>
              </a:rPr>
              <a:t>t</a:t>
            </a:r>
            <a:r>
              <a:rPr sz="2206" b="1" spc="-88" dirty="0">
                <a:solidFill>
                  <a:schemeClr val="bg1"/>
                </a:solidFill>
                <a:latin typeface="Times New Roman"/>
                <a:cs typeface="Times New Roman"/>
              </a:rPr>
              <a:t>e</a:t>
            </a:r>
            <a:r>
              <a:rPr sz="2206" b="1" spc="-171" dirty="0">
                <a:solidFill>
                  <a:schemeClr val="bg1"/>
                </a:solidFill>
                <a:latin typeface="Times New Roman"/>
                <a:cs typeface="Times New Roman"/>
              </a:rPr>
              <a:t>s</a:t>
            </a:r>
            <a:r>
              <a:rPr sz="2206" b="1" spc="-44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206" b="1" spc="-17" dirty="0">
                <a:solidFill>
                  <a:schemeClr val="bg1"/>
                </a:solidFill>
                <a:latin typeface="Times New Roman"/>
                <a:cs typeface="Times New Roman"/>
              </a:rPr>
              <a:t>↔</a:t>
            </a:r>
            <a:r>
              <a:rPr sz="2206" b="1" spc="-110" dirty="0">
                <a:solidFill>
                  <a:schemeClr val="bg1"/>
                </a:solidFill>
                <a:latin typeface="Times New Roman"/>
                <a:cs typeface="Times New Roman"/>
              </a:rPr>
              <a:t>connexions</a:t>
            </a:r>
            <a:r>
              <a:rPr sz="2206" b="1" spc="-55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206" b="1" spc="-121" dirty="0">
                <a:solidFill>
                  <a:schemeClr val="bg1"/>
                </a:solidFill>
                <a:latin typeface="Times New Roman"/>
                <a:cs typeface="Times New Roman"/>
              </a:rPr>
              <a:t>p</a:t>
            </a:r>
            <a:r>
              <a:rPr sz="2206" b="1" spc="-138" dirty="0">
                <a:solidFill>
                  <a:schemeClr val="bg1"/>
                </a:solidFill>
                <a:latin typeface="Times New Roman"/>
                <a:cs typeface="Times New Roman"/>
              </a:rPr>
              <a:t>h</a:t>
            </a:r>
            <a:r>
              <a:rPr sz="2206" b="1" spc="-182" dirty="0">
                <a:solidFill>
                  <a:schemeClr val="bg1"/>
                </a:solidFill>
                <a:latin typeface="Times New Roman"/>
                <a:cs typeface="Times New Roman"/>
              </a:rPr>
              <a:t>y</a:t>
            </a:r>
            <a:r>
              <a:rPr sz="2206" b="1" spc="-116" dirty="0">
                <a:solidFill>
                  <a:schemeClr val="bg1"/>
                </a:solidFill>
                <a:latin typeface="Times New Roman"/>
                <a:cs typeface="Times New Roman"/>
              </a:rPr>
              <a:t>si</a:t>
            </a:r>
            <a:r>
              <a:rPr sz="2206" b="1" spc="-182" dirty="0">
                <a:solidFill>
                  <a:schemeClr val="bg1"/>
                </a:solidFill>
                <a:latin typeface="Times New Roman"/>
                <a:cs typeface="Times New Roman"/>
              </a:rPr>
              <a:t>q</a:t>
            </a:r>
            <a:r>
              <a:rPr sz="2206" b="1" spc="-121" dirty="0">
                <a:solidFill>
                  <a:schemeClr val="bg1"/>
                </a:solidFill>
                <a:latin typeface="Times New Roman"/>
                <a:cs typeface="Times New Roman"/>
              </a:rPr>
              <a:t>ues</a:t>
            </a:r>
            <a:endParaRPr sz="2206" b="1" dirty="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617259" y="2036928"/>
            <a:ext cx="2598679" cy="1213557"/>
            <a:chOff x="5724144" y="1847088"/>
            <a:chExt cx="2356485" cy="1100455"/>
          </a:xfrm>
        </p:grpSpPr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733288" y="1856232"/>
              <a:ext cx="2337816" cy="1082039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5728716" y="1851660"/>
              <a:ext cx="2346960" cy="1091565"/>
            </a:xfrm>
            <a:custGeom>
              <a:avLst/>
              <a:gdLst/>
              <a:ahLst/>
              <a:cxnLst/>
              <a:rect l="l" t="t" r="r" b="b"/>
              <a:pathLst>
                <a:path w="2346959" h="1091564">
                  <a:moveTo>
                    <a:pt x="0" y="1091184"/>
                  </a:moveTo>
                  <a:lnTo>
                    <a:pt x="2346960" y="1091184"/>
                  </a:lnTo>
                  <a:lnTo>
                    <a:pt x="2346960" y="0"/>
                  </a:lnTo>
                  <a:lnTo>
                    <a:pt x="0" y="0"/>
                  </a:lnTo>
                  <a:lnTo>
                    <a:pt x="0" y="1091184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985"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6674399" y="3694032"/>
            <a:ext cx="2602181" cy="1210056"/>
            <a:chOff x="5775959" y="3349752"/>
            <a:chExt cx="2359660" cy="1097280"/>
          </a:xfrm>
        </p:grpSpPr>
        <p:pic>
          <p:nvPicPr>
            <p:cNvPr id="21" name="object 2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785103" y="3358896"/>
              <a:ext cx="2340863" cy="1078991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5780531" y="3354324"/>
              <a:ext cx="2350135" cy="1088390"/>
            </a:xfrm>
            <a:custGeom>
              <a:avLst/>
              <a:gdLst/>
              <a:ahLst/>
              <a:cxnLst/>
              <a:rect l="l" t="t" r="r" b="b"/>
              <a:pathLst>
                <a:path w="2350134" h="1088389">
                  <a:moveTo>
                    <a:pt x="0" y="1088136"/>
                  </a:moveTo>
                  <a:lnTo>
                    <a:pt x="2350008" y="1088136"/>
                  </a:lnTo>
                  <a:lnTo>
                    <a:pt x="2350008" y="0"/>
                  </a:lnTo>
                  <a:lnTo>
                    <a:pt x="0" y="0"/>
                  </a:lnTo>
                  <a:lnTo>
                    <a:pt x="0" y="1088136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985"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6674399" y="5347774"/>
            <a:ext cx="2602181" cy="1210056"/>
            <a:chOff x="5775959" y="4849367"/>
            <a:chExt cx="2359660" cy="1097280"/>
          </a:xfrm>
        </p:grpSpPr>
        <p:pic>
          <p:nvPicPr>
            <p:cNvPr id="24" name="object 2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878738" y="4858511"/>
              <a:ext cx="2247229" cy="1078992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5780531" y="4853939"/>
              <a:ext cx="2350135" cy="1088390"/>
            </a:xfrm>
            <a:custGeom>
              <a:avLst/>
              <a:gdLst/>
              <a:ahLst/>
              <a:cxnLst/>
              <a:rect l="l" t="t" r="r" b="b"/>
              <a:pathLst>
                <a:path w="2350134" h="1088389">
                  <a:moveTo>
                    <a:pt x="0" y="1088136"/>
                  </a:moveTo>
                  <a:lnTo>
                    <a:pt x="2350008" y="1088136"/>
                  </a:lnTo>
                  <a:lnTo>
                    <a:pt x="2350008" y="0"/>
                  </a:lnTo>
                  <a:lnTo>
                    <a:pt x="0" y="0"/>
                  </a:lnTo>
                  <a:lnTo>
                    <a:pt x="0" y="1088136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985"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9839032" y="7358883"/>
            <a:ext cx="854367" cy="188776"/>
          </a:xfrm>
          <a:prstGeom prst="rect">
            <a:avLst/>
          </a:prstGeom>
        </p:spPr>
        <p:txBody>
          <a:bodyPr vert="horz" wrap="square" lIns="0" tIns="2101" rIns="0" bIns="0" rtlCol="0">
            <a:spAutoFit/>
          </a:bodyPr>
          <a:lstStyle/>
          <a:p>
            <a:pPr marL="42017">
              <a:spcBef>
                <a:spcPts val="17"/>
              </a:spcBef>
            </a:pPr>
            <a:fld id="{81D60167-4931-47E6-BA6A-407CBD079E47}" type="slidenum">
              <a:rPr sz="1213" dirty="0">
                <a:solidFill>
                  <a:srgbClr val="C00000"/>
                </a:solidFill>
                <a:latin typeface="Franklin Gothic Medium"/>
                <a:cs typeface="Franklin Gothic Medium"/>
              </a:rPr>
              <a:pPr marL="42017">
                <a:spcBef>
                  <a:spcPts val="17"/>
                </a:spcBef>
              </a:pPr>
              <a:t>11</a:t>
            </a:fld>
            <a:endParaRPr sz="1213">
              <a:latin typeface="Franklin Gothic Medium"/>
              <a:cs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4143174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5860" y="850391"/>
            <a:ext cx="7479792" cy="40843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64735" y="1729739"/>
            <a:ext cx="1580388" cy="77419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169632" y="1665531"/>
            <a:ext cx="1951355" cy="904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80"/>
              </a:lnSpc>
              <a:tabLst>
                <a:tab pos="1840864" algn="l"/>
              </a:tabLst>
            </a:pPr>
            <a:r>
              <a:rPr sz="1200" b="1" dirty="0">
                <a:solidFill>
                  <a:srgbClr val="FFFFFF"/>
                </a:solidFill>
                <a:latin typeface="Times New Roman"/>
                <a:cs typeface="Times New Roman"/>
              </a:rPr>
              <a:t>A	</a:t>
            </a:r>
            <a:r>
              <a:rPr sz="1800" b="1" baseline="2314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1800" baseline="2314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 marL="30480">
              <a:lnSpc>
                <a:spcPct val="100000"/>
              </a:lnSpc>
              <a:spcBef>
                <a:spcPts val="919"/>
              </a:spcBef>
              <a:tabLst>
                <a:tab pos="1840864" algn="l"/>
              </a:tabLst>
            </a:pPr>
            <a:r>
              <a:rPr sz="1200" b="1" dirty="0">
                <a:solidFill>
                  <a:srgbClr val="FFFFFF"/>
                </a:solidFill>
                <a:latin typeface="Times New Roman"/>
                <a:cs typeface="Times New Roman"/>
              </a:rPr>
              <a:t>D	</a:t>
            </a:r>
            <a:r>
              <a:rPr sz="1800" b="1" baseline="-6944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endParaRPr sz="1800" baseline="-6944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040123" y="1427988"/>
            <a:ext cx="2610611" cy="1847087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772668" y="3779519"/>
            <a:ext cx="9144000" cy="3429000"/>
            <a:chOff x="772668" y="3779519"/>
            <a:chExt cx="9144000" cy="3429000"/>
          </a:xfrm>
        </p:grpSpPr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2668" y="3779520"/>
              <a:ext cx="9143999" cy="34290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3781044"/>
              <a:ext cx="5925311" cy="102412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374076" y="3402599"/>
            <a:ext cx="8010525" cy="33191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96240" marR="5080" indent="-384175" algn="just">
              <a:lnSpc>
                <a:spcPct val="100099"/>
              </a:lnSpc>
              <a:spcBef>
                <a:spcPts val="95"/>
              </a:spcBef>
              <a:buClr>
                <a:srgbClr val="FF388C"/>
              </a:buClr>
              <a:buSzPct val="80000"/>
              <a:buFont typeface="Times New Roman"/>
              <a:buChar char="◉"/>
              <a:tabLst>
                <a:tab pos="396875" algn="l"/>
              </a:tabLst>
            </a:pPr>
            <a:r>
              <a:rPr sz="3000" spc="-145" dirty="0">
                <a:solidFill>
                  <a:srgbClr val="FFFFFF"/>
                </a:solidFill>
                <a:latin typeface="Verdana"/>
                <a:cs typeface="Verdana"/>
              </a:rPr>
              <a:t>Un </a:t>
            </a:r>
            <a:r>
              <a:rPr sz="3000" spc="40" dirty="0">
                <a:solidFill>
                  <a:srgbClr val="FFFFFF"/>
                </a:solidFill>
                <a:latin typeface="Verdana"/>
                <a:cs typeface="Verdana"/>
              </a:rPr>
              <a:t>graphe </a:t>
            </a:r>
            <a:r>
              <a:rPr sz="3000" spc="-135" dirty="0">
                <a:solidFill>
                  <a:srgbClr val="FFFFFF"/>
                </a:solidFill>
                <a:latin typeface="Verdana"/>
                <a:cs typeface="Verdana"/>
              </a:rPr>
              <a:t>est </a:t>
            </a:r>
            <a:r>
              <a:rPr sz="3000" spc="10" dirty="0">
                <a:solidFill>
                  <a:srgbClr val="FFFFFF"/>
                </a:solidFill>
                <a:latin typeface="Verdana"/>
                <a:cs typeface="Verdana"/>
              </a:rPr>
              <a:t>la </a:t>
            </a:r>
            <a:r>
              <a:rPr sz="3000" spc="80" dirty="0">
                <a:solidFill>
                  <a:srgbClr val="FFFFFF"/>
                </a:solidFill>
                <a:latin typeface="Verdana"/>
                <a:cs typeface="Verdana"/>
              </a:rPr>
              <a:t>donnée </a:t>
            </a:r>
            <a:r>
              <a:rPr sz="3000" spc="-45" dirty="0">
                <a:solidFill>
                  <a:srgbClr val="FFFFFF"/>
                </a:solidFill>
                <a:latin typeface="Verdana"/>
                <a:cs typeface="Verdana"/>
              </a:rPr>
              <a:t>d'un </a:t>
            </a:r>
            <a:r>
              <a:rPr sz="3000" spc="-10" dirty="0">
                <a:solidFill>
                  <a:srgbClr val="FFFFFF"/>
                </a:solidFill>
                <a:latin typeface="Verdana"/>
                <a:cs typeface="Verdana"/>
              </a:rPr>
              <a:t>certain </a:t>
            </a:r>
            <a:r>
              <a:rPr sz="3000" spc="-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20" dirty="0">
                <a:solidFill>
                  <a:srgbClr val="FFFFFF"/>
                </a:solidFill>
                <a:latin typeface="Verdana"/>
                <a:cs typeface="Verdana"/>
              </a:rPr>
              <a:t>nombre</a:t>
            </a:r>
            <a:r>
              <a:rPr sz="3000" spc="-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3000" spc="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90" dirty="0">
                <a:solidFill>
                  <a:srgbClr val="FFFFFF"/>
                </a:solidFill>
                <a:latin typeface="Verdana"/>
                <a:cs typeface="Verdana"/>
              </a:rPr>
              <a:t>points</a:t>
            </a:r>
            <a:r>
              <a:rPr sz="3000" spc="-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45" dirty="0">
                <a:solidFill>
                  <a:srgbClr val="FFFFFF"/>
                </a:solidFill>
                <a:latin typeface="Verdana"/>
                <a:cs typeface="Verdana"/>
              </a:rPr>
              <a:t>du</a:t>
            </a:r>
            <a:r>
              <a:rPr sz="3000" spc="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25" dirty="0">
                <a:solidFill>
                  <a:srgbClr val="FFFFFF"/>
                </a:solidFill>
                <a:latin typeface="Verdana"/>
                <a:cs typeface="Verdana"/>
              </a:rPr>
              <a:t>plan,</a:t>
            </a:r>
            <a:r>
              <a:rPr sz="3000" spc="-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40" dirty="0">
                <a:solidFill>
                  <a:srgbClr val="FFFFFF"/>
                </a:solidFill>
                <a:latin typeface="Verdana"/>
                <a:cs typeface="Verdana"/>
              </a:rPr>
              <a:t>appelés </a:t>
            </a:r>
            <a:r>
              <a:rPr sz="3000" spc="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b="1" spc="-114" dirty="0">
                <a:solidFill>
                  <a:srgbClr val="FFFF00"/>
                </a:solidFill>
                <a:latin typeface="Tahoma"/>
                <a:cs typeface="Tahoma"/>
              </a:rPr>
              <a:t>sommets</a:t>
            </a:r>
            <a:r>
              <a:rPr sz="3000" spc="-114" dirty="0">
                <a:solidFill>
                  <a:srgbClr val="FFFFFF"/>
                </a:solidFill>
                <a:latin typeface="Verdana"/>
                <a:cs typeface="Verdana"/>
              </a:rPr>
              <a:t>,</a:t>
            </a:r>
            <a:r>
              <a:rPr sz="30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65" dirty="0">
                <a:solidFill>
                  <a:srgbClr val="FFFFFF"/>
                </a:solidFill>
                <a:latin typeface="Verdana"/>
                <a:cs typeface="Verdana"/>
              </a:rPr>
              <a:t>certains </a:t>
            </a:r>
            <a:r>
              <a:rPr sz="3000" spc="-10" dirty="0">
                <a:solidFill>
                  <a:srgbClr val="FFFFFF"/>
                </a:solidFill>
                <a:latin typeface="Verdana"/>
                <a:cs typeface="Verdana"/>
              </a:rPr>
              <a:t>étant </a:t>
            </a:r>
            <a:r>
              <a:rPr sz="3000" spc="-160" dirty="0">
                <a:solidFill>
                  <a:srgbClr val="FFFFFF"/>
                </a:solidFill>
                <a:latin typeface="Verdana"/>
                <a:cs typeface="Verdana"/>
              </a:rPr>
              <a:t>reliés</a:t>
            </a:r>
            <a:r>
              <a:rPr sz="30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15" dirty="0">
                <a:solidFill>
                  <a:srgbClr val="FFFFFF"/>
                </a:solidFill>
                <a:latin typeface="Verdana"/>
                <a:cs typeface="Verdana"/>
              </a:rPr>
              <a:t>par </a:t>
            </a:r>
            <a:r>
              <a:rPr sz="3000" spc="-35" dirty="0">
                <a:solidFill>
                  <a:srgbClr val="FFFFFF"/>
                </a:solidFill>
                <a:latin typeface="Verdana"/>
                <a:cs typeface="Verdana"/>
              </a:rPr>
              <a:t>des </a:t>
            </a:r>
            <a:r>
              <a:rPr sz="3000" spc="-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90" dirty="0">
                <a:solidFill>
                  <a:srgbClr val="FFFFFF"/>
                </a:solidFill>
                <a:latin typeface="Verdana"/>
                <a:cs typeface="Verdana"/>
              </a:rPr>
              <a:t>segments</a:t>
            </a:r>
            <a:r>
              <a:rPr sz="3000" spc="-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3000" spc="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100" dirty="0">
                <a:solidFill>
                  <a:srgbClr val="FFFFFF"/>
                </a:solidFill>
                <a:latin typeface="Verdana"/>
                <a:cs typeface="Verdana"/>
              </a:rPr>
              <a:t>droites</a:t>
            </a:r>
            <a:r>
              <a:rPr sz="3000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40" dirty="0">
                <a:solidFill>
                  <a:srgbClr val="FFFFFF"/>
                </a:solidFill>
                <a:latin typeface="Verdana"/>
                <a:cs typeface="Verdana"/>
              </a:rPr>
              <a:t>ou</a:t>
            </a:r>
            <a:r>
              <a:rPr sz="3000" spc="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175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3000" spc="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5" dirty="0">
                <a:solidFill>
                  <a:srgbClr val="FFFFFF"/>
                </a:solidFill>
                <a:latin typeface="Verdana"/>
                <a:cs typeface="Verdana"/>
              </a:rPr>
              <a:t>courbes </a:t>
            </a:r>
            <a:r>
              <a:rPr sz="30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40" dirty="0">
                <a:solidFill>
                  <a:srgbClr val="FFFFFF"/>
                </a:solidFill>
                <a:latin typeface="Verdana"/>
                <a:cs typeface="Verdana"/>
              </a:rPr>
              <a:t>appelés</a:t>
            </a:r>
            <a:r>
              <a:rPr sz="3000" spc="-25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b="1" spc="-80" dirty="0">
                <a:solidFill>
                  <a:srgbClr val="FFFF00"/>
                </a:solidFill>
                <a:latin typeface="Tahoma"/>
                <a:cs typeface="Tahoma"/>
              </a:rPr>
              <a:t>arêtes</a:t>
            </a:r>
            <a:endParaRPr sz="3000">
              <a:latin typeface="Tahoma"/>
              <a:cs typeface="Tahoma"/>
            </a:endParaRPr>
          </a:p>
          <a:p>
            <a:pPr marL="396240" marR="8255" indent="-384175" algn="just">
              <a:lnSpc>
                <a:spcPct val="100000"/>
              </a:lnSpc>
              <a:spcBef>
                <a:spcPts val="720"/>
              </a:spcBef>
              <a:buClr>
                <a:srgbClr val="FF388C"/>
              </a:buClr>
              <a:buSzPct val="80000"/>
              <a:buFont typeface="Times New Roman"/>
              <a:buChar char="◉"/>
              <a:tabLst>
                <a:tab pos="396875" algn="l"/>
              </a:tabLst>
            </a:pPr>
            <a:r>
              <a:rPr sz="3000" spc="-85" dirty="0">
                <a:solidFill>
                  <a:srgbClr val="FFFFFF"/>
                </a:solidFill>
                <a:latin typeface="Verdana"/>
                <a:cs typeface="Verdana"/>
              </a:rPr>
              <a:t>Deux </a:t>
            </a:r>
            <a:r>
              <a:rPr sz="3000" spc="-80" dirty="0">
                <a:solidFill>
                  <a:srgbClr val="FFFFFF"/>
                </a:solidFill>
                <a:latin typeface="Verdana"/>
                <a:cs typeface="Verdana"/>
              </a:rPr>
              <a:t>sommet </a:t>
            </a:r>
            <a:r>
              <a:rPr sz="3000" spc="-155" dirty="0">
                <a:solidFill>
                  <a:srgbClr val="FFFFFF"/>
                </a:solidFill>
                <a:latin typeface="Verdana"/>
                <a:cs typeface="Verdana"/>
              </a:rPr>
              <a:t>reliés</a:t>
            </a:r>
            <a:r>
              <a:rPr sz="30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15" dirty="0">
                <a:solidFill>
                  <a:srgbClr val="FFFFFF"/>
                </a:solidFill>
                <a:latin typeface="Verdana"/>
                <a:cs typeface="Verdana"/>
              </a:rPr>
              <a:t>par </a:t>
            </a:r>
            <a:r>
              <a:rPr sz="3000" spc="95" dirty="0">
                <a:solidFill>
                  <a:srgbClr val="FFFFFF"/>
                </a:solidFill>
                <a:latin typeface="Verdana"/>
                <a:cs typeface="Verdana"/>
              </a:rPr>
              <a:t>au </a:t>
            </a:r>
            <a:r>
              <a:rPr sz="3000" spc="-135" dirty="0">
                <a:solidFill>
                  <a:srgbClr val="FFFFFF"/>
                </a:solidFill>
                <a:latin typeface="Verdana"/>
                <a:cs typeface="Verdana"/>
              </a:rPr>
              <a:t>moins </a:t>
            </a:r>
            <a:r>
              <a:rPr sz="3000" spc="-5" dirty="0">
                <a:solidFill>
                  <a:srgbClr val="FFFFFF"/>
                </a:solidFill>
                <a:latin typeface="Verdana"/>
                <a:cs typeface="Verdana"/>
              </a:rPr>
              <a:t>une </a:t>
            </a:r>
            <a:r>
              <a:rPr sz="30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23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3000" spc="-38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ê</a:t>
            </a:r>
            <a:r>
              <a:rPr sz="3000" spc="-17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2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39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15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3000" spc="-10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3000" spc="-17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3000" spc="-2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16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3000" spc="-229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3000" spc="-17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3000" spc="-40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-25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b="1" spc="175" dirty="0">
                <a:solidFill>
                  <a:srgbClr val="FFFF00"/>
                </a:solidFill>
                <a:latin typeface="Tahoma"/>
                <a:cs typeface="Tahoma"/>
              </a:rPr>
              <a:t>a</a:t>
            </a:r>
            <a:r>
              <a:rPr sz="3000" b="1" spc="85" dirty="0">
                <a:solidFill>
                  <a:srgbClr val="FFFF00"/>
                </a:solidFill>
                <a:latin typeface="Tahoma"/>
                <a:cs typeface="Tahoma"/>
              </a:rPr>
              <a:t>d</a:t>
            </a:r>
            <a:r>
              <a:rPr sz="3000" b="1" spc="-310" dirty="0">
                <a:solidFill>
                  <a:srgbClr val="FFFF00"/>
                </a:solidFill>
                <a:latin typeface="Tahoma"/>
                <a:cs typeface="Tahoma"/>
              </a:rPr>
              <a:t>j</a:t>
            </a:r>
            <a:r>
              <a:rPr sz="3000" b="1" spc="175" dirty="0">
                <a:solidFill>
                  <a:srgbClr val="FFFF00"/>
                </a:solidFill>
                <a:latin typeface="Tahoma"/>
                <a:cs typeface="Tahoma"/>
              </a:rPr>
              <a:t>a</a:t>
            </a:r>
            <a:r>
              <a:rPr sz="3000" b="1" spc="330" dirty="0">
                <a:solidFill>
                  <a:srgbClr val="FFFF00"/>
                </a:solidFill>
                <a:latin typeface="Tahoma"/>
                <a:cs typeface="Tahoma"/>
              </a:rPr>
              <a:t>c</a:t>
            </a:r>
            <a:r>
              <a:rPr sz="3000" b="1" spc="130" dirty="0">
                <a:solidFill>
                  <a:srgbClr val="FFFF00"/>
                </a:solidFill>
                <a:latin typeface="Tahoma"/>
                <a:cs typeface="Tahoma"/>
              </a:rPr>
              <a:t>e</a:t>
            </a:r>
            <a:r>
              <a:rPr sz="3000" b="1" spc="-130" dirty="0">
                <a:solidFill>
                  <a:srgbClr val="FFFF00"/>
                </a:solidFill>
                <a:latin typeface="Tahoma"/>
                <a:cs typeface="Tahoma"/>
              </a:rPr>
              <a:t>n</a:t>
            </a:r>
            <a:r>
              <a:rPr sz="3000" b="1" spc="-350" dirty="0">
                <a:solidFill>
                  <a:srgbClr val="FFFF00"/>
                </a:solidFill>
                <a:latin typeface="Tahoma"/>
                <a:cs typeface="Tahoma"/>
              </a:rPr>
              <a:t>t</a:t>
            </a:r>
            <a:r>
              <a:rPr sz="3000" b="1" spc="-225" dirty="0">
                <a:solidFill>
                  <a:srgbClr val="FFFF00"/>
                </a:solidFill>
                <a:latin typeface="Tahoma"/>
                <a:cs typeface="Tahoma"/>
              </a:rPr>
              <a:t>s</a:t>
            </a:r>
            <a:endParaRPr sz="3000">
              <a:latin typeface="Tahoma"/>
              <a:cs typeface="Tahoma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100" dirty="0"/>
              <a:t>12</a:t>
            </a:fld>
            <a:endParaRPr spc="-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7488" y="748284"/>
            <a:ext cx="4277867" cy="23622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772668" y="1417320"/>
            <a:ext cx="9144000" cy="5791200"/>
            <a:chOff x="772668" y="1417320"/>
            <a:chExt cx="9144000" cy="579120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54496" y="1417320"/>
              <a:ext cx="3343655" cy="236219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3779519"/>
              <a:ext cx="9143999" cy="34290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1812" y="3781044"/>
              <a:ext cx="5925311" cy="102412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374167" y="1453386"/>
            <a:ext cx="4437380" cy="48063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96240" marR="5715" indent="-384175" algn="just">
              <a:lnSpc>
                <a:spcPct val="100000"/>
              </a:lnSpc>
              <a:spcBef>
                <a:spcPts val="105"/>
              </a:spcBef>
              <a:buClr>
                <a:srgbClr val="FF388C"/>
              </a:buClr>
              <a:buSzPct val="80000"/>
              <a:buFont typeface="Times New Roman"/>
              <a:buChar char="◉"/>
              <a:tabLst>
                <a:tab pos="396875" algn="l"/>
              </a:tabLst>
            </a:pPr>
            <a:r>
              <a:rPr sz="2000" spc="-35" dirty="0">
                <a:solidFill>
                  <a:srgbClr val="FFFFFF"/>
                </a:solidFill>
                <a:latin typeface="Verdana"/>
                <a:cs typeface="Verdana"/>
              </a:rPr>
              <a:t>Une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arête </a:t>
            </a:r>
            <a:r>
              <a:rPr sz="2000" spc="-20" dirty="0">
                <a:solidFill>
                  <a:srgbClr val="FFFFFF"/>
                </a:solidFill>
                <a:latin typeface="Verdana"/>
                <a:cs typeface="Verdana"/>
              </a:rPr>
              <a:t>partant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et </a:t>
            </a:r>
            <a:r>
              <a:rPr sz="2000" spc="-75" dirty="0">
                <a:solidFill>
                  <a:srgbClr val="FFFFFF"/>
                </a:solidFill>
                <a:latin typeface="Verdana"/>
                <a:cs typeface="Verdana"/>
              </a:rPr>
              <a:t>arrivant </a:t>
            </a:r>
            <a:r>
              <a:rPr sz="2000" spc="55" dirty="0">
                <a:solidFill>
                  <a:srgbClr val="FFFFFF"/>
                </a:solidFill>
                <a:latin typeface="Verdana"/>
                <a:cs typeface="Verdana"/>
              </a:rPr>
              <a:t>au </a:t>
            </a:r>
            <a:r>
              <a:rPr sz="2000" spc="-6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5" dirty="0">
                <a:solidFill>
                  <a:srgbClr val="FFFFFF"/>
                </a:solidFill>
                <a:latin typeface="Verdana"/>
                <a:cs typeface="Verdana"/>
              </a:rPr>
              <a:t>même</a:t>
            </a:r>
            <a:r>
              <a:rPr sz="2000" spc="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55" dirty="0">
                <a:solidFill>
                  <a:srgbClr val="FFFFFF"/>
                </a:solidFill>
                <a:latin typeface="Verdana"/>
                <a:cs typeface="Verdana"/>
              </a:rPr>
              <a:t>sommet</a:t>
            </a:r>
            <a:r>
              <a:rPr sz="2000" spc="-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95" dirty="0">
                <a:solidFill>
                  <a:srgbClr val="FFFFFF"/>
                </a:solidFill>
                <a:latin typeface="Verdana"/>
                <a:cs typeface="Verdana"/>
              </a:rPr>
              <a:t>est</a:t>
            </a:r>
            <a:r>
              <a:rPr sz="2000" spc="-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80" dirty="0">
                <a:solidFill>
                  <a:srgbClr val="FFFFFF"/>
                </a:solidFill>
                <a:latin typeface="Verdana"/>
                <a:cs typeface="Verdana"/>
              </a:rPr>
              <a:t>appelée </a:t>
            </a:r>
            <a:r>
              <a:rPr sz="2000" spc="-6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FFFF00"/>
                </a:solidFill>
                <a:latin typeface="Tahoma"/>
                <a:cs typeface="Tahoma"/>
              </a:rPr>
              <a:t>boucle</a:t>
            </a:r>
            <a:r>
              <a:rPr sz="2000" dirty="0">
                <a:solidFill>
                  <a:srgbClr val="2B70FF"/>
                </a:solidFill>
                <a:latin typeface="Verdana"/>
                <a:cs typeface="Verdana"/>
              </a:rPr>
              <a:t>.</a:t>
            </a:r>
            <a:endParaRPr sz="2000">
              <a:latin typeface="Verdana"/>
              <a:cs typeface="Verdana"/>
            </a:endParaRPr>
          </a:p>
          <a:p>
            <a:pPr marL="396240" marR="5080" indent="-384175" algn="just">
              <a:lnSpc>
                <a:spcPct val="100000"/>
              </a:lnSpc>
              <a:spcBef>
                <a:spcPts val="475"/>
              </a:spcBef>
              <a:buClr>
                <a:srgbClr val="FF388C"/>
              </a:buClr>
              <a:buSzPct val="80000"/>
              <a:buFont typeface="Times New Roman"/>
              <a:buChar char="◉"/>
              <a:tabLst>
                <a:tab pos="396875" algn="l"/>
              </a:tabLst>
            </a:pPr>
            <a:r>
              <a:rPr sz="2000" spc="-55" dirty="0">
                <a:solidFill>
                  <a:srgbClr val="FFFFFF"/>
                </a:solidFill>
                <a:latin typeface="Verdana"/>
                <a:cs typeface="Verdana"/>
              </a:rPr>
              <a:t>Deux 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arêtes </a:t>
            </a:r>
            <a:r>
              <a:rPr sz="2000" spc="-90" dirty="0">
                <a:solidFill>
                  <a:srgbClr val="FFFFFF"/>
                </a:solidFill>
                <a:latin typeface="Verdana"/>
                <a:cs typeface="Verdana"/>
              </a:rPr>
              <a:t>sont </a:t>
            </a:r>
            <a:r>
              <a:rPr sz="2000" b="1" dirty="0">
                <a:solidFill>
                  <a:srgbClr val="FFFF00"/>
                </a:solidFill>
                <a:latin typeface="Tahoma"/>
                <a:cs typeface="Tahoma"/>
              </a:rPr>
              <a:t>adjacentes </a:t>
            </a:r>
            <a:r>
              <a:rPr sz="2000" spc="-210" dirty="0">
                <a:solidFill>
                  <a:srgbClr val="FFFFFF"/>
                </a:solidFill>
                <a:latin typeface="Verdana"/>
                <a:cs typeface="Verdana"/>
              </a:rPr>
              <a:t>si </a:t>
            </a:r>
            <a:r>
              <a:rPr sz="200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5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-5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0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7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000" spc="8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3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000" spc="-6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3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5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000" spc="-26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245" dirty="0">
                <a:solidFill>
                  <a:srgbClr val="FFFFFF"/>
                </a:solidFill>
                <a:latin typeface="Verdana"/>
                <a:cs typeface="Verdana"/>
              </a:rPr>
              <a:t>x</a:t>
            </a:r>
            <a:r>
              <a:rPr sz="2000" spc="-9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-26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é</a:t>
            </a:r>
            <a:r>
              <a:rPr sz="2000" spc="-7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000" spc="-17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-1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é</a:t>
            </a:r>
            <a:r>
              <a:rPr sz="2000" spc="-210" dirty="0">
                <a:solidFill>
                  <a:srgbClr val="FFFFFF"/>
                </a:solidFill>
                <a:latin typeface="Verdana"/>
                <a:cs typeface="Verdana"/>
              </a:rPr>
              <a:t>s  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-1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254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000" spc="8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000" spc="-70" dirty="0">
                <a:solidFill>
                  <a:srgbClr val="FFFFFF"/>
                </a:solidFill>
                <a:latin typeface="Verdana"/>
                <a:cs typeface="Verdana"/>
              </a:rPr>
              <a:t>mm</a:t>
            </a:r>
            <a:r>
              <a:rPr sz="2000" spc="-5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endParaRPr sz="2000">
              <a:latin typeface="Verdana"/>
              <a:cs typeface="Verdana"/>
            </a:endParaRPr>
          </a:p>
          <a:p>
            <a:pPr marL="396240" marR="5715" indent="-384175" algn="just">
              <a:lnSpc>
                <a:spcPct val="100000"/>
              </a:lnSpc>
              <a:spcBef>
                <a:spcPts val="480"/>
              </a:spcBef>
              <a:buClr>
                <a:srgbClr val="FF388C"/>
              </a:buClr>
              <a:buSzPct val="80000"/>
              <a:buFont typeface="Times New Roman"/>
              <a:buChar char="◉"/>
              <a:tabLst>
                <a:tab pos="396875" algn="l"/>
              </a:tabLst>
            </a:pPr>
            <a:r>
              <a:rPr sz="2000" spc="60" dirty="0">
                <a:solidFill>
                  <a:srgbClr val="FFFFFF"/>
                </a:solidFill>
                <a:latin typeface="Verdana"/>
                <a:cs typeface="Verdana"/>
              </a:rPr>
              <a:t>On</a:t>
            </a:r>
            <a:r>
              <a:rPr sz="2000" spc="8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Verdana"/>
                <a:cs typeface="Verdana"/>
              </a:rPr>
              <a:t>dit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35" dirty="0">
                <a:solidFill>
                  <a:srgbClr val="FFFFFF"/>
                </a:solidFill>
                <a:latin typeface="Verdana"/>
                <a:cs typeface="Verdana"/>
              </a:rPr>
              <a:t>qu’une</a:t>
            </a:r>
            <a:r>
              <a:rPr sz="2000" spc="7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Verdana"/>
                <a:cs typeface="Verdana"/>
              </a:rPr>
              <a:t>arête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95" dirty="0">
                <a:solidFill>
                  <a:srgbClr val="FFFFFF"/>
                </a:solidFill>
                <a:latin typeface="Verdana"/>
                <a:cs typeface="Verdana"/>
              </a:rPr>
              <a:t>est </a:t>
            </a:r>
            <a:r>
              <a:rPr sz="2000" spc="-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b="1" spc="-25" dirty="0">
                <a:solidFill>
                  <a:srgbClr val="FFFF00"/>
                </a:solidFill>
                <a:latin typeface="Tahoma"/>
                <a:cs typeface="Tahoma"/>
              </a:rPr>
              <a:t>incidente</a:t>
            </a:r>
            <a:r>
              <a:rPr sz="2000" b="1" spc="-20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2000" spc="165" dirty="0">
                <a:solidFill>
                  <a:srgbClr val="FFFFFF"/>
                </a:solidFill>
                <a:latin typeface="Verdana"/>
                <a:cs typeface="Verdana"/>
              </a:rPr>
              <a:t>à</a:t>
            </a:r>
            <a:r>
              <a:rPr sz="2000" spc="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Verdana"/>
                <a:cs typeface="Verdana"/>
              </a:rPr>
              <a:t>un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55" dirty="0">
                <a:solidFill>
                  <a:srgbClr val="FFFFFF"/>
                </a:solidFill>
                <a:latin typeface="Verdana"/>
                <a:cs typeface="Verdana"/>
              </a:rPr>
              <a:t>sommet</a:t>
            </a:r>
            <a:r>
              <a:rPr sz="2000" spc="-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20" dirty="0">
                <a:solidFill>
                  <a:srgbClr val="FFFFFF"/>
                </a:solidFill>
                <a:latin typeface="Verdana"/>
                <a:cs typeface="Verdana"/>
              </a:rPr>
              <a:t>ou </a:t>
            </a:r>
            <a:r>
              <a:rPr sz="2000" spc="25" dirty="0">
                <a:solidFill>
                  <a:srgbClr val="FFFFFF"/>
                </a:solidFill>
                <a:latin typeface="Verdana"/>
                <a:cs typeface="Verdana"/>
              </a:rPr>
              <a:t> qu’un</a:t>
            </a:r>
            <a:r>
              <a:rPr sz="2000" spc="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55" dirty="0">
                <a:solidFill>
                  <a:srgbClr val="FFFFFF"/>
                </a:solidFill>
                <a:latin typeface="Verdana"/>
                <a:cs typeface="Verdana"/>
              </a:rPr>
              <a:t>sommet</a:t>
            </a:r>
            <a:r>
              <a:rPr sz="2000" spc="-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95" dirty="0">
                <a:solidFill>
                  <a:srgbClr val="FFFFFF"/>
                </a:solidFill>
                <a:latin typeface="Verdana"/>
                <a:cs typeface="Verdana"/>
              </a:rPr>
              <a:t>est</a:t>
            </a:r>
            <a:r>
              <a:rPr sz="2000" spc="-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b="1" spc="-40" dirty="0">
                <a:solidFill>
                  <a:srgbClr val="FFFF00"/>
                </a:solidFill>
                <a:latin typeface="Tahoma"/>
                <a:cs typeface="Tahoma"/>
              </a:rPr>
              <a:t>incident</a:t>
            </a:r>
            <a:r>
              <a:rPr sz="2000" b="1" spc="505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2000" spc="165" dirty="0">
                <a:solidFill>
                  <a:srgbClr val="FFFFFF"/>
                </a:solidFill>
                <a:latin typeface="Verdana"/>
                <a:cs typeface="Verdana"/>
              </a:rPr>
              <a:t>à </a:t>
            </a:r>
            <a:r>
              <a:rPr sz="2000" spc="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FFFFFF"/>
                </a:solidFill>
                <a:latin typeface="Verdana"/>
                <a:cs typeface="Verdana"/>
              </a:rPr>
              <a:t>une </a:t>
            </a:r>
            <a:r>
              <a:rPr sz="2000" spc="-5" dirty="0">
                <a:solidFill>
                  <a:srgbClr val="FFFFFF"/>
                </a:solidFill>
                <a:latin typeface="Verdana"/>
                <a:cs typeface="Verdana"/>
              </a:rPr>
              <a:t>arête </a:t>
            </a:r>
            <a:r>
              <a:rPr sz="2000" spc="-210" dirty="0">
                <a:solidFill>
                  <a:srgbClr val="FFFFFF"/>
                </a:solidFill>
                <a:latin typeface="Verdana"/>
                <a:cs typeface="Verdana"/>
              </a:rPr>
              <a:t>si </a:t>
            </a:r>
            <a:r>
              <a:rPr sz="2000" spc="-25" dirty="0">
                <a:solidFill>
                  <a:srgbClr val="FFFFFF"/>
                </a:solidFill>
                <a:latin typeface="Verdana"/>
                <a:cs typeface="Verdana"/>
              </a:rPr>
              <a:t>le </a:t>
            </a:r>
            <a:r>
              <a:rPr sz="2000" spc="-55" dirty="0">
                <a:solidFill>
                  <a:srgbClr val="FFFFFF"/>
                </a:solidFill>
                <a:latin typeface="Verdana"/>
                <a:cs typeface="Verdana"/>
              </a:rPr>
              <a:t>sommet </a:t>
            </a:r>
            <a:r>
              <a:rPr sz="2000" spc="-90" dirty="0">
                <a:solidFill>
                  <a:srgbClr val="FFFFFF"/>
                </a:solidFill>
                <a:latin typeface="Verdana"/>
                <a:cs typeface="Verdana"/>
              </a:rPr>
              <a:t>est </a:t>
            </a:r>
            <a:r>
              <a:rPr sz="2000" spc="5" dirty="0">
                <a:solidFill>
                  <a:srgbClr val="FFFFFF"/>
                </a:solidFill>
                <a:latin typeface="Verdana"/>
                <a:cs typeface="Verdana"/>
              </a:rPr>
              <a:t>une </a:t>
            </a:r>
            <a:r>
              <a:rPr sz="2000" spc="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0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225" dirty="0">
                <a:solidFill>
                  <a:srgbClr val="FFFFFF"/>
                </a:solidFill>
                <a:latin typeface="Verdana"/>
                <a:cs typeface="Verdana"/>
              </a:rPr>
              <a:t>x</a:t>
            </a:r>
            <a:r>
              <a:rPr sz="2000" spc="-9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-26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é</a:t>
            </a:r>
            <a:r>
              <a:rPr sz="2000" spc="-7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-1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é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20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000" spc="160" dirty="0">
                <a:solidFill>
                  <a:srgbClr val="FFFFFF"/>
                </a:solidFill>
                <a:latin typeface="Verdana"/>
                <a:cs typeface="Verdana"/>
              </a:rPr>
              <a:t>’</a:t>
            </a:r>
            <a:r>
              <a:rPr sz="2000" spc="17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-26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ê</a:t>
            </a:r>
            <a:r>
              <a:rPr sz="2000" spc="-9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endParaRPr sz="2000">
              <a:latin typeface="Verdana"/>
              <a:cs typeface="Verdana"/>
            </a:endParaRPr>
          </a:p>
          <a:p>
            <a:pPr marL="396240" marR="5080" indent="-384175" algn="just">
              <a:lnSpc>
                <a:spcPct val="100000"/>
              </a:lnSpc>
              <a:spcBef>
                <a:spcPts val="480"/>
              </a:spcBef>
              <a:buClr>
                <a:srgbClr val="FF388C"/>
              </a:buClr>
              <a:buSzPct val="80000"/>
              <a:buFont typeface="Times New Roman"/>
              <a:buChar char="◉"/>
              <a:tabLst>
                <a:tab pos="396875" algn="l"/>
              </a:tabLst>
            </a:pPr>
            <a:r>
              <a:rPr sz="2000" spc="-165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000" spc="-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10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000" spc="-70" dirty="0">
                <a:solidFill>
                  <a:srgbClr val="FFFFFF"/>
                </a:solidFill>
                <a:latin typeface="Verdana"/>
                <a:cs typeface="Verdana"/>
              </a:rPr>
              <a:t>mm</a:t>
            </a:r>
            <a:r>
              <a:rPr sz="2000" spc="9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1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-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-1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-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b="1" spc="-125" dirty="0">
                <a:solidFill>
                  <a:srgbClr val="FFFF00"/>
                </a:solidFill>
                <a:latin typeface="Tahoma"/>
                <a:cs typeface="Tahoma"/>
              </a:rPr>
              <a:t>i</a:t>
            </a:r>
            <a:r>
              <a:rPr sz="2000" b="1" spc="-170" dirty="0">
                <a:solidFill>
                  <a:srgbClr val="FFFF00"/>
                </a:solidFill>
                <a:latin typeface="Tahoma"/>
                <a:cs typeface="Tahoma"/>
              </a:rPr>
              <a:t>s</a:t>
            </a:r>
            <a:r>
              <a:rPr sz="2000" b="1" spc="40" dirty="0">
                <a:solidFill>
                  <a:srgbClr val="FFFF00"/>
                </a:solidFill>
                <a:latin typeface="Tahoma"/>
                <a:cs typeface="Tahoma"/>
              </a:rPr>
              <a:t>o</a:t>
            </a:r>
            <a:r>
              <a:rPr sz="2000" b="1" spc="-145" dirty="0">
                <a:solidFill>
                  <a:srgbClr val="FFFF00"/>
                </a:solidFill>
                <a:latin typeface="Tahoma"/>
                <a:cs typeface="Tahoma"/>
              </a:rPr>
              <a:t>l</a:t>
            </a:r>
            <a:r>
              <a:rPr sz="2000" b="1" spc="95" dirty="0">
                <a:solidFill>
                  <a:srgbClr val="FFFF00"/>
                </a:solidFill>
                <a:latin typeface="Tahoma"/>
                <a:cs typeface="Tahoma"/>
              </a:rPr>
              <a:t>é</a:t>
            </a:r>
            <a:r>
              <a:rPr sz="2000" b="1" spc="45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2000" spc="-28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180" dirty="0">
                <a:solidFill>
                  <a:srgbClr val="FFFFFF"/>
                </a:solidFill>
                <a:latin typeface="Verdana"/>
                <a:cs typeface="Verdana"/>
              </a:rPr>
              <a:t>’</a:t>
            </a:r>
            <a:r>
              <a:rPr sz="2000" spc="-17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-150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000" spc="-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000" spc="180" dirty="0">
                <a:solidFill>
                  <a:srgbClr val="FFFFFF"/>
                </a:solidFill>
                <a:latin typeface="Verdana"/>
                <a:cs typeface="Verdana"/>
              </a:rPr>
              <a:t>’</a:t>
            </a:r>
            <a:r>
              <a:rPr sz="2000" spc="9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-1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-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14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2000" spc="17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-210" dirty="0">
                <a:solidFill>
                  <a:srgbClr val="FFFFFF"/>
                </a:solidFill>
                <a:latin typeface="Verdana"/>
                <a:cs typeface="Verdana"/>
              </a:rPr>
              <a:t>s  </a:t>
            </a:r>
            <a:r>
              <a:rPr sz="2000" spc="45" dirty="0">
                <a:solidFill>
                  <a:srgbClr val="FFFFFF"/>
                </a:solidFill>
                <a:latin typeface="Verdana"/>
                <a:cs typeface="Verdana"/>
              </a:rPr>
              <a:t>adjacent</a:t>
            </a:r>
            <a:r>
              <a:rPr sz="2000" spc="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65" dirty="0">
                <a:solidFill>
                  <a:srgbClr val="FFFFFF"/>
                </a:solidFill>
                <a:latin typeface="Verdana"/>
                <a:cs typeface="Verdana"/>
              </a:rPr>
              <a:t>à</a:t>
            </a:r>
            <a:r>
              <a:rPr sz="2000" spc="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50" dirty="0">
                <a:solidFill>
                  <a:srgbClr val="FFFFFF"/>
                </a:solidFill>
                <a:latin typeface="Verdana"/>
                <a:cs typeface="Verdana"/>
              </a:rPr>
              <a:t>aucun</a:t>
            </a:r>
            <a:r>
              <a:rPr sz="2000" spc="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35" dirty="0">
                <a:solidFill>
                  <a:srgbClr val="FFFFFF"/>
                </a:solidFill>
                <a:latin typeface="Verdana"/>
                <a:cs typeface="Verdana"/>
              </a:rPr>
              <a:t>autre </a:t>
            </a:r>
            <a:r>
              <a:rPr sz="2000" spc="-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8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000" spc="-70" dirty="0">
                <a:solidFill>
                  <a:srgbClr val="FFFFFF"/>
                </a:solidFill>
                <a:latin typeface="Verdana"/>
                <a:cs typeface="Verdana"/>
              </a:rPr>
              <a:t>mm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1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210" dirty="0">
                <a:solidFill>
                  <a:srgbClr val="FFFFFF"/>
                </a:solidFill>
                <a:latin typeface="Verdana"/>
                <a:cs typeface="Verdana"/>
              </a:rPr>
              <a:t>(</a:t>
            </a:r>
            <a:r>
              <a:rPr sz="2000" spc="-28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10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000" spc="-70" dirty="0">
                <a:solidFill>
                  <a:srgbClr val="FFFFFF"/>
                </a:solidFill>
                <a:latin typeface="Verdana"/>
                <a:cs typeface="Verdana"/>
              </a:rPr>
              <a:t>mm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1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6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000" spc="-180" dirty="0">
                <a:solidFill>
                  <a:srgbClr val="FFFFFF"/>
                </a:solidFill>
                <a:latin typeface="Verdana"/>
                <a:cs typeface="Verdana"/>
              </a:rPr>
              <a:t>)</a:t>
            </a:r>
            <a:r>
              <a:rPr sz="1800" spc="-160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1800">
              <a:latin typeface="Verdana"/>
              <a:cs typeface="Verdana"/>
            </a:endParaRPr>
          </a:p>
          <a:p>
            <a:pPr marL="396240" indent="-384175" algn="just">
              <a:lnSpc>
                <a:spcPct val="100000"/>
              </a:lnSpc>
              <a:spcBef>
                <a:spcPts val="440"/>
              </a:spcBef>
              <a:buClr>
                <a:srgbClr val="FF388C"/>
              </a:buClr>
              <a:buSzPct val="80555"/>
              <a:buFont typeface="Times New Roman"/>
              <a:buChar char="◉"/>
              <a:tabLst>
                <a:tab pos="396875" algn="l"/>
              </a:tabLst>
            </a:pPr>
            <a:r>
              <a:rPr sz="1800" spc="-180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1800" spc="140" dirty="0">
                <a:solidFill>
                  <a:srgbClr val="FFFFFF"/>
                </a:solidFill>
                <a:latin typeface="Verdana"/>
                <a:cs typeface="Verdana"/>
              </a:rPr>
              <a:t>’</a:t>
            </a:r>
            <a:r>
              <a:rPr sz="1800" spc="13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800" spc="-23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ê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3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800" spc="204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18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7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24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1800" spc="-10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0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1800" spc="-10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b="1" spc="105" dirty="0">
                <a:solidFill>
                  <a:srgbClr val="FFFF00"/>
                </a:solidFill>
                <a:latin typeface="Tahoma"/>
                <a:cs typeface="Tahoma"/>
              </a:rPr>
              <a:t>a</a:t>
            </a:r>
            <a:r>
              <a:rPr sz="1800" b="1" spc="-204" dirty="0">
                <a:solidFill>
                  <a:srgbClr val="FFFF00"/>
                </a:solidFill>
                <a:latin typeface="Tahoma"/>
                <a:cs typeface="Tahoma"/>
              </a:rPr>
              <a:t>r</a:t>
            </a:r>
            <a:r>
              <a:rPr sz="1800" b="1" spc="75" dirty="0">
                <a:solidFill>
                  <a:srgbClr val="FFFF00"/>
                </a:solidFill>
                <a:latin typeface="Tahoma"/>
                <a:cs typeface="Tahoma"/>
              </a:rPr>
              <a:t>ê</a:t>
            </a:r>
            <a:r>
              <a:rPr sz="1800" b="1" spc="-210" dirty="0">
                <a:solidFill>
                  <a:srgbClr val="FFFF00"/>
                </a:solidFill>
                <a:latin typeface="Tahoma"/>
                <a:cs typeface="Tahoma"/>
              </a:rPr>
              <a:t>t</a:t>
            </a:r>
            <a:r>
              <a:rPr sz="1800" b="1" spc="80" dirty="0">
                <a:solidFill>
                  <a:srgbClr val="FFFF00"/>
                </a:solidFill>
                <a:latin typeface="Tahoma"/>
                <a:cs typeface="Tahoma"/>
              </a:rPr>
              <a:t>e</a:t>
            </a:r>
            <a:r>
              <a:rPr sz="1800" b="1" spc="-45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1800" b="1" spc="-25" dirty="0">
                <a:solidFill>
                  <a:srgbClr val="FFFF00"/>
                </a:solidFill>
                <a:latin typeface="Tahoma"/>
                <a:cs typeface="Tahoma"/>
              </a:rPr>
              <a:t>m</a:t>
            </a:r>
            <a:r>
              <a:rPr sz="1800" b="1" spc="-80" dirty="0">
                <a:solidFill>
                  <a:srgbClr val="FFFF00"/>
                </a:solidFill>
                <a:latin typeface="Tahoma"/>
                <a:cs typeface="Tahoma"/>
              </a:rPr>
              <a:t>u</a:t>
            </a:r>
            <a:r>
              <a:rPr sz="1800" b="1" spc="-114" dirty="0">
                <a:solidFill>
                  <a:srgbClr val="FFFF00"/>
                </a:solidFill>
                <a:latin typeface="Tahoma"/>
                <a:cs typeface="Tahoma"/>
              </a:rPr>
              <a:t>l</a:t>
            </a:r>
            <a:r>
              <a:rPr sz="1800" b="1" spc="-210" dirty="0">
                <a:solidFill>
                  <a:srgbClr val="FFFF00"/>
                </a:solidFill>
                <a:latin typeface="Tahoma"/>
                <a:cs typeface="Tahoma"/>
              </a:rPr>
              <a:t>t</a:t>
            </a:r>
            <a:r>
              <a:rPr sz="1800" b="1" spc="-114" dirty="0">
                <a:solidFill>
                  <a:srgbClr val="FFFF00"/>
                </a:solidFill>
                <a:latin typeface="Tahoma"/>
                <a:cs typeface="Tahoma"/>
              </a:rPr>
              <a:t>i</a:t>
            </a:r>
            <a:r>
              <a:rPr sz="1800" b="1" spc="50" dirty="0">
                <a:solidFill>
                  <a:srgbClr val="FFFF00"/>
                </a:solidFill>
                <a:latin typeface="Tahoma"/>
                <a:cs typeface="Tahoma"/>
              </a:rPr>
              <a:t>p</a:t>
            </a:r>
            <a:r>
              <a:rPr sz="1800" b="1" spc="-114" dirty="0">
                <a:solidFill>
                  <a:srgbClr val="FFFF00"/>
                </a:solidFill>
                <a:latin typeface="Tahoma"/>
                <a:cs typeface="Tahoma"/>
              </a:rPr>
              <a:t>l</a:t>
            </a:r>
            <a:r>
              <a:rPr sz="1800" b="1" spc="80" dirty="0">
                <a:solidFill>
                  <a:srgbClr val="FFFF00"/>
                </a:solidFill>
                <a:latin typeface="Tahoma"/>
                <a:cs typeface="Tahoma"/>
              </a:rPr>
              <a:t>e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14" name="object 1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254496" y="3779520"/>
            <a:ext cx="3343655" cy="905256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100" dirty="0"/>
              <a:t>13</a:t>
            </a:fld>
            <a:endParaRPr spc="-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7656" y="748284"/>
            <a:ext cx="4276344" cy="23622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71465" y="1541814"/>
            <a:ext cx="6882765" cy="10013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200" b="1" spc="-320" dirty="0">
                <a:solidFill>
                  <a:srgbClr val="FFFF00"/>
                </a:solidFill>
                <a:latin typeface="Tahoma"/>
                <a:cs typeface="Tahoma"/>
              </a:rPr>
              <a:t>U</a:t>
            </a:r>
            <a:r>
              <a:rPr sz="3200" b="1" spc="-130" dirty="0">
                <a:solidFill>
                  <a:srgbClr val="FFFF00"/>
                </a:solidFill>
                <a:latin typeface="Tahoma"/>
                <a:cs typeface="Tahoma"/>
              </a:rPr>
              <a:t>n</a:t>
            </a:r>
            <a:r>
              <a:rPr sz="3200" b="1" spc="-45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3200" b="1" spc="95" dirty="0">
                <a:solidFill>
                  <a:srgbClr val="FFFF00"/>
                </a:solidFill>
                <a:latin typeface="Tahoma"/>
                <a:cs typeface="Tahoma"/>
              </a:rPr>
              <a:t>g</a:t>
            </a:r>
            <a:r>
              <a:rPr sz="3200" b="1" spc="-400" dirty="0">
                <a:solidFill>
                  <a:srgbClr val="FFFF00"/>
                </a:solidFill>
                <a:latin typeface="Tahoma"/>
                <a:cs typeface="Tahoma"/>
              </a:rPr>
              <a:t>r</a:t>
            </a:r>
            <a:r>
              <a:rPr sz="3200" b="1" spc="190" dirty="0">
                <a:solidFill>
                  <a:srgbClr val="FFFF00"/>
                </a:solidFill>
                <a:latin typeface="Tahoma"/>
                <a:cs typeface="Tahoma"/>
              </a:rPr>
              <a:t>a</a:t>
            </a:r>
            <a:r>
              <a:rPr sz="3200" b="1" spc="95" dirty="0">
                <a:solidFill>
                  <a:srgbClr val="FFFF00"/>
                </a:solidFill>
                <a:latin typeface="Tahoma"/>
                <a:cs typeface="Tahoma"/>
              </a:rPr>
              <a:t>p</a:t>
            </a:r>
            <a:r>
              <a:rPr sz="3200" b="1" spc="-135" dirty="0">
                <a:solidFill>
                  <a:srgbClr val="FFFF00"/>
                </a:solidFill>
                <a:latin typeface="Tahoma"/>
                <a:cs typeface="Tahoma"/>
              </a:rPr>
              <a:t>h</a:t>
            </a:r>
            <a:r>
              <a:rPr sz="3200" b="1" spc="150" dirty="0">
                <a:solidFill>
                  <a:srgbClr val="FFFF00"/>
                </a:solidFill>
                <a:latin typeface="Tahoma"/>
                <a:cs typeface="Tahoma"/>
              </a:rPr>
              <a:t>e</a:t>
            </a:r>
            <a:r>
              <a:rPr sz="3200" b="1" spc="-10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3200" b="1" spc="-240" dirty="0">
                <a:solidFill>
                  <a:srgbClr val="FFFF00"/>
                </a:solidFill>
                <a:latin typeface="Tahoma"/>
                <a:cs typeface="Tahoma"/>
              </a:rPr>
              <a:t>s</a:t>
            </a:r>
            <a:r>
              <a:rPr sz="3200" b="1" spc="-200" dirty="0">
                <a:solidFill>
                  <a:srgbClr val="FFFF00"/>
                </a:solidFill>
                <a:latin typeface="Tahoma"/>
                <a:cs typeface="Tahoma"/>
              </a:rPr>
              <a:t>i</a:t>
            </a:r>
            <a:r>
              <a:rPr sz="3200" b="1" spc="-40" dirty="0">
                <a:solidFill>
                  <a:srgbClr val="FFFF00"/>
                </a:solidFill>
                <a:latin typeface="Tahoma"/>
                <a:cs typeface="Tahoma"/>
              </a:rPr>
              <a:t>m</a:t>
            </a:r>
            <a:r>
              <a:rPr sz="3200" b="1" spc="65" dirty="0">
                <a:solidFill>
                  <a:srgbClr val="FFFF00"/>
                </a:solidFill>
                <a:latin typeface="Tahoma"/>
                <a:cs typeface="Tahoma"/>
              </a:rPr>
              <a:t>p</a:t>
            </a:r>
            <a:r>
              <a:rPr sz="3200" b="1" spc="-200" dirty="0">
                <a:solidFill>
                  <a:srgbClr val="FFFF00"/>
                </a:solidFill>
                <a:latin typeface="Tahoma"/>
                <a:cs typeface="Tahoma"/>
              </a:rPr>
              <a:t>l</a:t>
            </a:r>
            <a:r>
              <a:rPr sz="3200" b="1" spc="150" dirty="0">
                <a:solidFill>
                  <a:srgbClr val="FFFF00"/>
                </a:solidFill>
                <a:latin typeface="Tahoma"/>
                <a:cs typeface="Tahoma"/>
              </a:rPr>
              <a:t>e</a:t>
            </a:r>
            <a:r>
              <a:rPr sz="3200" b="1" spc="-40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3200" spc="-42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200" spc="260" dirty="0">
                <a:solidFill>
                  <a:srgbClr val="FFFFFF"/>
                </a:solidFill>
                <a:latin typeface="Verdana"/>
                <a:cs typeface="Verdana"/>
              </a:rPr>
              <a:t>’</a:t>
            </a:r>
            <a:r>
              <a:rPr sz="3200" spc="-24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3200" spc="-240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3200" spc="-2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00" spc="-7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3200" spc="17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200" spc="-2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00" spc="409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3200" spc="170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3200" spc="-7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3200" spc="-2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3200" spc="-24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3200" spc="17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2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3200" spc="-18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3200" spc="-2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00" spc="-7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3200" spc="-285" dirty="0">
                <a:solidFill>
                  <a:srgbClr val="FFFFFF"/>
                </a:solidFill>
                <a:latin typeface="Verdana"/>
                <a:cs typeface="Verdana"/>
              </a:rPr>
              <a:t>i  </a:t>
            </a:r>
            <a:r>
              <a:rPr sz="3200" spc="180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sz="3200" spc="170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3200" spc="-11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3200" spc="409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3200" spc="-24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3200" spc="17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200" spc="-229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00" spc="-7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3200" spc="-24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3200" spc="-2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00" spc="254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3200" spc="-409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3200" spc="175" dirty="0">
                <a:solidFill>
                  <a:srgbClr val="FFFFFF"/>
                </a:solidFill>
                <a:latin typeface="Verdana"/>
                <a:cs typeface="Verdana"/>
              </a:rPr>
              <a:t>ê</a:t>
            </a:r>
            <a:r>
              <a:rPr sz="3200" spc="-18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3200" spc="17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200" spc="-42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200" spc="-25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00" spc="-105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3200" spc="-11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3200" spc="-24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3200" spc="-18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3200" spc="-24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3200" spc="180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3200" spc="-24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3200" spc="17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200" spc="-42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200" spc="-280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320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72668" y="2151888"/>
            <a:ext cx="9144000" cy="5057140"/>
            <a:chOff x="772668" y="2151888"/>
            <a:chExt cx="9144000" cy="505714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69023" y="2151888"/>
              <a:ext cx="2023871" cy="162763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3779520"/>
              <a:ext cx="9143999" cy="34290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1812" y="3781044"/>
              <a:ext cx="5925311" cy="102412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1812" y="7091172"/>
              <a:ext cx="9125712" cy="11430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171465" y="3980081"/>
            <a:ext cx="7839709" cy="1002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200" b="1" spc="-320" dirty="0">
                <a:solidFill>
                  <a:srgbClr val="FFFF00"/>
                </a:solidFill>
                <a:latin typeface="Tahoma"/>
                <a:cs typeface="Tahoma"/>
              </a:rPr>
              <a:t>U</a:t>
            </a:r>
            <a:r>
              <a:rPr sz="3200" b="1" spc="-130" dirty="0">
                <a:solidFill>
                  <a:srgbClr val="FFFF00"/>
                </a:solidFill>
                <a:latin typeface="Tahoma"/>
                <a:cs typeface="Tahoma"/>
              </a:rPr>
              <a:t>n</a:t>
            </a:r>
            <a:r>
              <a:rPr sz="3200" b="1" spc="-45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3200" b="1" spc="-40" dirty="0">
                <a:solidFill>
                  <a:srgbClr val="FFFF00"/>
                </a:solidFill>
                <a:latin typeface="Tahoma"/>
                <a:cs typeface="Tahoma"/>
              </a:rPr>
              <a:t>m</a:t>
            </a:r>
            <a:r>
              <a:rPr sz="3200" b="1" spc="-135" dirty="0">
                <a:solidFill>
                  <a:srgbClr val="FFFF00"/>
                </a:solidFill>
                <a:latin typeface="Tahoma"/>
                <a:cs typeface="Tahoma"/>
              </a:rPr>
              <a:t>u</a:t>
            </a:r>
            <a:r>
              <a:rPr sz="3200" b="1" spc="-200" dirty="0">
                <a:solidFill>
                  <a:srgbClr val="FFFF00"/>
                </a:solidFill>
                <a:latin typeface="Tahoma"/>
                <a:cs typeface="Tahoma"/>
              </a:rPr>
              <a:t>l</a:t>
            </a:r>
            <a:r>
              <a:rPr sz="3200" b="1" spc="-370" dirty="0">
                <a:solidFill>
                  <a:srgbClr val="FFFF00"/>
                </a:solidFill>
                <a:latin typeface="Tahoma"/>
                <a:cs typeface="Tahoma"/>
              </a:rPr>
              <a:t>t</a:t>
            </a:r>
            <a:r>
              <a:rPr sz="3200" b="1" spc="-235" dirty="0">
                <a:solidFill>
                  <a:srgbClr val="FFFF00"/>
                </a:solidFill>
                <a:latin typeface="Tahoma"/>
                <a:cs typeface="Tahoma"/>
              </a:rPr>
              <a:t>i</a:t>
            </a:r>
            <a:r>
              <a:rPr sz="3200" b="1" spc="-35" dirty="0">
                <a:solidFill>
                  <a:srgbClr val="FFFF00"/>
                </a:solidFill>
                <a:latin typeface="Tahoma"/>
                <a:cs typeface="Tahoma"/>
              </a:rPr>
              <a:t>-</a:t>
            </a:r>
            <a:r>
              <a:rPr sz="3200" b="1" spc="95" dirty="0">
                <a:solidFill>
                  <a:srgbClr val="FFFF00"/>
                </a:solidFill>
                <a:latin typeface="Tahoma"/>
                <a:cs typeface="Tahoma"/>
              </a:rPr>
              <a:t>g</a:t>
            </a:r>
            <a:r>
              <a:rPr sz="3200" b="1" spc="-365" dirty="0">
                <a:solidFill>
                  <a:srgbClr val="FFFF00"/>
                </a:solidFill>
                <a:latin typeface="Tahoma"/>
                <a:cs typeface="Tahoma"/>
              </a:rPr>
              <a:t>r</a:t>
            </a:r>
            <a:r>
              <a:rPr sz="3200" b="1" spc="190" dirty="0">
                <a:solidFill>
                  <a:srgbClr val="FFFF00"/>
                </a:solidFill>
                <a:latin typeface="Tahoma"/>
                <a:cs typeface="Tahoma"/>
              </a:rPr>
              <a:t>a</a:t>
            </a:r>
            <a:r>
              <a:rPr sz="3200" b="1" spc="95" dirty="0">
                <a:solidFill>
                  <a:srgbClr val="FFFF00"/>
                </a:solidFill>
                <a:latin typeface="Tahoma"/>
                <a:cs typeface="Tahoma"/>
              </a:rPr>
              <a:t>p</a:t>
            </a:r>
            <a:r>
              <a:rPr sz="3200" b="1" spc="-135" dirty="0">
                <a:solidFill>
                  <a:srgbClr val="FFFF00"/>
                </a:solidFill>
                <a:latin typeface="Tahoma"/>
                <a:cs typeface="Tahoma"/>
              </a:rPr>
              <a:t>h</a:t>
            </a:r>
            <a:r>
              <a:rPr sz="3200" b="1" spc="150" dirty="0">
                <a:solidFill>
                  <a:srgbClr val="FFFF00"/>
                </a:solidFill>
                <a:latin typeface="Tahoma"/>
                <a:cs typeface="Tahoma"/>
              </a:rPr>
              <a:t>e</a:t>
            </a:r>
            <a:r>
              <a:rPr sz="3200" b="1" spc="-30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3200" spc="17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200" spc="-42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200" spc="-18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3200" spc="-2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00" spc="-75" dirty="0">
                <a:solidFill>
                  <a:srgbClr val="FFFFFF"/>
                </a:solidFill>
                <a:latin typeface="Verdana"/>
                <a:cs typeface="Verdana"/>
              </a:rPr>
              <a:t>un</a:t>
            </a:r>
            <a:r>
              <a:rPr sz="3200" spc="-229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00" spc="150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3200" spc="-409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3200" spc="254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3200" spc="180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3200" spc="-75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3200" spc="17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200" spc="-229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00" spc="180" dirty="0">
                <a:solidFill>
                  <a:srgbClr val="FFFFFF"/>
                </a:solidFill>
                <a:latin typeface="Verdana"/>
                <a:cs typeface="Verdana"/>
              </a:rPr>
              <a:t>q</a:t>
            </a:r>
            <a:r>
              <a:rPr sz="3200" spc="-11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3200" spc="-24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3200" spc="-229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00" spc="-7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3200" spc="290" dirty="0">
                <a:solidFill>
                  <a:srgbClr val="FFFFFF"/>
                </a:solidFill>
                <a:latin typeface="Verdana"/>
                <a:cs typeface="Verdana"/>
              </a:rPr>
              <a:t>’</a:t>
            </a:r>
            <a:r>
              <a:rPr sz="3200" spc="17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200" spc="-42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200" spc="-165" dirty="0">
                <a:solidFill>
                  <a:srgbClr val="FFFFFF"/>
                </a:solidFill>
                <a:latin typeface="Verdana"/>
                <a:cs typeface="Verdana"/>
              </a:rPr>
              <a:t>t  </a:t>
            </a:r>
            <a:r>
              <a:rPr sz="3200" spc="5" dirty="0">
                <a:solidFill>
                  <a:srgbClr val="FFFFFF"/>
                </a:solidFill>
                <a:latin typeface="Verdana"/>
                <a:cs typeface="Verdana"/>
              </a:rPr>
              <a:t>pas</a:t>
            </a:r>
            <a:r>
              <a:rPr sz="3200" spc="-229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00" spc="-140" dirty="0">
                <a:solidFill>
                  <a:srgbClr val="FFFFFF"/>
                </a:solidFill>
                <a:latin typeface="Verdana"/>
                <a:cs typeface="Verdana"/>
              </a:rPr>
              <a:t>simple.</a:t>
            </a:r>
            <a:endParaRPr sz="3200">
              <a:latin typeface="Verdana"/>
              <a:cs typeface="Verdan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502907" y="3779520"/>
            <a:ext cx="2371725" cy="2974975"/>
            <a:chOff x="6502907" y="3779520"/>
            <a:chExt cx="2371725" cy="2974975"/>
          </a:xfrm>
        </p:grpSpPr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669023" y="3779520"/>
              <a:ext cx="2023871" cy="3352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502907" y="4776216"/>
              <a:ext cx="2371344" cy="1978151"/>
            </a:xfrm>
            <a:prstGeom prst="rect">
              <a:avLst/>
            </a:prstGeom>
          </p:spPr>
        </p:pic>
      </p:grp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100" dirty="0"/>
              <a:t>14</a:t>
            </a:fld>
            <a:endParaRPr spc="-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74076" y="1633186"/>
            <a:ext cx="765619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6240" marR="5080" indent="-384175">
              <a:lnSpc>
                <a:spcPct val="100000"/>
              </a:lnSpc>
              <a:spcBef>
                <a:spcPts val="100"/>
              </a:spcBef>
              <a:buClr>
                <a:srgbClr val="FF388C"/>
              </a:buClr>
              <a:buSzPct val="80000"/>
              <a:buFont typeface="Times New Roman"/>
              <a:buChar char="◉"/>
              <a:tabLst>
                <a:tab pos="396875" algn="l"/>
              </a:tabLst>
            </a:pPr>
            <a:r>
              <a:rPr sz="3000" b="1" spc="-215" dirty="0">
                <a:solidFill>
                  <a:srgbClr val="FFFF00"/>
                </a:solidFill>
                <a:latin typeface="Tahoma"/>
                <a:cs typeface="Tahoma"/>
              </a:rPr>
              <a:t>Un</a:t>
            </a:r>
            <a:r>
              <a:rPr sz="3000" b="1" spc="-40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3000" b="1" dirty="0">
                <a:solidFill>
                  <a:srgbClr val="FFFF00"/>
                </a:solidFill>
                <a:latin typeface="Tahoma"/>
                <a:cs typeface="Tahoma"/>
              </a:rPr>
              <a:t>graphe</a:t>
            </a:r>
            <a:r>
              <a:rPr sz="3000" b="1" spc="-70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3000" b="1" spc="-150" dirty="0">
                <a:solidFill>
                  <a:srgbClr val="FFFF00"/>
                </a:solidFill>
                <a:latin typeface="Tahoma"/>
                <a:cs typeface="Tahoma"/>
              </a:rPr>
              <a:t>est</a:t>
            </a:r>
            <a:r>
              <a:rPr sz="3000" b="1" spc="-10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3000" b="1" spc="-150" dirty="0">
                <a:solidFill>
                  <a:srgbClr val="FFFF00"/>
                </a:solidFill>
                <a:latin typeface="Tahoma"/>
                <a:cs typeface="Tahoma"/>
              </a:rPr>
              <a:t>nul</a:t>
            </a:r>
            <a:r>
              <a:rPr sz="3000" b="1" spc="-60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3000" spc="-155" dirty="0">
                <a:solidFill>
                  <a:srgbClr val="FFFFFF"/>
                </a:solidFill>
                <a:latin typeface="Verdana"/>
                <a:cs typeface="Verdana"/>
              </a:rPr>
              <a:t>s’il</a:t>
            </a:r>
            <a:r>
              <a:rPr sz="3000" spc="-2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140" dirty="0">
                <a:solidFill>
                  <a:srgbClr val="FFFFFF"/>
                </a:solidFill>
                <a:latin typeface="Verdana"/>
                <a:cs typeface="Verdana"/>
              </a:rPr>
              <a:t>n’a</a:t>
            </a:r>
            <a:r>
              <a:rPr sz="3000" spc="-2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90" dirty="0">
                <a:solidFill>
                  <a:srgbClr val="FFFFFF"/>
                </a:solidFill>
                <a:latin typeface="Verdana"/>
                <a:cs typeface="Verdana"/>
              </a:rPr>
              <a:t>aucune</a:t>
            </a:r>
            <a:r>
              <a:rPr sz="3000" spc="-2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45" dirty="0">
                <a:solidFill>
                  <a:srgbClr val="FFFFFF"/>
                </a:solidFill>
                <a:latin typeface="Verdana"/>
                <a:cs typeface="Verdana"/>
              </a:rPr>
              <a:t>arête. </a:t>
            </a:r>
            <a:r>
              <a:rPr sz="3000" spc="-10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330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3000" spc="240" dirty="0">
                <a:solidFill>
                  <a:srgbClr val="FFFFFF"/>
                </a:solidFill>
                <a:latin typeface="Verdana"/>
                <a:cs typeface="Verdana"/>
              </a:rPr>
              <a:t>’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39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-17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3000" spc="-2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70" dirty="0">
                <a:solidFill>
                  <a:srgbClr val="FFFFFF"/>
                </a:solidFill>
                <a:latin typeface="Verdana"/>
                <a:cs typeface="Verdana"/>
              </a:rPr>
              <a:t>un</a:t>
            </a:r>
            <a:r>
              <a:rPr sz="3000" spc="-2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7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3000" spc="-42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10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3000" spc="165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sz="3000" spc="-229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2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16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2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39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15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3000" spc="-13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3000" spc="-10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17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3000" spc="-40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-2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229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3000" spc="-42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15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3000" spc="-229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é</a:t>
            </a:r>
            <a:r>
              <a:rPr sz="3000" spc="-39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-265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3000">
              <a:latin typeface="Verdana"/>
              <a:cs typeface="Verdan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7488" y="839724"/>
            <a:ext cx="4277867" cy="234695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772668" y="3147060"/>
            <a:ext cx="9144000" cy="4061460"/>
            <a:chOff x="772668" y="3147060"/>
            <a:chExt cx="9144000" cy="406146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96868" y="3147060"/>
              <a:ext cx="2534411" cy="63245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3779519"/>
              <a:ext cx="9143999" cy="34290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1812" y="3781043"/>
              <a:ext cx="5925311" cy="102412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1812" y="7091172"/>
              <a:ext cx="9125712" cy="11430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896868" y="3779519"/>
              <a:ext cx="2534411" cy="1831848"/>
            </a:xfrm>
            <a:prstGeom prst="rect">
              <a:avLst/>
            </a:prstGeom>
          </p:spPr>
        </p:pic>
      </p:grp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100" dirty="0"/>
              <a:t>15</a:t>
            </a:fld>
            <a:endParaRPr spc="-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7488" y="748284"/>
            <a:ext cx="4277867" cy="23622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772668" y="3779519"/>
            <a:ext cx="9144000" cy="3429000"/>
            <a:chOff x="772668" y="3779519"/>
            <a:chExt cx="9144000" cy="342900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3779520"/>
              <a:ext cx="9143999" cy="34290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1812" y="3781044"/>
              <a:ext cx="5925311" cy="10241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323276" y="1271981"/>
            <a:ext cx="8096884" cy="2860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7040" marR="41910" indent="-384175" algn="just">
              <a:lnSpc>
                <a:spcPct val="100000"/>
              </a:lnSpc>
              <a:spcBef>
                <a:spcPts val="100"/>
              </a:spcBef>
              <a:buClr>
                <a:srgbClr val="FF388C"/>
              </a:buClr>
              <a:buSzPct val="80000"/>
              <a:buFont typeface="Times New Roman"/>
              <a:buChar char="◉"/>
              <a:tabLst>
                <a:tab pos="447675" algn="l"/>
              </a:tabLst>
            </a:pPr>
            <a:r>
              <a:rPr sz="3000" b="1" spc="-215" dirty="0">
                <a:solidFill>
                  <a:srgbClr val="FFFF00"/>
                </a:solidFill>
                <a:latin typeface="Tahoma"/>
                <a:cs typeface="Tahoma"/>
              </a:rPr>
              <a:t>Un</a:t>
            </a:r>
            <a:r>
              <a:rPr sz="3000" b="1" spc="-210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3000" b="1" dirty="0">
                <a:solidFill>
                  <a:srgbClr val="FFFF00"/>
                </a:solidFill>
                <a:latin typeface="Tahoma"/>
                <a:cs typeface="Tahoma"/>
              </a:rPr>
              <a:t>graphe</a:t>
            </a:r>
            <a:r>
              <a:rPr sz="3000" b="1" spc="5" dirty="0">
                <a:solidFill>
                  <a:srgbClr val="FFFF00"/>
                </a:solidFill>
                <a:latin typeface="Tahoma"/>
                <a:cs typeface="Tahoma"/>
              </a:rPr>
              <a:t> complet</a:t>
            </a:r>
            <a:r>
              <a:rPr sz="3000" b="1" spc="10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3000" spc="-135" dirty="0">
                <a:solidFill>
                  <a:srgbClr val="FFFFFF"/>
                </a:solidFill>
                <a:latin typeface="Verdana"/>
                <a:cs typeface="Verdana"/>
              </a:rPr>
              <a:t>est</a:t>
            </a:r>
            <a:r>
              <a:rPr sz="30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70" dirty="0">
                <a:solidFill>
                  <a:srgbClr val="FFFFFF"/>
                </a:solidFill>
                <a:latin typeface="Verdana"/>
                <a:cs typeface="Verdana"/>
              </a:rPr>
              <a:t>un </a:t>
            </a:r>
            <a:r>
              <a:rPr sz="3000" spc="45" dirty="0">
                <a:solidFill>
                  <a:srgbClr val="FFFFFF"/>
                </a:solidFill>
                <a:latin typeface="Verdana"/>
                <a:cs typeface="Verdana"/>
              </a:rPr>
              <a:t>graphe </a:t>
            </a:r>
            <a:r>
              <a:rPr sz="3000" spc="40" dirty="0">
                <a:solidFill>
                  <a:srgbClr val="FFFFFF"/>
                </a:solidFill>
                <a:latin typeface="Verdana"/>
                <a:cs typeface="Verdana"/>
              </a:rPr>
              <a:t>où </a:t>
            </a:r>
            <a:r>
              <a:rPr sz="3000" spc="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135" dirty="0">
                <a:solidFill>
                  <a:srgbClr val="FFFFFF"/>
                </a:solidFill>
                <a:latin typeface="Verdana"/>
                <a:cs typeface="Verdana"/>
              </a:rPr>
              <a:t>chaque</a:t>
            </a:r>
            <a:r>
              <a:rPr sz="3000" spc="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80" dirty="0">
                <a:solidFill>
                  <a:srgbClr val="FFFFFF"/>
                </a:solidFill>
                <a:latin typeface="Verdana"/>
                <a:cs typeface="Verdana"/>
              </a:rPr>
              <a:t>sommet</a:t>
            </a:r>
            <a:r>
              <a:rPr sz="3000" spc="-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145" dirty="0">
                <a:solidFill>
                  <a:srgbClr val="FFFFFF"/>
                </a:solidFill>
                <a:latin typeface="Verdana"/>
                <a:cs typeface="Verdana"/>
              </a:rPr>
              <a:t>est</a:t>
            </a:r>
            <a:r>
              <a:rPr sz="30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110" dirty="0">
                <a:solidFill>
                  <a:srgbClr val="FFFFFF"/>
                </a:solidFill>
                <a:latin typeface="Verdana"/>
                <a:cs typeface="Verdana"/>
              </a:rPr>
              <a:t>relié</a:t>
            </a:r>
            <a:r>
              <a:rPr sz="30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245" dirty="0">
                <a:solidFill>
                  <a:srgbClr val="FFFFFF"/>
                </a:solidFill>
                <a:latin typeface="Verdana"/>
                <a:cs typeface="Verdana"/>
              </a:rPr>
              <a:t>à </a:t>
            </a:r>
            <a:r>
              <a:rPr sz="3000" spc="-120" dirty="0">
                <a:solidFill>
                  <a:srgbClr val="FFFFFF"/>
                </a:solidFill>
                <a:latin typeface="Verdana"/>
                <a:cs typeface="Verdana"/>
              </a:rPr>
              <a:t>tous</a:t>
            </a:r>
            <a:r>
              <a:rPr sz="30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165" dirty="0">
                <a:solidFill>
                  <a:srgbClr val="FFFFFF"/>
                </a:solidFill>
                <a:latin typeface="Verdana"/>
                <a:cs typeface="Verdana"/>
              </a:rPr>
              <a:t>les </a:t>
            </a:r>
            <a:r>
              <a:rPr sz="30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105" dirty="0">
                <a:solidFill>
                  <a:srgbClr val="FFFFFF"/>
                </a:solidFill>
                <a:latin typeface="Verdana"/>
                <a:cs typeface="Verdana"/>
              </a:rPr>
              <a:t>autres </a:t>
            </a:r>
            <a:r>
              <a:rPr sz="3000" spc="-40" dirty="0">
                <a:solidFill>
                  <a:srgbClr val="FFFFFF"/>
                </a:solidFill>
                <a:latin typeface="Verdana"/>
                <a:cs typeface="Verdana"/>
              </a:rPr>
              <a:t>(c.à.d. </a:t>
            </a:r>
            <a:r>
              <a:rPr sz="3000" spc="-85" dirty="0">
                <a:solidFill>
                  <a:srgbClr val="FFFFFF"/>
                </a:solidFill>
                <a:latin typeface="Verdana"/>
                <a:cs typeface="Verdana"/>
              </a:rPr>
              <a:t>toutes </a:t>
            </a:r>
            <a:r>
              <a:rPr sz="3000" spc="-165" dirty="0">
                <a:solidFill>
                  <a:srgbClr val="FFFFFF"/>
                </a:solidFill>
                <a:latin typeface="Verdana"/>
                <a:cs typeface="Verdana"/>
              </a:rPr>
              <a:t>les </a:t>
            </a:r>
            <a:r>
              <a:rPr sz="3000" spc="-65" dirty="0">
                <a:solidFill>
                  <a:srgbClr val="FFFFFF"/>
                </a:solidFill>
                <a:latin typeface="Verdana"/>
                <a:cs typeface="Verdana"/>
              </a:rPr>
              <a:t>arêtes </a:t>
            </a:r>
            <a:r>
              <a:rPr sz="3000" spc="-110" dirty="0">
                <a:solidFill>
                  <a:srgbClr val="FFFFFF"/>
                </a:solidFill>
                <a:latin typeface="Verdana"/>
                <a:cs typeface="Verdana"/>
              </a:rPr>
              <a:t>possibles </a:t>
            </a:r>
            <a:r>
              <a:rPr sz="30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200" dirty="0">
                <a:solidFill>
                  <a:srgbClr val="FFFFFF"/>
                </a:solidFill>
                <a:latin typeface="Verdana"/>
                <a:cs typeface="Verdana"/>
              </a:rPr>
              <a:t>existes).</a:t>
            </a:r>
            <a:endParaRPr sz="3000">
              <a:latin typeface="Verdana"/>
              <a:cs typeface="Verdana"/>
            </a:endParaRPr>
          </a:p>
          <a:p>
            <a:pPr marL="447040" marR="43180" indent="-384175" algn="just">
              <a:lnSpc>
                <a:spcPct val="100000"/>
              </a:lnSpc>
              <a:spcBef>
                <a:spcPts val="720"/>
              </a:spcBef>
              <a:buClr>
                <a:srgbClr val="FF388C"/>
              </a:buClr>
              <a:buSzPct val="80000"/>
              <a:buFont typeface="Times New Roman"/>
              <a:buChar char="◉"/>
              <a:tabLst>
                <a:tab pos="447675" algn="l"/>
              </a:tabLst>
            </a:pPr>
            <a:r>
              <a:rPr sz="3000" spc="-145" dirty="0">
                <a:solidFill>
                  <a:srgbClr val="FFFFFF"/>
                </a:solidFill>
                <a:latin typeface="Verdana"/>
                <a:cs typeface="Verdana"/>
              </a:rPr>
              <a:t>Un </a:t>
            </a:r>
            <a:r>
              <a:rPr sz="3000" spc="40" dirty="0">
                <a:solidFill>
                  <a:srgbClr val="FFFFFF"/>
                </a:solidFill>
                <a:latin typeface="Verdana"/>
                <a:cs typeface="Verdana"/>
              </a:rPr>
              <a:t>graphe </a:t>
            </a:r>
            <a:r>
              <a:rPr sz="3000" spc="45" dirty="0">
                <a:solidFill>
                  <a:srgbClr val="FFFFFF"/>
                </a:solidFill>
                <a:latin typeface="Verdana"/>
                <a:cs typeface="Verdana"/>
              </a:rPr>
              <a:t>complet </a:t>
            </a:r>
            <a:r>
              <a:rPr sz="3000" spc="245" dirty="0">
                <a:solidFill>
                  <a:srgbClr val="FFFFFF"/>
                </a:solidFill>
                <a:latin typeface="Verdana"/>
                <a:cs typeface="Verdana"/>
              </a:rPr>
              <a:t>à</a:t>
            </a:r>
            <a:r>
              <a:rPr sz="3000" spc="2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i="1" spc="25" dirty="0">
                <a:solidFill>
                  <a:srgbClr val="FFFFFF"/>
                </a:solidFill>
                <a:latin typeface="Courier New"/>
                <a:cs typeface="Courier New"/>
              </a:rPr>
              <a:t>n </a:t>
            </a:r>
            <a:r>
              <a:rPr sz="3000" spc="-130" dirty="0">
                <a:solidFill>
                  <a:srgbClr val="FFFFFF"/>
                </a:solidFill>
                <a:latin typeface="Verdana"/>
                <a:cs typeface="Verdana"/>
              </a:rPr>
              <a:t>sommets </a:t>
            </a:r>
            <a:r>
              <a:rPr sz="3000" spc="-135" dirty="0">
                <a:solidFill>
                  <a:srgbClr val="FFFFFF"/>
                </a:solidFill>
                <a:latin typeface="Verdana"/>
                <a:cs typeface="Verdana"/>
              </a:rPr>
              <a:t>est </a:t>
            </a:r>
            <a:r>
              <a:rPr sz="30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10" dirty="0">
                <a:solidFill>
                  <a:srgbClr val="FFFFFF"/>
                </a:solidFill>
                <a:latin typeface="Verdana"/>
                <a:cs typeface="Verdana"/>
              </a:rPr>
              <a:t>noté</a:t>
            </a:r>
            <a:r>
              <a:rPr sz="3000" spc="-2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b="1" i="1" spc="-340" dirty="0">
                <a:solidFill>
                  <a:srgbClr val="FFFF00"/>
                </a:solidFill>
                <a:latin typeface="Verdana"/>
                <a:cs typeface="Verdana"/>
              </a:rPr>
              <a:t>K</a:t>
            </a:r>
            <a:r>
              <a:rPr sz="3000" b="1" i="1" spc="-509" baseline="-20833" dirty="0">
                <a:solidFill>
                  <a:srgbClr val="FFFF00"/>
                </a:solidFill>
                <a:latin typeface="Verdana"/>
                <a:cs typeface="Verdana"/>
              </a:rPr>
              <a:t>n</a:t>
            </a:r>
            <a:endParaRPr sz="3000" baseline="-20833">
              <a:latin typeface="Verdana"/>
              <a:cs typeface="Verdan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816607" y="4413503"/>
            <a:ext cx="6876287" cy="2261616"/>
          </a:xfrm>
          <a:prstGeom prst="rect">
            <a:avLst/>
          </a:prstGeom>
        </p:spPr>
      </p:pic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100" dirty="0"/>
              <a:t>16</a:t>
            </a:fld>
            <a:endParaRPr spc="-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8928" y="777240"/>
            <a:ext cx="4276343" cy="23622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772668" y="3779519"/>
            <a:ext cx="9144000" cy="3429000"/>
            <a:chOff x="772668" y="3779519"/>
            <a:chExt cx="9144000" cy="342900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3779520"/>
              <a:ext cx="9143999" cy="34290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1812" y="3781044"/>
              <a:ext cx="5925311" cy="10241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374117" y="1637846"/>
            <a:ext cx="8009255" cy="3098800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396240" marR="5080" indent="-384175" algn="just">
              <a:lnSpc>
                <a:spcPct val="80000"/>
              </a:lnSpc>
              <a:spcBef>
                <a:spcPts val="765"/>
              </a:spcBef>
              <a:buClr>
                <a:srgbClr val="FF388C"/>
              </a:buClr>
              <a:buSzPct val="80357"/>
              <a:buFont typeface="Times New Roman"/>
              <a:buChar char="◉"/>
              <a:tabLst>
                <a:tab pos="396875" algn="l"/>
              </a:tabLst>
            </a:pPr>
            <a:r>
              <a:rPr sz="2800" spc="-21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800" spc="-7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8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125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2800" spc="-36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800" spc="21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800" spc="180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2800" spc="-70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2800" spc="14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8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285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2800" spc="-620" dirty="0">
                <a:solidFill>
                  <a:srgbClr val="FFFFFF"/>
                </a:solidFill>
                <a:latin typeface="Verdana"/>
                <a:cs typeface="Verdana"/>
              </a:rPr>
              <a:t>=</a:t>
            </a:r>
            <a:r>
              <a:rPr sz="2800" spc="-240" dirty="0">
                <a:solidFill>
                  <a:srgbClr val="FFFFFF"/>
                </a:solidFill>
                <a:latin typeface="Verdana"/>
                <a:cs typeface="Verdana"/>
              </a:rPr>
              <a:t>(</a:t>
            </a:r>
            <a:r>
              <a:rPr sz="2800" spc="65" dirty="0">
                <a:solidFill>
                  <a:srgbClr val="FFFFFF"/>
                </a:solidFill>
                <a:latin typeface="Verdana"/>
                <a:cs typeface="Verdana"/>
              </a:rPr>
              <a:t>V</a:t>
            </a:r>
            <a:r>
              <a:rPr sz="2800" spc="-245" dirty="0">
                <a:solidFill>
                  <a:srgbClr val="FFFFFF"/>
                </a:solidFill>
                <a:latin typeface="Verdana"/>
                <a:cs typeface="Verdana"/>
              </a:rPr>
              <a:t>,</a:t>
            </a:r>
            <a:r>
              <a:rPr sz="28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-26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800" spc="-240" dirty="0">
                <a:solidFill>
                  <a:srgbClr val="FFFFFF"/>
                </a:solidFill>
                <a:latin typeface="Verdana"/>
                <a:cs typeface="Verdana"/>
              </a:rPr>
              <a:t>)</a:t>
            </a:r>
            <a:r>
              <a:rPr sz="28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14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800" spc="-37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800" spc="-16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8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18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800" spc="-21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800" spc="-16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8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b="1" spc="55" dirty="0">
                <a:solidFill>
                  <a:srgbClr val="FFFF00"/>
                </a:solidFill>
                <a:latin typeface="Tahoma"/>
                <a:cs typeface="Tahoma"/>
              </a:rPr>
              <a:t>o</a:t>
            </a:r>
            <a:r>
              <a:rPr sz="2800" b="1" spc="-320" dirty="0">
                <a:solidFill>
                  <a:srgbClr val="FFFF00"/>
                </a:solidFill>
                <a:latin typeface="Tahoma"/>
                <a:cs typeface="Tahoma"/>
              </a:rPr>
              <a:t>r</a:t>
            </a:r>
            <a:r>
              <a:rPr sz="2800" b="1" spc="-175" dirty="0">
                <a:solidFill>
                  <a:srgbClr val="FFFF00"/>
                </a:solidFill>
                <a:latin typeface="Tahoma"/>
                <a:cs typeface="Tahoma"/>
              </a:rPr>
              <a:t>i</a:t>
            </a:r>
            <a:r>
              <a:rPr sz="2800" b="1" spc="120" dirty="0">
                <a:solidFill>
                  <a:srgbClr val="FFFF00"/>
                </a:solidFill>
                <a:latin typeface="Tahoma"/>
                <a:cs typeface="Tahoma"/>
              </a:rPr>
              <a:t>e</a:t>
            </a:r>
            <a:r>
              <a:rPr sz="2800" b="1" spc="-120" dirty="0">
                <a:solidFill>
                  <a:srgbClr val="FFFF00"/>
                </a:solidFill>
                <a:latin typeface="Tahoma"/>
                <a:cs typeface="Tahoma"/>
              </a:rPr>
              <a:t>n</a:t>
            </a:r>
            <a:r>
              <a:rPr sz="2800" b="1" spc="-330" dirty="0">
                <a:solidFill>
                  <a:srgbClr val="FFFF00"/>
                </a:solidFill>
                <a:latin typeface="Tahoma"/>
                <a:cs typeface="Tahoma"/>
              </a:rPr>
              <a:t>t</a:t>
            </a:r>
            <a:r>
              <a:rPr sz="2800" b="1" spc="125" dirty="0">
                <a:solidFill>
                  <a:srgbClr val="FFFF00"/>
                </a:solidFill>
                <a:latin typeface="Tahoma"/>
                <a:cs typeface="Tahoma"/>
              </a:rPr>
              <a:t>é</a:t>
            </a:r>
            <a:r>
              <a:rPr sz="2800" b="1" spc="-15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2800" spc="-37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800" spc="-21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8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355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800" spc="-70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2800" spc="21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800" spc="150" dirty="0">
                <a:solidFill>
                  <a:srgbClr val="FFFFFF"/>
                </a:solidFill>
                <a:latin typeface="Verdana"/>
                <a:cs typeface="Verdana"/>
              </a:rPr>
              <a:t>q</a:t>
            </a:r>
            <a:r>
              <a:rPr sz="2800" spc="-45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800" spc="105" dirty="0">
                <a:solidFill>
                  <a:srgbClr val="FFFFFF"/>
                </a:solidFill>
                <a:latin typeface="Verdana"/>
                <a:cs typeface="Verdana"/>
              </a:rPr>
              <a:t>e  </a:t>
            </a:r>
            <a:r>
              <a:rPr sz="2800" spc="-10" dirty="0">
                <a:solidFill>
                  <a:srgbClr val="FFFFFF"/>
                </a:solidFill>
                <a:latin typeface="Verdana"/>
                <a:cs typeface="Verdana"/>
              </a:rPr>
              <a:t>élément</a:t>
            </a:r>
            <a:r>
              <a:rPr sz="2800" spc="1285" dirty="0">
                <a:solidFill>
                  <a:srgbClr val="FFFFFF"/>
                </a:solidFill>
                <a:latin typeface="Verdana"/>
                <a:cs typeface="Verdana"/>
              </a:rPr>
              <a:t>   </a:t>
            </a:r>
            <a:r>
              <a:rPr sz="2800" spc="165" dirty="0">
                <a:solidFill>
                  <a:srgbClr val="FFFFFF"/>
                </a:solidFill>
                <a:latin typeface="Verdana"/>
                <a:cs typeface="Verdana"/>
              </a:rPr>
              <a:t>de     </a:t>
            </a:r>
            <a:r>
              <a:rPr sz="2800" spc="-270" dirty="0">
                <a:solidFill>
                  <a:srgbClr val="FFFFFF"/>
                </a:solidFill>
                <a:latin typeface="Verdana"/>
                <a:cs typeface="Verdana"/>
              </a:rPr>
              <a:t>E,</a:t>
            </a:r>
            <a:r>
              <a:rPr sz="2800" spc="680" dirty="0">
                <a:solidFill>
                  <a:srgbClr val="FFFFFF"/>
                </a:solidFill>
                <a:latin typeface="Verdana"/>
                <a:cs typeface="Verdana"/>
              </a:rPr>
              <a:t>  </a:t>
            </a:r>
            <a:r>
              <a:rPr sz="2800" spc="6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105" dirty="0">
                <a:solidFill>
                  <a:srgbClr val="FFFFFF"/>
                </a:solidFill>
                <a:latin typeface="Verdana"/>
                <a:cs typeface="Verdana"/>
              </a:rPr>
              <a:t>appelé      </a:t>
            </a:r>
            <a:r>
              <a:rPr sz="2800" b="1" spc="-25" dirty="0">
                <a:solidFill>
                  <a:srgbClr val="FFFF00"/>
                </a:solidFill>
                <a:latin typeface="Tahoma"/>
                <a:cs typeface="Tahoma"/>
              </a:rPr>
              <a:t>arc</a:t>
            </a:r>
            <a:r>
              <a:rPr sz="2800" spc="-25" dirty="0">
                <a:solidFill>
                  <a:srgbClr val="FFFFFF"/>
                </a:solidFill>
                <a:latin typeface="Verdana"/>
                <a:cs typeface="Verdana"/>
              </a:rPr>
              <a:t>, </a:t>
            </a:r>
            <a:r>
              <a:rPr sz="2800" spc="-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b="1" spc="-140" dirty="0">
                <a:solidFill>
                  <a:srgbClr val="FFFF00"/>
                </a:solidFill>
                <a:latin typeface="Tahoma"/>
                <a:cs typeface="Tahoma"/>
              </a:rPr>
              <a:t>est </a:t>
            </a:r>
            <a:r>
              <a:rPr sz="2800" b="1" spc="-110" dirty="0">
                <a:solidFill>
                  <a:srgbClr val="FFFF00"/>
                </a:solidFill>
                <a:latin typeface="Tahoma"/>
                <a:cs typeface="Tahoma"/>
              </a:rPr>
              <a:t>orienté</a:t>
            </a:r>
            <a:r>
              <a:rPr sz="2800" spc="-110" dirty="0">
                <a:solidFill>
                  <a:srgbClr val="FFFFFF"/>
                </a:solidFill>
                <a:latin typeface="Verdana"/>
                <a:cs typeface="Verdana"/>
              </a:rPr>
              <a:t>, </a:t>
            </a:r>
            <a:r>
              <a:rPr sz="2800" spc="-120" dirty="0">
                <a:solidFill>
                  <a:srgbClr val="FFFFFF"/>
                </a:solidFill>
                <a:latin typeface="Verdana"/>
                <a:cs typeface="Verdana"/>
              </a:rPr>
              <a:t>munies </a:t>
            </a:r>
            <a:r>
              <a:rPr sz="2800" spc="60" dirty="0">
                <a:solidFill>
                  <a:srgbClr val="FFFFFF"/>
                </a:solidFill>
                <a:latin typeface="Verdana"/>
                <a:cs typeface="Verdana"/>
              </a:rPr>
              <a:t>d’un </a:t>
            </a:r>
            <a:r>
              <a:rPr sz="2800" spc="-165" dirty="0">
                <a:solidFill>
                  <a:srgbClr val="FFFFFF"/>
                </a:solidFill>
                <a:latin typeface="Verdana"/>
                <a:cs typeface="Verdana"/>
              </a:rPr>
              <a:t>sens </a:t>
            </a:r>
            <a:r>
              <a:rPr sz="2800" spc="-5" dirty="0">
                <a:solidFill>
                  <a:srgbClr val="FFFFFF"/>
                </a:solidFill>
                <a:latin typeface="Verdana"/>
                <a:cs typeface="Verdana"/>
              </a:rPr>
              <a:t>et </a:t>
            </a:r>
            <a:r>
              <a:rPr sz="2800" spc="-50" dirty="0">
                <a:solidFill>
                  <a:srgbClr val="FFFFFF"/>
                </a:solidFill>
                <a:latin typeface="Verdana"/>
                <a:cs typeface="Verdana"/>
              </a:rPr>
              <a:t>défini </a:t>
            </a:r>
            <a:r>
              <a:rPr sz="2800" spc="5" dirty="0">
                <a:solidFill>
                  <a:srgbClr val="FFFFFF"/>
                </a:solidFill>
                <a:latin typeface="Verdana"/>
                <a:cs typeface="Verdana"/>
              </a:rPr>
              <a:t>par </a:t>
            </a:r>
            <a:r>
              <a:rPr sz="2800" spc="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-110" dirty="0">
                <a:solidFill>
                  <a:srgbClr val="FFFFFF"/>
                </a:solidFill>
                <a:latin typeface="Verdana"/>
                <a:cs typeface="Verdana"/>
              </a:rPr>
              <a:t>son </a:t>
            </a:r>
            <a:r>
              <a:rPr sz="2800" spc="-60" dirty="0">
                <a:solidFill>
                  <a:srgbClr val="FFFFFF"/>
                </a:solidFill>
                <a:latin typeface="Verdana"/>
                <a:cs typeface="Verdana"/>
              </a:rPr>
              <a:t>origine </a:t>
            </a:r>
            <a:r>
              <a:rPr sz="2800" spc="-50" dirty="0">
                <a:solidFill>
                  <a:srgbClr val="FFFFFF"/>
                </a:solidFill>
                <a:latin typeface="Verdana"/>
                <a:cs typeface="Verdana"/>
              </a:rPr>
              <a:t>(</a:t>
            </a:r>
            <a:r>
              <a:rPr sz="2800" b="1" spc="-50" dirty="0">
                <a:solidFill>
                  <a:srgbClr val="FFFF00"/>
                </a:solidFill>
                <a:latin typeface="Tahoma"/>
                <a:cs typeface="Tahoma"/>
              </a:rPr>
              <a:t>prédécesseur</a:t>
            </a:r>
            <a:r>
              <a:rPr sz="2800" spc="-50" dirty="0">
                <a:solidFill>
                  <a:srgbClr val="FFFFFF"/>
                </a:solidFill>
                <a:latin typeface="Verdana"/>
                <a:cs typeface="Verdana"/>
              </a:rPr>
              <a:t>) </a:t>
            </a:r>
            <a:r>
              <a:rPr sz="2800" spc="-5" dirty="0">
                <a:solidFill>
                  <a:srgbClr val="FFFFFF"/>
                </a:solidFill>
                <a:latin typeface="Verdana"/>
                <a:cs typeface="Verdana"/>
              </a:rPr>
              <a:t>et </a:t>
            </a:r>
            <a:r>
              <a:rPr sz="2800" spc="-100" dirty="0">
                <a:solidFill>
                  <a:srgbClr val="FFFFFF"/>
                </a:solidFill>
                <a:latin typeface="Verdana"/>
                <a:cs typeface="Verdana"/>
              </a:rPr>
              <a:t>son </a:t>
            </a:r>
            <a:r>
              <a:rPr sz="2800" spc="-95" dirty="0">
                <a:solidFill>
                  <a:srgbClr val="FFFFFF"/>
                </a:solidFill>
                <a:latin typeface="Verdana"/>
                <a:cs typeface="Verdana"/>
              </a:rPr>
              <a:t>extrémité </a:t>
            </a:r>
            <a:r>
              <a:rPr sz="2800" spc="-969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-70" dirty="0">
                <a:solidFill>
                  <a:srgbClr val="FFFFFF"/>
                </a:solidFill>
                <a:latin typeface="Verdana"/>
                <a:cs typeface="Verdana"/>
              </a:rPr>
              <a:t>(</a:t>
            </a:r>
            <a:r>
              <a:rPr sz="2800" b="1" spc="-70" dirty="0">
                <a:solidFill>
                  <a:srgbClr val="FFFF00"/>
                </a:solidFill>
                <a:latin typeface="Tahoma"/>
                <a:cs typeface="Tahoma"/>
              </a:rPr>
              <a:t>successeur</a:t>
            </a:r>
            <a:r>
              <a:rPr sz="2800" spc="-70" dirty="0">
                <a:solidFill>
                  <a:srgbClr val="FFFFFF"/>
                </a:solidFill>
                <a:latin typeface="Verdana"/>
                <a:cs typeface="Verdana"/>
              </a:rPr>
              <a:t>)</a:t>
            </a:r>
            <a:endParaRPr sz="2800">
              <a:latin typeface="Verdana"/>
              <a:cs typeface="Verdana"/>
            </a:endParaRPr>
          </a:p>
          <a:p>
            <a:pPr marL="396240" indent="-384175" algn="just">
              <a:lnSpc>
                <a:spcPct val="100000"/>
              </a:lnSpc>
              <a:buClr>
                <a:srgbClr val="FF388C"/>
              </a:buClr>
              <a:buSzPct val="80357"/>
              <a:buFont typeface="Times New Roman"/>
              <a:buChar char="◉"/>
              <a:tabLst>
                <a:tab pos="396875" algn="l"/>
              </a:tabLst>
            </a:pPr>
            <a:r>
              <a:rPr sz="2800" spc="-280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800" spc="250" dirty="0">
                <a:solidFill>
                  <a:srgbClr val="FFFFFF"/>
                </a:solidFill>
                <a:latin typeface="Verdana"/>
                <a:cs typeface="Verdana"/>
              </a:rPr>
              <a:t>’</a:t>
            </a:r>
            <a:r>
              <a:rPr sz="2800" spc="21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800" spc="-36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800" spc="350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800" spc="-229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b="1" spc="70" dirty="0">
                <a:solidFill>
                  <a:srgbClr val="FFFFFF"/>
                </a:solidFill>
                <a:latin typeface="Tahoma"/>
                <a:cs typeface="Tahoma"/>
              </a:rPr>
              <a:t>b</a:t>
            </a:r>
            <a:r>
              <a:rPr sz="2800" b="1" spc="16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2800" spc="-245" dirty="0">
                <a:solidFill>
                  <a:srgbClr val="FFFFFF"/>
                </a:solidFill>
                <a:latin typeface="Verdana"/>
                <a:cs typeface="Verdana"/>
              </a:rPr>
              <a:t>,</a:t>
            </a:r>
            <a:endParaRPr sz="2800">
              <a:latin typeface="Verdana"/>
              <a:cs typeface="Verdana"/>
            </a:endParaRPr>
          </a:p>
          <a:p>
            <a:pPr marL="502920" marR="3235325" indent="-97790" algn="just">
              <a:lnSpc>
                <a:spcPct val="100000"/>
              </a:lnSpc>
              <a:spcBef>
                <a:spcPts val="15"/>
              </a:spcBef>
            </a:pPr>
            <a:r>
              <a:rPr sz="2800" spc="-37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800" spc="114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800" spc="-100" dirty="0">
                <a:solidFill>
                  <a:srgbClr val="FFFFFF"/>
                </a:solidFill>
                <a:latin typeface="Verdana"/>
                <a:cs typeface="Verdana"/>
              </a:rPr>
              <a:t>mm</a:t>
            </a:r>
            <a:r>
              <a:rPr sz="2800" spc="14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800" spc="-16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80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b="1" spc="75" dirty="0">
                <a:solidFill>
                  <a:srgbClr val="FFFFFF"/>
                </a:solidFill>
                <a:latin typeface="Tahoma"/>
                <a:cs typeface="Tahoma"/>
              </a:rPr>
              <a:t>b</a:t>
            </a:r>
            <a:r>
              <a:rPr sz="2800" spc="-500" dirty="0">
                <a:solidFill>
                  <a:srgbClr val="FFFFFF"/>
                </a:solidFill>
                <a:latin typeface="Verdana"/>
                <a:cs typeface="Verdana"/>
              </a:rPr>
              <a:t>:</a:t>
            </a:r>
            <a:r>
              <a:rPr sz="2800" spc="-1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150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2800" spc="-36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800" spc="145" dirty="0">
                <a:solidFill>
                  <a:srgbClr val="FFFFFF"/>
                </a:solidFill>
                <a:latin typeface="Verdana"/>
                <a:cs typeface="Verdana"/>
              </a:rPr>
              <a:t>é</a:t>
            </a:r>
            <a:r>
              <a:rPr sz="2800" spc="18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800" spc="114" dirty="0">
                <a:solidFill>
                  <a:srgbClr val="FFFFFF"/>
                </a:solidFill>
                <a:latin typeface="Verdana"/>
                <a:cs typeface="Verdana"/>
              </a:rPr>
              <a:t>é</a:t>
            </a:r>
            <a:r>
              <a:rPr sz="2800" spc="355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800" spc="14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800" spc="-370" dirty="0">
                <a:solidFill>
                  <a:srgbClr val="FFFFFF"/>
                </a:solidFill>
                <a:latin typeface="Verdana"/>
                <a:cs typeface="Verdana"/>
              </a:rPr>
              <a:t>ss</a:t>
            </a:r>
            <a:r>
              <a:rPr sz="2800" spc="114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800" spc="-7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800" spc="-36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800" spc="-425" dirty="0">
                <a:solidFill>
                  <a:srgbClr val="FFFFFF"/>
                </a:solidFill>
                <a:latin typeface="Verdana"/>
                <a:cs typeface="Verdana"/>
              </a:rPr>
              <a:t>;  </a:t>
            </a:r>
            <a:r>
              <a:rPr sz="2800" spc="-37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800" spc="114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800" spc="-100" dirty="0">
                <a:solidFill>
                  <a:srgbClr val="FFFFFF"/>
                </a:solidFill>
                <a:latin typeface="Verdana"/>
                <a:cs typeface="Verdana"/>
              </a:rPr>
              <a:t>mm</a:t>
            </a:r>
            <a:r>
              <a:rPr sz="2800" spc="14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800" spc="-16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800" spc="-1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b="1" spc="16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2800" spc="-500" dirty="0">
                <a:solidFill>
                  <a:srgbClr val="FFFFFF"/>
                </a:solidFill>
                <a:latin typeface="Verdana"/>
                <a:cs typeface="Verdana"/>
              </a:rPr>
              <a:t>:</a:t>
            </a:r>
            <a:r>
              <a:rPr sz="2800" spc="-2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-37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800" spc="-7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800" spc="355" dirty="0">
                <a:solidFill>
                  <a:srgbClr val="FFFFFF"/>
                </a:solidFill>
                <a:latin typeface="Verdana"/>
                <a:cs typeface="Verdana"/>
              </a:rPr>
              <a:t>cc</a:t>
            </a:r>
            <a:r>
              <a:rPr sz="2800" spc="114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800" spc="-370" dirty="0">
                <a:solidFill>
                  <a:srgbClr val="FFFFFF"/>
                </a:solidFill>
                <a:latin typeface="Verdana"/>
                <a:cs typeface="Verdana"/>
              </a:rPr>
              <a:t>ss</a:t>
            </a:r>
            <a:r>
              <a:rPr sz="2800" spc="114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800" spc="-7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800" spc="-35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endParaRPr sz="2800">
              <a:latin typeface="Verdana"/>
              <a:cs typeface="Verdan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702552" y="4155948"/>
            <a:ext cx="3166872" cy="2791967"/>
          </a:xfrm>
          <a:prstGeom prst="rect">
            <a:avLst/>
          </a:prstGeom>
        </p:spPr>
      </p:pic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100" dirty="0"/>
              <a:t>17</a:t>
            </a:fld>
            <a:endParaRPr spc="-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35518" y="1723077"/>
            <a:ext cx="7552690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6240" marR="5080" indent="-384175">
              <a:lnSpc>
                <a:spcPct val="100000"/>
              </a:lnSpc>
              <a:spcBef>
                <a:spcPts val="100"/>
              </a:spcBef>
              <a:buClr>
                <a:srgbClr val="FF388C"/>
              </a:buClr>
              <a:buSzPct val="80000"/>
              <a:buFont typeface="Times New Roman"/>
              <a:buChar char="◉"/>
              <a:tabLst>
                <a:tab pos="396875" algn="l"/>
              </a:tabLst>
            </a:pPr>
            <a:r>
              <a:rPr sz="3000" spc="-145" dirty="0">
                <a:solidFill>
                  <a:srgbClr val="FFFFFF"/>
                </a:solidFill>
                <a:latin typeface="Verdana"/>
                <a:cs typeface="Verdana"/>
              </a:rPr>
              <a:t>Un</a:t>
            </a:r>
            <a:r>
              <a:rPr sz="3000" spc="-2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45" dirty="0">
                <a:solidFill>
                  <a:srgbClr val="FFFFFF"/>
                </a:solidFill>
                <a:latin typeface="Verdana"/>
                <a:cs typeface="Verdana"/>
              </a:rPr>
              <a:t>graphe</a:t>
            </a:r>
            <a:r>
              <a:rPr sz="3000" spc="-2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135" dirty="0">
                <a:solidFill>
                  <a:srgbClr val="FFFFFF"/>
                </a:solidFill>
                <a:latin typeface="Verdana"/>
                <a:cs typeface="Verdana"/>
              </a:rPr>
              <a:t>est</a:t>
            </a:r>
            <a:r>
              <a:rPr sz="3000" spc="-2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80" dirty="0">
                <a:solidFill>
                  <a:srgbClr val="FFFFFF"/>
                </a:solidFill>
                <a:latin typeface="Verdana"/>
                <a:cs typeface="Verdana"/>
              </a:rPr>
              <a:t>dit</a:t>
            </a:r>
            <a:r>
              <a:rPr sz="3000" spc="-2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b="1" spc="-35" dirty="0">
                <a:solidFill>
                  <a:srgbClr val="FFFF00"/>
                </a:solidFill>
                <a:latin typeface="Tahoma"/>
                <a:cs typeface="Tahoma"/>
              </a:rPr>
              <a:t>planaire</a:t>
            </a:r>
            <a:r>
              <a:rPr sz="3000" b="1" spc="-55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3000" spc="-155" dirty="0">
                <a:solidFill>
                  <a:srgbClr val="FFFFFF"/>
                </a:solidFill>
                <a:latin typeface="Verdana"/>
                <a:cs typeface="Verdana"/>
              </a:rPr>
              <a:t>s’il</a:t>
            </a:r>
            <a:r>
              <a:rPr sz="3000" spc="-2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20" dirty="0">
                <a:solidFill>
                  <a:srgbClr val="FFFFFF"/>
                </a:solidFill>
                <a:latin typeface="Verdana"/>
                <a:cs typeface="Verdana"/>
              </a:rPr>
              <a:t>peut</a:t>
            </a:r>
            <a:r>
              <a:rPr sz="3000" spc="-2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60" dirty="0">
                <a:solidFill>
                  <a:srgbClr val="FFFFFF"/>
                </a:solidFill>
                <a:latin typeface="Verdana"/>
                <a:cs typeface="Verdana"/>
              </a:rPr>
              <a:t>être </a:t>
            </a:r>
            <a:r>
              <a:rPr sz="3000" spc="-10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16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395" dirty="0">
                <a:solidFill>
                  <a:srgbClr val="FFFFFF"/>
                </a:solidFill>
                <a:latin typeface="Verdana"/>
                <a:cs typeface="Verdana"/>
              </a:rPr>
              <a:t>ss</a:t>
            </a:r>
            <a:r>
              <a:rPr sz="3000" spc="-229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3000" spc="-7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é</a:t>
            </a:r>
            <a:r>
              <a:rPr sz="3000" spc="-2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16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3000" spc="23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3000" spc="-7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3000" spc="-40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-2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229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2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165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3000" spc="-229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3000" spc="26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3000" spc="-7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3000" spc="-2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39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23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3000" spc="-7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3000" spc="-40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-2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380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3000" spc="-38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3000" spc="15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3000" spc="-229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3000" spc="-42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10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10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3000" spc="-155" dirty="0">
                <a:solidFill>
                  <a:srgbClr val="FFFFFF"/>
                </a:solidFill>
                <a:latin typeface="Verdana"/>
                <a:cs typeface="Verdana"/>
              </a:rPr>
              <a:t>t  </a:t>
            </a:r>
            <a:r>
              <a:rPr sz="3000" spc="5" dirty="0">
                <a:solidFill>
                  <a:srgbClr val="FFFFFF"/>
                </a:solidFill>
                <a:latin typeface="Verdana"/>
                <a:cs typeface="Verdana"/>
              </a:rPr>
              <a:t>d’arêtes</a:t>
            </a:r>
            <a:endParaRPr sz="3000">
              <a:latin typeface="Verdana"/>
              <a:cs typeface="Verdan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90116" y="954024"/>
            <a:ext cx="4277868" cy="236219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772668" y="3418332"/>
            <a:ext cx="9144000" cy="3790315"/>
            <a:chOff x="772668" y="3418332"/>
            <a:chExt cx="9144000" cy="379031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69664" y="3418332"/>
              <a:ext cx="3075432" cy="36118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3779519"/>
              <a:ext cx="9143999" cy="34290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1812" y="3781043"/>
              <a:ext cx="5925311" cy="102412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169664" y="3779519"/>
              <a:ext cx="3075432" cy="1720596"/>
            </a:xfrm>
            <a:prstGeom prst="rect">
              <a:avLst/>
            </a:prstGeom>
          </p:spPr>
        </p:pic>
      </p:grp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100" dirty="0"/>
              <a:t>18</a:t>
            </a:fld>
            <a:endParaRPr spc="-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52757" y="731029"/>
            <a:ext cx="47097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Tahoma"/>
                <a:cs typeface="Tahoma"/>
              </a:rPr>
              <a:t>Application</a:t>
            </a:r>
            <a:r>
              <a:rPr sz="1800" b="1" spc="-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b="1" spc="-40" dirty="0">
                <a:solidFill>
                  <a:srgbClr val="FFFFFF"/>
                </a:solidFill>
                <a:latin typeface="Tahoma"/>
                <a:cs typeface="Tahoma"/>
              </a:rPr>
              <a:t>pratique</a:t>
            </a:r>
            <a:r>
              <a:rPr sz="1800" b="1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b="1" spc="-25" dirty="0">
                <a:solidFill>
                  <a:srgbClr val="FFFFFF"/>
                </a:solidFill>
                <a:latin typeface="Tahoma"/>
                <a:cs typeface="Tahoma"/>
              </a:rPr>
              <a:t>d’un</a:t>
            </a:r>
            <a:r>
              <a:rPr sz="1800" b="1" spc="-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FFFFFF"/>
                </a:solidFill>
                <a:latin typeface="Tahoma"/>
                <a:cs typeface="Tahoma"/>
              </a:rPr>
              <a:t>graphe</a:t>
            </a:r>
            <a:r>
              <a:rPr sz="1800" b="1" spc="-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b="1" spc="-20" dirty="0">
                <a:solidFill>
                  <a:srgbClr val="FFFFFF"/>
                </a:solidFill>
                <a:latin typeface="Tahoma"/>
                <a:cs typeface="Tahoma"/>
              </a:rPr>
              <a:t>planaire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34107" y="1528018"/>
            <a:ext cx="6850380" cy="747395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 marR="5080">
              <a:lnSpc>
                <a:spcPct val="97500"/>
              </a:lnSpc>
              <a:spcBef>
                <a:spcPts val="165"/>
              </a:spcBef>
            </a:pPr>
            <a:r>
              <a:rPr sz="2000" spc="-30" dirty="0">
                <a:solidFill>
                  <a:srgbClr val="CCFF33"/>
                </a:solidFill>
                <a:latin typeface="Verdana"/>
                <a:cs typeface="Verdana"/>
              </a:rPr>
              <a:t>P</a:t>
            </a:r>
            <a:r>
              <a:rPr sz="2000" spc="130" dirty="0">
                <a:solidFill>
                  <a:srgbClr val="CCFF33"/>
                </a:solidFill>
                <a:latin typeface="Verdana"/>
                <a:cs typeface="Verdana"/>
              </a:rPr>
              <a:t>e</a:t>
            </a:r>
            <a:r>
              <a:rPr sz="2000" spc="-50" dirty="0">
                <a:solidFill>
                  <a:srgbClr val="CCFF33"/>
                </a:solidFill>
                <a:latin typeface="Verdana"/>
                <a:cs typeface="Verdana"/>
              </a:rPr>
              <a:t>u</a:t>
            </a:r>
            <a:r>
              <a:rPr sz="2000" spc="-110" dirty="0">
                <a:solidFill>
                  <a:srgbClr val="CCFF33"/>
                </a:solidFill>
                <a:latin typeface="Verdana"/>
                <a:cs typeface="Verdana"/>
              </a:rPr>
              <a:t>t</a:t>
            </a:r>
            <a:r>
              <a:rPr sz="2000" spc="-250" dirty="0">
                <a:solidFill>
                  <a:srgbClr val="CCFF33"/>
                </a:solidFill>
                <a:latin typeface="Verdana"/>
                <a:cs typeface="Verdana"/>
              </a:rPr>
              <a:t>-</a:t>
            </a:r>
            <a:r>
              <a:rPr sz="2000" spc="105" dirty="0">
                <a:solidFill>
                  <a:srgbClr val="CCFF33"/>
                </a:solidFill>
                <a:latin typeface="Verdana"/>
                <a:cs typeface="Verdana"/>
              </a:rPr>
              <a:t>o</a:t>
            </a:r>
            <a:r>
              <a:rPr sz="2000" spc="-45" dirty="0">
                <a:solidFill>
                  <a:srgbClr val="CCFF33"/>
                </a:solidFill>
                <a:latin typeface="Verdana"/>
                <a:cs typeface="Verdana"/>
              </a:rPr>
              <a:t>n</a:t>
            </a:r>
            <a:r>
              <a:rPr sz="2000" spc="-204" dirty="0">
                <a:solidFill>
                  <a:srgbClr val="CCFF33"/>
                </a:solidFill>
                <a:latin typeface="Verdana"/>
                <a:cs typeface="Verdana"/>
              </a:rPr>
              <a:t> </a:t>
            </a:r>
            <a:r>
              <a:rPr sz="2000" spc="-260" dirty="0">
                <a:solidFill>
                  <a:srgbClr val="CCFF33"/>
                </a:solidFill>
                <a:latin typeface="Verdana"/>
                <a:cs typeface="Verdana"/>
              </a:rPr>
              <a:t>r</a:t>
            </a:r>
            <a:r>
              <a:rPr sz="2000" spc="110" dirty="0">
                <a:solidFill>
                  <a:srgbClr val="CCFF33"/>
                </a:solidFill>
                <a:latin typeface="Verdana"/>
                <a:cs typeface="Verdana"/>
              </a:rPr>
              <a:t>e</a:t>
            </a:r>
            <a:r>
              <a:rPr sz="2000" spc="-155" dirty="0">
                <a:solidFill>
                  <a:srgbClr val="CCFF33"/>
                </a:solidFill>
                <a:latin typeface="Verdana"/>
                <a:cs typeface="Verdana"/>
              </a:rPr>
              <a:t>li</a:t>
            </a:r>
            <a:r>
              <a:rPr sz="2000" spc="110" dirty="0">
                <a:solidFill>
                  <a:srgbClr val="CCFF33"/>
                </a:solidFill>
                <a:latin typeface="Verdana"/>
                <a:cs typeface="Verdana"/>
              </a:rPr>
              <a:t>e</a:t>
            </a:r>
            <a:r>
              <a:rPr sz="2000" spc="-254" dirty="0">
                <a:solidFill>
                  <a:srgbClr val="CCFF33"/>
                </a:solidFill>
                <a:latin typeface="Verdana"/>
                <a:cs typeface="Verdana"/>
              </a:rPr>
              <a:t>r</a:t>
            </a:r>
            <a:r>
              <a:rPr sz="2000" spc="-165" dirty="0">
                <a:solidFill>
                  <a:srgbClr val="CCFF33"/>
                </a:solidFill>
                <a:latin typeface="Verdana"/>
                <a:cs typeface="Verdana"/>
              </a:rPr>
              <a:t> </a:t>
            </a:r>
            <a:r>
              <a:rPr sz="2000" spc="-110" dirty="0">
                <a:solidFill>
                  <a:srgbClr val="CCFF33"/>
                </a:solidFill>
                <a:latin typeface="Verdana"/>
                <a:cs typeface="Verdana"/>
              </a:rPr>
              <a:t>t</a:t>
            </a:r>
            <a:r>
              <a:rPr sz="2000" spc="-260" dirty="0">
                <a:solidFill>
                  <a:srgbClr val="CCFF33"/>
                </a:solidFill>
                <a:latin typeface="Verdana"/>
                <a:cs typeface="Verdana"/>
              </a:rPr>
              <a:t>r</a:t>
            </a:r>
            <a:r>
              <a:rPr sz="2000" spc="105" dirty="0">
                <a:solidFill>
                  <a:srgbClr val="CCFF33"/>
                </a:solidFill>
                <a:latin typeface="Verdana"/>
                <a:cs typeface="Verdana"/>
              </a:rPr>
              <a:t>o</a:t>
            </a:r>
            <a:r>
              <a:rPr sz="2000" spc="-175" dirty="0">
                <a:solidFill>
                  <a:srgbClr val="CCFF33"/>
                </a:solidFill>
                <a:latin typeface="Verdana"/>
                <a:cs typeface="Verdana"/>
              </a:rPr>
              <a:t>i</a:t>
            </a:r>
            <a:r>
              <a:rPr sz="2000" spc="-265" dirty="0">
                <a:solidFill>
                  <a:srgbClr val="CCFF33"/>
                </a:solidFill>
                <a:latin typeface="Verdana"/>
                <a:cs typeface="Verdana"/>
              </a:rPr>
              <a:t>s</a:t>
            </a:r>
            <a:r>
              <a:rPr sz="2000" spc="-160" dirty="0">
                <a:solidFill>
                  <a:srgbClr val="CCFF33"/>
                </a:solidFill>
                <a:latin typeface="Verdana"/>
                <a:cs typeface="Verdana"/>
              </a:rPr>
              <a:t> </a:t>
            </a:r>
            <a:r>
              <a:rPr sz="2000" spc="-70" dirty="0">
                <a:solidFill>
                  <a:srgbClr val="CCFF33"/>
                </a:solidFill>
                <a:latin typeface="Verdana"/>
                <a:cs typeface="Verdana"/>
              </a:rPr>
              <a:t>m</a:t>
            </a:r>
            <a:r>
              <a:rPr sz="2000" spc="175" dirty="0">
                <a:solidFill>
                  <a:srgbClr val="CCFF33"/>
                </a:solidFill>
                <a:latin typeface="Verdana"/>
                <a:cs typeface="Verdana"/>
              </a:rPr>
              <a:t>a</a:t>
            </a:r>
            <a:r>
              <a:rPr sz="2000" spc="-175" dirty="0">
                <a:solidFill>
                  <a:srgbClr val="CCFF33"/>
                </a:solidFill>
                <a:latin typeface="Verdana"/>
                <a:cs typeface="Verdana"/>
              </a:rPr>
              <a:t>i</a:t>
            </a:r>
            <a:r>
              <a:rPr sz="2000" spc="-265" dirty="0">
                <a:solidFill>
                  <a:srgbClr val="CCFF33"/>
                </a:solidFill>
                <a:latin typeface="Verdana"/>
                <a:cs typeface="Verdana"/>
              </a:rPr>
              <a:t>s</a:t>
            </a:r>
            <a:r>
              <a:rPr sz="2000" spc="85" dirty="0">
                <a:solidFill>
                  <a:srgbClr val="CCFF33"/>
                </a:solidFill>
                <a:latin typeface="Verdana"/>
                <a:cs typeface="Verdana"/>
              </a:rPr>
              <a:t>o</a:t>
            </a:r>
            <a:r>
              <a:rPr sz="2000" spc="-25" dirty="0">
                <a:solidFill>
                  <a:srgbClr val="CCFF33"/>
                </a:solidFill>
                <a:latin typeface="Verdana"/>
                <a:cs typeface="Verdana"/>
              </a:rPr>
              <a:t>n</a:t>
            </a:r>
            <a:r>
              <a:rPr sz="2000" spc="-265" dirty="0">
                <a:solidFill>
                  <a:srgbClr val="CCFF33"/>
                </a:solidFill>
                <a:latin typeface="Verdana"/>
                <a:cs typeface="Verdana"/>
              </a:rPr>
              <a:t>s</a:t>
            </a:r>
            <a:r>
              <a:rPr sz="2000" spc="-180" dirty="0">
                <a:solidFill>
                  <a:srgbClr val="CCFF33"/>
                </a:solidFill>
                <a:latin typeface="Verdana"/>
                <a:cs typeface="Verdana"/>
              </a:rPr>
              <a:t> </a:t>
            </a:r>
            <a:r>
              <a:rPr sz="2000" spc="165" dirty="0">
                <a:solidFill>
                  <a:srgbClr val="CCFF33"/>
                </a:solidFill>
                <a:latin typeface="Verdana"/>
                <a:cs typeface="Verdana"/>
              </a:rPr>
              <a:t>à</a:t>
            </a:r>
            <a:r>
              <a:rPr sz="2000" spc="-150" dirty="0">
                <a:solidFill>
                  <a:srgbClr val="CCFF33"/>
                </a:solidFill>
                <a:latin typeface="Verdana"/>
                <a:cs typeface="Verdana"/>
              </a:rPr>
              <a:t> </a:t>
            </a:r>
            <a:r>
              <a:rPr sz="2000" spc="-110" dirty="0">
                <a:solidFill>
                  <a:srgbClr val="CCFF33"/>
                </a:solidFill>
                <a:latin typeface="Verdana"/>
                <a:cs typeface="Verdana"/>
              </a:rPr>
              <a:t>t</a:t>
            </a:r>
            <a:r>
              <a:rPr sz="2000" spc="-260" dirty="0">
                <a:solidFill>
                  <a:srgbClr val="CCFF33"/>
                </a:solidFill>
                <a:latin typeface="Verdana"/>
                <a:cs typeface="Verdana"/>
              </a:rPr>
              <a:t>r</a:t>
            </a:r>
            <a:r>
              <a:rPr sz="2000" spc="105" dirty="0">
                <a:solidFill>
                  <a:srgbClr val="CCFF33"/>
                </a:solidFill>
                <a:latin typeface="Verdana"/>
                <a:cs typeface="Verdana"/>
              </a:rPr>
              <a:t>o</a:t>
            </a:r>
            <a:r>
              <a:rPr sz="2000" spc="-175" dirty="0">
                <a:solidFill>
                  <a:srgbClr val="CCFF33"/>
                </a:solidFill>
                <a:latin typeface="Verdana"/>
                <a:cs typeface="Verdana"/>
              </a:rPr>
              <a:t>i</a:t>
            </a:r>
            <a:r>
              <a:rPr sz="2000" spc="-265" dirty="0">
                <a:solidFill>
                  <a:srgbClr val="CCFF33"/>
                </a:solidFill>
                <a:latin typeface="Verdana"/>
                <a:cs typeface="Verdana"/>
              </a:rPr>
              <a:t>s</a:t>
            </a:r>
            <a:r>
              <a:rPr sz="2000" spc="-160" dirty="0">
                <a:solidFill>
                  <a:srgbClr val="CCFF33"/>
                </a:solidFill>
                <a:latin typeface="Verdana"/>
                <a:cs typeface="Verdana"/>
              </a:rPr>
              <a:t> </a:t>
            </a:r>
            <a:r>
              <a:rPr sz="2000" spc="-265" dirty="0">
                <a:solidFill>
                  <a:srgbClr val="CCFF33"/>
                </a:solidFill>
                <a:latin typeface="Verdana"/>
                <a:cs typeface="Verdana"/>
              </a:rPr>
              <a:t>s</a:t>
            </a:r>
            <a:r>
              <a:rPr sz="2000" spc="85" dirty="0">
                <a:solidFill>
                  <a:srgbClr val="CCFF33"/>
                </a:solidFill>
                <a:latin typeface="Verdana"/>
                <a:cs typeface="Verdana"/>
              </a:rPr>
              <a:t>o</a:t>
            </a:r>
            <a:r>
              <a:rPr sz="2000" spc="-50" dirty="0">
                <a:solidFill>
                  <a:srgbClr val="CCFF33"/>
                </a:solidFill>
                <a:latin typeface="Verdana"/>
                <a:cs typeface="Verdana"/>
              </a:rPr>
              <a:t>u</a:t>
            </a:r>
            <a:r>
              <a:rPr sz="2000" spc="-260" dirty="0">
                <a:solidFill>
                  <a:srgbClr val="CCFF33"/>
                </a:solidFill>
                <a:latin typeface="Verdana"/>
                <a:cs typeface="Verdana"/>
              </a:rPr>
              <a:t>r</a:t>
            </a:r>
            <a:r>
              <a:rPr sz="2000" spc="235" dirty="0">
                <a:solidFill>
                  <a:srgbClr val="CCFF33"/>
                </a:solidFill>
                <a:latin typeface="Verdana"/>
                <a:cs typeface="Verdana"/>
              </a:rPr>
              <a:t>c</a:t>
            </a:r>
            <a:r>
              <a:rPr sz="2000" spc="130" dirty="0">
                <a:solidFill>
                  <a:srgbClr val="CCFF33"/>
                </a:solidFill>
                <a:latin typeface="Verdana"/>
                <a:cs typeface="Verdana"/>
              </a:rPr>
              <a:t>e</a:t>
            </a:r>
            <a:r>
              <a:rPr sz="2000" spc="-265" dirty="0">
                <a:solidFill>
                  <a:srgbClr val="CCFF33"/>
                </a:solidFill>
                <a:latin typeface="Verdana"/>
                <a:cs typeface="Verdana"/>
              </a:rPr>
              <a:t>s</a:t>
            </a:r>
            <a:r>
              <a:rPr sz="2000" spc="-180" dirty="0">
                <a:solidFill>
                  <a:srgbClr val="CCFF33"/>
                </a:solidFill>
                <a:latin typeface="Verdana"/>
                <a:cs typeface="Verdana"/>
              </a:rPr>
              <a:t> </a:t>
            </a:r>
            <a:r>
              <a:rPr sz="2000" spc="110" dirty="0">
                <a:solidFill>
                  <a:srgbClr val="CCFF33"/>
                </a:solidFill>
                <a:latin typeface="Verdana"/>
                <a:cs typeface="Verdana"/>
              </a:rPr>
              <a:t>d</a:t>
            </a:r>
            <a:r>
              <a:rPr sz="2000" spc="180" dirty="0">
                <a:solidFill>
                  <a:srgbClr val="CCFF33"/>
                </a:solidFill>
                <a:latin typeface="Verdana"/>
                <a:cs typeface="Verdana"/>
              </a:rPr>
              <a:t>’</a:t>
            </a:r>
            <a:r>
              <a:rPr sz="2000" spc="110" dirty="0">
                <a:solidFill>
                  <a:srgbClr val="CCFF33"/>
                </a:solidFill>
                <a:latin typeface="Verdana"/>
                <a:cs typeface="Verdana"/>
              </a:rPr>
              <a:t>e</a:t>
            </a:r>
            <a:r>
              <a:rPr sz="2000" spc="155" dirty="0">
                <a:solidFill>
                  <a:srgbClr val="CCFF33"/>
                </a:solidFill>
                <a:latin typeface="Verdana"/>
                <a:cs typeface="Verdana"/>
              </a:rPr>
              <a:t>a</a:t>
            </a:r>
            <a:r>
              <a:rPr sz="2000" spc="-50" dirty="0">
                <a:solidFill>
                  <a:srgbClr val="CCFF33"/>
                </a:solidFill>
                <a:latin typeface="Verdana"/>
                <a:cs typeface="Verdana"/>
              </a:rPr>
              <a:t>u</a:t>
            </a:r>
            <a:r>
              <a:rPr sz="2000" spc="-175" dirty="0">
                <a:solidFill>
                  <a:srgbClr val="CCFF33"/>
                </a:solidFill>
                <a:latin typeface="Verdana"/>
                <a:cs typeface="Verdana"/>
              </a:rPr>
              <a:t>,</a:t>
            </a:r>
            <a:r>
              <a:rPr sz="2000" spc="-180" dirty="0">
                <a:solidFill>
                  <a:srgbClr val="CCFF33"/>
                </a:solidFill>
                <a:latin typeface="Verdana"/>
                <a:cs typeface="Verdana"/>
              </a:rPr>
              <a:t> </a:t>
            </a:r>
            <a:r>
              <a:rPr sz="2000" spc="110" dirty="0">
                <a:solidFill>
                  <a:srgbClr val="CCFF33"/>
                </a:solidFill>
                <a:latin typeface="Verdana"/>
                <a:cs typeface="Verdana"/>
              </a:rPr>
              <a:t>de</a:t>
            </a:r>
            <a:r>
              <a:rPr sz="2000" spc="-145" dirty="0">
                <a:solidFill>
                  <a:srgbClr val="CCFF33"/>
                </a:solidFill>
                <a:latin typeface="Verdana"/>
                <a:cs typeface="Verdana"/>
              </a:rPr>
              <a:t> </a:t>
            </a:r>
            <a:r>
              <a:rPr sz="2000" spc="90" dirty="0">
                <a:solidFill>
                  <a:srgbClr val="CCFF33"/>
                </a:solidFill>
                <a:latin typeface="Verdana"/>
                <a:cs typeface="Verdana"/>
              </a:rPr>
              <a:t>g</a:t>
            </a:r>
            <a:r>
              <a:rPr sz="2000" spc="155" dirty="0">
                <a:solidFill>
                  <a:srgbClr val="CCFF33"/>
                </a:solidFill>
                <a:latin typeface="Verdana"/>
                <a:cs typeface="Verdana"/>
              </a:rPr>
              <a:t>a</a:t>
            </a:r>
            <a:r>
              <a:rPr sz="2000" spc="-160" dirty="0">
                <a:solidFill>
                  <a:srgbClr val="CCFF33"/>
                </a:solidFill>
                <a:latin typeface="Verdana"/>
                <a:cs typeface="Verdana"/>
              </a:rPr>
              <a:t>z  </a:t>
            </a:r>
            <a:r>
              <a:rPr sz="2000" dirty="0">
                <a:solidFill>
                  <a:srgbClr val="CCFF33"/>
                </a:solidFill>
                <a:latin typeface="Verdana"/>
                <a:cs typeface="Verdana"/>
              </a:rPr>
              <a:t>et</a:t>
            </a:r>
            <a:r>
              <a:rPr sz="2000" spc="-175" dirty="0">
                <a:solidFill>
                  <a:srgbClr val="CCFF33"/>
                </a:solidFill>
                <a:latin typeface="Verdana"/>
                <a:cs typeface="Verdana"/>
              </a:rPr>
              <a:t> </a:t>
            </a:r>
            <a:r>
              <a:rPr sz="2000" spc="15" dirty="0">
                <a:solidFill>
                  <a:srgbClr val="CCFF33"/>
                </a:solidFill>
                <a:latin typeface="Verdana"/>
                <a:cs typeface="Verdana"/>
              </a:rPr>
              <a:t>d’électricité</a:t>
            </a:r>
            <a:r>
              <a:rPr sz="2000" spc="-200" dirty="0">
                <a:solidFill>
                  <a:srgbClr val="CCFF33"/>
                </a:solidFill>
                <a:latin typeface="Verdana"/>
                <a:cs typeface="Verdana"/>
              </a:rPr>
              <a:t> </a:t>
            </a:r>
            <a:r>
              <a:rPr sz="2000" spc="-105" dirty="0">
                <a:solidFill>
                  <a:srgbClr val="CCFF33"/>
                </a:solidFill>
                <a:latin typeface="Verdana"/>
                <a:cs typeface="Verdana"/>
              </a:rPr>
              <a:t>sans</a:t>
            </a:r>
            <a:r>
              <a:rPr sz="2000" spc="-155" dirty="0">
                <a:solidFill>
                  <a:srgbClr val="CCFF33"/>
                </a:solidFill>
                <a:latin typeface="Verdana"/>
                <a:cs typeface="Verdana"/>
              </a:rPr>
              <a:t> </a:t>
            </a:r>
            <a:r>
              <a:rPr sz="2000" spc="55" dirty="0">
                <a:solidFill>
                  <a:srgbClr val="CCFF33"/>
                </a:solidFill>
                <a:latin typeface="Verdana"/>
                <a:cs typeface="Verdana"/>
              </a:rPr>
              <a:t>que</a:t>
            </a:r>
            <a:r>
              <a:rPr sz="2000" spc="-160" dirty="0">
                <a:solidFill>
                  <a:srgbClr val="CCFF33"/>
                </a:solidFill>
                <a:latin typeface="Verdana"/>
                <a:cs typeface="Verdana"/>
              </a:rPr>
              <a:t> </a:t>
            </a:r>
            <a:r>
              <a:rPr sz="2000" spc="-105" dirty="0">
                <a:solidFill>
                  <a:srgbClr val="CCFF33"/>
                </a:solidFill>
                <a:latin typeface="Verdana"/>
                <a:cs typeface="Verdana"/>
              </a:rPr>
              <a:t>les</a:t>
            </a:r>
            <a:r>
              <a:rPr sz="2000" spc="-155" dirty="0">
                <a:solidFill>
                  <a:srgbClr val="CCFF33"/>
                </a:solidFill>
                <a:latin typeface="Verdana"/>
                <a:cs typeface="Verdana"/>
              </a:rPr>
              <a:t> </a:t>
            </a:r>
            <a:r>
              <a:rPr sz="2000" spc="-30" dirty="0">
                <a:solidFill>
                  <a:srgbClr val="CCFF33"/>
                </a:solidFill>
                <a:latin typeface="Verdana"/>
                <a:cs typeface="Verdana"/>
              </a:rPr>
              <a:t>canalisations</a:t>
            </a:r>
            <a:r>
              <a:rPr sz="2000" spc="-170" dirty="0">
                <a:solidFill>
                  <a:srgbClr val="CCFF33"/>
                </a:solidFill>
                <a:latin typeface="Verdana"/>
                <a:cs typeface="Verdana"/>
              </a:rPr>
              <a:t> </a:t>
            </a:r>
            <a:r>
              <a:rPr sz="2000" spc="-80" dirty="0">
                <a:solidFill>
                  <a:srgbClr val="CCFF33"/>
                </a:solidFill>
                <a:latin typeface="Verdana"/>
                <a:cs typeface="Verdana"/>
              </a:rPr>
              <a:t>se</a:t>
            </a:r>
            <a:r>
              <a:rPr sz="2000" spc="-180" dirty="0">
                <a:solidFill>
                  <a:srgbClr val="CCFF33"/>
                </a:solidFill>
                <a:latin typeface="Verdana"/>
                <a:cs typeface="Verdana"/>
              </a:rPr>
              <a:t> </a:t>
            </a:r>
            <a:r>
              <a:rPr sz="2000" spc="-50" dirty="0">
                <a:solidFill>
                  <a:srgbClr val="CCFF33"/>
                </a:solidFill>
                <a:latin typeface="Verdana"/>
                <a:cs typeface="Verdana"/>
              </a:rPr>
              <a:t>croisent</a:t>
            </a:r>
            <a:r>
              <a:rPr sz="2000" spc="-150" dirty="0">
                <a:solidFill>
                  <a:srgbClr val="CCFF33"/>
                </a:solidFill>
                <a:latin typeface="Verdana"/>
                <a:cs typeface="Verdana"/>
              </a:rPr>
              <a:t> </a:t>
            </a:r>
            <a:r>
              <a:rPr sz="2800" spc="-5" dirty="0">
                <a:solidFill>
                  <a:srgbClr val="CCFF33"/>
                </a:solidFill>
                <a:latin typeface="Microsoft Sans Serif"/>
                <a:cs typeface="Microsoft Sans Serif"/>
              </a:rPr>
              <a:t>?</a:t>
            </a:r>
            <a:endParaRPr sz="280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2668" y="1123188"/>
            <a:ext cx="7962900" cy="2157983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772668" y="3508248"/>
            <a:ext cx="9144000" cy="3700779"/>
            <a:chOff x="772668" y="3508248"/>
            <a:chExt cx="9144000" cy="3700779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83052" y="3508248"/>
              <a:ext cx="5652516" cy="27127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3779520"/>
              <a:ext cx="9143999" cy="34290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1812" y="3781044"/>
              <a:ext cx="5925311" cy="102412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083052" y="3779520"/>
              <a:ext cx="5652516" cy="3081528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3977073" y="2984988"/>
            <a:ext cx="36042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40" dirty="0">
                <a:solidFill>
                  <a:srgbClr val="00FFFF"/>
                </a:solidFill>
                <a:latin typeface="Tahoma"/>
                <a:cs typeface="Tahoma"/>
              </a:rPr>
              <a:t>P</a:t>
            </a:r>
            <a:r>
              <a:rPr sz="2400" b="1" spc="-275" dirty="0">
                <a:solidFill>
                  <a:srgbClr val="00FFFF"/>
                </a:solidFill>
                <a:latin typeface="Tahoma"/>
                <a:cs typeface="Tahoma"/>
              </a:rPr>
              <a:t>r</a:t>
            </a:r>
            <a:r>
              <a:rPr sz="2400" b="1" spc="50" dirty="0">
                <a:solidFill>
                  <a:srgbClr val="00FFFF"/>
                </a:solidFill>
                <a:latin typeface="Tahoma"/>
                <a:cs typeface="Tahoma"/>
              </a:rPr>
              <a:t>o</a:t>
            </a:r>
            <a:r>
              <a:rPr sz="2400" b="1" spc="60" dirty="0">
                <a:solidFill>
                  <a:srgbClr val="00FFFF"/>
                </a:solidFill>
                <a:latin typeface="Tahoma"/>
                <a:cs typeface="Tahoma"/>
              </a:rPr>
              <a:t>b</a:t>
            </a:r>
            <a:r>
              <a:rPr sz="2400" b="1" spc="-150" dirty="0">
                <a:solidFill>
                  <a:srgbClr val="00FFFF"/>
                </a:solidFill>
                <a:latin typeface="Tahoma"/>
                <a:cs typeface="Tahoma"/>
              </a:rPr>
              <a:t>l</a:t>
            </a:r>
            <a:r>
              <a:rPr sz="2400" b="1" spc="105" dirty="0">
                <a:solidFill>
                  <a:srgbClr val="00FFFF"/>
                </a:solidFill>
                <a:latin typeface="Tahoma"/>
                <a:cs typeface="Tahoma"/>
              </a:rPr>
              <a:t>è</a:t>
            </a:r>
            <a:r>
              <a:rPr sz="2400" b="1" spc="-35" dirty="0">
                <a:solidFill>
                  <a:srgbClr val="00FFFF"/>
                </a:solidFill>
                <a:latin typeface="Tahoma"/>
                <a:cs typeface="Tahoma"/>
              </a:rPr>
              <a:t>m</a:t>
            </a:r>
            <a:r>
              <a:rPr sz="2400" b="1" spc="110" dirty="0">
                <a:solidFill>
                  <a:srgbClr val="00FFFF"/>
                </a:solidFill>
                <a:latin typeface="Tahoma"/>
                <a:cs typeface="Tahoma"/>
              </a:rPr>
              <a:t>e</a:t>
            </a:r>
            <a:r>
              <a:rPr sz="2400" b="1" spc="-35" dirty="0">
                <a:solidFill>
                  <a:srgbClr val="00FFFF"/>
                </a:solidFill>
                <a:latin typeface="Tahoma"/>
                <a:cs typeface="Tahoma"/>
              </a:rPr>
              <a:t> </a:t>
            </a:r>
            <a:r>
              <a:rPr sz="2400" b="1" spc="65" dirty="0">
                <a:solidFill>
                  <a:srgbClr val="00FFFF"/>
                </a:solidFill>
                <a:latin typeface="Tahoma"/>
                <a:cs typeface="Tahoma"/>
              </a:rPr>
              <a:t>d</a:t>
            </a:r>
            <a:r>
              <a:rPr sz="2400" b="1" spc="105" dirty="0">
                <a:solidFill>
                  <a:srgbClr val="00FFFF"/>
                </a:solidFill>
                <a:latin typeface="Tahoma"/>
                <a:cs typeface="Tahoma"/>
              </a:rPr>
              <a:t>e</a:t>
            </a:r>
            <a:r>
              <a:rPr sz="2400" b="1" spc="-180" dirty="0">
                <a:solidFill>
                  <a:srgbClr val="00FFFF"/>
                </a:solidFill>
                <a:latin typeface="Tahoma"/>
                <a:cs typeface="Tahoma"/>
              </a:rPr>
              <a:t>s</a:t>
            </a:r>
            <a:r>
              <a:rPr sz="2400" b="1" spc="-35" dirty="0">
                <a:solidFill>
                  <a:srgbClr val="00FFFF"/>
                </a:solidFill>
                <a:latin typeface="Tahoma"/>
                <a:cs typeface="Tahoma"/>
              </a:rPr>
              <a:t> </a:t>
            </a:r>
            <a:r>
              <a:rPr sz="2400" b="1" spc="-185" dirty="0">
                <a:solidFill>
                  <a:srgbClr val="00FFFF"/>
                </a:solidFill>
                <a:latin typeface="Tahoma"/>
                <a:cs typeface="Tahoma"/>
              </a:rPr>
              <a:t>3</a:t>
            </a:r>
            <a:r>
              <a:rPr sz="2400" b="1" spc="-35" dirty="0">
                <a:solidFill>
                  <a:srgbClr val="00FFFF"/>
                </a:solidFill>
                <a:latin typeface="Tahoma"/>
                <a:cs typeface="Tahoma"/>
              </a:rPr>
              <a:t> m</a:t>
            </a:r>
            <a:r>
              <a:rPr sz="2400" b="1" spc="140" dirty="0">
                <a:solidFill>
                  <a:srgbClr val="00FFFF"/>
                </a:solidFill>
                <a:latin typeface="Tahoma"/>
                <a:cs typeface="Tahoma"/>
              </a:rPr>
              <a:t>a</a:t>
            </a:r>
            <a:r>
              <a:rPr sz="2400" b="1" spc="-150" dirty="0">
                <a:solidFill>
                  <a:srgbClr val="00FFFF"/>
                </a:solidFill>
                <a:latin typeface="Tahoma"/>
                <a:cs typeface="Tahoma"/>
              </a:rPr>
              <a:t>i</a:t>
            </a:r>
            <a:r>
              <a:rPr sz="2400" b="1" spc="-180" dirty="0">
                <a:solidFill>
                  <a:srgbClr val="00FFFF"/>
                </a:solidFill>
                <a:latin typeface="Tahoma"/>
                <a:cs typeface="Tahoma"/>
              </a:rPr>
              <a:t>s</a:t>
            </a:r>
            <a:r>
              <a:rPr sz="2400" b="1" spc="50" dirty="0">
                <a:solidFill>
                  <a:srgbClr val="00FFFF"/>
                </a:solidFill>
                <a:latin typeface="Tahoma"/>
                <a:cs typeface="Tahoma"/>
              </a:rPr>
              <a:t>o</a:t>
            </a:r>
            <a:r>
              <a:rPr sz="2400" b="1" spc="-105" dirty="0">
                <a:solidFill>
                  <a:srgbClr val="00FFFF"/>
                </a:solidFill>
                <a:latin typeface="Tahoma"/>
                <a:cs typeface="Tahoma"/>
              </a:rPr>
              <a:t>n</a:t>
            </a:r>
            <a:r>
              <a:rPr sz="2400" b="1" spc="-180" dirty="0">
                <a:solidFill>
                  <a:srgbClr val="00FFFF"/>
                </a:solidFill>
                <a:latin typeface="Tahoma"/>
                <a:cs typeface="Tahoma"/>
              </a:rPr>
              <a:t>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100" dirty="0"/>
              <a:t>19</a:t>
            </a:fld>
            <a:endParaRPr spc="-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8800" y="772668"/>
            <a:ext cx="4276344" cy="23621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45096" y="1344167"/>
            <a:ext cx="2086355" cy="243535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601164" y="1002268"/>
            <a:ext cx="1809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BF00"/>
                </a:solidFill>
                <a:latin typeface="Tahoma"/>
                <a:cs typeface="Tahoma"/>
              </a:rPr>
              <a:t>X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959031" y="1009858"/>
            <a:ext cx="1676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95" dirty="0">
                <a:solidFill>
                  <a:srgbClr val="FFBF00"/>
                </a:solidFill>
                <a:latin typeface="Tahoma"/>
                <a:cs typeface="Tahoma"/>
              </a:rPr>
              <a:t>Y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2668" y="3779519"/>
            <a:ext cx="9144000" cy="3429000"/>
            <a:chOff x="772668" y="3779519"/>
            <a:chExt cx="9144000" cy="3429000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3779520"/>
              <a:ext cx="9143999" cy="34290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1812" y="3781044"/>
              <a:ext cx="5925311" cy="102412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245096" y="3779520"/>
              <a:ext cx="2086355" cy="5943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336535" y="4091940"/>
              <a:ext cx="1990344" cy="2403347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1374167" y="1634699"/>
            <a:ext cx="8134984" cy="51873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96240" marR="3703320" indent="-384175" algn="just">
              <a:lnSpc>
                <a:spcPct val="100000"/>
              </a:lnSpc>
              <a:spcBef>
                <a:spcPts val="105"/>
              </a:spcBef>
              <a:buClr>
                <a:srgbClr val="FF388C"/>
              </a:buClr>
              <a:buSzPct val="80000"/>
              <a:buFont typeface="Times New Roman"/>
              <a:buChar char="◉"/>
              <a:tabLst>
                <a:tab pos="396875" algn="l"/>
              </a:tabLst>
            </a:pPr>
            <a:r>
              <a:rPr sz="2000" spc="-105" dirty="0">
                <a:solidFill>
                  <a:srgbClr val="FFFFFF"/>
                </a:solidFill>
                <a:latin typeface="Verdana"/>
                <a:cs typeface="Verdana"/>
              </a:rPr>
              <a:t>Un </a:t>
            </a:r>
            <a:r>
              <a:rPr sz="2000" spc="25" dirty="0">
                <a:solidFill>
                  <a:srgbClr val="FFFFFF"/>
                </a:solidFill>
                <a:latin typeface="Verdana"/>
                <a:cs typeface="Verdana"/>
              </a:rPr>
              <a:t>graphe </a:t>
            </a:r>
            <a:r>
              <a:rPr sz="2000" spc="-95" dirty="0">
                <a:solidFill>
                  <a:srgbClr val="FFFFFF"/>
                </a:solidFill>
                <a:latin typeface="Verdana"/>
                <a:cs typeface="Verdana"/>
              </a:rPr>
              <a:t>est </a:t>
            </a:r>
            <a:r>
              <a:rPr sz="2000" b="1" spc="-70" dirty="0">
                <a:solidFill>
                  <a:srgbClr val="FFFF00"/>
                </a:solidFill>
                <a:latin typeface="Tahoma"/>
                <a:cs typeface="Tahoma"/>
              </a:rPr>
              <a:t>biparti</a:t>
            </a:r>
            <a:r>
              <a:rPr sz="2000" b="1" spc="-65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2000" spc="-105" dirty="0">
                <a:solidFill>
                  <a:srgbClr val="FFFFFF"/>
                </a:solidFill>
                <a:latin typeface="Verdana"/>
                <a:cs typeface="Verdana"/>
              </a:rPr>
              <a:t>s’il </a:t>
            </a:r>
            <a:r>
              <a:rPr sz="2000" spc="-95" dirty="0">
                <a:solidFill>
                  <a:srgbClr val="FFFFFF"/>
                </a:solidFill>
                <a:latin typeface="Verdana"/>
                <a:cs typeface="Verdana"/>
              </a:rPr>
              <a:t>existe </a:t>
            </a:r>
            <a:r>
              <a:rPr sz="2000" spc="-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FFFFFF"/>
                </a:solidFill>
                <a:latin typeface="Verdana"/>
                <a:cs typeface="Verdana"/>
              </a:rPr>
              <a:t>une </a:t>
            </a:r>
            <a:r>
              <a:rPr sz="2000" spc="-55" dirty="0">
                <a:solidFill>
                  <a:srgbClr val="FFFFFF"/>
                </a:solidFill>
                <a:latin typeface="Verdana"/>
                <a:cs typeface="Verdana"/>
              </a:rPr>
              <a:t>partition </a:t>
            </a:r>
            <a:r>
              <a:rPr sz="2000" spc="120" dirty="0">
                <a:solidFill>
                  <a:srgbClr val="FFFFFF"/>
                </a:solidFill>
                <a:latin typeface="Verdana"/>
                <a:cs typeface="Verdana"/>
              </a:rPr>
              <a:t>de </a:t>
            </a:r>
            <a:r>
              <a:rPr sz="2000" spc="-75" dirty="0">
                <a:solidFill>
                  <a:srgbClr val="FFFFFF"/>
                </a:solidFill>
                <a:latin typeface="Verdana"/>
                <a:cs typeface="Verdana"/>
              </a:rPr>
              <a:t>son </a:t>
            </a:r>
            <a:r>
              <a:rPr sz="2000" spc="-10" dirty="0">
                <a:solidFill>
                  <a:srgbClr val="FFFFFF"/>
                </a:solidFill>
                <a:latin typeface="Verdana"/>
                <a:cs typeface="Verdana"/>
              </a:rPr>
              <a:t>ensemble </a:t>
            </a:r>
            <a:r>
              <a:rPr sz="2000" spc="-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2000" spc="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85" dirty="0">
                <a:solidFill>
                  <a:srgbClr val="FFFFFF"/>
                </a:solidFill>
                <a:latin typeface="Verdana"/>
                <a:cs typeface="Verdana"/>
              </a:rPr>
              <a:t>sommets</a:t>
            </a:r>
            <a:r>
              <a:rPr sz="2000" spc="-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40" dirty="0">
                <a:solidFill>
                  <a:srgbClr val="FFFFFF"/>
                </a:solidFill>
                <a:latin typeface="Verdana"/>
                <a:cs typeface="Verdana"/>
              </a:rPr>
              <a:t>en</a:t>
            </a:r>
            <a:r>
              <a:rPr sz="2000" spc="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5" dirty="0">
                <a:solidFill>
                  <a:srgbClr val="FFFFFF"/>
                </a:solidFill>
                <a:latin typeface="Verdana"/>
                <a:cs typeface="Verdana"/>
              </a:rPr>
              <a:t>deux</a:t>
            </a:r>
            <a:r>
              <a:rPr sz="2000" spc="6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50" dirty="0">
                <a:solidFill>
                  <a:srgbClr val="FFFFFF"/>
                </a:solidFill>
                <a:latin typeface="Verdana"/>
                <a:cs typeface="Verdana"/>
              </a:rPr>
              <a:t>sous- </a:t>
            </a:r>
            <a:r>
              <a:rPr sz="20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ensembles</a:t>
            </a:r>
            <a:r>
              <a:rPr sz="2000" spc="-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50" dirty="0">
                <a:solidFill>
                  <a:srgbClr val="FFFFFF"/>
                </a:solidFill>
                <a:latin typeface="Verdana"/>
                <a:cs typeface="Verdana"/>
              </a:rPr>
              <a:t>X</a:t>
            </a:r>
            <a:r>
              <a:rPr sz="20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Verdana"/>
                <a:cs typeface="Verdana"/>
              </a:rPr>
              <a:t>et</a:t>
            </a:r>
            <a:r>
              <a:rPr sz="2000" spc="-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Y</a:t>
            </a:r>
            <a:r>
              <a:rPr sz="2000" spc="-40" dirty="0">
                <a:solidFill>
                  <a:srgbClr val="FFFFFF"/>
                </a:solidFill>
                <a:latin typeface="Verdana"/>
                <a:cs typeface="Verdana"/>
              </a:rPr>
              <a:t> telle</a:t>
            </a:r>
            <a:r>
              <a:rPr sz="2000" spc="-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55" dirty="0">
                <a:solidFill>
                  <a:srgbClr val="FFFFFF"/>
                </a:solidFill>
                <a:latin typeface="Verdana"/>
                <a:cs typeface="Verdana"/>
              </a:rPr>
              <a:t>que </a:t>
            </a:r>
            <a:r>
              <a:rPr sz="2000" spc="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90" dirty="0">
                <a:solidFill>
                  <a:srgbClr val="FFFFFF"/>
                </a:solidFill>
                <a:latin typeface="Verdana"/>
                <a:cs typeface="Verdana"/>
              </a:rPr>
              <a:t>chaque </a:t>
            </a:r>
            <a:r>
              <a:rPr sz="2000" spc="-5" dirty="0">
                <a:solidFill>
                  <a:srgbClr val="FFFFFF"/>
                </a:solidFill>
                <a:latin typeface="Verdana"/>
                <a:cs typeface="Verdana"/>
              </a:rPr>
              <a:t>arête 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ait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une </a:t>
            </a:r>
            <a:r>
              <a:rPr sz="2000" spc="-70" dirty="0">
                <a:solidFill>
                  <a:srgbClr val="FFFFFF"/>
                </a:solidFill>
                <a:latin typeface="Verdana"/>
                <a:cs typeface="Verdana"/>
              </a:rPr>
              <a:t>extrémité </a:t>
            </a:r>
            <a:r>
              <a:rPr sz="2000" spc="-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000" spc="17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50" dirty="0">
                <a:solidFill>
                  <a:srgbClr val="FFFFFF"/>
                </a:solidFill>
                <a:latin typeface="Verdana"/>
                <a:cs typeface="Verdana"/>
              </a:rPr>
              <a:t>X</a:t>
            </a:r>
            <a:r>
              <a:rPr sz="20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1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3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000" spc="160" dirty="0">
                <a:solidFill>
                  <a:srgbClr val="FFFFFF"/>
                </a:solidFill>
                <a:latin typeface="Verdana"/>
                <a:cs typeface="Verdana"/>
              </a:rPr>
              <a:t>’</a:t>
            </a:r>
            <a:r>
              <a:rPr sz="2000" spc="15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-5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000" spc="-1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-26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000" spc="15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30" dirty="0">
                <a:solidFill>
                  <a:srgbClr val="FFFFFF"/>
                </a:solidFill>
                <a:latin typeface="Verdana"/>
                <a:cs typeface="Verdana"/>
              </a:rPr>
              <a:t>Y</a:t>
            </a:r>
            <a:r>
              <a:rPr sz="2000" spc="-175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2000">
              <a:latin typeface="Verdana"/>
              <a:cs typeface="Verdana"/>
            </a:endParaRPr>
          </a:p>
          <a:p>
            <a:pPr marL="396240" marR="3702685" indent="-384175" algn="just">
              <a:lnSpc>
                <a:spcPct val="100000"/>
              </a:lnSpc>
              <a:spcBef>
                <a:spcPts val="480"/>
              </a:spcBef>
              <a:buClr>
                <a:srgbClr val="FF388C"/>
              </a:buClr>
              <a:buSzPct val="80000"/>
              <a:buFont typeface="Times New Roman"/>
              <a:buChar char="◉"/>
              <a:tabLst>
                <a:tab pos="396875" algn="l"/>
              </a:tabLst>
            </a:pPr>
            <a:r>
              <a:rPr sz="2000" spc="60" dirty="0">
                <a:solidFill>
                  <a:srgbClr val="FFFFFF"/>
                </a:solidFill>
                <a:latin typeface="Verdana"/>
                <a:cs typeface="Verdana"/>
              </a:rPr>
              <a:t>On</a:t>
            </a:r>
            <a:r>
              <a:rPr sz="2000" spc="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Verdana"/>
                <a:cs typeface="Verdana"/>
              </a:rPr>
              <a:t>définit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Verdana"/>
                <a:cs typeface="Verdana"/>
              </a:rPr>
              <a:t>le</a:t>
            </a:r>
            <a:r>
              <a:rPr sz="2000" spc="-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FFFF00"/>
                </a:solidFill>
                <a:latin typeface="Tahoma"/>
                <a:cs typeface="Tahoma"/>
              </a:rPr>
              <a:t>graphe</a:t>
            </a:r>
            <a:r>
              <a:rPr sz="2000" b="1" spc="5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2000" b="1" spc="-70" dirty="0">
                <a:solidFill>
                  <a:srgbClr val="FFFF00"/>
                </a:solidFill>
                <a:latin typeface="Tahoma"/>
                <a:cs typeface="Tahoma"/>
              </a:rPr>
              <a:t>biparti </a:t>
            </a:r>
            <a:r>
              <a:rPr sz="2000" b="1" spc="-65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2000" b="1" dirty="0">
                <a:solidFill>
                  <a:srgbClr val="FFFF00"/>
                </a:solidFill>
                <a:latin typeface="Tahoma"/>
                <a:cs typeface="Tahoma"/>
              </a:rPr>
              <a:t>complet</a:t>
            </a:r>
            <a:r>
              <a:rPr sz="2000" b="1" spc="585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FFFFFF"/>
                </a:solidFill>
                <a:latin typeface="Verdana"/>
                <a:cs typeface="Verdana"/>
              </a:rPr>
              <a:t>entre </a:t>
            </a:r>
            <a:r>
              <a:rPr sz="2000" spc="-50" dirty="0">
                <a:solidFill>
                  <a:srgbClr val="FFFFFF"/>
                </a:solidFill>
                <a:latin typeface="Verdana"/>
                <a:cs typeface="Verdana"/>
              </a:rPr>
              <a:t>un </a:t>
            </a:r>
            <a:r>
              <a:rPr sz="2000" spc="-15" dirty="0">
                <a:solidFill>
                  <a:srgbClr val="FFFFFF"/>
                </a:solidFill>
                <a:latin typeface="Verdana"/>
                <a:cs typeface="Verdana"/>
              </a:rPr>
              <a:t>ensemble </a:t>
            </a:r>
            <a:r>
              <a:rPr sz="2000" spc="120" dirty="0">
                <a:solidFill>
                  <a:srgbClr val="FFFFFF"/>
                </a:solidFill>
                <a:latin typeface="Verdana"/>
                <a:cs typeface="Verdana"/>
              </a:rPr>
              <a:t>de </a:t>
            </a:r>
            <a:r>
              <a:rPr sz="2000" spc="-6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n </a:t>
            </a:r>
            <a:r>
              <a:rPr sz="2000" spc="-85" dirty="0">
                <a:solidFill>
                  <a:srgbClr val="FFFFFF"/>
                </a:solidFill>
                <a:latin typeface="Verdana"/>
                <a:cs typeface="Verdana"/>
              </a:rPr>
              <a:t>sommets </a:t>
            </a:r>
            <a:r>
              <a:rPr sz="2000" spc="-10" dirty="0">
                <a:solidFill>
                  <a:srgbClr val="FFFFFF"/>
                </a:solidFill>
                <a:latin typeface="Verdana"/>
                <a:cs typeface="Verdana"/>
              </a:rPr>
              <a:t>et </a:t>
            </a:r>
            <a:r>
              <a:rPr sz="2000" spc="-50" dirty="0">
                <a:solidFill>
                  <a:srgbClr val="FFFFFF"/>
                </a:solidFill>
                <a:latin typeface="Verdana"/>
                <a:cs typeface="Verdana"/>
              </a:rPr>
              <a:t>un </a:t>
            </a:r>
            <a:r>
              <a:rPr sz="2000" spc="-15" dirty="0">
                <a:solidFill>
                  <a:srgbClr val="FFFFFF"/>
                </a:solidFill>
                <a:latin typeface="Verdana"/>
                <a:cs typeface="Verdana"/>
              </a:rPr>
              <a:t>ensemble </a:t>
            </a:r>
            <a:r>
              <a:rPr sz="2000" spc="165" dirty="0">
                <a:solidFill>
                  <a:srgbClr val="FFFFFF"/>
                </a:solidFill>
                <a:latin typeface="Verdana"/>
                <a:cs typeface="Verdana"/>
              </a:rPr>
              <a:t>à </a:t>
            </a:r>
            <a:r>
              <a:rPr sz="2000" spc="-70" dirty="0">
                <a:solidFill>
                  <a:srgbClr val="FFFFFF"/>
                </a:solidFill>
                <a:latin typeface="Verdana"/>
                <a:cs typeface="Verdana"/>
              </a:rPr>
              <a:t>m </a:t>
            </a:r>
            <a:r>
              <a:rPr sz="2000" spc="-6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85" dirty="0">
                <a:solidFill>
                  <a:srgbClr val="FFFFFF"/>
                </a:solidFill>
                <a:latin typeface="Verdana"/>
                <a:cs typeface="Verdana"/>
              </a:rPr>
              <a:t>sommets</a:t>
            </a:r>
            <a:r>
              <a:rPr sz="2000" spc="-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60" dirty="0">
                <a:solidFill>
                  <a:srgbClr val="FFFFFF"/>
                </a:solidFill>
                <a:latin typeface="Verdana"/>
                <a:cs typeface="Verdana"/>
              </a:rPr>
              <a:t>comme</a:t>
            </a:r>
            <a:r>
              <a:rPr sz="2000" spc="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Verdana"/>
                <a:cs typeface="Verdana"/>
              </a:rPr>
              <a:t>le</a:t>
            </a:r>
            <a:r>
              <a:rPr sz="2000" spc="-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25" dirty="0">
                <a:solidFill>
                  <a:srgbClr val="FFFFFF"/>
                </a:solidFill>
                <a:latin typeface="Verdana"/>
                <a:cs typeface="Verdana"/>
              </a:rPr>
              <a:t>graphe </a:t>
            </a:r>
            <a:r>
              <a:rPr sz="2000" spc="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75" dirty="0">
                <a:solidFill>
                  <a:srgbClr val="FFFFFF"/>
                </a:solidFill>
                <a:latin typeface="Verdana"/>
                <a:cs typeface="Verdana"/>
              </a:rPr>
              <a:t>simple </a:t>
            </a:r>
            <a:r>
              <a:rPr sz="2000" spc="-50" dirty="0">
                <a:solidFill>
                  <a:srgbClr val="FFFFFF"/>
                </a:solidFill>
                <a:latin typeface="Verdana"/>
                <a:cs typeface="Verdana"/>
              </a:rPr>
              <a:t>tel </a:t>
            </a:r>
            <a:r>
              <a:rPr sz="2000" spc="55" dirty="0">
                <a:solidFill>
                  <a:srgbClr val="FFFFFF"/>
                </a:solidFill>
                <a:latin typeface="Verdana"/>
                <a:cs typeface="Verdana"/>
              </a:rPr>
              <a:t>que </a:t>
            </a:r>
            <a:r>
              <a:rPr sz="2000" spc="90" dirty="0">
                <a:solidFill>
                  <a:srgbClr val="FFFFFF"/>
                </a:solidFill>
                <a:latin typeface="Verdana"/>
                <a:cs typeface="Verdana"/>
              </a:rPr>
              <a:t>chaque </a:t>
            </a:r>
            <a:r>
              <a:rPr sz="2000" spc="-60" dirty="0">
                <a:solidFill>
                  <a:srgbClr val="FFFFFF"/>
                </a:solidFill>
                <a:latin typeface="Verdana"/>
                <a:cs typeface="Verdana"/>
              </a:rPr>
              <a:t>sommet </a:t>
            </a:r>
            <a:r>
              <a:rPr sz="2000" spc="-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30" dirty="0">
                <a:solidFill>
                  <a:srgbClr val="FFFFFF"/>
                </a:solidFill>
                <a:latin typeface="Verdana"/>
                <a:cs typeface="Verdana"/>
              </a:rPr>
              <a:t>du </a:t>
            </a:r>
            <a:r>
              <a:rPr sz="2000" spc="-60" dirty="0">
                <a:solidFill>
                  <a:srgbClr val="FFFFFF"/>
                </a:solidFill>
                <a:latin typeface="Verdana"/>
                <a:cs typeface="Verdana"/>
              </a:rPr>
              <a:t>premier </a:t>
            </a:r>
            <a:r>
              <a:rPr sz="2000" spc="-10" dirty="0">
                <a:solidFill>
                  <a:srgbClr val="FFFFFF"/>
                </a:solidFill>
                <a:latin typeface="Verdana"/>
                <a:cs typeface="Verdana"/>
              </a:rPr>
              <a:t>ensemble </a:t>
            </a:r>
            <a:r>
              <a:rPr sz="2000" spc="-95" dirty="0">
                <a:solidFill>
                  <a:srgbClr val="FFFFFF"/>
                </a:solidFill>
                <a:latin typeface="Verdana"/>
                <a:cs typeface="Verdana"/>
              </a:rPr>
              <a:t>est </a:t>
            </a:r>
            <a:r>
              <a:rPr sz="2000" spc="-75" dirty="0">
                <a:solidFill>
                  <a:srgbClr val="FFFFFF"/>
                </a:solidFill>
                <a:latin typeface="Verdana"/>
                <a:cs typeface="Verdana"/>
              </a:rPr>
              <a:t>relié </a:t>
            </a:r>
            <a:r>
              <a:rPr sz="2000" spc="165" dirty="0">
                <a:solidFill>
                  <a:srgbClr val="FFFFFF"/>
                </a:solidFill>
                <a:latin typeface="Verdana"/>
                <a:cs typeface="Verdana"/>
              </a:rPr>
              <a:t>à </a:t>
            </a:r>
            <a:r>
              <a:rPr sz="2000" spc="-6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90" dirty="0">
                <a:solidFill>
                  <a:srgbClr val="FFFFFF"/>
                </a:solidFill>
                <a:latin typeface="Verdana"/>
                <a:cs typeface="Verdana"/>
              </a:rPr>
              <a:t>chaque </a:t>
            </a:r>
            <a:r>
              <a:rPr sz="2000" spc="-55" dirty="0">
                <a:solidFill>
                  <a:srgbClr val="FFFFFF"/>
                </a:solidFill>
                <a:latin typeface="Verdana"/>
                <a:cs typeface="Verdana"/>
              </a:rPr>
              <a:t>sommet</a:t>
            </a:r>
            <a:r>
              <a:rPr sz="2000" spc="-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20" dirty="0">
                <a:solidFill>
                  <a:srgbClr val="FFFFFF"/>
                </a:solidFill>
                <a:latin typeface="Verdana"/>
                <a:cs typeface="Verdana"/>
              </a:rPr>
              <a:t>du </a:t>
            </a:r>
            <a:r>
              <a:rPr sz="2000" spc="-10" dirty="0">
                <a:solidFill>
                  <a:srgbClr val="FFFFFF"/>
                </a:solidFill>
                <a:latin typeface="Verdana"/>
                <a:cs typeface="Verdana"/>
              </a:rPr>
              <a:t>deuxième </a:t>
            </a:r>
            <a:r>
              <a:rPr sz="2000" spc="-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30" dirty="0">
                <a:solidFill>
                  <a:srgbClr val="FFFFFF"/>
                </a:solidFill>
                <a:latin typeface="Verdana"/>
                <a:cs typeface="Verdana"/>
              </a:rPr>
              <a:t>ensemble.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2400">
              <a:latin typeface="Verdana"/>
              <a:cs typeface="Verdana"/>
            </a:endParaRPr>
          </a:p>
          <a:p>
            <a:pPr marL="5058410">
              <a:lnSpc>
                <a:spcPct val="100000"/>
              </a:lnSpc>
              <a:spcBef>
                <a:spcPts val="1480"/>
              </a:spcBef>
            </a:pPr>
            <a:r>
              <a:rPr sz="1800" b="1" spc="20" dirty="0">
                <a:solidFill>
                  <a:srgbClr val="FFBF00"/>
                </a:solidFill>
                <a:latin typeface="Tahoma"/>
                <a:cs typeface="Tahoma"/>
              </a:rPr>
              <a:t>Graphe</a:t>
            </a:r>
            <a:r>
              <a:rPr sz="1800" b="1" spc="-60" dirty="0">
                <a:solidFill>
                  <a:srgbClr val="FFBF00"/>
                </a:solidFill>
                <a:latin typeface="Tahoma"/>
                <a:cs typeface="Tahoma"/>
              </a:rPr>
              <a:t> </a:t>
            </a:r>
            <a:r>
              <a:rPr sz="1800" b="1" spc="-65" dirty="0">
                <a:solidFill>
                  <a:srgbClr val="FFBF00"/>
                </a:solidFill>
                <a:latin typeface="Tahoma"/>
                <a:cs typeface="Tahoma"/>
              </a:rPr>
              <a:t>biparti</a:t>
            </a:r>
            <a:r>
              <a:rPr sz="1800" b="1" spc="-35" dirty="0">
                <a:solidFill>
                  <a:srgbClr val="FFBF00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FFBF00"/>
                </a:solidFill>
                <a:latin typeface="Tahoma"/>
                <a:cs typeface="Tahoma"/>
              </a:rPr>
              <a:t>complet</a:t>
            </a:r>
            <a:r>
              <a:rPr sz="1800" b="1" spc="-60" dirty="0">
                <a:solidFill>
                  <a:srgbClr val="FFBF00"/>
                </a:solidFill>
                <a:latin typeface="Tahoma"/>
                <a:cs typeface="Tahoma"/>
              </a:rPr>
              <a:t> </a:t>
            </a:r>
            <a:r>
              <a:rPr sz="1800" b="1" spc="-100" dirty="0">
                <a:solidFill>
                  <a:srgbClr val="FFBF00"/>
                </a:solidFill>
                <a:latin typeface="Tahoma"/>
                <a:cs typeface="Tahoma"/>
              </a:rPr>
              <a:t>K</a:t>
            </a:r>
            <a:r>
              <a:rPr sz="1400" b="1" spc="-100" dirty="0">
                <a:solidFill>
                  <a:srgbClr val="FFBF00"/>
                </a:solidFill>
                <a:latin typeface="Tahoma"/>
                <a:cs typeface="Tahoma"/>
              </a:rPr>
              <a:t>3,4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100" dirty="0"/>
              <a:t>20</a:t>
            </a:fld>
            <a:endParaRPr spc="-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9448" y="682752"/>
            <a:ext cx="1661159" cy="23622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772668" y="3779519"/>
            <a:ext cx="9144000" cy="3429000"/>
            <a:chOff x="772668" y="3779519"/>
            <a:chExt cx="9144000" cy="342900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3779520"/>
              <a:ext cx="9143999" cy="34290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1812" y="3781044"/>
              <a:ext cx="5925311" cy="10241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374140" y="1092200"/>
            <a:ext cx="8007984" cy="3025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6240" marR="5080" indent="-384175" algn="just">
              <a:lnSpc>
                <a:spcPct val="100000"/>
              </a:lnSpc>
              <a:spcBef>
                <a:spcPts val="100"/>
              </a:spcBef>
              <a:buClr>
                <a:srgbClr val="FF388C"/>
              </a:buClr>
              <a:buSzPct val="79166"/>
              <a:buFont typeface="Times New Roman"/>
              <a:buChar char="◉"/>
              <a:tabLst>
                <a:tab pos="396875" algn="l"/>
              </a:tabLst>
            </a:pPr>
            <a:r>
              <a:rPr sz="2400" spc="-204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400" spc="2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05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2400" spc="-28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400" spc="18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2400" spc="-40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2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229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2400" spc="2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509" dirty="0">
                <a:solidFill>
                  <a:srgbClr val="FFFFFF"/>
                </a:solidFill>
                <a:latin typeface="Verdana"/>
                <a:cs typeface="Verdana"/>
              </a:rPr>
              <a:t>=</a:t>
            </a:r>
            <a:r>
              <a:rPr sz="2400" spc="2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204" dirty="0">
                <a:solidFill>
                  <a:srgbClr val="FFFFFF"/>
                </a:solidFill>
                <a:latin typeface="Verdana"/>
                <a:cs typeface="Verdana"/>
              </a:rPr>
              <a:t>(</a:t>
            </a:r>
            <a:r>
              <a:rPr sz="2400" spc="30" dirty="0">
                <a:solidFill>
                  <a:srgbClr val="FFFFFF"/>
                </a:solidFill>
                <a:latin typeface="Verdana"/>
                <a:cs typeface="Verdana"/>
              </a:rPr>
              <a:t>V</a:t>
            </a:r>
            <a:r>
              <a:rPr sz="2400" spc="-210" dirty="0">
                <a:solidFill>
                  <a:srgbClr val="FFFFFF"/>
                </a:solidFill>
                <a:latin typeface="Verdana"/>
                <a:cs typeface="Verdana"/>
              </a:rPr>
              <a:t>,</a:t>
            </a:r>
            <a:r>
              <a:rPr sz="2400" spc="2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229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204" dirty="0">
                <a:solidFill>
                  <a:srgbClr val="FFFFFF"/>
                </a:solidFill>
                <a:latin typeface="Verdana"/>
                <a:cs typeface="Verdana"/>
              </a:rPr>
              <a:t>)</a:t>
            </a:r>
            <a:r>
              <a:rPr sz="2400" spc="2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0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29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-13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400" spc="2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400" spc="-16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400" spc="-13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400" spc="2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b="1" spc="265" dirty="0">
                <a:solidFill>
                  <a:srgbClr val="FFFF00"/>
                </a:solidFill>
                <a:latin typeface="Tahoma"/>
                <a:cs typeface="Tahoma"/>
              </a:rPr>
              <a:t>c</a:t>
            </a:r>
            <a:r>
              <a:rPr sz="2400" b="1" spc="50" dirty="0">
                <a:solidFill>
                  <a:srgbClr val="FFFF00"/>
                </a:solidFill>
                <a:latin typeface="Tahoma"/>
                <a:cs typeface="Tahoma"/>
              </a:rPr>
              <a:t>o</a:t>
            </a:r>
            <a:r>
              <a:rPr sz="2400" b="1" spc="-105" dirty="0">
                <a:solidFill>
                  <a:srgbClr val="FFFF00"/>
                </a:solidFill>
                <a:latin typeface="Tahoma"/>
                <a:cs typeface="Tahoma"/>
              </a:rPr>
              <a:t>nn</a:t>
            </a:r>
            <a:r>
              <a:rPr sz="2400" b="1" spc="105" dirty="0">
                <a:solidFill>
                  <a:srgbClr val="FFFF00"/>
                </a:solidFill>
                <a:latin typeface="Tahoma"/>
                <a:cs typeface="Tahoma"/>
              </a:rPr>
              <a:t>e</a:t>
            </a:r>
            <a:r>
              <a:rPr sz="2400" b="1" spc="-114" dirty="0">
                <a:solidFill>
                  <a:srgbClr val="FFFF00"/>
                </a:solidFill>
                <a:latin typeface="Tahoma"/>
                <a:cs typeface="Tahoma"/>
              </a:rPr>
              <a:t>x</a:t>
            </a:r>
            <a:r>
              <a:rPr sz="2400" b="1" spc="110" dirty="0">
                <a:solidFill>
                  <a:srgbClr val="FFFF00"/>
                </a:solidFill>
                <a:latin typeface="Tahoma"/>
                <a:cs typeface="Tahoma"/>
              </a:rPr>
              <a:t>e</a:t>
            </a:r>
            <a:r>
              <a:rPr sz="2400" b="1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2400" b="1" spc="-270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2400" spc="-204" dirty="0">
                <a:solidFill>
                  <a:srgbClr val="FFFFFF"/>
                </a:solidFill>
                <a:latin typeface="Verdana"/>
                <a:cs typeface="Verdana"/>
              </a:rPr>
              <a:t>(</a:t>
            </a:r>
            <a:r>
              <a:rPr sz="2400" spc="-85" dirty="0">
                <a:solidFill>
                  <a:srgbClr val="FFFFFF"/>
                </a:solidFill>
                <a:latin typeface="Verdana"/>
                <a:cs typeface="Verdana"/>
              </a:rPr>
              <a:t>f</a:t>
            </a:r>
            <a:r>
              <a:rPr sz="2400" spc="9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400" spc="-31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400" spc="-13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85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400" spc="-125" dirty="0">
                <a:solidFill>
                  <a:srgbClr val="FFFFFF"/>
                </a:solidFill>
                <a:latin typeface="Verdana"/>
                <a:cs typeface="Verdana"/>
              </a:rPr>
              <a:t>t  </a:t>
            </a:r>
            <a:r>
              <a:rPr sz="2400" spc="40" dirty="0">
                <a:solidFill>
                  <a:srgbClr val="FFFFFF"/>
                </a:solidFill>
                <a:latin typeface="Verdana"/>
                <a:cs typeface="Verdana"/>
              </a:rPr>
              <a:t>connexe        </a:t>
            </a:r>
            <a:r>
              <a:rPr sz="2400" spc="-10" dirty="0">
                <a:solidFill>
                  <a:srgbClr val="FFFFFF"/>
                </a:solidFill>
                <a:latin typeface="Verdana"/>
                <a:cs typeface="Verdana"/>
              </a:rPr>
              <a:t>dans</a:t>
            </a:r>
            <a:r>
              <a:rPr sz="2400" spc="819" dirty="0">
                <a:solidFill>
                  <a:srgbClr val="FFFFFF"/>
                </a:solidFill>
                <a:latin typeface="Verdana"/>
                <a:cs typeface="Verdana"/>
              </a:rPr>
              <a:t>    </a:t>
            </a:r>
            <a:r>
              <a:rPr sz="2400" spc="-30" dirty="0">
                <a:solidFill>
                  <a:srgbClr val="FFFFFF"/>
                </a:solidFill>
                <a:latin typeface="Verdana"/>
                <a:cs typeface="Verdana"/>
              </a:rPr>
              <a:t>le</a:t>
            </a:r>
            <a:r>
              <a:rPr sz="2400" spc="780" dirty="0">
                <a:solidFill>
                  <a:srgbClr val="FFFFFF"/>
                </a:solidFill>
                <a:latin typeface="Verdana"/>
                <a:cs typeface="Verdana"/>
              </a:rPr>
              <a:t>   </a:t>
            </a:r>
            <a:r>
              <a:rPr sz="2400" spc="7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55" dirty="0">
                <a:solidFill>
                  <a:srgbClr val="FFFFFF"/>
                </a:solidFill>
                <a:latin typeface="Verdana"/>
                <a:cs typeface="Verdana"/>
              </a:rPr>
              <a:t>cas        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orienté) </a:t>
            </a:r>
            <a:r>
              <a:rPr sz="2400" spc="-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260" dirty="0">
                <a:solidFill>
                  <a:srgbClr val="FFFFFF"/>
                </a:solidFill>
                <a:latin typeface="Verdana"/>
                <a:cs typeface="Verdana"/>
              </a:rPr>
              <a:t>si </a:t>
            </a:r>
            <a:r>
              <a:rPr sz="2400" spc="-35" dirty="0">
                <a:solidFill>
                  <a:srgbClr val="FFFFFF"/>
                </a:solidFill>
                <a:latin typeface="Verdana"/>
                <a:cs typeface="Verdana"/>
              </a:rPr>
              <a:t>pour </a:t>
            </a:r>
            <a:r>
              <a:rPr sz="2400" spc="-50" dirty="0">
                <a:solidFill>
                  <a:srgbClr val="FFFFFF"/>
                </a:solidFill>
                <a:latin typeface="Verdana"/>
                <a:cs typeface="Verdana"/>
              </a:rPr>
              <a:t>tout </a:t>
            </a:r>
            <a:r>
              <a:rPr sz="2400" spc="70" dirty="0">
                <a:solidFill>
                  <a:srgbClr val="FFFFFF"/>
                </a:solidFill>
                <a:latin typeface="Verdana"/>
                <a:cs typeface="Verdana"/>
              </a:rPr>
              <a:t>couple 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de </a:t>
            </a:r>
            <a:r>
              <a:rPr sz="2400" spc="-100" dirty="0">
                <a:solidFill>
                  <a:srgbClr val="FFFFFF"/>
                </a:solidFill>
                <a:latin typeface="Verdana"/>
                <a:cs typeface="Verdana"/>
              </a:rPr>
              <a:t>sommets </a:t>
            </a:r>
            <a:r>
              <a:rPr sz="2400" spc="-225" dirty="0">
                <a:solidFill>
                  <a:srgbClr val="FFFFFF"/>
                </a:solidFill>
                <a:latin typeface="Verdana"/>
                <a:cs typeface="Verdana"/>
              </a:rPr>
              <a:t>(x, </a:t>
            </a:r>
            <a:r>
              <a:rPr sz="2400" spc="-170" dirty="0">
                <a:solidFill>
                  <a:srgbClr val="FFFFFF"/>
                </a:solidFill>
                <a:latin typeface="Verdana"/>
                <a:cs typeface="Verdana"/>
              </a:rPr>
              <a:t>y) </a:t>
            </a:r>
            <a:r>
              <a:rPr sz="2400" spc="140" dirty="0">
                <a:solidFill>
                  <a:srgbClr val="FFFFFF"/>
                </a:solidFill>
                <a:latin typeface="Verdana"/>
                <a:cs typeface="Verdana"/>
              </a:rPr>
              <a:t>de </a:t>
            </a:r>
            <a:r>
              <a:rPr sz="2400" spc="-75" dirty="0">
                <a:solidFill>
                  <a:srgbClr val="FFFFFF"/>
                </a:solidFill>
                <a:latin typeface="Verdana"/>
                <a:cs typeface="Verdana"/>
              </a:rPr>
              <a:t>V, </a:t>
            </a:r>
            <a:r>
              <a:rPr sz="2400" spc="-185" dirty="0">
                <a:solidFill>
                  <a:srgbClr val="FFFFFF"/>
                </a:solidFill>
                <a:latin typeface="Verdana"/>
                <a:cs typeface="Verdana"/>
              </a:rPr>
              <a:t>il </a:t>
            </a:r>
            <a:r>
              <a:rPr sz="2400" spc="-114" dirty="0">
                <a:solidFill>
                  <a:srgbClr val="FFFFFF"/>
                </a:solidFill>
                <a:latin typeface="Verdana"/>
                <a:cs typeface="Verdana"/>
              </a:rPr>
              <a:t>existe </a:t>
            </a:r>
            <a:r>
              <a:rPr sz="2400" spc="-8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55" dirty="0">
                <a:solidFill>
                  <a:srgbClr val="FFFFFF"/>
                </a:solidFill>
                <a:latin typeface="Verdana"/>
                <a:cs typeface="Verdana"/>
              </a:rPr>
              <a:t>un</a:t>
            </a:r>
            <a:r>
              <a:rPr sz="2400" spc="730" dirty="0">
                <a:solidFill>
                  <a:srgbClr val="FFFFFF"/>
                </a:solidFill>
                <a:latin typeface="Verdana"/>
                <a:cs typeface="Verdana"/>
              </a:rPr>
              <a:t>  </a:t>
            </a:r>
            <a:r>
              <a:rPr sz="2400" spc="7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5" dirty="0">
                <a:solidFill>
                  <a:srgbClr val="FFFFFF"/>
                </a:solidFill>
                <a:latin typeface="Verdana"/>
                <a:cs typeface="Verdana"/>
              </a:rPr>
              <a:t>chemin     </a:t>
            </a:r>
            <a:r>
              <a:rPr sz="2400" spc="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75" dirty="0">
                <a:solidFill>
                  <a:srgbClr val="FFFFFF"/>
                </a:solidFill>
                <a:latin typeface="Verdana"/>
                <a:cs typeface="Verdana"/>
              </a:rPr>
              <a:t>reliant</a:t>
            </a:r>
            <a:r>
              <a:rPr sz="2400" spc="950" dirty="0">
                <a:solidFill>
                  <a:srgbClr val="FFFFFF"/>
                </a:solidFill>
                <a:latin typeface="Verdana"/>
                <a:cs typeface="Verdana"/>
              </a:rPr>
              <a:t>  </a:t>
            </a:r>
            <a:r>
              <a:rPr sz="2400" spc="9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30" dirty="0">
                <a:solidFill>
                  <a:srgbClr val="FFFFFF"/>
                </a:solidFill>
                <a:latin typeface="Verdana"/>
                <a:cs typeface="Verdana"/>
              </a:rPr>
              <a:t>ces      </a:t>
            </a:r>
            <a:r>
              <a:rPr sz="2400" spc="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Verdana"/>
                <a:cs typeface="Verdana"/>
              </a:rPr>
              <a:t>deux </a:t>
            </a:r>
            <a:r>
              <a:rPr sz="2400" spc="-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00" dirty="0">
                <a:solidFill>
                  <a:srgbClr val="FFFFFF"/>
                </a:solidFill>
                <a:latin typeface="Verdana"/>
                <a:cs typeface="Verdana"/>
              </a:rPr>
              <a:t>sommets</a:t>
            </a:r>
            <a:endParaRPr sz="2400">
              <a:latin typeface="Verdana"/>
              <a:cs typeface="Verdana"/>
            </a:endParaRPr>
          </a:p>
          <a:p>
            <a:pPr marL="396240" marR="6350" indent="-384175" algn="just">
              <a:lnSpc>
                <a:spcPct val="100000"/>
              </a:lnSpc>
              <a:spcBef>
                <a:spcPts val="575"/>
              </a:spcBef>
              <a:buClr>
                <a:srgbClr val="FF388C"/>
              </a:buClr>
              <a:buSzPct val="79166"/>
              <a:buFont typeface="Times New Roman"/>
              <a:buChar char="◉"/>
              <a:tabLst>
                <a:tab pos="480695" algn="l"/>
              </a:tabLst>
            </a:pPr>
            <a:r>
              <a:rPr dirty="0"/>
              <a:t>	</a:t>
            </a:r>
            <a:r>
              <a:rPr sz="2400" spc="-55" dirty="0">
                <a:solidFill>
                  <a:srgbClr val="FFFFFF"/>
                </a:solidFill>
                <a:latin typeface="Verdana"/>
                <a:cs typeface="Verdana"/>
              </a:rPr>
              <a:t>(autrement</a:t>
            </a:r>
            <a:r>
              <a:rPr sz="2400" spc="-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95" dirty="0">
                <a:solidFill>
                  <a:srgbClr val="FFFFFF"/>
                </a:solidFill>
                <a:latin typeface="Verdana"/>
                <a:cs typeface="Verdana"/>
              </a:rPr>
              <a:t>dit,</a:t>
            </a:r>
            <a:r>
              <a:rPr sz="2400" spc="-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20" dirty="0">
                <a:solidFill>
                  <a:srgbClr val="FFFFFF"/>
                </a:solidFill>
                <a:latin typeface="Verdana"/>
                <a:cs typeface="Verdana"/>
              </a:rPr>
              <a:t>s’il</a:t>
            </a:r>
            <a:r>
              <a:rPr sz="24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10" dirty="0">
                <a:solidFill>
                  <a:srgbClr val="FFFFFF"/>
                </a:solidFill>
                <a:latin typeface="Verdana"/>
                <a:cs typeface="Verdana"/>
              </a:rPr>
              <a:t>est</a:t>
            </a:r>
            <a:r>
              <a:rPr sz="24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65" dirty="0">
                <a:solidFill>
                  <a:srgbClr val="FFFFFF"/>
                </a:solidFill>
                <a:latin typeface="Verdana"/>
                <a:cs typeface="Verdana"/>
              </a:rPr>
              <a:t>possible</a:t>
            </a:r>
            <a:r>
              <a:rPr sz="2400" spc="7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95" dirty="0">
                <a:solidFill>
                  <a:srgbClr val="FFFFFF"/>
                </a:solidFill>
                <a:latin typeface="Verdana"/>
                <a:cs typeface="Verdana"/>
              </a:rPr>
              <a:t>à</a:t>
            </a:r>
            <a:r>
              <a:rPr sz="2400" spc="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00" dirty="0">
                <a:solidFill>
                  <a:srgbClr val="FFFFFF"/>
                </a:solidFill>
                <a:latin typeface="Verdana"/>
                <a:cs typeface="Verdana"/>
              </a:rPr>
              <a:t>partir</a:t>
            </a:r>
            <a:r>
              <a:rPr sz="2400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40" dirty="0">
                <a:solidFill>
                  <a:srgbClr val="FFFFFF"/>
                </a:solidFill>
                <a:latin typeface="Verdana"/>
                <a:cs typeface="Verdana"/>
              </a:rPr>
              <a:t>de </a:t>
            </a:r>
            <a:r>
              <a:rPr sz="2400" spc="-8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Verdana"/>
                <a:cs typeface="Verdana"/>
              </a:rPr>
              <a:t>n’importe</a:t>
            </a:r>
            <a:r>
              <a:rPr sz="24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5" dirty="0">
                <a:solidFill>
                  <a:srgbClr val="FFFFFF"/>
                </a:solidFill>
                <a:latin typeface="Verdana"/>
                <a:cs typeface="Verdana"/>
              </a:rPr>
              <a:t>quel</a:t>
            </a:r>
            <a:r>
              <a:rPr sz="24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85" dirty="0">
                <a:solidFill>
                  <a:srgbClr val="FFFFFF"/>
                </a:solidFill>
                <a:latin typeface="Verdana"/>
                <a:cs typeface="Verdana"/>
              </a:rPr>
              <a:t>sommet,</a:t>
            </a:r>
            <a:r>
              <a:rPr sz="24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24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75" dirty="0">
                <a:solidFill>
                  <a:srgbClr val="FFFFFF"/>
                </a:solidFill>
                <a:latin typeface="Verdana"/>
                <a:cs typeface="Verdana"/>
              </a:rPr>
              <a:t>rejoindre</a:t>
            </a:r>
            <a:r>
              <a:rPr sz="24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05" dirty="0">
                <a:solidFill>
                  <a:srgbClr val="FFFFFF"/>
                </a:solidFill>
                <a:latin typeface="Verdana"/>
                <a:cs typeface="Verdana"/>
              </a:rPr>
              <a:t>tous</a:t>
            </a:r>
            <a:r>
              <a:rPr sz="24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25" dirty="0">
                <a:solidFill>
                  <a:srgbClr val="FFFFFF"/>
                </a:solidFill>
                <a:latin typeface="Verdana"/>
                <a:cs typeface="Verdana"/>
              </a:rPr>
              <a:t>les</a:t>
            </a:r>
            <a:r>
              <a:rPr sz="24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85" dirty="0">
                <a:solidFill>
                  <a:srgbClr val="FFFFFF"/>
                </a:solidFill>
                <a:latin typeface="Verdana"/>
                <a:cs typeface="Verdana"/>
              </a:rPr>
              <a:t>autres </a:t>
            </a:r>
            <a:r>
              <a:rPr sz="2400" spc="-8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4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32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-55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400" spc="-16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400" spc="-85" dirty="0">
                <a:solidFill>
                  <a:srgbClr val="FFFFFF"/>
                </a:solidFill>
                <a:latin typeface="Verdana"/>
                <a:cs typeface="Verdana"/>
              </a:rPr>
              <a:t>v</a:t>
            </a:r>
            <a:r>
              <a:rPr sz="2400" spc="21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8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400" spc="-13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400" spc="-185" dirty="0">
                <a:solidFill>
                  <a:srgbClr val="FFFFFF"/>
                </a:solidFill>
                <a:latin typeface="Verdana"/>
                <a:cs typeface="Verdana"/>
              </a:rPr>
              <a:t> l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32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-2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21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33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ê</a:t>
            </a:r>
            <a:r>
              <a:rPr sz="2400" spc="-1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32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-1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9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4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8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32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21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31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400" spc="280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400" spc="-32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-229" dirty="0">
                <a:solidFill>
                  <a:srgbClr val="FFFFFF"/>
                </a:solidFill>
                <a:latin typeface="Verdana"/>
                <a:cs typeface="Verdana"/>
              </a:rPr>
              <a:t>)</a:t>
            </a:r>
            <a:r>
              <a:rPr sz="2400" spc="-210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2400">
              <a:latin typeface="Verdana"/>
              <a:cs typeface="Verdan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540507" y="4323588"/>
            <a:ext cx="4524756" cy="2692908"/>
          </a:xfrm>
          <a:prstGeom prst="rect">
            <a:avLst/>
          </a:prstGeom>
        </p:spPr>
      </p:pic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100" dirty="0"/>
              <a:t>21</a:t>
            </a:fld>
            <a:endParaRPr spc="-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74076" y="1451913"/>
            <a:ext cx="794194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6240" marR="5080" indent="-384175">
              <a:lnSpc>
                <a:spcPct val="100000"/>
              </a:lnSpc>
              <a:spcBef>
                <a:spcPts val="100"/>
              </a:spcBef>
              <a:buClr>
                <a:srgbClr val="FF388C"/>
              </a:buClr>
              <a:buSzPct val="80000"/>
              <a:buFont typeface="Times New Roman"/>
              <a:buChar char="◉"/>
              <a:tabLst>
                <a:tab pos="396875" algn="l"/>
              </a:tabLst>
            </a:pPr>
            <a:r>
              <a:rPr sz="3000" spc="-85" dirty="0">
                <a:solidFill>
                  <a:srgbClr val="FFFFFF"/>
                </a:solidFill>
                <a:latin typeface="Verdana"/>
                <a:cs typeface="Verdana"/>
              </a:rPr>
              <a:t>Pour</a:t>
            </a:r>
            <a:r>
              <a:rPr sz="3000" spc="-2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70" dirty="0">
                <a:solidFill>
                  <a:srgbClr val="FFFFFF"/>
                </a:solidFill>
                <a:latin typeface="Verdana"/>
                <a:cs typeface="Verdana"/>
              </a:rPr>
              <a:t>un</a:t>
            </a:r>
            <a:r>
              <a:rPr sz="3000" spc="-229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b="1" dirty="0">
                <a:solidFill>
                  <a:srgbClr val="FFFF00"/>
                </a:solidFill>
                <a:latin typeface="Tahoma"/>
                <a:cs typeface="Tahoma"/>
              </a:rPr>
              <a:t>graphe</a:t>
            </a:r>
            <a:r>
              <a:rPr sz="3000" b="1" spc="-40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3000" b="1" spc="-65" dirty="0">
                <a:solidFill>
                  <a:srgbClr val="FFFF00"/>
                </a:solidFill>
                <a:latin typeface="Tahoma"/>
                <a:cs typeface="Tahoma"/>
              </a:rPr>
              <a:t>non</a:t>
            </a:r>
            <a:r>
              <a:rPr sz="3000" b="1" spc="-40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3000" b="1" dirty="0">
                <a:solidFill>
                  <a:srgbClr val="FFFF00"/>
                </a:solidFill>
                <a:latin typeface="Tahoma"/>
                <a:cs typeface="Tahoma"/>
              </a:rPr>
              <a:t>connexe</a:t>
            </a:r>
            <a:r>
              <a:rPr sz="3000" dirty="0">
                <a:solidFill>
                  <a:srgbClr val="FFFFFF"/>
                </a:solidFill>
                <a:latin typeface="Verdana"/>
                <a:cs typeface="Verdana"/>
              </a:rPr>
              <a:t>,</a:t>
            </a:r>
            <a:r>
              <a:rPr sz="3000" spc="-2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40" dirty="0">
                <a:solidFill>
                  <a:srgbClr val="FFFFFF"/>
                </a:solidFill>
                <a:latin typeface="Verdana"/>
                <a:cs typeface="Verdana"/>
              </a:rPr>
              <a:t>on</a:t>
            </a:r>
            <a:r>
              <a:rPr sz="3000" spc="-2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25" dirty="0">
                <a:solidFill>
                  <a:srgbClr val="FFFFFF"/>
                </a:solidFill>
                <a:latin typeface="Verdana"/>
                <a:cs typeface="Verdana"/>
              </a:rPr>
              <a:t>parlera </a:t>
            </a:r>
            <a:r>
              <a:rPr sz="3000" spc="-10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16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2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39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40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-229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b="1" spc="330" dirty="0">
                <a:solidFill>
                  <a:srgbClr val="FFFF00"/>
                </a:solidFill>
                <a:latin typeface="Tahoma"/>
                <a:cs typeface="Tahoma"/>
              </a:rPr>
              <a:t>c</a:t>
            </a:r>
            <a:r>
              <a:rPr sz="3000" b="1" spc="60" dirty="0">
                <a:solidFill>
                  <a:srgbClr val="FFFF00"/>
                </a:solidFill>
                <a:latin typeface="Tahoma"/>
                <a:cs typeface="Tahoma"/>
              </a:rPr>
              <a:t>o</a:t>
            </a:r>
            <a:r>
              <a:rPr sz="3000" b="1" spc="-45" dirty="0">
                <a:solidFill>
                  <a:srgbClr val="FFFF00"/>
                </a:solidFill>
                <a:latin typeface="Tahoma"/>
                <a:cs typeface="Tahoma"/>
              </a:rPr>
              <a:t>m</a:t>
            </a:r>
            <a:r>
              <a:rPr sz="3000" b="1" spc="85" dirty="0">
                <a:solidFill>
                  <a:srgbClr val="FFFF00"/>
                </a:solidFill>
                <a:latin typeface="Tahoma"/>
                <a:cs typeface="Tahoma"/>
              </a:rPr>
              <a:t>p</a:t>
            </a:r>
            <a:r>
              <a:rPr sz="3000" b="1" spc="60" dirty="0">
                <a:solidFill>
                  <a:srgbClr val="FFFF00"/>
                </a:solidFill>
                <a:latin typeface="Tahoma"/>
                <a:cs typeface="Tahoma"/>
              </a:rPr>
              <a:t>o</a:t>
            </a:r>
            <a:r>
              <a:rPr sz="3000" b="1" spc="-225" dirty="0">
                <a:solidFill>
                  <a:srgbClr val="FFFF00"/>
                </a:solidFill>
                <a:latin typeface="Tahoma"/>
                <a:cs typeface="Tahoma"/>
              </a:rPr>
              <a:t>s</a:t>
            </a:r>
            <a:r>
              <a:rPr sz="3000" b="1" spc="175" dirty="0">
                <a:solidFill>
                  <a:srgbClr val="FFFF00"/>
                </a:solidFill>
                <a:latin typeface="Tahoma"/>
                <a:cs typeface="Tahoma"/>
              </a:rPr>
              <a:t>a</a:t>
            </a:r>
            <a:r>
              <a:rPr sz="3000" b="1" spc="-130" dirty="0">
                <a:solidFill>
                  <a:srgbClr val="FFFF00"/>
                </a:solidFill>
                <a:latin typeface="Tahoma"/>
                <a:cs typeface="Tahoma"/>
              </a:rPr>
              <a:t>n</a:t>
            </a:r>
            <a:r>
              <a:rPr sz="3000" b="1" spc="-350" dirty="0">
                <a:solidFill>
                  <a:srgbClr val="FFFF00"/>
                </a:solidFill>
                <a:latin typeface="Tahoma"/>
                <a:cs typeface="Tahoma"/>
              </a:rPr>
              <a:t>t</a:t>
            </a:r>
            <a:r>
              <a:rPr sz="3000" b="1" spc="130" dirty="0">
                <a:solidFill>
                  <a:srgbClr val="FFFF00"/>
                </a:solidFill>
                <a:latin typeface="Tahoma"/>
                <a:cs typeface="Tahoma"/>
              </a:rPr>
              <a:t>e</a:t>
            </a:r>
            <a:r>
              <a:rPr sz="3000" b="1" spc="-225" dirty="0">
                <a:solidFill>
                  <a:srgbClr val="FFFF00"/>
                </a:solidFill>
                <a:latin typeface="Tahoma"/>
                <a:cs typeface="Tahoma"/>
              </a:rPr>
              <a:t>s</a:t>
            </a:r>
            <a:r>
              <a:rPr sz="3000" b="1" spc="-10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3000" b="1" spc="330" dirty="0">
                <a:solidFill>
                  <a:srgbClr val="FFFF00"/>
                </a:solidFill>
                <a:latin typeface="Tahoma"/>
                <a:cs typeface="Tahoma"/>
              </a:rPr>
              <a:t>c</a:t>
            </a:r>
            <a:r>
              <a:rPr sz="3000" b="1" spc="60" dirty="0">
                <a:solidFill>
                  <a:srgbClr val="FFFF00"/>
                </a:solidFill>
                <a:latin typeface="Tahoma"/>
                <a:cs typeface="Tahoma"/>
              </a:rPr>
              <a:t>o</a:t>
            </a:r>
            <a:r>
              <a:rPr sz="3000" b="1" spc="-130" dirty="0">
                <a:solidFill>
                  <a:srgbClr val="FFFF00"/>
                </a:solidFill>
                <a:latin typeface="Tahoma"/>
                <a:cs typeface="Tahoma"/>
              </a:rPr>
              <a:t>nn</a:t>
            </a:r>
            <a:r>
              <a:rPr sz="3000" b="1" spc="130" dirty="0">
                <a:solidFill>
                  <a:srgbClr val="FFFF00"/>
                </a:solidFill>
                <a:latin typeface="Tahoma"/>
                <a:cs typeface="Tahoma"/>
              </a:rPr>
              <a:t>e</a:t>
            </a:r>
            <a:r>
              <a:rPr sz="3000" b="1" spc="-140" dirty="0">
                <a:solidFill>
                  <a:srgbClr val="FFFF00"/>
                </a:solidFill>
                <a:latin typeface="Tahoma"/>
                <a:cs typeface="Tahoma"/>
              </a:rPr>
              <a:t>x</a:t>
            </a:r>
            <a:r>
              <a:rPr sz="3000" b="1" spc="130" dirty="0">
                <a:solidFill>
                  <a:srgbClr val="FFFF00"/>
                </a:solidFill>
                <a:latin typeface="Tahoma"/>
                <a:cs typeface="Tahoma"/>
              </a:rPr>
              <a:t>e</a:t>
            </a:r>
            <a:r>
              <a:rPr sz="3000" b="1" spc="-225" dirty="0">
                <a:solidFill>
                  <a:srgbClr val="FFFF00"/>
                </a:solidFill>
                <a:latin typeface="Tahoma"/>
                <a:cs typeface="Tahoma"/>
              </a:rPr>
              <a:t>s</a:t>
            </a:r>
            <a:r>
              <a:rPr sz="3000" b="1" spc="-40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3000" b="1" spc="-225" dirty="0">
                <a:solidFill>
                  <a:srgbClr val="FFFF00"/>
                </a:solidFill>
                <a:latin typeface="Tahoma"/>
                <a:cs typeface="Tahoma"/>
              </a:rPr>
              <a:t>(</a:t>
            </a:r>
            <a:r>
              <a:rPr sz="3000" b="1" spc="335" dirty="0">
                <a:solidFill>
                  <a:srgbClr val="FFFF00"/>
                </a:solidFill>
                <a:latin typeface="Tahoma"/>
                <a:cs typeface="Tahoma"/>
              </a:rPr>
              <a:t>CC</a:t>
            </a:r>
            <a:r>
              <a:rPr sz="3000" b="1" spc="-225" dirty="0">
                <a:solidFill>
                  <a:srgbClr val="FFFF00"/>
                </a:solidFill>
                <a:latin typeface="Tahoma"/>
                <a:cs typeface="Tahoma"/>
              </a:rPr>
              <a:t>)</a:t>
            </a:r>
            <a:endParaRPr sz="30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9448" y="682752"/>
            <a:ext cx="1661159" cy="236220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772668" y="2965703"/>
            <a:ext cx="9144000" cy="4243070"/>
            <a:chOff x="772668" y="2965703"/>
            <a:chExt cx="9144000" cy="424307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06524" y="2965703"/>
              <a:ext cx="2886456" cy="81381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68568" y="3055619"/>
              <a:ext cx="3252216" cy="7238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2668" y="3779519"/>
              <a:ext cx="9143999" cy="34290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3781043"/>
              <a:ext cx="5925311" cy="102412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1812" y="6414515"/>
              <a:ext cx="8974835" cy="67665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906524" y="3779519"/>
              <a:ext cx="2886456" cy="1711451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1081518" y="5708424"/>
            <a:ext cx="44856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70" dirty="0">
                <a:solidFill>
                  <a:srgbClr val="CCFF33"/>
                </a:solidFill>
                <a:latin typeface="Tahoma"/>
                <a:cs typeface="Tahoma"/>
              </a:rPr>
              <a:t>G</a:t>
            </a:r>
            <a:r>
              <a:rPr sz="1800" b="1" spc="-204" dirty="0">
                <a:solidFill>
                  <a:srgbClr val="CCFF33"/>
                </a:solidFill>
                <a:latin typeface="Tahoma"/>
                <a:cs typeface="Tahoma"/>
              </a:rPr>
              <a:t>r</a:t>
            </a:r>
            <a:r>
              <a:rPr sz="1800" b="1" spc="105" dirty="0">
                <a:solidFill>
                  <a:srgbClr val="CCFF33"/>
                </a:solidFill>
                <a:latin typeface="Tahoma"/>
                <a:cs typeface="Tahoma"/>
              </a:rPr>
              <a:t>a</a:t>
            </a:r>
            <a:r>
              <a:rPr sz="1800" b="1" spc="50" dirty="0">
                <a:solidFill>
                  <a:srgbClr val="CCFF33"/>
                </a:solidFill>
                <a:latin typeface="Tahoma"/>
                <a:cs typeface="Tahoma"/>
              </a:rPr>
              <a:t>p</a:t>
            </a:r>
            <a:r>
              <a:rPr sz="1800" b="1" spc="-80" dirty="0">
                <a:solidFill>
                  <a:srgbClr val="CCFF33"/>
                </a:solidFill>
                <a:latin typeface="Tahoma"/>
                <a:cs typeface="Tahoma"/>
              </a:rPr>
              <a:t>h</a:t>
            </a:r>
            <a:r>
              <a:rPr sz="1800" b="1" spc="80" dirty="0">
                <a:solidFill>
                  <a:srgbClr val="CCFF33"/>
                </a:solidFill>
                <a:latin typeface="Tahoma"/>
                <a:cs typeface="Tahoma"/>
              </a:rPr>
              <a:t>e</a:t>
            </a:r>
            <a:r>
              <a:rPr sz="1800" b="1" spc="-45" dirty="0">
                <a:solidFill>
                  <a:srgbClr val="CCFF33"/>
                </a:solidFill>
                <a:latin typeface="Tahoma"/>
                <a:cs typeface="Tahoma"/>
              </a:rPr>
              <a:t> </a:t>
            </a:r>
            <a:r>
              <a:rPr sz="1800" b="1" spc="105" dirty="0">
                <a:solidFill>
                  <a:srgbClr val="CCFF33"/>
                </a:solidFill>
                <a:latin typeface="Tahoma"/>
                <a:cs typeface="Tahoma"/>
              </a:rPr>
              <a:t>a</a:t>
            </a:r>
            <a:r>
              <a:rPr sz="1800" b="1" spc="-40" dirty="0">
                <a:solidFill>
                  <a:srgbClr val="CCFF33"/>
                </a:solidFill>
                <a:latin typeface="Tahoma"/>
                <a:cs typeface="Tahoma"/>
              </a:rPr>
              <a:t>v</a:t>
            </a:r>
            <a:r>
              <a:rPr sz="1800" b="1" spc="75" dirty="0">
                <a:solidFill>
                  <a:srgbClr val="CCFF33"/>
                </a:solidFill>
                <a:latin typeface="Tahoma"/>
                <a:cs typeface="Tahoma"/>
              </a:rPr>
              <a:t>e</a:t>
            </a:r>
            <a:r>
              <a:rPr sz="1800" b="1" spc="200" dirty="0">
                <a:solidFill>
                  <a:srgbClr val="CCFF33"/>
                </a:solidFill>
                <a:latin typeface="Tahoma"/>
                <a:cs typeface="Tahoma"/>
              </a:rPr>
              <a:t>c</a:t>
            </a:r>
            <a:r>
              <a:rPr sz="1800" b="1" spc="-25" dirty="0">
                <a:solidFill>
                  <a:srgbClr val="CCFF33"/>
                </a:solidFill>
                <a:latin typeface="Tahoma"/>
                <a:cs typeface="Tahoma"/>
              </a:rPr>
              <a:t> </a:t>
            </a:r>
            <a:r>
              <a:rPr sz="1800" b="1" spc="-140" dirty="0">
                <a:solidFill>
                  <a:srgbClr val="CCFF33"/>
                </a:solidFill>
                <a:latin typeface="Tahoma"/>
                <a:cs typeface="Tahoma"/>
              </a:rPr>
              <a:t>3</a:t>
            </a:r>
            <a:r>
              <a:rPr sz="1800" b="1" spc="-25" dirty="0">
                <a:solidFill>
                  <a:srgbClr val="CCFF33"/>
                </a:solidFill>
                <a:latin typeface="Tahoma"/>
                <a:cs typeface="Tahoma"/>
              </a:rPr>
              <a:t> </a:t>
            </a:r>
            <a:r>
              <a:rPr sz="1800" b="1" spc="195" dirty="0">
                <a:solidFill>
                  <a:srgbClr val="CCFF33"/>
                </a:solidFill>
                <a:latin typeface="Tahoma"/>
                <a:cs typeface="Tahoma"/>
              </a:rPr>
              <a:t>c</a:t>
            </a:r>
            <a:r>
              <a:rPr sz="1800" b="1" spc="35" dirty="0">
                <a:solidFill>
                  <a:srgbClr val="CCFF33"/>
                </a:solidFill>
                <a:latin typeface="Tahoma"/>
                <a:cs typeface="Tahoma"/>
              </a:rPr>
              <a:t>o</a:t>
            </a:r>
            <a:r>
              <a:rPr sz="1800" b="1" spc="-25" dirty="0">
                <a:solidFill>
                  <a:srgbClr val="CCFF33"/>
                </a:solidFill>
                <a:latin typeface="Tahoma"/>
                <a:cs typeface="Tahoma"/>
              </a:rPr>
              <a:t>m</a:t>
            </a:r>
            <a:r>
              <a:rPr sz="1800" b="1" spc="50" dirty="0">
                <a:solidFill>
                  <a:srgbClr val="CCFF33"/>
                </a:solidFill>
                <a:latin typeface="Tahoma"/>
                <a:cs typeface="Tahoma"/>
              </a:rPr>
              <a:t>p</a:t>
            </a:r>
            <a:r>
              <a:rPr sz="1800" b="1" spc="35" dirty="0">
                <a:solidFill>
                  <a:srgbClr val="CCFF33"/>
                </a:solidFill>
                <a:latin typeface="Tahoma"/>
                <a:cs typeface="Tahoma"/>
              </a:rPr>
              <a:t>o</a:t>
            </a:r>
            <a:r>
              <a:rPr sz="1800" b="1" spc="-135" dirty="0">
                <a:solidFill>
                  <a:srgbClr val="CCFF33"/>
                </a:solidFill>
                <a:latin typeface="Tahoma"/>
                <a:cs typeface="Tahoma"/>
              </a:rPr>
              <a:t>s</a:t>
            </a:r>
            <a:r>
              <a:rPr sz="1800" b="1" spc="105" dirty="0">
                <a:solidFill>
                  <a:srgbClr val="CCFF33"/>
                </a:solidFill>
                <a:latin typeface="Tahoma"/>
                <a:cs typeface="Tahoma"/>
              </a:rPr>
              <a:t>a</a:t>
            </a:r>
            <a:r>
              <a:rPr sz="1800" b="1" spc="-80" dirty="0">
                <a:solidFill>
                  <a:srgbClr val="CCFF33"/>
                </a:solidFill>
                <a:latin typeface="Tahoma"/>
                <a:cs typeface="Tahoma"/>
              </a:rPr>
              <a:t>n</a:t>
            </a:r>
            <a:r>
              <a:rPr sz="1800" b="1" spc="-210" dirty="0">
                <a:solidFill>
                  <a:srgbClr val="CCFF33"/>
                </a:solidFill>
                <a:latin typeface="Tahoma"/>
                <a:cs typeface="Tahoma"/>
              </a:rPr>
              <a:t>t</a:t>
            </a:r>
            <a:r>
              <a:rPr sz="1800" b="1" spc="75" dirty="0">
                <a:solidFill>
                  <a:srgbClr val="CCFF33"/>
                </a:solidFill>
                <a:latin typeface="Tahoma"/>
                <a:cs typeface="Tahoma"/>
              </a:rPr>
              <a:t>e</a:t>
            </a:r>
            <a:r>
              <a:rPr sz="1800" b="1" spc="-135" dirty="0">
                <a:solidFill>
                  <a:srgbClr val="CCFF33"/>
                </a:solidFill>
                <a:latin typeface="Tahoma"/>
                <a:cs typeface="Tahoma"/>
              </a:rPr>
              <a:t>s</a:t>
            </a:r>
            <a:r>
              <a:rPr sz="1800" b="1" spc="-60" dirty="0">
                <a:solidFill>
                  <a:srgbClr val="CCFF33"/>
                </a:solidFill>
                <a:latin typeface="Tahoma"/>
                <a:cs typeface="Tahoma"/>
              </a:rPr>
              <a:t> </a:t>
            </a:r>
            <a:r>
              <a:rPr sz="1800" b="1" spc="195" dirty="0">
                <a:solidFill>
                  <a:srgbClr val="CCFF33"/>
                </a:solidFill>
                <a:latin typeface="Tahoma"/>
                <a:cs typeface="Tahoma"/>
              </a:rPr>
              <a:t>c</a:t>
            </a:r>
            <a:r>
              <a:rPr sz="1800" b="1" spc="35" dirty="0">
                <a:solidFill>
                  <a:srgbClr val="CCFF33"/>
                </a:solidFill>
                <a:latin typeface="Tahoma"/>
                <a:cs typeface="Tahoma"/>
              </a:rPr>
              <a:t>o</a:t>
            </a:r>
            <a:r>
              <a:rPr sz="1800" b="1" spc="-80" dirty="0">
                <a:solidFill>
                  <a:srgbClr val="CCFF33"/>
                </a:solidFill>
                <a:latin typeface="Tahoma"/>
                <a:cs typeface="Tahoma"/>
              </a:rPr>
              <a:t>nn</a:t>
            </a:r>
            <a:r>
              <a:rPr sz="1800" b="1" spc="75" dirty="0">
                <a:solidFill>
                  <a:srgbClr val="CCFF33"/>
                </a:solidFill>
                <a:latin typeface="Tahoma"/>
                <a:cs typeface="Tahoma"/>
              </a:rPr>
              <a:t>e</a:t>
            </a:r>
            <a:r>
              <a:rPr sz="1800" b="1" spc="-85" dirty="0">
                <a:solidFill>
                  <a:srgbClr val="CCFF33"/>
                </a:solidFill>
                <a:latin typeface="Tahoma"/>
                <a:cs typeface="Tahoma"/>
              </a:rPr>
              <a:t>x</a:t>
            </a:r>
            <a:r>
              <a:rPr sz="1800" b="1" spc="75" dirty="0">
                <a:solidFill>
                  <a:srgbClr val="CCFF33"/>
                </a:solidFill>
                <a:latin typeface="Tahoma"/>
                <a:cs typeface="Tahoma"/>
              </a:rPr>
              <a:t>e</a:t>
            </a:r>
            <a:r>
              <a:rPr sz="1800" b="1" spc="-135" dirty="0">
                <a:solidFill>
                  <a:srgbClr val="CCFF33"/>
                </a:solidFill>
                <a:latin typeface="Tahoma"/>
                <a:cs typeface="Tahoma"/>
              </a:rPr>
              <a:t>s</a:t>
            </a:r>
            <a:r>
              <a:rPr sz="1800" b="1" spc="-60" dirty="0">
                <a:solidFill>
                  <a:srgbClr val="CCFF33"/>
                </a:solidFill>
                <a:latin typeface="Tahoma"/>
                <a:cs typeface="Tahoma"/>
              </a:rPr>
              <a:t>.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17" name="object 1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068567" y="3779520"/>
            <a:ext cx="3252216" cy="1357883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6238735" y="5618457"/>
            <a:ext cx="330136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spc="20" dirty="0">
                <a:solidFill>
                  <a:srgbClr val="CCFF33"/>
                </a:solidFill>
                <a:latin typeface="Tahoma"/>
                <a:cs typeface="Tahoma"/>
              </a:rPr>
              <a:t>Graphe</a:t>
            </a:r>
            <a:r>
              <a:rPr sz="1800" b="1" spc="-60" dirty="0">
                <a:solidFill>
                  <a:srgbClr val="CCFF33"/>
                </a:solidFill>
                <a:latin typeface="Tahoma"/>
                <a:cs typeface="Tahoma"/>
              </a:rPr>
              <a:t> </a:t>
            </a:r>
            <a:r>
              <a:rPr sz="1800" b="1" spc="-40" dirty="0">
                <a:solidFill>
                  <a:srgbClr val="CCFF33"/>
                </a:solidFill>
                <a:latin typeface="Tahoma"/>
                <a:cs typeface="Tahoma"/>
              </a:rPr>
              <a:t>non</a:t>
            </a:r>
            <a:r>
              <a:rPr sz="1800" b="1" spc="-60" dirty="0">
                <a:solidFill>
                  <a:srgbClr val="CCFF33"/>
                </a:solidFill>
                <a:latin typeface="Tahoma"/>
                <a:cs typeface="Tahoma"/>
              </a:rPr>
              <a:t> </a:t>
            </a:r>
            <a:r>
              <a:rPr sz="1800" b="1" spc="20" dirty="0">
                <a:solidFill>
                  <a:srgbClr val="CCFF33"/>
                </a:solidFill>
                <a:latin typeface="Tahoma"/>
                <a:cs typeface="Tahoma"/>
              </a:rPr>
              <a:t>connexe</a:t>
            </a:r>
            <a:r>
              <a:rPr sz="1800" b="1" spc="-60" dirty="0">
                <a:solidFill>
                  <a:srgbClr val="CCFF33"/>
                </a:solidFill>
                <a:latin typeface="Tahoma"/>
                <a:cs typeface="Tahoma"/>
              </a:rPr>
              <a:t> </a:t>
            </a:r>
            <a:r>
              <a:rPr sz="1800" b="1" spc="-15" dirty="0">
                <a:solidFill>
                  <a:srgbClr val="CCFF33"/>
                </a:solidFill>
                <a:latin typeface="Tahoma"/>
                <a:cs typeface="Tahoma"/>
              </a:rPr>
              <a:t>ayant</a:t>
            </a:r>
            <a:r>
              <a:rPr sz="1800" b="1" spc="-40" dirty="0">
                <a:solidFill>
                  <a:srgbClr val="CCFF33"/>
                </a:solidFill>
                <a:latin typeface="Tahoma"/>
                <a:cs typeface="Tahoma"/>
              </a:rPr>
              <a:t> </a:t>
            </a:r>
            <a:r>
              <a:rPr sz="1800" b="1" spc="-140" dirty="0">
                <a:solidFill>
                  <a:srgbClr val="CCFF33"/>
                </a:solidFill>
                <a:latin typeface="Tahoma"/>
                <a:cs typeface="Tahoma"/>
              </a:rPr>
              <a:t>2 </a:t>
            </a:r>
            <a:r>
              <a:rPr sz="1800" b="1" spc="-515" dirty="0">
                <a:solidFill>
                  <a:srgbClr val="CCFF33"/>
                </a:solidFill>
                <a:latin typeface="Tahoma"/>
                <a:cs typeface="Tahoma"/>
              </a:rPr>
              <a:t> </a:t>
            </a:r>
            <a:r>
              <a:rPr sz="1800" b="1" spc="-10" dirty="0">
                <a:solidFill>
                  <a:srgbClr val="CCFF33"/>
                </a:solidFill>
                <a:latin typeface="Tahoma"/>
                <a:cs typeface="Tahoma"/>
              </a:rPr>
              <a:t>composantes</a:t>
            </a:r>
            <a:r>
              <a:rPr sz="1800" b="1" spc="-85" dirty="0">
                <a:solidFill>
                  <a:srgbClr val="CCFF33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CCFF33"/>
                </a:solidFill>
                <a:latin typeface="Tahoma"/>
                <a:cs typeface="Tahoma"/>
              </a:rPr>
              <a:t>connexes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100" dirty="0"/>
              <a:t>22</a:t>
            </a:fld>
            <a:endParaRPr spc="-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74076" y="1273533"/>
            <a:ext cx="8009255" cy="1761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6240" marR="5080" indent="-384175">
              <a:lnSpc>
                <a:spcPct val="100000"/>
              </a:lnSpc>
              <a:spcBef>
                <a:spcPts val="100"/>
              </a:spcBef>
              <a:buClr>
                <a:srgbClr val="FF388C"/>
              </a:buClr>
              <a:buSzPct val="79166"/>
              <a:buFont typeface="Times New Roman"/>
              <a:buChar char="◉"/>
              <a:tabLst>
                <a:tab pos="396240" algn="l"/>
                <a:tab pos="396875" algn="l"/>
                <a:tab pos="1565275" algn="l"/>
                <a:tab pos="2415540" algn="l"/>
                <a:tab pos="3674745" algn="l"/>
                <a:tab pos="4259580" algn="l"/>
                <a:tab pos="5094605" algn="l"/>
                <a:tab pos="5655945" algn="l"/>
                <a:tab pos="6987540" algn="l"/>
                <a:tab pos="7554595" algn="l"/>
              </a:tabLst>
            </a:pPr>
            <a:r>
              <a:rPr sz="2400" b="1" spc="-320" dirty="0">
                <a:solidFill>
                  <a:srgbClr val="FFFF00"/>
                </a:solidFill>
                <a:latin typeface="Tahoma"/>
                <a:cs typeface="Tahoma"/>
              </a:rPr>
              <a:t>L</a:t>
            </a:r>
            <a:r>
              <a:rPr sz="2400" b="1" spc="10" dirty="0">
                <a:solidFill>
                  <a:srgbClr val="FFFF00"/>
                </a:solidFill>
                <a:latin typeface="Tahoma"/>
                <a:cs typeface="Tahoma"/>
              </a:rPr>
              <a:t>’</a:t>
            </a:r>
            <a:r>
              <a:rPr sz="2400" b="1" spc="50" dirty="0">
                <a:solidFill>
                  <a:srgbClr val="FFFF00"/>
                </a:solidFill>
                <a:latin typeface="Tahoma"/>
                <a:cs typeface="Tahoma"/>
              </a:rPr>
              <a:t>o</a:t>
            </a:r>
            <a:r>
              <a:rPr sz="2400" b="1" spc="-275" dirty="0">
                <a:solidFill>
                  <a:srgbClr val="FFFF00"/>
                </a:solidFill>
                <a:latin typeface="Tahoma"/>
                <a:cs typeface="Tahoma"/>
              </a:rPr>
              <a:t>r</a:t>
            </a:r>
            <a:r>
              <a:rPr sz="2400" b="1" spc="65" dirty="0">
                <a:solidFill>
                  <a:srgbClr val="FFFF00"/>
                </a:solidFill>
                <a:latin typeface="Tahoma"/>
                <a:cs typeface="Tahoma"/>
              </a:rPr>
              <a:t>d</a:t>
            </a:r>
            <a:r>
              <a:rPr sz="2400" b="1" spc="-275" dirty="0">
                <a:solidFill>
                  <a:srgbClr val="FFFF00"/>
                </a:solidFill>
                <a:latin typeface="Tahoma"/>
                <a:cs typeface="Tahoma"/>
              </a:rPr>
              <a:t>r</a:t>
            </a:r>
            <a:r>
              <a:rPr sz="2400" b="1" spc="110" dirty="0">
                <a:solidFill>
                  <a:srgbClr val="FFFF00"/>
                </a:solidFill>
                <a:latin typeface="Tahoma"/>
                <a:cs typeface="Tahoma"/>
              </a:rPr>
              <a:t>e</a:t>
            </a:r>
            <a:r>
              <a:rPr sz="2400" b="1" dirty="0">
                <a:solidFill>
                  <a:srgbClr val="FFFF00"/>
                </a:solidFill>
                <a:latin typeface="Tahoma"/>
                <a:cs typeface="Tahoma"/>
              </a:rPr>
              <a:t>	</a:t>
            </a:r>
            <a:r>
              <a:rPr sz="2400" spc="15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400" spc="190" dirty="0">
                <a:solidFill>
                  <a:srgbClr val="FFFFFF"/>
                </a:solidFill>
                <a:latin typeface="Verdana"/>
                <a:cs typeface="Verdana"/>
              </a:rPr>
              <a:t>’</a:t>
            </a:r>
            <a:r>
              <a:rPr sz="2400" spc="-55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400" spc="105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2400" spc="-28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400" spc="18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400" spc="15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34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-13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ég</a:t>
            </a:r>
            <a:r>
              <a:rPr sz="2400" spc="18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180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400" spc="21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400" spc="-8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400" spc="120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400" spc="-105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sz="2400" spc="-28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400" spc="-29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15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250" dirty="0">
                <a:solidFill>
                  <a:srgbClr val="FFFFFF"/>
                </a:solidFill>
                <a:latin typeface="Verdana"/>
                <a:cs typeface="Verdana"/>
              </a:rPr>
              <a:t>s  </a:t>
            </a:r>
            <a:r>
              <a:rPr sz="2400" spc="-114" dirty="0">
                <a:solidFill>
                  <a:srgbClr val="FFFFFF"/>
                </a:solidFill>
                <a:latin typeface="Verdana"/>
                <a:cs typeface="Verdana"/>
              </a:rPr>
              <a:t>sommets.</a:t>
            </a:r>
            <a:endParaRPr sz="2400">
              <a:latin typeface="Verdana"/>
              <a:cs typeface="Verdana"/>
            </a:endParaRPr>
          </a:p>
          <a:p>
            <a:pPr marL="396240" marR="5715" indent="-384175">
              <a:lnSpc>
                <a:spcPct val="100000"/>
              </a:lnSpc>
              <a:spcBef>
                <a:spcPts val="705"/>
              </a:spcBef>
              <a:buClr>
                <a:srgbClr val="FF388C"/>
              </a:buClr>
              <a:buSzPct val="80000"/>
              <a:buFont typeface="Times New Roman"/>
              <a:buChar char="◉"/>
              <a:tabLst>
                <a:tab pos="396875" algn="l"/>
                <a:tab pos="1043940" algn="l"/>
                <a:tab pos="2394585" algn="l"/>
                <a:tab pos="3488054" algn="l"/>
                <a:tab pos="5213985" algn="l"/>
                <a:tab pos="5972175" algn="l"/>
                <a:tab pos="6532245" algn="l"/>
              </a:tabLst>
            </a:pPr>
            <a:r>
              <a:rPr sz="3000" b="1" spc="-400" dirty="0">
                <a:solidFill>
                  <a:srgbClr val="FFFF00"/>
                </a:solidFill>
                <a:latin typeface="Tahoma"/>
                <a:cs typeface="Tahoma"/>
              </a:rPr>
              <a:t>L</a:t>
            </a:r>
            <a:r>
              <a:rPr sz="3000" b="1" spc="135" dirty="0">
                <a:solidFill>
                  <a:srgbClr val="FFFF00"/>
                </a:solidFill>
                <a:latin typeface="Tahoma"/>
                <a:cs typeface="Tahoma"/>
              </a:rPr>
              <a:t>e</a:t>
            </a:r>
            <a:r>
              <a:rPr sz="3000" b="1" dirty="0">
                <a:solidFill>
                  <a:srgbClr val="FFFF00"/>
                </a:solidFill>
                <a:latin typeface="Tahoma"/>
                <a:cs typeface="Tahoma"/>
              </a:rPr>
              <a:t>	</a:t>
            </a:r>
            <a:r>
              <a:rPr sz="3000" b="1" spc="85" dirty="0">
                <a:solidFill>
                  <a:srgbClr val="FFFF00"/>
                </a:solidFill>
                <a:latin typeface="Tahoma"/>
                <a:cs typeface="Tahoma"/>
              </a:rPr>
              <a:t>d</a:t>
            </a:r>
            <a:r>
              <a:rPr sz="3000" b="1" spc="130" dirty="0">
                <a:solidFill>
                  <a:srgbClr val="FFFF00"/>
                </a:solidFill>
                <a:latin typeface="Tahoma"/>
                <a:cs typeface="Tahoma"/>
              </a:rPr>
              <a:t>e</a:t>
            </a:r>
            <a:r>
              <a:rPr sz="3000" b="1" spc="85" dirty="0">
                <a:solidFill>
                  <a:srgbClr val="FFFF00"/>
                </a:solidFill>
                <a:latin typeface="Tahoma"/>
                <a:cs typeface="Tahoma"/>
              </a:rPr>
              <a:t>g</a:t>
            </a:r>
            <a:r>
              <a:rPr sz="3000" b="1" spc="-345" dirty="0">
                <a:solidFill>
                  <a:srgbClr val="FFFF00"/>
                </a:solidFill>
                <a:latin typeface="Tahoma"/>
                <a:cs typeface="Tahoma"/>
              </a:rPr>
              <a:t>r</a:t>
            </a:r>
            <a:r>
              <a:rPr sz="3000" b="1" spc="135" dirty="0">
                <a:solidFill>
                  <a:srgbClr val="FFFF00"/>
                </a:solidFill>
                <a:latin typeface="Tahoma"/>
                <a:cs typeface="Tahoma"/>
              </a:rPr>
              <a:t>é</a:t>
            </a:r>
            <a:r>
              <a:rPr sz="3000" b="1" dirty="0">
                <a:solidFill>
                  <a:srgbClr val="FFFF00"/>
                </a:solidFill>
                <a:latin typeface="Tahoma"/>
                <a:cs typeface="Tahoma"/>
              </a:rPr>
              <a:t>	</a:t>
            </a:r>
            <a:r>
              <a:rPr sz="3000" spc="16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3000" spc="270" dirty="0">
                <a:solidFill>
                  <a:srgbClr val="FFFFFF"/>
                </a:solidFill>
                <a:latin typeface="Verdana"/>
                <a:cs typeface="Verdana"/>
              </a:rPr>
              <a:t>’</a:t>
            </a:r>
            <a:r>
              <a:rPr sz="3000" spc="-10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3000" spc="-7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30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3000" spc="-39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15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3000" spc="-13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3000" spc="-10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17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30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30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39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-17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30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3000" spc="-229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3000" spc="-7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3000" spc="12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3000" spc="-10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3000" spc="195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sz="3000" spc="-38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3000" spc="114" dirty="0">
                <a:solidFill>
                  <a:srgbClr val="FFFFFF"/>
                </a:solidFill>
                <a:latin typeface="Verdana"/>
                <a:cs typeface="Verdana"/>
              </a:rPr>
              <a:t>e  </a:t>
            </a:r>
            <a:r>
              <a:rPr sz="3000" spc="16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3000" spc="270" dirty="0">
                <a:solidFill>
                  <a:srgbClr val="FFFFFF"/>
                </a:solidFill>
                <a:latin typeface="Verdana"/>
                <a:cs typeface="Verdana"/>
              </a:rPr>
              <a:t>’</a:t>
            </a:r>
            <a:r>
              <a:rPr sz="3000" spc="23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3000" spc="-38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ê</a:t>
            </a:r>
            <a:r>
              <a:rPr sz="3000" spc="-17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40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-2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229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3000" spc="-7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3000" spc="380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3000" spc="-229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3000" spc="16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7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3000" spc="-17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40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-2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245" dirty="0">
                <a:solidFill>
                  <a:srgbClr val="FFFFFF"/>
                </a:solidFill>
                <a:latin typeface="Verdana"/>
                <a:cs typeface="Verdana"/>
              </a:rPr>
              <a:t>à</a:t>
            </a:r>
            <a:r>
              <a:rPr sz="3000" spc="-2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350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2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39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12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3000" spc="-10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3000" spc="-13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17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3000" spc="-265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3000">
              <a:latin typeface="Verdana"/>
              <a:cs typeface="Verdan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316736" y="705612"/>
            <a:ext cx="5870575" cy="216535"/>
            <a:chOff x="1316736" y="705612"/>
            <a:chExt cx="5870575" cy="21653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6736" y="705612"/>
              <a:ext cx="2889504" cy="21640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47388" y="705612"/>
              <a:ext cx="2939795" cy="216408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5830092" y="3648455"/>
            <a:ext cx="342265" cy="131445"/>
            <a:chOff x="5830092" y="3648455"/>
            <a:chExt cx="342265" cy="131445"/>
          </a:xfrm>
        </p:grpSpPr>
        <p:sp>
          <p:nvSpPr>
            <p:cNvPr id="7" name="object 7"/>
            <p:cNvSpPr/>
            <p:nvPr/>
          </p:nvSpPr>
          <p:spPr>
            <a:xfrm>
              <a:off x="5830092" y="3675888"/>
              <a:ext cx="334645" cy="104139"/>
            </a:xfrm>
            <a:custGeom>
              <a:avLst/>
              <a:gdLst/>
              <a:ahLst/>
              <a:cxnLst/>
              <a:rect l="l" t="t" r="r" b="b"/>
              <a:pathLst>
                <a:path w="334645" h="104139">
                  <a:moveTo>
                    <a:pt x="95080" y="103631"/>
                  </a:moveTo>
                  <a:lnTo>
                    <a:pt x="0" y="103631"/>
                  </a:lnTo>
                  <a:lnTo>
                    <a:pt x="325342" y="0"/>
                  </a:lnTo>
                  <a:lnTo>
                    <a:pt x="334486" y="27431"/>
                  </a:lnTo>
                  <a:lnTo>
                    <a:pt x="95080" y="103631"/>
                  </a:lnTo>
                  <a:close/>
                </a:path>
              </a:pathLst>
            </a:custGeom>
            <a:solidFill>
              <a:srgbClr val="CCFF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56376" y="3648455"/>
              <a:ext cx="115824" cy="115824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6238735" y="3536730"/>
            <a:ext cx="1581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95" dirty="0">
                <a:solidFill>
                  <a:srgbClr val="FFFFFF"/>
                </a:solidFill>
                <a:latin typeface="Tahoma"/>
                <a:cs typeface="Tahoma"/>
              </a:rPr>
              <a:t>B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72668" y="3779519"/>
            <a:ext cx="9144000" cy="3429000"/>
            <a:chOff x="772668" y="3779519"/>
            <a:chExt cx="9144000" cy="3429000"/>
          </a:xfrm>
        </p:grpSpPr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2668" y="3779520"/>
              <a:ext cx="9143999" cy="34290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3781044"/>
              <a:ext cx="5925311" cy="102412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521964" y="3779520"/>
              <a:ext cx="2733040" cy="1190625"/>
            </a:xfrm>
            <a:custGeom>
              <a:avLst/>
              <a:gdLst/>
              <a:ahLst/>
              <a:cxnLst/>
              <a:rect l="l" t="t" r="r" b="b"/>
              <a:pathLst>
                <a:path w="2733040" h="1190625">
                  <a:moveTo>
                    <a:pt x="2732532" y="1162812"/>
                  </a:moveTo>
                  <a:lnTo>
                    <a:pt x="694829" y="543763"/>
                  </a:lnTo>
                  <a:lnTo>
                    <a:pt x="2403208" y="0"/>
                  </a:lnTo>
                  <a:lnTo>
                    <a:pt x="2308123" y="0"/>
                  </a:lnTo>
                  <a:lnTo>
                    <a:pt x="661403" y="524548"/>
                  </a:lnTo>
                  <a:lnTo>
                    <a:pt x="661416" y="524268"/>
                  </a:lnTo>
                  <a:lnTo>
                    <a:pt x="659892" y="504456"/>
                  </a:lnTo>
                  <a:lnTo>
                    <a:pt x="656844" y="486168"/>
                  </a:lnTo>
                  <a:lnTo>
                    <a:pt x="655320" y="467880"/>
                  </a:lnTo>
                  <a:lnTo>
                    <a:pt x="646176" y="431292"/>
                  </a:lnTo>
                  <a:lnTo>
                    <a:pt x="641604" y="414540"/>
                  </a:lnTo>
                  <a:lnTo>
                    <a:pt x="632460" y="389394"/>
                  </a:lnTo>
                  <a:lnTo>
                    <a:pt x="632460" y="525792"/>
                  </a:lnTo>
                  <a:lnTo>
                    <a:pt x="632460" y="562368"/>
                  </a:lnTo>
                  <a:lnTo>
                    <a:pt x="630936" y="579132"/>
                  </a:lnTo>
                  <a:lnTo>
                    <a:pt x="629412" y="597408"/>
                  </a:lnTo>
                  <a:lnTo>
                    <a:pt x="623316" y="630948"/>
                  </a:lnTo>
                  <a:lnTo>
                    <a:pt x="595884" y="710184"/>
                  </a:lnTo>
                  <a:lnTo>
                    <a:pt x="562356" y="766584"/>
                  </a:lnTo>
                  <a:lnTo>
                    <a:pt x="533400" y="801624"/>
                  </a:lnTo>
                  <a:lnTo>
                    <a:pt x="521208" y="812292"/>
                  </a:lnTo>
                  <a:lnTo>
                    <a:pt x="510527" y="822972"/>
                  </a:lnTo>
                  <a:lnTo>
                    <a:pt x="473964" y="850392"/>
                  </a:lnTo>
                  <a:lnTo>
                    <a:pt x="419100" y="876300"/>
                  </a:lnTo>
                  <a:lnTo>
                    <a:pt x="390144" y="883932"/>
                  </a:lnTo>
                  <a:lnTo>
                    <a:pt x="376428" y="886980"/>
                  </a:lnTo>
                  <a:lnTo>
                    <a:pt x="361188" y="890016"/>
                  </a:lnTo>
                  <a:lnTo>
                    <a:pt x="345935" y="891540"/>
                  </a:lnTo>
                  <a:lnTo>
                    <a:pt x="313944" y="891540"/>
                  </a:lnTo>
                  <a:lnTo>
                    <a:pt x="298704" y="890016"/>
                  </a:lnTo>
                  <a:lnTo>
                    <a:pt x="283464" y="886980"/>
                  </a:lnTo>
                  <a:lnTo>
                    <a:pt x="269735" y="883932"/>
                  </a:lnTo>
                  <a:lnTo>
                    <a:pt x="254508" y="880884"/>
                  </a:lnTo>
                  <a:lnTo>
                    <a:pt x="240792" y="876300"/>
                  </a:lnTo>
                  <a:lnTo>
                    <a:pt x="199644" y="858024"/>
                  </a:lnTo>
                  <a:lnTo>
                    <a:pt x="185928" y="848880"/>
                  </a:lnTo>
                  <a:lnTo>
                    <a:pt x="173736" y="841260"/>
                  </a:lnTo>
                  <a:lnTo>
                    <a:pt x="128016" y="801624"/>
                  </a:lnTo>
                  <a:lnTo>
                    <a:pt x="88392" y="752868"/>
                  </a:lnTo>
                  <a:lnTo>
                    <a:pt x="71628" y="723900"/>
                  </a:lnTo>
                  <a:lnTo>
                    <a:pt x="64008" y="710184"/>
                  </a:lnTo>
                  <a:lnTo>
                    <a:pt x="51816" y="679716"/>
                  </a:lnTo>
                  <a:lnTo>
                    <a:pt x="45720" y="662940"/>
                  </a:lnTo>
                  <a:lnTo>
                    <a:pt x="41135" y="647700"/>
                  </a:lnTo>
                  <a:lnTo>
                    <a:pt x="38100" y="630948"/>
                  </a:lnTo>
                  <a:lnTo>
                    <a:pt x="33528" y="614184"/>
                  </a:lnTo>
                  <a:lnTo>
                    <a:pt x="32004" y="595884"/>
                  </a:lnTo>
                  <a:lnTo>
                    <a:pt x="28943" y="579132"/>
                  </a:lnTo>
                  <a:lnTo>
                    <a:pt x="28943" y="560832"/>
                  </a:lnTo>
                  <a:lnTo>
                    <a:pt x="27432" y="544080"/>
                  </a:lnTo>
                  <a:lnTo>
                    <a:pt x="28943" y="525792"/>
                  </a:lnTo>
                  <a:lnTo>
                    <a:pt x="28943" y="507492"/>
                  </a:lnTo>
                  <a:lnTo>
                    <a:pt x="32004" y="490740"/>
                  </a:lnTo>
                  <a:lnTo>
                    <a:pt x="33528" y="472440"/>
                  </a:lnTo>
                  <a:lnTo>
                    <a:pt x="38100" y="455688"/>
                  </a:lnTo>
                  <a:lnTo>
                    <a:pt x="41135" y="438924"/>
                  </a:lnTo>
                  <a:lnTo>
                    <a:pt x="47244" y="423684"/>
                  </a:lnTo>
                  <a:lnTo>
                    <a:pt x="51816" y="406908"/>
                  </a:lnTo>
                  <a:lnTo>
                    <a:pt x="57912" y="391680"/>
                  </a:lnTo>
                  <a:lnTo>
                    <a:pt x="65532" y="376440"/>
                  </a:lnTo>
                  <a:lnTo>
                    <a:pt x="71628" y="362724"/>
                  </a:lnTo>
                  <a:lnTo>
                    <a:pt x="80772" y="349008"/>
                  </a:lnTo>
                  <a:lnTo>
                    <a:pt x="88392" y="335292"/>
                  </a:lnTo>
                  <a:lnTo>
                    <a:pt x="97536" y="321576"/>
                  </a:lnTo>
                  <a:lnTo>
                    <a:pt x="128016" y="285000"/>
                  </a:lnTo>
                  <a:lnTo>
                    <a:pt x="175260" y="245376"/>
                  </a:lnTo>
                  <a:lnTo>
                    <a:pt x="213360" y="222516"/>
                  </a:lnTo>
                  <a:lnTo>
                    <a:pt x="256032" y="207276"/>
                  </a:lnTo>
                  <a:lnTo>
                    <a:pt x="269735" y="202692"/>
                  </a:lnTo>
                  <a:lnTo>
                    <a:pt x="284988" y="199656"/>
                  </a:lnTo>
                  <a:lnTo>
                    <a:pt x="315468" y="196608"/>
                  </a:lnTo>
                  <a:lnTo>
                    <a:pt x="345935" y="196608"/>
                  </a:lnTo>
                  <a:lnTo>
                    <a:pt x="376428" y="199656"/>
                  </a:lnTo>
                  <a:lnTo>
                    <a:pt x="391668" y="202692"/>
                  </a:lnTo>
                  <a:lnTo>
                    <a:pt x="405384" y="207276"/>
                  </a:lnTo>
                  <a:lnTo>
                    <a:pt x="420624" y="211848"/>
                  </a:lnTo>
                  <a:lnTo>
                    <a:pt x="461772" y="230124"/>
                  </a:lnTo>
                  <a:lnTo>
                    <a:pt x="498335" y="254508"/>
                  </a:lnTo>
                  <a:lnTo>
                    <a:pt x="510527" y="265188"/>
                  </a:lnTo>
                  <a:lnTo>
                    <a:pt x="522732" y="274332"/>
                  </a:lnTo>
                  <a:lnTo>
                    <a:pt x="533400" y="286524"/>
                  </a:lnTo>
                  <a:lnTo>
                    <a:pt x="544068" y="297192"/>
                  </a:lnTo>
                  <a:lnTo>
                    <a:pt x="553212" y="309384"/>
                  </a:lnTo>
                  <a:lnTo>
                    <a:pt x="588264" y="362724"/>
                  </a:lnTo>
                  <a:lnTo>
                    <a:pt x="609600" y="408432"/>
                  </a:lnTo>
                  <a:lnTo>
                    <a:pt x="623316" y="457200"/>
                  </a:lnTo>
                  <a:lnTo>
                    <a:pt x="630936" y="509016"/>
                  </a:lnTo>
                  <a:lnTo>
                    <a:pt x="632460" y="525792"/>
                  </a:lnTo>
                  <a:lnTo>
                    <a:pt x="632460" y="389394"/>
                  </a:lnTo>
                  <a:lnTo>
                    <a:pt x="629412" y="381000"/>
                  </a:lnTo>
                  <a:lnTo>
                    <a:pt x="595884" y="318516"/>
                  </a:lnTo>
                  <a:lnTo>
                    <a:pt x="565404" y="277380"/>
                  </a:lnTo>
                  <a:lnTo>
                    <a:pt x="541020" y="254508"/>
                  </a:lnTo>
                  <a:lnTo>
                    <a:pt x="528828" y="242316"/>
                  </a:lnTo>
                  <a:lnTo>
                    <a:pt x="489204" y="213372"/>
                  </a:lnTo>
                  <a:lnTo>
                    <a:pt x="445008" y="190500"/>
                  </a:lnTo>
                  <a:lnTo>
                    <a:pt x="397764" y="175272"/>
                  </a:lnTo>
                  <a:lnTo>
                    <a:pt x="347472" y="167640"/>
                  </a:lnTo>
                  <a:lnTo>
                    <a:pt x="312420" y="167640"/>
                  </a:lnTo>
                  <a:lnTo>
                    <a:pt x="262128" y="175272"/>
                  </a:lnTo>
                  <a:lnTo>
                    <a:pt x="214884" y="190500"/>
                  </a:lnTo>
                  <a:lnTo>
                    <a:pt x="201168" y="198132"/>
                  </a:lnTo>
                  <a:lnTo>
                    <a:pt x="185928" y="205740"/>
                  </a:lnTo>
                  <a:lnTo>
                    <a:pt x="172212" y="213372"/>
                  </a:lnTo>
                  <a:lnTo>
                    <a:pt x="156972" y="222516"/>
                  </a:lnTo>
                  <a:lnTo>
                    <a:pt x="144780" y="233184"/>
                  </a:lnTo>
                  <a:lnTo>
                    <a:pt x="131064" y="242316"/>
                  </a:lnTo>
                  <a:lnTo>
                    <a:pt x="85344" y="291084"/>
                  </a:lnTo>
                  <a:lnTo>
                    <a:pt x="54864" y="333756"/>
                  </a:lnTo>
                  <a:lnTo>
                    <a:pt x="47244" y="349008"/>
                  </a:lnTo>
                  <a:lnTo>
                    <a:pt x="38100" y="365772"/>
                  </a:lnTo>
                  <a:lnTo>
                    <a:pt x="32004" y="381000"/>
                  </a:lnTo>
                  <a:lnTo>
                    <a:pt x="24384" y="397776"/>
                  </a:lnTo>
                  <a:lnTo>
                    <a:pt x="19812" y="414540"/>
                  </a:lnTo>
                  <a:lnTo>
                    <a:pt x="9144" y="451116"/>
                  </a:lnTo>
                  <a:lnTo>
                    <a:pt x="0" y="524268"/>
                  </a:lnTo>
                  <a:lnTo>
                    <a:pt x="0" y="563892"/>
                  </a:lnTo>
                  <a:lnTo>
                    <a:pt x="6096" y="620280"/>
                  </a:lnTo>
                  <a:lnTo>
                    <a:pt x="19812" y="672084"/>
                  </a:lnTo>
                  <a:lnTo>
                    <a:pt x="25908" y="690384"/>
                  </a:lnTo>
                  <a:lnTo>
                    <a:pt x="32004" y="707148"/>
                  </a:lnTo>
                  <a:lnTo>
                    <a:pt x="39624" y="722388"/>
                  </a:lnTo>
                  <a:lnTo>
                    <a:pt x="47244" y="739140"/>
                  </a:lnTo>
                  <a:lnTo>
                    <a:pt x="56388" y="752868"/>
                  </a:lnTo>
                  <a:lnTo>
                    <a:pt x="74676" y="783348"/>
                  </a:lnTo>
                  <a:lnTo>
                    <a:pt x="85344" y="795540"/>
                  </a:lnTo>
                  <a:lnTo>
                    <a:pt x="96012" y="809256"/>
                  </a:lnTo>
                  <a:lnTo>
                    <a:pt x="106680" y="821448"/>
                  </a:lnTo>
                  <a:lnTo>
                    <a:pt x="118872" y="833640"/>
                  </a:lnTo>
                  <a:lnTo>
                    <a:pt x="132588" y="844308"/>
                  </a:lnTo>
                  <a:lnTo>
                    <a:pt x="144780" y="854976"/>
                  </a:lnTo>
                  <a:lnTo>
                    <a:pt x="185928" y="882408"/>
                  </a:lnTo>
                  <a:lnTo>
                    <a:pt x="231635" y="903732"/>
                  </a:lnTo>
                  <a:lnTo>
                    <a:pt x="280416" y="915924"/>
                  </a:lnTo>
                  <a:lnTo>
                    <a:pt x="330708" y="920508"/>
                  </a:lnTo>
                  <a:lnTo>
                    <a:pt x="381000" y="915924"/>
                  </a:lnTo>
                  <a:lnTo>
                    <a:pt x="397764" y="912888"/>
                  </a:lnTo>
                  <a:lnTo>
                    <a:pt x="414528" y="908316"/>
                  </a:lnTo>
                  <a:lnTo>
                    <a:pt x="456425" y="891540"/>
                  </a:lnTo>
                  <a:lnTo>
                    <a:pt x="460235" y="890016"/>
                  </a:lnTo>
                  <a:lnTo>
                    <a:pt x="475488" y="882408"/>
                  </a:lnTo>
                  <a:lnTo>
                    <a:pt x="516636" y="854976"/>
                  </a:lnTo>
                  <a:lnTo>
                    <a:pt x="528828" y="844308"/>
                  </a:lnTo>
                  <a:lnTo>
                    <a:pt x="542544" y="833640"/>
                  </a:lnTo>
                  <a:lnTo>
                    <a:pt x="553212" y="821448"/>
                  </a:lnTo>
                  <a:lnTo>
                    <a:pt x="565404" y="809256"/>
                  </a:lnTo>
                  <a:lnTo>
                    <a:pt x="586727" y="781824"/>
                  </a:lnTo>
                  <a:lnTo>
                    <a:pt x="614172" y="737616"/>
                  </a:lnTo>
                  <a:lnTo>
                    <a:pt x="641604" y="672084"/>
                  </a:lnTo>
                  <a:lnTo>
                    <a:pt x="655320" y="618756"/>
                  </a:lnTo>
                  <a:lnTo>
                    <a:pt x="661289" y="563892"/>
                  </a:lnTo>
                  <a:lnTo>
                    <a:pt x="661289" y="563321"/>
                  </a:lnTo>
                  <a:lnTo>
                    <a:pt x="2723375" y="1190256"/>
                  </a:lnTo>
                  <a:lnTo>
                    <a:pt x="2732532" y="1162812"/>
                  </a:lnTo>
                  <a:close/>
                </a:path>
              </a:pathLst>
            </a:custGeom>
            <a:solidFill>
              <a:srgbClr val="CCFF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138671" y="4881371"/>
              <a:ext cx="115824" cy="115824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126991" y="4270248"/>
              <a:ext cx="115824" cy="115824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4248424" y="3807968"/>
            <a:ext cx="1949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9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518618" y="6888581"/>
            <a:ext cx="193675" cy="212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105" dirty="0">
                <a:solidFill>
                  <a:srgbClr val="FFFFFF"/>
                </a:solidFill>
                <a:latin typeface="Verdana"/>
                <a:cs typeface="Verdana"/>
              </a:rPr>
              <a:t>1</a:t>
            </a:r>
            <a:r>
              <a:rPr sz="1200" spc="-100" dirty="0">
                <a:solidFill>
                  <a:srgbClr val="FFFFFF"/>
                </a:solidFill>
                <a:latin typeface="Verdana"/>
                <a:cs typeface="Verdana"/>
              </a:rPr>
              <a:t>9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330152" y="4795477"/>
            <a:ext cx="2038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200" dirty="0">
                <a:solidFill>
                  <a:srgbClr val="FFFFFF"/>
                </a:solidFill>
                <a:latin typeface="Tahoma"/>
                <a:cs typeface="Tahoma"/>
              </a:rPr>
              <a:t>C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74076" y="1273533"/>
            <a:ext cx="8009255" cy="1761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6240" marR="5080" indent="-384175">
              <a:lnSpc>
                <a:spcPct val="100000"/>
              </a:lnSpc>
              <a:spcBef>
                <a:spcPts val="100"/>
              </a:spcBef>
              <a:buClr>
                <a:srgbClr val="FF388C"/>
              </a:buClr>
              <a:buSzPct val="79166"/>
              <a:buFont typeface="Times New Roman"/>
              <a:buChar char="◉"/>
              <a:tabLst>
                <a:tab pos="396240" algn="l"/>
                <a:tab pos="396875" algn="l"/>
                <a:tab pos="1565275" algn="l"/>
                <a:tab pos="2415540" algn="l"/>
                <a:tab pos="3674745" algn="l"/>
                <a:tab pos="4259580" algn="l"/>
                <a:tab pos="5094605" algn="l"/>
                <a:tab pos="5655945" algn="l"/>
                <a:tab pos="6987540" algn="l"/>
                <a:tab pos="7554595" algn="l"/>
              </a:tabLst>
            </a:pPr>
            <a:r>
              <a:rPr sz="2400" b="1" spc="-320" dirty="0">
                <a:solidFill>
                  <a:srgbClr val="FFFF00"/>
                </a:solidFill>
                <a:latin typeface="Tahoma"/>
                <a:cs typeface="Tahoma"/>
              </a:rPr>
              <a:t>L</a:t>
            </a:r>
            <a:r>
              <a:rPr sz="2400" b="1" spc="10" dirty="0">
                <a:solidFill>
                  <a:srgbClr val="FFFF00"/>
                </a:solidFill>
                <a:latin typeface="Tahoma"/>
                <a:cs typeface="Tahoma"/>
              </a:rPr>
              <a:t>’</a:t>
            </a:r>
            <a:r>
              <a:rPr sz="2400" b="1" spc="50" dirty="0">
                <a:solidFill>
                  <a:srgbClr val="FFFF00"/>
                </a:solidFill>
                <a:latin typeface="Tahoma"/>
                <a:cs typeface="Tahoma"/>
              </a:rPr>
              <a:t>o</a:t>
            </a:r>
            <a:r>
              <a:rPr sz="2400" b="1" spc="-275" dirty="0">
                <a:solidFill>
                  <a:srgbClr val="FFFF00"/>
                </a:solidFill>
                <a:latin typeface="Tahoma"/>
                <a:cs typeface="Tahoma"/>
              </a:rPr>
              <a:t>r</a:t>
            </a:r>
            <a:r>
              <a:rPr sz="2400" b="1" spc="65" dirty="0">
                <a:solidFill>
                  <a:srgbClr val="FFFF00"/>
                </a:solidFill>
                <a:latin typeface="Tahoma"/>
                <a:cs typeface="Tahoma"/>
              </a:rPr>
              <a:t>d</a:t>
            </a:r>
            <a:r>
              <a:rPr sz="2400" b="1" spc="-275" dirty="0">
                <a:solidFill>
                  <a:srgbClr val="FFFF00"/>
                </a:solidFill>
                <a:latin typeface="Tahoma"/>
                <a:cs typeface="Tahoma"/>
              </a:rPr>
              <a:t>r</a:t>
            </a:r>
            <a:r>
              <a:rPr sz="2400" b="1" spc="110" dirty="0">
                <a:solidFill>
                  <a:srgbClr val="FFFF00"/>
                </a:solidFill>
                <a:latin typeface="Tahoma"/>
                <a:cs typeface="Tahoma"/>
              </a:rPr>
              <a:t>e</a:t>
            </a:r>
            <a:r>
              <a:rPr sz="2400" b="1" dirty="0">
                <a:solidFill>
                  <a:srgbClr val="FFFF00"/>
                </a:solidFill>
                <a:latin typeface="Tahoma"/>
                <a:cs typeface="Tahoma"/>
              </a:rPr>
              <a:t>	</a:t>
            </a:r>
            <a:r>
              <a:rPr sz="2400" spc="15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400" spc="190" dirty="0">
                <a:solidFill>
                  <a:srgbClr val="FFFFFF"/>
                </a:solidFill>
                <a:latin typeface="Verdana"/>
                <a:cs typeface="Verdana"/>
              </a:rPr>
              <a:t>’</a:t>
            </a:r>
            <a:r>
              <a:rPr sz="2400" spc="-55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400" spc="105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2400" spc="-28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400" spc="18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400" spc="15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34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-13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ég</a:t>
            </a:r>
            <a:r>
              <a:rPr sz="2400" spc="18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180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400" spc="21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400" spc="-8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400" spc="120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400" spc="-105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sz="2400" spc="-28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400" spc="-29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15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250" dirty="0">
                <a:solidFill>
                  <a:srgbClr val="FFFFFF"/>
                </a:solidFill>
                <a:latin typeface="Verdana"/>
                <a:cs typeface="Verdana"/>
              </a:rPr>
              <a:t>s  </a:t>
            </a:r>
            <a:r>
              <a:rPr sz="2400" spc="-114" dirty="0">
                <a:solidFill>
                  <a:srgbClr val="FFFFFF"/>
                </a:solidFill>
                <a:latin typeface="Verdana"/>
                <a:cs typeface="Verdana"/>
              </a:rPr>
              <a:t>sommets.</a:t>
            </a:r>
            <a:endParaRPr sz="2400">
              <a:latin typeface="Verdana"/>
              <a:cs typeface="Verdana"/>
            </a:endParaRPr>
          </a:p>
          <a:p>
            <a:pPr marL="396240" marR="5715" indent="-384175">
              <a:lnSpc>
                <a:spcPct val="100000"/>
              </a:lnSpc>
              <a:spcBef>
                <a:spcPts val="705"/>
              </a:spcBef>
              <a:buClr>
                <a:srgbClr val="FF388C"/>
              </a:buClr>
              <a:buSzPct val="80000"/>
              <a:buFont typeface="Times New Roman"/>
              <a:buChar char="◉"/>
              <a:tabLst>
                <a:tab pos="396875" algn="l"/>
                <a:tab pos="1043940" algn="l"/>
                <a:tab pos="2394585" algn="l"/>
                <a:tab pos="3488054" algn="l"/>
                <a:tab pos="5213985" algn="l"/>
                <a:tab pos="5972175" algn="l"/>
                <a:tab pos="6532245" algn="l"/>
              </a:tabLst>
            </a:pPr>
            <a:r>
              <a:rPr sz="3000" b="1" spc="-400" dirty="0">
                <a:solidFill>
                  <a:srgbClr val="FFFF00"/>
                </a:solidFill>
                <a:latin typeface="Tahoma"/>
                <a:cs typeface="Tahoma"/>
              </a:rPr>
              <a:t>L</a:t>
            </a:r>
            <a:r>
              <a:rPr sz="3000" b="1" spc="135" dirty="0">
                <a:solidFill>
                  <a:srgbClr val="FFFF00"/>
                </a:solidFill>
                <a:latin typeface="Tahoma"/>
                <a:cs typeface="Tahoma"/>
              </a:rPr>
              <a:t>e</a:t>
            </a:r>
            <a:r>
              <a:rPr sz="3000" b="1" dirty="0">
                <a:solidFill>
                  <a:srgbClr val="FFFF00"/>
                </a:solidFill>
                <a:latin typeface="Tahoma"/>
                <a:cs typeface="Tahoma"/>
              </a:rPr>
              <a:t>	</a:t>
            </a:r>
            <a:r>
              <a:rPr sz="3000" b="1" spc="85" dirty="0">
                <a:solidFill>
                  <a:srgbClr val="FFFF00"/>
                </a:solidFill>
                <a:latin typeface="Tahoma"/>
                <a:cs typeface="Tahoma"/>
              </a:rPr>
              <a:t>d</a:t>
            </a:r>
            <a:r>
              <a:rPr sz="3000" b="1" spc="130" dirty="0">
                <a:solidFill>
                  <a:srgbClr val="FFFF00"/>
                </a:solidFill>
                <a:latin typeface="Tahoma"/>
                <a:cs typeface="Tahoma"/>
              </a:rPr>
              <a:t>e</a:t>
            </a:r>
            <a:r>
              <a:rPr sz="3000" b="1" spc="85" dirty="0">
                <a:solidFill>
                  <a:srgbClr val="FFFF00"/>
                </a:solidFill>
                <a:latin typeface="Tahoma"/>
                <a:cs typeface="Tahoma"/>
              </a:rPr>
              <a:t>g</a:t>
            </a:r>
            <a:r>
              <a:rPr sz="3000" b="1" spc="-345" dirty="0">
                <a:solidFill>
                  <a:srgbClr val="FFFF00"/>
                </a:solidFill>
                <a:latin typeface="Tahoma"/>
                <a:cs typeface="Tahoma"/>
              </a:rPr>
              <a:t>r</a:t>
            </a:r>
            <a:r>
              <a:rPr sz="3000" b="1" spc="135" dirty="0">
                <a:solidFill>
                  <a:srgbClr val="FFFF00"/>
                </a:solidFill>
                <a:latin typeface="Tahoma"/>
                <a:cs typeface="Tahoma"/>
              </a:rPr>
              <a:t>é</a:t>
            </a:r>
            <a:r>
              <a:rPr sz="3000" b="1" dirty="0">
                <a:solidFill>
                  <a:srgbClr val="FFFF00"/>
                </a:solidFill>
                <a:latin typeface="Tahoma"/>
                <a:cs typeface="Tahoma"/>
              </a:rPr>
              <a:t>	</a:t>
            </a:r>
            <a:r>
              <a:rPr sz="3000" spc="16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3000" spc="270" dirty="0">
                <a:solidFill>
                  <a:srgbClr val="FFFFFF"/>
                </a:solidFill>
                <a:latin typeface="Verdana"/>
                <a:cs typeface="Verdana"/>
              </a:rPr>
              <a:t>’</a:t>
            </a:r>
            <a:r>
              <a:rPr sz="3000" spc="-10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3000" spc="-7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30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3000" spc="-39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15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3000" spc="-13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3000" spc="-10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17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30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30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39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-17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30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3000" spc="-229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3000" spc="-7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3000" spc="12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3000" spc="-10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3000" spc="195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sz="3000" spc="-38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3000" spc="114" dirty="0">
                <a:solidFill>
                  <a:srgbClr val="FFFFFF"/>
                </a:solidFill>
                <a:latin typeface="Verdana"/>
                <a:cs typeface="Verdana"/>
              </a:rPr>
              <a:t>e  </a:t>
            </a:r>
            <a:r>
              <a:rPr sz="3000" spc="16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3000" spc="270" dirty="0">
                <a:solidFill>
                  <a:srgbClr val="FFFFFF"/>
                </a:solidFill>
                <a:latin typeface="Verdana"/>
                <a:cs typeface="Verdana"/>
              </a:rPr>
              <a:t>’</a:t>
            </a:r>
            <a:r>
              <a:rPr sz="3000" spc="23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3000" spc="-38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ê</a:t>
            </a:r>
            <a:r>
              <a:rPr sz="3000" spc="-17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40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-2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229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3000" spc="-7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3000" spc="380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3000" spc="-229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3000" spc="16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7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3000" spc="-17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40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-2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245" dirty="0">
                <a:solidFill>
                  <a:srgbClr val="FFFFFF"/>
                </a:solidFill>
                <a:latin typeface="Verdana"/>
                <a:cs typeface="Verdana"/>
              </a:rPr>
              <a:t>à</a:t>
            </a:r>
            <a:r>
              <a:rPr sz="3000" spc="-2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350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2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39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12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3000" spc="-10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3000" spc="-13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17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3000" spc="-265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3000">
              <a:latin typeface="Verdana"/>
              <a:cs typeface="Verdan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316736" y="705612"/>
            <a:ext cx="5870575" cy="216535"/>
            <a:chOff x="1316736" y="705612"/>
            <a:chExt cx="5870575" cy="21653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6736" y="705612"/>
              <a:ext cx="2889504" cy="21640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47388" y="705612"/>
              <a:ext cx="2939795" cy="216408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5830092" y="3648455"/>
            <a:ext cx="342265" cy="131445"/>
            <a:chOff x="5830092" y="3648455"/>
            <a:chExt cx="342265" cy="131445"/>
          </a:xfrm>
        </p:grpSpPr>
        <p:sp>
          <p:nvSpPr>
            <p:cNvPr id="7" name="object 7"/>
            <p:cNvSpPr/>
            <p:nvPr/>
          </p:nvSpPr>
          <p:spPr>
            <a:xfrm>
              <a:off x="5830092" y="3675888"/>
              <a:ext cx="334645" cy="104139"/>
            </a:xfrm>
            <a:custGeom>
              <a:avLst/>
              <a:gdLst/>
              <a:ahLst/>
              <a:cxnLst/>
              <a:rect l="l" t="t" r="r" b="b"/>
              <a:pathLst>
                <a:path w="334645" h="104139">
                  <a:moveTo>
                    <a:pt x="95080" y="103631"/>
                  </a:moveTo>
                  <a:lnTo>
                    <a:pt x="0" y="103631"/>
                  </a:lnTo>
                  <a:lnTo>
                    <a:pt x="325342" y="0"/>
                  </a:lnTo>
                  <a:lnTo>
                    <a:pt x="334486" y="27431"/>
                  </a:lnTo>
                  <a:lnTo>
                    <a:pt x="95080" y="103631"/>
                  </a:lnTo>
                  <a:close/>
                </a:path>
              </a:pathLst>
            </a:custGeom>
            <a:solidFill>
              <a:srgbClr val="CCFF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56376" y="3648455"/>
              <a:ext cx="115824" cy="115824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6238735" y="3536730"/>
            <a:ext cx="1581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95" dirty="0">
                <a:solidFill>
                  <a:srgbClr val="FFFFFF"/>
                </a:solidFill>
                <a:latin typeface="Tahoma"/>
                <a:cs typeface="Tahoma"/>
              </a:rPr>
              <a:t>B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72668" y="3779519"/>
            <a:ext cx="9144000" cy="3429000"/>
            <a:chOff x="772668" y="3779519"/>
            <a:chExt cx="9144000" cy="3429000"/>
          </a:xfrm>
        </p:grpSpPr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2668" y="3779520"/>
              <a:ext cx="9143999" cy="34290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3781044"/>
              <a:ext cx="5925311" cy="102412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521964" y="3779520"/>
              <a:ext cx="2733040" cy="1190625"/>
            </a:xfrm>
            <a:custGeom>
              <a:avLst/>
              <a:gdLst/>
              <a:ahLst/>
              <a:cxnLst/>
              <a:rect l="l" t="t" r="r" b="b"/>
              <a:pathLst>
                <a:path w="2733040" h="1190625">
                  <a:moveTo>
                    <a:pt x="2732532" y="1162812"/>
                  </a:moveTo>
                  <a:lnTo>
                    <a:pt x="694829" y="543763"/>
                  </a:lnTo>
                  <a:lnTo>
                    <a:pt x="2403208" y="0"/>
                  </a:lnTo>
                  <a:lnTo>
                    <a:pt x="2308123" y="0"/>
                  </a:lnTo>
                  <a:lnTo>
                    <a:pt x="661403" y="524548"/>
                  </a:lnTo>
                  <a:lnTo>
                    <a:pt x="661416" y="524268"/>
                  </a:lnTo>
                  <a:lnTo>
                    <a:pt x="659892" y="504456"/>
                  </a:lnTo>
                  <a:lnTo>
                    <a:pt x="656844" y="486168"/>
                  </a:lnTo>
                  <a:lnTo>
                    <a:pt x="655320" y="467880"/>
                  </a:lnTo>
                  <a:lnTo>
                    <a:pt x="646176" y="431292"/>
                  </a:lnTo>
                  <a:lnTo>
                    <a:pt x="641604" y="414540"/>
                  </a:lnTo>
                  <a:lnTo>
                    <a:pt x="632460" y="389394"/>
                  </a:lnTo>
                  <a:lnTo>
                    <a:pt x="632460" y="525792"/>
                  </a:lnTo>
                  <a:lnTo>
                    <a:pt x="632460" y="562368"/>
                  </a:lnTo>
                  <a:lnTo>
                    <a:pt x="630936" y="579132"/>
                  </a:lnTo>
                  <a:lnTo>
                    <a:pt x="629412" y="597408"/>
                  </a:lnTo>
                  <a:lnTo>
                    <a:pt x="623316" y="630948"/>
                  </a:lnTo>
                  <a:lnTo>
                    <a:pt x="595884" y="710184"/>
                  </a:lnTo>
                  <a:lnTo>
                    <a:pt x="562356" y="766584"/>
                  </a:lnTo>
                  <a:lnTo>
                    <a:pt x="533400" y="801624"/>
                  </a:lnTo>
                  <a:lnTo>
                    <a:pt x="521208" y="812292"/>
                  </a:lnTo>
                  <a:lnTo>
                    <a:pt x="510527" y="822972"/>
                  </a:lnTo>
                  <a:lnTo>
                    <a:pt x="473964" y="850392"/>
                  </a:lnTo>
                  <a:lnTo>
                    <a:pt x="419100" y="876300"/>
                  </a:lnTo>
                  <a:lnTo>
                    <a:pt x="390144" y="883932"/>
                  </a:lnTo>
                  <a:lnTo>
                    <a:pt x="376428" y="886980"/>
                  </a:lnTo>
                  <a:lnTo>
                    <a:pt x="361188" y="890016"/>
                  </a:lnTo>
                  <a:lnTo>
                    <a:pt x="345935" y="891540"/>
                  </a:lnTo>
                  <a:lnTo>
                    <a:pt x="313944" y="891540"/>
                  </a:lnTo>
                  <a:lnTo>
                    <a:pt x="298704" y="890016"/>
                  </a:lnTo>
                  <a:lnTo>
                    <a:pt x="283464" y="886980"/>
                  </a:lnTo>
                  <a:lnTo>
                    <a:pt x="269735" y="883932"/>
                  </a:lnTo>
                  <a:lnTo>
                    <a:pt x="254508" y="880884"/>
                  </a:lnTo>
                  <a:lnTo>
                    <a:pt x="240792" y="876300"/>
                  </a:lnTo>
                  <a:lnTo>
                    <a:pt x="199644" y="858024"/>
                  </a:lnTo>
                  <a:lnTo>
                    <a:pt x="185928" y="848880"/>
                  </a:lnTo>
                  <a:lnTo>
                    <a:pt x="173736" y="841260"/>
                  </a:lnTo>
                  <a:lnTo>
                    <a:pt x="128016" y="801624"/>
                  </a:lnTo>
                  <a:lnTo>
                    <a:pt x="88392" y="752868"/>
                  </a:lnTo>
                  <a:lnTo>
                    <a:pt x="71628" y="723900"/>
                  </a:lnTo>
                  <a:lnTo>
                    <a:pt x="64008" y="710184"/>
                  </a:lnTo>
                  <a:lnTo>
                    <a:pt x="51816" y="679716"/>
                  </a:lnTo>
                  <a:lnTo>
                    <a:pt x="45720" y="662940"/>
                  </a:lnTo>
                  <a:lnTo>
                    <a:pt x="41135" y="647700"/>
                  </a:lnTo>
                  <a:lnTo>
                    <a:pt x="38100" y="630948"/>
                  </a:lnTo>
                  <a:lnTo>
                    <a:pt x="33528" y="614184"/>
                  </a:lnTo>
                  <a:lnTo>
                    <a:pt x="32004" y="595884"/>
                  </a:lnTo>
                  <a:lnTo>
                    <a:pt x="28943" y="579132"/>
                  </a:lnTo>
                  <a:lnTo>
                    <a:pt x="28943" y="560832"/>
                  </a:lnTo>
                  <a:lnTo>
                    <a:pt x="27432" y="544080"/>
                  </a:lnTo>
                  <a:lnTo>
                    <a:pt x="28943" y="525792"/>
                  </a:lnTo>
                  <a:lnTo>
                    <a:pt x="28943" y="507492"/>
                  </a:lnTo>
                  <a:lnTo>
                    <a:pt x="32004" y="490740"/>
                  </a:lnTo>
                  <a:lnTo>
                    <a:pt x="33528" y="472440"/>
                  </a:lnTo>
                  <a:lnTo>
                    <a:pt x="38100" y="455688"/>
                  </a:lnTo>
                  <a:lnTo>
                    <a:pt x="41135" y="438924"/>
                  </a:lnTo>
                  <a:lnTo>
                    <a:pt x="47244" y="423684"/>
                  </a:lnTo>
                  <a:lnTo>
                    <a:pt x="51816" y="406908"/>
                  </a:lnTo>
                  <a:lnTo>
                    <a:pt x="57912" y="391680"/>
                  </a:lnTo>
                  <a:lnTo>
                    <a:pt x="65532" y="376440"/>
                  </a:lnTo>
                  <a:lnTo>
                    <a:pt x="71628" y="362724"/>
                  </a:lnTo>
                  <a:lnTo>
                    <a:pt x="80772" y="349008"/>
                  </a:lnTo>
                  <a:lnTo>
                    <a:pt x="88392" y="335292"/>
                  </a:lnTo>
                  <a:lnTo>
                    <a:pt x="97536" y="321576"/>
                  </a:lnTo>
                  <a:lnTo>
                    <a:pt x="128016" y="285000"/>
                  </a:lnTo>
                  <a:lnTo>
                    <a:pt x="175260" y="245376"/>
                  </a:lnTo>
                  <a:lnTo>
                    <a:pt x="213360" y="222516"/>
                  </a:lnTo>
                  <a:lnTo>
                    <a:pt x="256032" y="207276"/>
                  </a:lnTo>
                  <a:lnTo>
                    <a:pt x="269735" y="202692"/>
                  </a:lnTo>
                  <a:lnTo>
                    <a:pt x="284988" y="199656"/>
                  </a:lnTo>
                  <a:lnTo>
                    <a:pt x="315468" y="196608"/>
                  </a:lnTo>
                  <a:lnTo>
                    <a:pt x="345935" y="196608"/>
                  </a:lnTo>
                  <a:lnTo>
                    <a:pt x="376428" y="199656"/>
                  </a:lnTo>
                  <a:lnTo>
                    <a:pt x="391668" y="202692"/>
                  </a:lnTo>
                  <a:lnTo>
                    <a:pt x="405384" y="207276"/>
                  </a:lnTo>
                  <a:lnTo>
                    <a:pt x="420624" y="211848"/>
                  </a:lnTo>
                  <a:lnTo>
                    <a:pt x="461772" y="230124"/>
                  </a:lnTo>
                  <a:lnTo>
                    <a:pt x="498335" y="254508"/>
                  </a:lnTo>
                  <a:lnTo>
                    <a:pt x="510527" y="265188"/>
                  </a:lnTo>
                  <a:lnTo>
                    <a:pt x="522732" y="274332"/>
                  </a:lnTo>
                  <a:lnTo>
                    <a:pt x="533400" y="286524"/>
                  </a:lnTo>
                  <a:lnTo>
                    <a:pt x="544068" y="297192"/>
                  </a:lnTo>
                  <a:lnTo>
                    <a:pt x="553212" y="309384"/>
                  </a:lnTo>
                  <a:lnTo>
                    <a:pt x="588264" y="362724"/>
                  </a:lnTo>
                  <a:lnTo>
                    <a:pt x="609600" y="408432"/>
                  </a:lnTo>
                  <a:lnTo>
                    <a:pt x="623316" y="457200"/>
                  </a:lnTo>
                  <a:lnTo>
                    <a:pt x="630936" y="509016"/>
                  </a:lnTo>
                  <a:lnTo>
                    <a:pt x="632460" y="525792"/>
                  </a:lnTo>
                  <a:lnTo>
                    <a:pt x="632460" y="389394"/>
                  </a:lnTo>
                  <a:lnTo>
                    <a:pt x="629412" y="381000"/>
                  </a:lnTo>
                  <a:lnTo>
                    <a:pt x="595884" y="318516"/>
                  </a:lnTo>
                  <a:lnTo>
                    <a:pt x="565404" y="277380"/>
                  </a:lnTo>
                  <a:lnTo>
                    <a:pt x="541020" y="254508"/>
                  </a:lnTo>
                  <a:lnTo>
                    <a:pt x="528828" y="242316"/>
                  </a:lnTo>
                  <a:lnTo>
                    <a:pt x="489204" y="213372"/>
                  </a:lnTo>
                  <a:lnTo>
                    <a:pt x="445008" y="190500"/>
                  </a:lnTo>
                  <a:lnTo>
                    <a:pt x="397764" y="175272"/>
                  </a:lnTo>
                  <a:lnTo>
                    <a:pt x="347472" y="167640"/>
                  </a:lnTo>
                  <a:lnTo>
                    <a:pt x="312420" y="167640"/>
                  </a:lnTo>
                  <a:lnTo>
                    <a:pt x="262128" y="175272"/>
                  </a:lnTo>
                  <a:lnTo>
                    <a:pt x="214884" y="190500"/>
                  </a:lnTo>
                  <a:lnTo>
                    <a:pt x="201168" y="198132"/>
                  </a:lnTo>
                  <a:lnTo>
                    <a:pt x="185928" y="205740"/>
                  </a:lnTo>
                  <a:lnTo>
                    <a:pt x="172212" y="213372"/>
                  </a:lnTo>
                  <a:lnTo>
                    <a:pt x="156972" y="222516"/>
                  </a:lnTo>
                  <a:lnTo>
                    <a:pt x="144780" y="233184"/>
                  </a:lnTo>
                  <a:lnTo>
                    <a:pt x="131064" y="242316"/>
                  </a:lnTo>
                  <a:lnTo>
                    <a:pt x="85344" y="291084"/>
                  </a:lnTo>
                  <a:lnTo>
                    <a:pt x="54864" y="333756"/>
                  </a:lnTo>
                  <a:lnTo>
                    <a:pt x="47244" y="349008"/>
                  </a:lnTo>
                  <a:lnTo>
                    <a:pt x="38100" y="365772"/>
                  </a:lnTo>
                  <a:lnTo>
                    <a:pt x="32004" y="381000"/>
                  </a:lnTo>
                  <a:lnTo>
                    <a:pt x="24384" y="397776"/>
                  </a:lnTo>
                  <a:lnTo>
                    <a:pt x="19812" y="414540"/>
                  </a:lnTo>
                  <a:lnTo>
                    <a:pt x="9144" y="451116"/>
                  </a:lnTo>
                  <a:lnTo>
                    <a:pt x="0" y="524268"/>
                  </a:lnTo>
                  <a:lnTo>
                    <a:pt x="0" y="563892"/>
                  </a:lnTo>
                  <a:lnTo>
                    <a:pt x="6096" y="620280"/>
                  </a:lnTo>
                  <a:lnTo>
                    <a:pt x="19812" y="672084"/>
                  </a:lnTo>
                  <a:lnTo>
                    <a:pt x="25908" y="690384"/>
                  </a:lnTo>
                  <a:lnTo>
                    <a:pt x="32004" y="707148"/>
                  </a:lnTo>
                  <a:lnTo>
                    <a:pt x="39624" y="722388"/>
                  </a:lnTo>
                  <a:lnTo>
                    <a:pt x="47244" y="739140"/>
                  </a:lnTo>
                  <a:lnTo>
                    <a:pt x="56388" y="752868"/>
                  </a:lnTo>
                  <a:lnTo>
                    <a:pt x="74676" y="783348"/>
                  </a:lnTo>
                  <a:lnTo>
                    <a:pt x="85344" y="795540"/>
                  </a:lnTo>
                  <a:lnTo>
                    <a:pt x="96012" y="809256"/>
                  </a:lnTo>
                  <a:lnTo>
                    <a:pt x="106680" y="821448"/>
                  </a:lnTo>
                  <a:lnTo>
                    <a:pt x="118872" y="833640"/>
                  </a:lnTo>
                  <a:lnTo>
                    <a:pt x="132588" y="844308"/>
                  </a:lnTo>
                  <a:lnTo>
                    <a:pt x="144780" y="854976"/>
                  </a:lnTo>
                  <a:lnTo>
                    <a:pt x="185928" y="882408"/>
                  </a:lnTo>
                  <a:lnTo>
                    <a:pt x="231635" y="903732"/>
                  </a:lnTo>
                  <a:lnTo>
                    <a:pt x="280416" y="915924"/>
                  </a:lnTo>
                  <a:lnTo>
                    <a:pt x="330708" y="920508"/>
                  </a:lnTo>
                  <a:lnTo>
                    <a:pt x="381000" y="915924"/>
                  </a:lnTo>
                  <a:lnTo>
                    <a:pt x="397764" y="912888"/>
                  </a:lnTo>
                  <a:lnTo>
                    <a:pt x="414528" y="908316"/>
                  </a:lnTo>
                  <a:lnTo>
                    <a:pt x="456425" y="891540"/>
                  </a:lnTo>
                  <a:lnTo>
                    <a:pt x="460235" y="890016"/>
                  </a:lnTo>
                  <a:lnTo>
                    <a:pt x="475488" y="882408"/>
                  </a:lnTo>
                  <a:lnTo>
                    <a:pt x="516636" y="854976"/>
                  </a:lnTo>
                  <a:lnTo>
                    <a:pt x="528828" y="844308"/>
                  </a:lnTo>
                  <a:lnTo>
                    <a:pt x="542544" y="833640"/>
                  </a:lnTo>
                  <a:lnTo>
                    <a:pt x="553212" y="821448"/>
                  </a:lnTo>
                  <a:lnTo>
                    <a:pt x="565404" y="809256"/>
                  </a:lnTo>
                  <a:lnTo>
                    <a:pt x="586727" y="781824"/>
                  </a:lnTo>
                  <a:lnTo>
                    <a:pt x="614172" y="737616"/>
                  </a:lnTo>
                  <a:lnTo>
                    <a:pt x="641604" y="672084"/>
                  </a:lnTo>
                  <a:lnTo>
                    <a:pt x="655320" y="618756"/>
                  </a:lnTo>
                  <a:lnTo>
                    <a:pt x="661289" y="563892"/>
                  </a:lnTo>
                  <a:lnTo>
                    <a:pt x="661289" y="563321"/>
                  </a:lnTo>
                  <a:lnTo>
                    <a:pt x="2723375" y="1190256"/>
                  </a:lnTo>
                  <a:lnTo>
                    <a:pt x="2732532" y="1162812"/>
                  </a:lnTo>
                  <a:close/>
                </a:path>
              </a:pathLst>
            </a:custGeom>
            <a:solidFill>
              <a:srgbClr val="CCFF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138671" y="4881371"/>
              <a:ext cx="115824" cy="115824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126991" y="4270248"/>
              <a:ext cx="115824" cy="115824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4248424" y="3807968"/>
            <a:ext cx="1949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9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518618" y="6888581"/>
            <a:ext cx="193675" cy="212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105" dirty="0">
                <a:solidFill>
                  <a:srgbClr val="FFFFFF"/>
                </a:solidFill>
                <a:latin typeface="Verdana"/>
                <a:cs typeface="Verdana"/>
              </a:rPr>
              <a:t>1</a:t>
            </a:r>
            <a:r>
              <a:rPr sz="1200" spc="-100" dirty="0">
                <a:solidFill>
                  <a:srgbClr val="FFFFFF"/>
                </a:solidFill>
                <a:latin typeface="Verdana"/>
                <a:cs typeface="Verdana"/>
              </a:rPr>
              <a:t>9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330152" y="4795477"/>
            <a:ext cx="2038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200" dirty="0">
                <a:solidFill>
                  <a:srgbClr val="FFFFFF"/>
                </a:solidFill>
                <a:latin typeface="Tahoma"/>
                <a:cs typeface="Tahoma"/>
              </a:rPr>
              <a:t>C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624107" y="5165835"/>
            <a:ext cx="1918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4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1800" spc="-23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800" spc="10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1800" spc="-23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14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1800" spc="-23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800" spc="13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800" spc="100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1800" spc="-65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74076" y="1273533"/>
            <a:ext cx="8009255" cy="1761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6240" marR="5080" indent="-384175">
              <a:lnSpc>
                <a:spcPct val="100000"/>
              </a:lnSpc>
              <a:spcBef>
                <a:spcPts val="100"/>
              </a:spcBef>
              <a:buClr>
                <a:srgbClr val="FF388C"/>
              </a:buClr>
              <a:buSzPct val="79166"/>
              <a:buFont typeface="Times New Roman"/>
              <a:buChar char="◉"/>
              <a:tabLst>
                <a:tab pos="396240" algn="l"/>
                <a:tab pos="396875" algn="l"/>
                <a:tab pos="1565275" algn="l"/>
                <a:tab pos="2415540" algn="l"/>
                <a:tab pos="3674745" algn="l"/>
                <a:tab pos="4259580" algn="l"/>
                <a:tab pos="5094605" algn="l"/>
                <a:tab pos="5655945" algn="l"/>
                <a:tab pos="6987540" algn="l"/>
                <a:tab pos="7554595" algn="l"/>
              </a:tabLst>
            </a:pPr>
            <a:r>
              <a:rPr sz="2400" b="1" spc="-320" dirty="0">
                <a:solidFill>
                  <a:srgbClr val="FFFF00"/>
                </a:solidFill>
                <a:latin typeface="Tahoma"/>
                <a:cs typeface="Tahoma"/>
              </a:rPr>
              <a:t>L</a:t>
            </a:r>
            <a:r>
              <a:rPr sz="2400" b="1" spc="10" dirty="0">
                <a:solidFill>
                  <a:srgbClr val="FFFF00"/>
                </a:solidFill>
                <a:latin typeface="Tahoma"/>
                <a:cs typeface="Tahoma"/>
              </a:rPr>
              <a:t>’</a:t>
            </a:r>
            <a:r>
              <a:rPr sz="2400" b="1" spc="50" dirty="0">
                <a:solidFill>
                  <a:srgbClr val="FFFF00"/>
                </a:solidFill>
                <a:latin typeface="Tahoma"/>
                <a:cs typeface="Tahoma"/>
              </a:rPr>
              <a:t>o</a:t>
            </a:r>
            <a:r>
              <a:rPr sz="2400" b="1" spc="-275" dirty="0">
                <a:solidFill>
                  <a:srgbClr val="FFFF00"/>
                </a:solidFill>
                <a:latin typeface="Tahoma"/>
                <a:cs typeface="Tahoma"/>
              </a:rPr>
              <a:t>r</a:t>
            </a:r>
            <a:r>
              <a:rPr sz="2400" b="1" spc="65" dirty="0">
                <a:solidFill>
                  <a:srgbClr val="FFFF00"/>
                </a:solidFill>
                <a:latin typeface="Tahoma"/>
                <a:cs typeface="Tahoma"/>
              </a:rPr>
              <a:t>d</a:t>
            </a:r>
            <a:r>
              <a:rPr sz="2400" b="1" spc="-275" dirty="0">
                <a:solidFill>
                  <a:srgbClr val="FFFF00"/>
                </a:solidFill>
                <a:latin typeface="Tahoma"/>
                <a:cs typeface="Tahoma"/>
              </a:rPr>
              <a:t>r</a:t>
            </a:r>
            <a:r>
              <a:rPr sz="2400" b="1" spc="110" dirty="0">
                <a:solidFill>
                  <a:srgbClr val="FFFF00"/>
                </a:solidFill>
                <a:latin typeface="Tahoma"/>
                <a:cs typeface="Tahoma"/>
              </a:rPr>
              <a:t>e</a:t>
            </a:r>
            <a:r>
              <a:rPr sz="2400" b="1" dirty="0">
                <a:solidFill>
                  <a:srgbClr val="FFFF00"/>
                </a:solidFill>
                <a:latin typeface="Tahoma"/>
                <a:cs typeface="Tahoma"/>
              </a:rPr>
              <a:t>	</a:t>
            </a:r>
            <a:r>
              <a:rPr sz="2400" spc="15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400" spc="190" dirty="0">
                <a:solidFill>
                  <a:srgbClr val="FFFFFF"/>
                </a:solidFill>
                <a:latin typeface="Verdana"/>
                <a:cs typeface="Verdana"/>
              </a:rPr>
              <a:t>’</a:t>
            </a:r>
            <a:r>
              <a:rPr sz="2400" spc="-55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400" spc="105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2400" spc="-28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400" spc="18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400" spc="15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34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-13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ég</a:t>
            </a:r>
            <a:r>
              <a:rPr sz="2400" spc="18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180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400" spc="21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400" spc="-8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400" spc="120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400" spc="-105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sz="2400" spc="-28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400" spc="-29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15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250" dirty="0">
                <a:solidFill>
                  <a:srgbClr val="FFFFFF"/>
                </a:solidFill>
                <a:latin typeface="Verdana"/>
                <a:cs typeface="Verdana"/>
              </a:rPr>
              <a:t>s  </a:t>
            </a:r>
            <a:r>
              <a:rPr sz="2400" spc="-114" dirty="0">
                <a:solidFill>
                  <a:srgbClr val="FFFFFF"/>
                </a:solidFill>
                <a:latin typeface="Verdana"/>
                <a:cs typeface="Verdana"/>
              </a:rPr>
              <a:t>sommets.</a:t>
            </a:r>
            <a:endParaRPr sz="2400">
              <a:latin typeface="Verdana"/>
              <a:cs typeface="Verdana"/>
            </a:endParaRPr>
          </a:p>
          <a:p>
            <a:pPr marL="396240" marR="5715" indent="-384175">
              <a:lnSpc>
                <a:spcPct val="100000"/>
              </a:lnSpc>
              <a:spcBef>
                <a:spcPts val="705"/>
              </a:spcBef>
              <a:buClr>
                <a:srgbClr val="FF388C"/>
              </a:buClr>
              <a:buSzPct val="80000"/>
              <a:buFont typeface="Times New Roman"/>
              <a:buChar char="◉"/>
              <a:tabLst>
                <a:tab pos="396875" algn="l"/>
                <a:tab pos="1043940" algn="l"/>
                <a:tab pos="2394585" algn="l"/>
                <a:tab pos="3488054" algn="l"/>
                <a:tab pos="5213985" algn="l"/>
                <a:tab pos="5972175" algn="l"/>
                <a:tab pos="6532245" algn="l"/>
              </a:tabLst>
            </a:pPr>
            <a:r>
              <a:rPr sz="3000" b="1" spc="-400" dirty="0">
                <a:solidFill>
                  <a:srgbClr val="FFFF00"/>
                </a:solidFill>
                <a:latin typeface="Tahoma"/>
                <a:cs typeface="Tahoma"/>
              </a:rPr>
              <a:t>L</a:t>
            </a:r>
            <a:r>
              <a:rPr sz="3000" b="1" spc="135" dirty="0">
                <a:solidFill>
                  <a:srgbClr val="FFFF00"/>
                </a:solidFill>
                <a:latin typeface="Tahoma"/>
                <a:cs typeface="Tahoma"/>
              </a:rPr>
              <a:t>e</a:t>
            </a:r>
            <a:r>
              <a:rPr sz="3000" b="1" dirty="0">
                <a:solidFill>
                  <a:srgbClr val="FFFF00"/>
                </a:solidFill>
                <a:latin typeface="Tahoma"/>
                <a:cs typeface="Tahoma"/>
              </a:rPr>
              <a:t>	</a:t>
            </a:r>
            <a:r>
              <a:rPr sz="3000" b="1" spc="85" dirty="0">
                <a:solidFill>
                  <a:srgbClr val="FFFF00"/>
                </a:solidFill>
                <a:latin typeface="Tahoma"/>
                <a:cs typeface="Tahoma"/>
              </a:rPr>
              <a:t>d</a:t>
            </a:r>
            <a:r>
              <a:rPr sz="3000" b="1" spc="130" dirty="0">
                <a:solidFill>
                  <a:srgbClr val="FFFF00"/>
                </a:solidFill>
                <a:latin typeface="Tahoma"/>
                <a:cs typeface="Tahoma"/>
              </a:rPr>
              <a:t>e</a:t>
            </a:r>
            <a:r>
              <a:rPr sz="3000" b="1" spc="85" dirty="0">
                <a:solidFill>
                  <a:srgbClr val="FFFF00"/>
                </a:solidFill>
                <a:latin typeface="Tahoma"/>
                <a:cs typeface="Tahoma"/>
              </a:rPr>
              <a:t>g</a:t>
            </a:r>
            <a:r>
              <a:rPr sz="3000" b="1" spc="-345" dirty="0">
                <a:solidFill>
                  <a:srgbClr val="FFFF00"/>
                </a:solidFill>
                <a:latin typeface="Tahoma"/>
                <a:cs typeface="Tahoma"/>
              </a:rPr>
              <a:t>r</a:t>
            </a:r>
            <a:r>
              <a:rPr sz="3000" b="1" spc="135" dirty="0">
                <a:solidFill>
                  <a:srgbClr val="FFFF00"/>
                </a:solidFill>
                <a:latin typeface="Tahoma"/>
                <a:cs typeface="Tahoma"/>
              </a:rPr>
              <a:t>é</a:t>
            </a:r>
            <a:r>
              <a:rPr sz="3000" b="1" dirty="0">
                <a:solidFill>
                  <a:srgbClr val="FFFF00"/>
                </a:solidFill>
                <a:latin typeface="Tahoma"/>
                <a:cs typeface="Tahoma"/>
              </a:rPr>
              <a:t>	</a:t>
            </a:r>
            <a:r>
              <a:rPr sz="3000" spc="16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3000" spc="270" dirty="0">
                <a:solidFill>
                  <a:srgbClr val="FFFFFF"/>
                </a:solidFill>
                <a:latin typeface="Verdana"/>
                <a:cs typeface="Verdana"/>
              </a:rPr>
              <a:t>’</a:t>
            </a:r>
            <a:r>
              <a:rPr sz="3000" spc="-10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3000" spc="-7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30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3000" spc="-39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15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3000" spc="-13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3000" spc="-10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17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30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30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39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-17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30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3000" spc="-229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3000" spc="-7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3000" spc="12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3000" spc="-10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3000" spc="195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sz="3000" spc="-38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3000" spc="114" dirty="0">
                <a:solidFill>
                  <a:srgbClr val="FFFFFF"/>
                </a:solidFill>
                <a:latin typeface="Verdana"/>
                <a:cs typeface="Verdana"/>
              </a:rPr>
              <a:t>e  </a:t>
            </a:r>
            <a:r>
              <a:rPr sz="3000" spc="16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3000" spc="270" dirty="0">
                <a:solidFill>
                  <a:srgbClr val="FFFFFF"/>
                </a:solidFill>
                <a:latin typeface="Verdana"/>
                <a:cs typeface="Verdana"/>
              </a:rPr>
              <a:t>’</a:t>
            </a:r>
            <a:r>
              <a:rPr sz="3000" spc="23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3000" spc="-38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ê</a:t>
            </a:r>
            <a:r>
              <a:rPr sz="3000" spc="-17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40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-2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229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3000" spc="-7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3000" spc="380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3000" spc="-229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3000" spc="16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7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3000" spc="-17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40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-2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245" dirty="0">
                <a:solidFill>
                  <a:srgbClr val="FFFFFF"/>
                </a:solidFill>
                <a:latin typeface="Verdana"/>
                <a:cs typeface="Verdana"/>
              </a:rPr>
              <a:t>à</a:t>
            </a:r>
            <a:r>
              <a:rPr sz="3000" spc="-2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350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2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39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12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3000" spc="-10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3000" spc="-13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17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3000" spc="-265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3000">
              <a:latin typeface="Verdana"/>
              <a:cs typeface="Verdan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316736" y="705612"/>
            <a:ext cx="5870575" cy="216535"/>
            <a:chOff x="1316736" y="705612"/>
            <a:chExt cx="5870575" cy="21653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6736" y="705612"/>
              <a:ext cx="2889504" cy="21640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47388" y="705612"/>
              <a:ext cx="2939795" cy="216408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5830092" y="3648455"/>
            <a:ext cx="342265" cy="131445"/>
            <a:chOff x="5830092" y="3648455"/>
            <a:chExt cx="342265" cy="131445"/>
          </a:xfrm>
        </p:grpSpPr>
        <p:sp>
          <p:nvSpPr>
            <p:cNvPr id="7" name="object 7"/>
            <p:cNvSpPr/>
            <p:nvPr/>
          </p:nvSpPr>
          <p:spPr>
            <a:xfrm>
              <a:off x="5830092" y="3675888"/>
              <a:ext cx="334645" cy="104139"/>
            </a:xfrm>
            <a:custGeom>
              <a:avLst/>
              <a:gdLst/>
              <a:ahLst/>
              <a:cxnLst/>
              <a:rect l="l" t="t" r="r" b="b"/>
              <a:pathLst>
                <a:path w="334645" h="104139">
                  <a:moveTo>
                    <a:pt x="95080" y="103631"/>
                  </a:moveTo>
                  <a:lnTo>
                    <a:pt x="0" y="103631"/>
                  </a:lnTo>
                  <a:lnTo>
                    <a:pt x="325342" y="0"/>
                  </a:lnTo>
                  <a:lnTo>
                    <a:pt x="334486" y="27431"/>
                  </a:lnTo>
                  <a:lnTo>
                    <a:pt x="95080" y="103631"/>
                  </a:lnTo>
                  <a:close/>
                </a:path>
              </a:pathLst>
            </a:custGeom>
            <a:solidFill>
              <a:srgbClr val="CCFF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56376" y="3648455"/>
              <a:ext cx="115824" cy="115824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6238735" y="3536730"/>
            <a:ext cx="1581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95" dirty="0">
                <a:solidFill>
                  <a:srgbClr val="FFFFFF"/>
                </a:solidFill>
                <a:latin typeface="Tahoma"/>
                <a:cs typeface="Tahoma"/>
              </a:rPr>
              <a:t>B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72668" y="3779519"/>
            <a:ext cx="9144000" cy="3429000"/>
            <a:chOff x="772668" y="3779519"/>
            <a:chExt cx="9144000" cy="3429000"/>
          </a:xfrm>
        </p:grpSpPr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2668" y="3779520"/>
              <a:ext cx="9143999" cy="34290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3781044"/>
              <a:ext cx="5925311" cy="102412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521964" y="3779520"/>
              <a:ext cx="2733040" cy="1190625"/>
            </a:xfrm>
            <a:custGeom>
              <a:avLst/>
              <a:gdLst/>
              <a:ahLst/>
              <a:cxnLst/>
              <a:rect l="l" t="t" r="r" b="b"/>
              <a:pathLst>
                <a:path w="2733040" h="1190625">
                  <a:moveTo>
                    <a:pt x="2732532" y="1162812"/>
                  </a:moveTo>
                  <a:lnTo>
                    <a:pt x="694829" y="543763"/>
                  </a:lnTo>
                  <a:lnTo>
                    <a:pt x="2403208" y="0"/>
                  </a:lnTo>
                  <a:lnTo>
                    <a:pt x="2308123" y="0"/>
                  </a:lnTo>
                  <a:lnTo>
                    <a:pt x="661403" y="524548"/>
                  </a:lnTo>
                  <a:lnTo>
                    <a:pt x="661416" y="524268"/>
                  </a:lnTo>
                  <a:lnTo>
                    <a:pt x="659892" y="504456"/>
                  </a:lnTo>
                  <a:lnTo>
                    <a:pt x="656844" y="486168"/>
                  </a:lnTo>
                  <a:lnTo>
                    <a:pt x="655320" y="467880"/>
                  </a:lnTo>
                  <a:lnTo>
                    <a:pt x="646176" y="431292"/>
                  </a:lnTo>
                  <a:lnTo>
                    <a:pt x="641604" y="414540"/>
                  </a:lnTo>
                  <a:lnTo>
                    <a:pt x="632460" y="389394"/>
                  </a:lnTo>
                  <a:lnTo>
                    <a:pt x="632460" y="525792"/>
                  </a:lnTo>
                  <a:lnTo>
                    <a:pt x="632460" y="562368"/>
                  </a:lnTo>
                  <a:lnTo>
                    <a:pt x="630936" y="579132"/>
                  </a:lnTo>
                  <a:lnTo>
                    <a:pt x="629412" y="597408"/>
                  </a:lnTo>
                  <a:lnTo>
                    <a:pt x="623316" y="630948"/>
                  </a:lnTo>
                  <a:lnTo>
                    <a:pt x="595884" y="710184"/>
                  </a:lnTo>
                  <a:lnTo>
                    <a:pt x="562356" y="766584"/>
                  </a:lnTo>
                  <a:lnTo>
                    <a:pt x="533400" y="801624"/>
                  </a:lnTo>
                  <a:lnTo>
                    <a:pt x="521208" y="812292"/>
                  </a:lnTo>
                  <a:lnTo>
                    <a:pt x="510527" y="822972"/>
                  </a:lnTo>
                  <a:lnTo>
                    <a:pt x="473964" y="850392"/>
                  </a:lnTo>
                  <a:lnTo>
                    <a:pt x="419100" y="876300"/>
                  </a:lnTo>
                  <a:lnTo>
                    <a:pt x="390144" y="883932"/>
                  </a:lnTo>
                  <a:lnTo>
                    <a:pt x="376428" y="886980"/>
                  </a:lnTo>
                  <a:lnTo>
                    <a:pt x="361188" y="890016"/>
                  </a:lnTo>
                  <a:lnTo>
                    <a:pt x="345935" y="891540"/>
                  </a:lnTo>
                  <a:lnTo>
                    <a:pt x="313944" y="891540"/>
                  </a:lnTo>
                  <a:lnTo>
                    <a:pt x="298704" y="890016"/>
                  </a:lnTo>
                  <a:lnTo>
                    <a:pt x="283464" y="886980"/>
                  </a:lnTo>
                  <a:lnTo>
                    <a:pt x="269735" y="883932"/>
                  </a:lnTo>
                  <a:lnTo>
                    <a:pt x="254508" y="880884"/>
                  </a:lnTo>
                  <a:lnTo>
                    <a:pt x="240792" y="876300"/>
                  </a:lnTo>
                  <a:lnTo>
                    <a:pt x="199644" y="858024"/>
                  </a:lnTo>
                  <a:lnTo>
                    <a:pt x="185928" y="848880"/>
                  </a:lnTo>
                  <a:lnTo>
                    <a:pt x="173736" y="841260"/>
                  </a:lnTo>
                  <a:lnTo>
                    <a:pt x="128016" y="801624"/>
                  </a:lnTo>
                  <a:lnTo>
                    <a:pt x="88392" y="752868"/>
                  </a:lnTo>
                  <a:lnTo>
                    <a:pt x="71628" y="723900"/>
                  </a:lnTo>
                  <a:lnTo>
                    <a:pt x="64008" y="710184"/>
                  </a:lnTo>
                  <a:lnTo>
                    <a:pt x="51816" y="679716"/>
                  </a:lnTo>
                  <a:lnTo>
                    <a:pt x="45720" y="662940"/>
                  </a:lnTo>
                  <a:lnTo>
                    <a:pt x="41135" y="647700"/>
                  </a:lnTo>
                  <a:lnTo>
                    <a:pt x="38100" y="630948"/>
                  </a:lnTo>
                  <a:lnTo>
                    <a:pt x="33528" y="614184"/>
                  </a:lnTo>
                  <a:lnTo>
                    <a:pt x="32004" y="595884"/>
                  </a:lnTo>
                  <a:lnTo>
                    <a:pt x="28943" y="579132"/>
                  </a:lnTo>
                  <a:lnTo>
                    <a:pt x="28943" y="560832"/>
                  </a:lnTo>
                  <a:lnTo>
                    <a:pt x="27432" y="544080"/>
                  </a:lnTo>
                  <a:lnTo>
                    <a:pt x="28943" y="525792"/>
                  </a:lnTo>
                  <a:lnTo>
                    <a:pt x="28943" y="507492"/>
                  </a:lnTo>
                  <a:lnTo>
                    <a:pt x="32004" y="490740"/>
                  </a:lnTo>
                  <a:lnTo>
                    <a:pt x="33528" y="472440"/>
                  </a:lnTo>
                  <a:lnTo>
                    <a:pt x="38100" y="455688"/>
                  </a:lnTo>
                  <a:lnTo>
                    <a:pt x="41135" y="438924"/>
                  </a:lnTo>
                  <a:lnTo>
                    <a:pt x="47244" y="423684"/>
                  </a:lnTo>
                  <a:lnTo>
                    <a:pt x="51816" y="406908"/>
                  </a:lnTo>
                  <a:lnTo>
                    <a:pt x="57912" y="391680"/>
                  </a:lnTo>
                  <a:lnTo>
                    <a:pt x="65532" y="376440"/>
                  </a:lnTo>
                  <a:lnTo>
                    <a:pt x="71628" y="362724"/>
                  </a:lnTo>
                  <a:lnTo>
                    <a:pt x="80772" y="349008"/>
                  </a:lnTo>
                  <a:lnTo>
                    <a:pt x="88392" y="335292"/>
                  </a:lnTo>
                  <a:lnTo>
                    <a:pt x="97536" y="321576"/>
                  </a:lnTo>
                  <a:lnTo>
                    <a:pt x="128016" y="285000"/>
                  </a:lnTo>
                  <a:lnTo>
                    <a:pt x="175260" y="245376"/>
                  </a:lnTo>
                  <a:lnTo>
                    <a:pt x="213360" y="222516"/>
                  </a:lnTo>
                  <a:lnTo>
                    <a:pt x="256032" y="207276"/>
                  </a:lnTo>
                  <a:lnTo>
                    <a:pt x="269735" y="202692"/>
                  </a:lnTo>
                  <a:lnTo>
                    <a:pt x="284988" y="199656"/>
                  </a:lnTo>
                  <a:lnTo>
                    <a:pt x="315468" y="196608"/>
                  </a:lnTo>
                  <a:lnTo>
                    <a:pt x="345935" y="196608"/>
                  </a:lnTo>
                  <a:lnTo>
                    <a:pt x="376428" y="199656"/>
                  </a:lnTo>
                  <a:lnTo>
                    <a:pt x="391668" y="202692"/>
                  </a:lnTo>
                  <a:lnTo>
                    <a:pt x="405384" y="207276"/>
                  </a:lnTo>
                  <a:lnTo>
                    <a:pt x="420624" y="211848"/>
                  </a:lnTo>
                  <a:lnTo>
                    <a:pt x="461772" y="230124"/>
                  </a:lnTo>
                  <a:lnTo>
                    <a:pt x="498335" y="254508"/>
                  </a:lnTo>
                  <a:lnTo>
                    <a:pt x="510527" y="265188"/>
                  </a:lnTo>
                  <a:lnTo>
                    <a:pt x="522732" y="274332"/>
                  </a:lnTo>
                  <a:lnTo>
                    <a:pt x="533400" y="286524"/>
                  </a:lnTo>
                  <a:lnTo>
                    <a:pt x="544068" y="297192"/>
                  </a:lnTo>
                  <a:lnTo>
                    <a:pt x="553212" y="309384"/>
                  </a:lnTo>
                  <a:lnTo>
                    <a:pt x="588264" y="362724"/>
                  </a:lnTo>
                  <a:lnTo>
                    <a:pt x="609600" y="408432"/>
                  </a:lnTo>
                  <a:lnTo>
                    <a:pt x="623316" y="457200"/>
                  </a:lnTo>
                  <a:lnTo>
                    <a:pt x="630936" y="509016"/>
                  </a:lnTo>
                  <a:lnTo>
                    <a:pt x="632460" y="525792"/>
                  </a:lnTo>
                  <a:lnTo>
                    <a:pt x="632460" y="389394"/>
                  </a:lnTo>
                  <a:lnTo>
                    <a:pt x="629412" y="381000"/>
                  </a:lnTo>
                  <a:lnTo>
                    <a:pt x="595884" y="318516"/>
                  </a:lnTo>
                  <a:lnTo>
                    <a:pt x="565404" y="277380"/>
                  </a:lnTo>
                  <a:lnTo>
                    <a:pt x="541020" y="254508"/>
                  </a:lnTo>
                  <a:lnTo>
                    <a:pt x="528828" y="242316"/>
                  </a:lnTo>
                  <a:lnTo>
                    <a:pt x="489204" y="213372"/>
                  </a:lnTo>
                  <a:lnTo>
                    <a:pt x="445008" y="190500"/>
                  </a:lnTo>
                  <a:lnTo>
                    <a:pt x="397764" y="175272"/>
                  </a:lnTo>
                  <a:lnTo>
                    <a:pt x="347472" y="167640"/>
                  </a:lnTo>
                  <a:lnTo>
                    <a:pt x="312420" y="167640"/>
                  </a:lnTo>
                  <a:lnTo>
                    <a:pt x="262128" y="175272"/>
                  </a:lnTo>
                  <a:lnTo>
                    <a:pt x="214884" y="190500"/>
                  </a:lnTo>
                  <a:lnTo>
                    <a:pt x="201168" y="198132"/>
                  </a:lnTo>
                  <a:lnTo>
                    <a:pt x="185928" y="205740"/>
                  </a:lnTo>
                  <a:lnTo>
                    <a:pt x="172212" y="213372"/>
                  </a:lnTo>
                  <a:lnTo>
                    <a:pt x="156972" y="222516"/>
                  </a:lnTo>
                  <a:lnTo>
                    <a:pt x="144780" y="233184"/>
                  </a:lnTo>
                  <a:lnTo>
                    <a:pt x="131064" y="242316"/>
                  </a:lnTo>
                  <a:lnTo>
                    <a:pt x="85344" y="291084"/>
                  </a:lnTo>
                  <a:lnTo>
                    <a:pt x="54864" y="333756"/>
                  </a:lnTo>
                  <a:lnTo>
                    <a:pt x="47244" y="349008"/>
                  </a:lnTo>
                  <a:lnTo>
                    <a:pt x="38100" y="365772"/>
                  </a:lnTo>
                  <a:lnTo>
                    <a:pt x="32004" y="381000"/>
                  </a:lnTo>
                  <a:lnTo>
                    <a:pt x="24384" y="397776"/>
                  </a:lnTo>
                  <a:lnTo>
                    <a:pt x="19812" y="414540"/>
                  </a:lnTo>
                  <a:lnTo>
                    <a:pt x="9144" y="451116"/>
                  </a:lnTo>
                  <a:lnTo>
                    <a:pt x="0" y="524268"/>
                  </a:lnTo>
                  <a:lnTo>
                    <a:pt x="0" y="563892"/>
                  </a:lnTo>
                  <a:lnTo>
                    <a:pt x="6096" y="620280"/>
                  </a:lnTo>
                  <a:lnTo>
                    <a:pt x="19812" y="672084"/>
                  </a:lnTo>
                  <a:lnTo>
                    <a:pt x="25908" y="690384"/>
                  </a:lnTo>
                  <a:lnTo>
                    <a:pt x="32004" y="707148"/>
                  </a:lnTo>
                  <a:lnTo>
                    <a:pt x="39624" y="722388"/>
                  </a:lnTo>
                  <a:lnTo>
                    <a:pt x="47244" y="739140"/>
                  </a:lnTo>
                  <a:lnTo>
                    <a:pt x="56388" y="752868"/>
                  </a:lnTo>
                  <a:lnTo>
                    <a:pt x="74676" y="783348"/>
                  </a:lnTo>
                  <a:lnTo>
                    <a:pt x="85344" y="795540"/>
                  </a:lnTo>
                  <a:lnTo>
                    <a:pt x="96012" y="809256"/>
                  </a:lnTo>
                  <a:lnTo>
                    <a:pt x="106680" y="821448"/>
                  </a:lnTo>
                  <a:lnTo>
                    <a:pt x="118872" y="833640"/>
                  </a:lnTo>
                  <a:lnTo>
                    <a:pt x="132588" y="844308"/>
                  </a:lnTo>
                  <a:lnTo>
                    <a:pt x="144780" y="854976"/>
                  </a:lnTo>
                  <a:lnTo>
                    <a:pt x="185928" y="882408"/>
                  </a:lnTo>
                  <a:lnTo>
                    <a:pt x="231635" y="903732"/>
                  </a:lnTo>
                  <a:lnTo>
                    <a:pt x="280416" y="915924"/>
                  </a:lnTo>
                  <a:lnTo>
                    <a:pt x="330708" y="920508"/>
                  </a:lnTo>
                  <a:lnTo>
                    <a:pt x="381000" y="915924"/>
                  </a:lnTo>
                  <a:lnTo>
                    <a:pt x="397764" y="912888"/>
                  </a:lnTo>
                  <a:lnTo>
                    <a:pt x="414528" y="908316"/>
                  </a:lnTo>
                  <a:lnTo>
                    <a:pt x="456425" y="891540"/>
                  </a:lnTo>
                  <a:lnTo>
                    <a:pt x="460235" y="890016"/>
                  </a:lnTo>
                  <a:lnTo>
                    <a:pt x="475488" y="882408"/>
                  </a:lnTo>
                  <a:lnTo>
                    <a:pt x="516636" y="854976"/>
                  </a:lnTo>
                  <a:lnTo>
                    <a:pt x="528828" y="844308"/>
                  </a:lnTo>
                  <a:lnTo>
                    <a:pt x="542544" y="833640"/>
                  </a:lnTo>
                  <a:lnTo>
                    <a:pt x="553212" y="821448"/>
                  </a:lnTo>
                  <a:lnTo>
                    <a:pt x="565404" y="809256"/>
                  </a:lnTo>
                  <a:lnTo>
                    <a:pt x="586727" y="781824"/>
                  </a:lnTo>
                  <a:lnTo>
                    <a:pt x="614172" y="737616"/>
                  </a:lnTo>
                  <a:lnTo>
                    <a:pt x="641604" y="672084"/>
                  </a:lnTo>
                  <a:lnTo>
                    <a:pt x="655320" y="618756"/>
                  </a:lnTo>
                  <a:lnTo>
                    <a:pt x="661289" y="563892"/>
                  </a:lnTo>
                  <a:lnTo>
                    <a:pt x="661289" y="563321"/>
                  </a:lnTo>
                  <a:lnTo>
                    <a:pt x="2723375" y="1190256"/>
                  </a:lnTo>
                  <a:lnTo>
                    <a:pt x="2732532" y="1162812"/>
                  </a:lnTo>
                  <a:close/>
                </a:path>
              </a:pathLst>
            </a:custGeom>
            <a:solidFill>
              <a:srgbClr val="CCFF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138671" y="4881371"/>
              <a:ext cx="115824" cy="115824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126991" y="4270248"/>
              <a:ext cx="115824" cy="115824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4248424" y="3807968"/>
            <a:ext cx="1949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9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518618" y="6888581"/>
            <a:ext cx="193675" cy="212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105" dirty="0">
                <a:solidFill>
                  <a:srgbClr val="FFFFFF"/>
                </a:solidFill>
                <a:latin typeface="Verdana"/>
                <a:cs typeface="Verdana"/>
              </a:rPr>
              <a:t>1</a:t>
            </a:r>
            <a:r>
              <a:rPr sz="1200" spc="-100" dirty="0">
                <a:solidFill>
                  <a:srgbClr val="FFFFFF"/>
                </a:solidFill>
                <a:latin typeface="Verdana"/>
                <a:cs typeface="Verdana"/>
              </a:rPr>
              <a:t>9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330152" y="4795477"/>
            <a:ext cx="2038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200" dirty="0">
                <a:solidFill>
                  <a:srgbClr val="FFFFFF"/>
                </a:solidFill>
                <a:latin typeface="Tahoma"/>
                <a:cs typeface="Tahoma"/>
              </a:rPr>
              <a:t>C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624107" y="5165835"/>
            <a:ext cx="1918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4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1800" spc="-23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800" spc="10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1800" spc="-23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14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1800" spc="-23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800" spc="13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800" spc="100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1800" spc="-65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795802" y="5158245"/>
            <a:ext cx="16897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85" dirty="0">
                <a:solidFill>
                  <a:srgbClr val="FFFFFF"/>
                </a:solidFill>
                <a:latin typeface="Verdana"/>
                <a:cs typeface="Verdana"/>
              </a:rPr>
              <a:t>=</a:t>
            </a:r>
            <a:r>
              <a:rPr sz="18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50" dirty="0">
                <a:solidFill>
                  <a:srgbClr val="FFFFFF"/>
                </a:solidFill>
                <a:latin typeface="Verdana"/>
                <a:cs typeface="Verdana"/>
              </a:rPr>
              <a:t>3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210" dirty="0">
                <a:solidFill>
                  <a:srgbClr val="FFFFFF"/>
                </a:solidFill>
                <a:latin typeface="Verdana"/>
                <a:cs typeface="Verdana"/>
              </a:rPr>
              <a:t>(</a:t>
            </a:r>
            <a:r>
              <a:rPr sz="1800" spc="-140" dirty="0">
                <a:solidFill>
                  <a:srgbClr val="FFFFFF"/>
                </a:solidFill>
                <a:latin typeface="Verdana"/>
                <a:cs typeface="Verdana"/>
              </a:rPr>
              <a:t>3</a:t>
            </a:r>
            <a:r>
              <a:rPr sz="1800" spc="-254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1800" spc="90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1800" spc="-65" dirty="0">
                <a:solidFill>
                  <a:srgbClr val="FFFFFF"/>
                </a:solidFill>
                <a:latin typeface="Verdana"/>
                <a:cs typeface="Verdana"/>
              </a:rPr>
              <a:t>mm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10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800" spc="-24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1800" spc="-155" dirty="0">
                <a:solidFill>
                  <a:srgbClr val="FFFFFF"/>
                </a:solidFill>
                <a:latin typeface="Verdana"/>
                <a:cs typeface="Verdana"/>
              </a:rPr>
              <a:t>)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74076" y="1273533"/>
            <a:ext cx="8009255" cy="1761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6240" marR="5080" indent="-384175">
              <a:lnSpc>
                <a:spcPct val="100000"/>
              </a:lnSpc>
              <a:spcBef>
                <a:spcPts val="100"/>
              </a:spcBef>
              <a:buClr>
                <a:srgbClr val="FF388C"/>
              </a:buClr>
              <a:buSzPct val="79166"/>
              <a:buFont typeface="Times New Roman"/>
              <a:buChar char="◉"/>
              <a:tabLst>
                <a:tab pos="396240" algn="l"/>
                <a:tab pos="396875" algn="l"/>
                <a:tab pos="1565275" algn="l"/>
                <a:tab pos="2415540" algn="l"/>
                <a:tab pos="3674745" algn="l"/>
                <a:tab pos="4259580" algn="l"/>
                <a:tab pos="5094605" algn="l"/>
                <a:tab pos="5655945" algn="l"/>
                <a:tab pos="6987540" algn="l"/>
                <a:tab pos="7554595" algn="l"/>
              </a:tabLst>
            </a:pPr>
            <a:r>
              <a:rPr sz="2400" b="1" spc="-320" dirty="0">
                <a:solidFill>
                  <a:srgbClr val="FFFF00"/>
                </a:solidFill>
                <a:latin typeface="Tahoma"/>
                <a:cs typeface="Tahoma"/>
              </a:rPr>
              <a:t>L</a:t>
            </a:r>
            <a:r>
              <a:rPr sz="2400" b="1" spc="10" dirty="0">
                <a:solidFill>
                  <a:srgbClr val="FFFF00"/>
                </a:solidFill>
                <a:latin typeface="Tahoma"/>
                <a:cs typeface="Tahoma"/>
              </a:rPr>
              <a:t>’</a:t>
            </a:r>
            <a:r>
              <a:rPr sz="2400" b="1" spc="50" dirty="0">
                <a:solidFill>
                  <a:srgbClr val="FFFF00"/>
                </a:solidFill>
                <a:latin typeface="Tahoma"/>
                <a:cs typeface="Tahoma"/>
              </a:rPr>
              <a:t>o</a:t>
            </a:r>
            <a:r>
              <a:rPr sz="2400" b="1" spc="-275" dirty="0">
                <a:solidFill>
                  <a:srgbClr val="FFFF00"/>
                </a:solidFill>
                <a:latin typeface="Tahoma"/>
                <a:cs typeface="Tahoma"/>
              </a:rPr>
              <a:t>r</a:t>
            </a:r>
            <a:r>
              <a:rPr sz="2400" b="1" spc="65" dirty="0">
                <a:solidFill>
                  <a:srgbClr val="FFFF00"/>
                </a:solidFill>
                <a:latin typeface="Tahoma"/>
                <a:cs typeface="Tahoma"/>
              </a:rPr>
              <a:t>d</a:t>
            </a:r>
            <a:r>
              <a:rPr sz="2400" b="1" spc="-275" dirty="0">
                <a:solidFill>
                  <a:srgbClr val="FFFF00"/>
                </a:solidFill>
                <a:latin typeface="Tahoma"/>
                <a:cs typeface="Tahoma"/>
              </a:rPr>
              <a:t>r</a:t>
            </a:r>
            <a:r>
              <a:rPr sz="2400" b="1" spc="110" dirty="0">
                <a:solidFill>
                  <a:srgbClr val="FFFF00"/>
                </a:solidFill>
                <a:latin typeface="Tahoma"/>
                <a:cs typeface="Tahoma"/>
              </a:rPr>
              <a:t>e</a:t>
            </a:r>
            <a:r>
              <a:rPr sz="2400" b="1" dirty="0">
                <a:solidFill>
                  <a:srgbClr val="FFFF00"/>
                </a:solidFill>
                <a:latin typeface="Tahoma"/>
                <a:cs typeface="Tahoma"/>
              </a:rPr>
              <a:t>	</a:t>
            </a:r>
            <a:r>
              <a:rPr sz="2400" spc="15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400" spc="190" dirty="0">
                <a:solidFill>
                  <a:srgbClr val="FFFFFF"/>
                </a:solidFill>
                <a:latin typeface="Verdana"/>
                <a:cs typeface="Verdana"/>
              </a:rPr>
              <a:t>’</a:t>
            </a:r>
            <a:r>
              <a:rPr sz="2400" spc="-55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400" spc="105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2400" spc="-28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400" spc="18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400" spc="15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34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-13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ég</a:t>
            </a:r>
            <a:r>
              <a:rPr sz="2400" spc="18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180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400" spc="21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400" spc="-8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400" spc="120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400" spc="-105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sz="2400" spc="-28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400" spc="-29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15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250" dirty="0">
                <a:solidFill>
                  <a:srgbClr val="FFFFFF"/>
                </a:solidFill>
                <a:latin typeface="Verdana"/>
                <a:cs typeface="Verdana"/>
              </a:rPr>
              <a:t>s  </a:t>
            </a:r>
            <a:r>
              <a:rPr sz="2400" spc="-114" dirty="0">
                <a:solidFill>
                  <a:srgbClr val="FFFFFF"/>
                </a:solidFill>
                <a:latin typeface="Verdana"/>
                <a:cs typeface="Verdana"/>
              </a:rPr>
              <a:t>sommets.</a:t>
            </a:r>
            <a:endParaRPr sz="2400">
              <a:latin typeface="Verdana"/>
              <a:cs typeface="Verdana"/>
            </a:endParaRPr>
          </a:p>
          <a:p>
            <a:pPr marL="396240" marR="5715" indent="-384175">
              <a:lnSpc>
                <a:spcPct val="100000"/>
              </a:lnSpc>
              <a:spcBef>
                <a:spcPts val="705"/>
              </a:spcBef>
              <a:buClr>
                <a:srgbClr val="FF388C"/>
              </a:buClr>
              <a:buSzPct val="80000"/>
              <a:buFont typeface="Times New Roman"/>
              <a:buChar char="◉"/>
              <a:tabLst>
                <a:tab pos="396875" algn="l"/>
                <a:tab pos="1043940" algn="l"/>
                <a:tab pos="2394585" algn="l"/>
                <a:tab pos="3488054" algn="l"/>
                <a:tab pos="5213985" algn="l"/>
                <a:tab pos="5972175" algn="l"/>
                <a:tab pos="6532245" algn="l"/>
              </a:tabLst>
            </a:pPr>
            <a:r>
              <a:rPr sz="3000" b="1" spc="-400" dirty="0">
                <a:solidFill>
                  <a:srgbClr val="FFFF00"/>
                </a:solidFill>
                <a:latin typeface="Tahoma"/>
                <a:cs typeface="Tahoma"/>
              </a:rPr>
              <a:t>L</a:t>
            </a:r>
            <a:r>
              <a:rPr sz="3000" b="1" spc="135" dirty="0">
                <a:solidFill>
                  <a:srgbClr val="FFFF00"/>
                </a:solidFill>
                <a:latin typeface="Tahoma"/>
                <a:cs typeface="Tahoma"/>
              </a:rPr>
              <a:t>e</a:t>
            </a:r>
            <a:r>
              <a:rPr sz="3000" b="1" dirty="0">
                <a:solidFill>
                  <a:srgbClr val="FFFF00"/>
                </a:solidFill>
                <a:latin typeface="Tahoma"/>
                <a:cs typeface="Tahoma"/>
              </a:rPr>
              <a:t>	</a:t>
            </a:r>
            <a:r>
              <a:rPr sz="3000" b="1" spc="85" dirty="0">
                <a:solidFill>
                  <a:srgbClr val="FFFF00"/>
                </a:solidFill>
                <a:latin typeface="Tahoma"/>
                <a:cs typeface="Tahoma"/>
              </a:rPr>
              <a:t>d</a:t>
            </a:r>
            <a:r>
              <a:rPr sz="3000" b="1" spc="130" dirty="0">
                <a:solidFill>
                  <a:srgbClr val="FFFF00"/>
                </a:solidFill>
                <a:latin typeface="Tahoma"/>
                <a:cs typeface="Tahoma"/>
              </a:rPr>
              <a:t>e</a:t>
            </a:r>
            <a:r>
              <a:rPr sz="3000" b="1" spc="85" dirty="0">
                <a:solidFill>
                  <a:srgbClr val="FFFF00"/>
                </a:solidFill>
                <a:latin typeface="Tahoma"/>
                <a:cs typeface="Tahoma"/>
              </a:rPr>
              <a:t>g</a:t>
            </a:r>
            <a:r>
              <a:rPr sz="3000" b="1" spc="-345" dirty="0">
                <a:solidFill>
                  <a:srgbClr val="FFFF00"/>
                </a:solidFill>
                <a:latin typeface="Tahoma"/>
                <a:cs typeface="Tahoma"/>
              </a:rPr>
              <a:t>r</a:t>
            </a:r>
            <a:r>
              <a:rPr sz="3000" b="1" spc="135" dirty="0">
                <a:solidFill>
                  <a:srgbClr val="FFFF00"/>
                </a:solidFill>
                <a:latin typeface="Tahoma"/>
                <a:cs typeface="Tahoma"/>
              </a:rPr>
              <a:t>é</a:t>
            </a:r>
            <a:r>
              <a:rPr sz="3000" b="1" dirty="0">
                <a:solidFill>
                  <a:srgbClr val="FFFF00"/>
                </a:solidFill>
                <a:latin typeface="Tahoma"/>
                <a:cs typeface="Tahoma"/>
              </a:rPr>
              <a:t>	</a:t>
            </a:r>
            <a:r>
              <a:rPr sz="3000" spc="16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3000" spc="270" dirty="0">
                <a:solidFill>
                  <a:srgbClr val="FFFFFF"/>
                </a:solidFill>
                <a:latin typeface="Verdana"/>
                <a:cs typeface="Verdana"/>
              </a:rPr>
              <a:t>’</a:t>
            </a:r>
            <a:r>
              <a:rPr sz="3000" spc="-10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3000" spc="-7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30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3000" spc="-39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15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3000" spc="-13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3000" spc="-10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17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30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30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39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-17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30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3000" spc="-229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3000" spc="-7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3000" spc="12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3000" spc="-10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3000" spc="195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sz="3000" spc="-38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3000" spc="114" dirty="0">
                <a:solidFill>
                  <a:srgbClr val="FFFFFF"/>
                </a:solidFill>
                <a:latin typeface="Verdana"/>
                <a:cs typeface="Verdana"/>
              </a:rPr>
              <a:t>e  </a:t>
            </a:r>
            <a:r>
              <a:rPr sz="3000" spc="16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3000" spc="270" dirty="0">
                <a:solidFill>
                  <a:srgbClr val="FFFFFF"/>
                </a:solidFill>
                <a:latin typeface="Verdana"/>
                <a:cs typeface="Verdana"/>
              </a:rPr>
              <a:t>’</a:t>
            </a:r>
            <a:r>
              <a:rPr sz="3000" spc="23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3000" spc="-38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ê</a:t>
            </a:r>
            <a:r>
              <a:rPr sz="3000" spc="-17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40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-2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229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3000" spc="-7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3000" spc="380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3000" spc="-229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3000" spc="16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7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3000" spc="-17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40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-2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245" dirty="0">
                <a:solidFill>
                  <a:srgbClr val="FFFFFF"/>
                </a:solidFill>
                <a:latin typeface="Verdana"/>
                <a:cs typeface="Verdana"/>
              </a:rPr>
              <a:t>à</a:t>
            </a:r>
            <a:r>
              <a:rPr sz="3000" spc="-2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350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2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39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12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3000" spc="-10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3000" spc="-13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17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3000" spc="-265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3000">
              <a:latin typeface="Verdana"/>
              <a:cs typeface="Verdan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316736" y="705612"/>
            <a:ext cx="5870575" cy="216535"/>
            <a:chOff x="1316736" y="705612"/>
            <a:chExt cx="5870575" cy="21653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6736" y="705612"/>
              <a:ext cx="2889504" cy="21640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47388" y="705612"/>
              <a:ext cx="2939795" cy="216408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5830092" y="3648455"/>
            <a:ext cx="342265" cy="131445"/>
            <a:chOff x="5830092" y="3648455"/>
            <a:chExt cx="342265" cy="131445"/>
          </a:xfrm>
        </p:grpSpPr>
        <p:sp>
          <p:nvSpPr>
            <p:cNvPr id="7" name="object 7"/>
            <p:cNvSpPr/>
            <p:nvPr/>
          </p:nvSpPr>
          <p:spPr>
            <a:xfrm>
              <a:off x="5830092" y="3675888"/>
              <a:ext cx="334645" cy="104139"/>
            </a:xfrm>
            <a:custGeom>
              <a:avLst/>
              <a:gdLst/>
              <a:ahLst/>
              <a:cxnLst/>
              <a:rect l="l" t="t" r="r" b="b"/>
              <a:pathLst>
                <a:path w="334645" h="104139">
                  <a:moveTo>
                    <a:pt x="95080" y="103631"/>
                  </a:moveTo>
                  <a:lnTo>
                    <a:pt x="0" y="103631"/>
                  </a:lnTo>
                  <a:lnTo>
                    <a:pt x="325342" y="0"/>
                  </a:lnTo>
                  <a:lnTo>
                    <a:pt x="334486" y="27431"/>
                  </a:lnTo>
                  <a:lnTo>
                    <a:pt x="95080" y="103631"/>
                  </a:lnTo>
                  <a:close/>
                </a:path>
              </a:pathLst>
            </a:custGeom>
            <a:solidFill>
              <a:srgbClr val="CCFF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56376" y="3648455"/>
              <a:ext cx="115824" cy="115824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6238735" y="3536730"/>
            <a:ext cx="1581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95" dirty="0">
                <a:solidFill>
                  <a:srgbClr val="FFFFFF"/>
                </a:solidFill>
                <a:latin typeface="Tahoma"/>
                <a:cs typeface="Tahoma"/>
              </a:rPr>
              <a:t>B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72668" y="3779519"/>
            <a:ext cx="9144000" cy="3429000"/>
            <a:chOff x="772668" y="3779519"/>
            <a:chExt cx="9144000" cy="3429000"/>
          </a:xfrm>
        </p:grpSpPr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2668" y="3779520"/>
              <a:ext cx="9143999" cy="34290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3781044"/>
              <a:ext cx="5925311" cy="102412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521964" y="3779520"/>
              <a:ext cx="2733040" cy="1190625"/>
            </a:xfrm>
            <a:custGeom>
              <a:avLst/>
              <a:gdLst/>
              <a:ahLst/>
              <a:cxnLst/>
              <a:rect l="l" t="t" r="r" b="b"/>
              <a:pathLst>
                <a:path w="2733040" h="1190625">
                  <a:moveTo>
                    <a:pt x="2732532" y="1162812"/>
                  </a:moveTo>
                  <a:lnTo>
                    <a:pt x="694829" y="543763"/>
                  </a:lnTo>
                  <a:lnTo>
                    <a:pt x="2403208" y="0"/>
                  </a:lnTo>
                  <a:lnTo>
                    <a:pt x="2308123" y="0"/>
                  </a:lnTo>
                  <a:lnTo>
                    <a:pt x="661403" y="524548"/>
                  </a:lnTo>
                  <a:lnTo>
                    <a:pt x="661416" y="524268"/>
                  </a:lnTo>
                  <a:lnTo>
                    <a:pt x="659892" y="504456"/>
                  </a:lnTo>
                  <a:lnTo>
                    <a:pt x="656844" y="486168"/>
                  </a:lnTo>
                  <a:lnTo>
                    <a:pt x="655320" y="467880"/>
                  </a:lnTo>
                  <a:lnTo>
                    <a:pt x="646176" y="431292"/>
                  </a:lnTo>
                  <a:lnTo>
                    <a:pt x="641604" y="414540"/>
                  </a:lnTo>
                  <a:lnTo>
                    <a:pt x="632460" y="389394"/>
                  </a:lnTo>
                  <a:lnTo>
                    <a:pt x="632460" y="525792"/>
                  </a:lnTo>
                  <a:lnTo>
                    <a:pt x="632460" y="562368"/>
                  </a:lnTo>
                  <a:lnTo>
                    <a:pt x="630936" y="579132"/>
                  </a:lnTo>
                  <a:lnTo>
                    <a:pt x="629412" y="597408"/>
                  </a:lnTo>
                  <a:lnTo>
                    <a:pt x="623316" y="630948"/>
                  </a:lnTo>
                  <a:lnTo>
                    <a:pt x="595884" y="710184"/>
                  </a:lnTo>
                  <a:lnTo>
                    <a:pt x="562356" y="766584"/>
                  </a:lnTo>
                  <a:lnTo>
                    <a:pt x="533400" y="801624"/>
                  </a:lnTo>
                  <a:lnTo>
                    <a:pt x="521208" y="812292"/>
                  </a:lnTo>
                  <a:lnTo>
                    <a:pt x="510527" y="822972"/>
                  </a:lnTo>
                  <a:lnTo>
                    <a:pt x="473964" y="850392"/>
                  </a:lnTo>
                  <a:lnTo>
                    <a:pt x="419100" y="876300"/>
                  </a:lnTo>
                  <a:lnTo>
                    <a:pt x="390144" y="883932"/>
                  </a:lnTo>
                  <a:lnTo>
                    <a:pt x="376428" y="886980"/>
                  </a:lnTo>
                  <a:lnTo>
                    <a:pt x="361188" y="890016"/>
                  </a:lnTo>
                  <a:lnTo>
                    <a:pt x="345935" y="891540"/>
                  </a:lnTo>
                  <a:lnTo>
                    <a:pt x="313944" y="891540"/>
                  </a:lnTo>
                  <a:lnTo>
                    <a:pt x="298704" y="890016"/>
                  </a:lnTo>
                  <a:lnTo>
                    <a:pt x="283464" y="886980"/>
                  </a:lnTo>
                  <a:lnTo>
                    <a:pt x="269735" y="883932"/>
                  </a:lnTo>
                  <a:lnTo>
                    <a:pt x="254508" y="880884"/>
                  </a:lnTo>
                  <a:lnTo>
                    <a:pt x="240792" y="876300"/>
                  </a:lnTo>
                  <a:lnTo>
                    <a:pt x="199644" y="858024"/>
                  </a:lnTo>
                  <a:lnTo>
                    <a:pt x="185928" y="848880"/>
                  </a:lnTo>
                  <a:lnTo>
                    <a:pt x="173736" y="841260"/>
                  </a:lnTo>
                  <a:lnTo>
                    <a:pt x="128016" y="801624"/>
                  </a:lnTo>
                  <a:lnTo>
                    <a:pt x="88392" y="752868"/>
                  </a:lnTo>
                  <a:lnTo>
                    <a:pt x="71628" y="723900"/>
                  </a:lnTo>
                  <a:lnTo>
                    <a:pt x="64008" y="710184"/>
                  </a:lnTo>
                  <a:lnTo>
                    <a:pt x="51816" y="679716"/>
                  </a:lnTo>
                  <a:lnTo>
                    <a:pt x="45720" y="662940"/>
                  </a:lnTo>
                  <a:lnTo>
                    <a:pt x="41135" y="647700"/>
                  </a:lnTo>
                  <a:lnTo>
                    <a:pt x="38100" y="630948"/>
                  </a:lnTo>
                  <a:lnTo>
                    <a:pt x="33528" y="614184"/>
                  </a:lnTo>
                  <a:lnTo>
                    <a:pt x="32004" y="595884"/>
                  </a:lnTo>
                  <a:lnTo>
                    <a:pt x="28943" y="579132"/>
                  </a:lnTo>
                  <a:lnTo>
                    <a:pt x="28943" y="560832"/>
                  </a:lnTo>
                  <a:lnTo>
                    <a:pt x="27432" y="544080"/>
                  </a:lnTo>
                  <a:lnTo>
                    <a:pt x="28943" y="525792"/>
                  </a:lnTo>
                  <a:lnTo>
                    <a:pt x="28943" y="507492"/>
                  </a:lnTo>
                  <a:lnTo>
                    <a:pt x="32004" y="490740"/>
                  </a:lnTo>
                  <a:lnTo>
                    <a:pt x="33528" y="472440"/>
                  </a:lnTo>
                  <a:lnTo>
                    <a:pt x="38100" y="455688"/>
                  </a:lnTo>
                  <a:lnTo>
                    <a:pt x="41135" y="438924"/>
                  </a:lnTo>
                  <a:lnTo>
                    <a:pt x="47244" y="423684"/>
                  </a:lnTo>
                  <a:lnTo>
                    <a:pt x="51816" y="406908"/>
                  </a:lnTo>
                  <a:lnTo>
                    <a:pt x="57912" y="391680"/>
                  </a:lnTo>
                  <a:lnTo>
                    <a:pt x="65532" y="376440"/>
                  </a:lnTo>
                  <a:lnTo>
                    <a:pt x="71628" y="362724"/>
                  </a:lnTo>
                  <a:lnTo>
                    <a:pt x="80772" y="349008"/>
                  </a:lnTo>
                  <a:lnTo>
                    <a:pt x="88392" y="335292"/>
                  </a:lnTo>
                  <a:lnTo>
                    <a:pt x="97536" y="321576"/>
                  </a:lnTo>
                  <a:lnTo>
                    <a:pt x="128016" y="285000"/>
                  </a:lnTo>
                  <a:lnTo>
                    <a:pt x="175260" y="245376"/>
                  </a:lnTo>
                  <a:lnTo>
                    <a:pt x="213360" y="222516"/>
                  </a:lnTo>
                  <a:lnTo>
                    <a:pt x="256032" y="207276"/>
                  </a:lnTo>
                  <a:lnTo>
                    <a:pt x="269735" y="202692"/>
                  </a:lnTo>
                  <a:lnTo>
                    <a:pt x="284988" y="199656"/>
                  </a:lnTo>
                  <a:lnTo>
                    <a:pt x="315468" y="196608"/>
                  </a:lnTo>
                  <a:lnTo>
                    <a:pt x="345935" y="196608"/>
                  </a:lnTo>
                  <a:lnTo>
                    <a:pt x="376428" y="199656"/>
                  </a:lnTo>
                  <a:lnTo>
                    <a:pt x="391668" y="202692"/>
                  </a:lnTo>
                  <a:lnTo>
                    <a:pt x="405384" y="207276"/>
                  </a:lnTo>
                  <a:lnTo>
                    <a:pt x="420624" y="211848"/>
                  </a:lnTo>
                  <a:lnTo>
                    <a:pt x="461772" y="230124"/>
                  </a:lnTo>
                  <a:lnTo>
                    <a:pt x="498335" y="254508"/>
                  </a:lnTo>
                  <a:lnTo>
                    <a:pt x="510527" y="265188"/>
                  </a:lnTo>
                  <a:lnTo>
                    <a:pt x="522732" y="274332"/>
                  </a:lnTo>
                  <a:lnTo>
                    <a:pt x="533400" y="286524"/>
                  </a:lnTo>
                  <a:lnTo>
                    <a:pt x="544068" y="297192"/>
                  </a:lnTo>
                  <a:lnTo>
                    <a:pt x="553212" y="309384"/>
                  </a:lnTo>
                  <a:lnTo>
                    <a:pt x="588264" y="362724"/>
                  </a:lnTo>
                  <a:lnTo>
                    <a:pt x="609600" y="408432"/>
                  </a:lnTo>
                  <a:lnTo>
                    <a:pt x="623316" y="457200"/>
                  </a:lnTo>
                  <a:lnTo>
                    <a:pt x="630936" y="509016"/>
                  </a:lnTo>
                  <a:lnTo>
                    <a:pt x="632460" y="525792"/>
                  </a:lnTo>
                  <a:lnTo>
                    <a:pt x="632460" y="389394"/>
                  </a:lnTo>
                  <a:lnTo>
                    <a:pt x="629412" y="381000"/>
                  </a:lnTo>
                  <a:lnTo>
                    <a:pt x="595884" y="318516"/>
                  </a:lnTo>
                  <a:lnTo>
                    <a:pt x="565404" y="277380"/>
                  </a:lnTo>
                  <a:lnTo>
                    <a:pt x="541020" y="254508"/>
                  </a:lnTo>
                  <a:lnTo>
                    <a:pt x="528828" y="242316"/>
                  </a:lnTo>
                  <a:lnTo>
                    <a:pt x="489204" y="213372"/>
                  </a:lnTo>
                  <a:lnTo>
                    <a:pt x="445008" y="190500"/>
                  </a:lnTo>
                  <a:lnTo>
                    <a:pt x="397764" y="175272"/>
                  </a:lnTo>
                  <a:lnTo>
                    <a:pt x="347472" y="167640"/>
                  </a:lnTo>
                  <a:lnTo>
                    <a:pt x="312420" y="167640"/>
                  </a:lnTo>
                  <a:lnTo>
                    <a:pt x="262128" y="175272"/>
                  </a:lnTo>
                  <a:lnTo>
                    <a:pt x="214884" y="190500"/>
                  </a:lnTo>
                  <a:lnTo>
                    <a:pt x="201168" y="198132"/>
                  </a:lnTo>
                  <a:lnTo>
                    <a:pt x="185928" y="205740"/>
                  </a:lnTo>
                  <a:lnTo>
                    <a:pt x="172212" y="213372"/>
                  </a:lnTo>
                  <a:lnTo>
                    <a:pt x="156972" y="222516"/>
                  </a:lnTo>
                  <a:lnTo>
                    <a:pt x="144780" y="233184"/>
                  </a:lnTo>
                  <a:lnTo>
                    <a:pt x="131064" y="242316"/>
                  </a:lnTo>
                  <a:lnTo>
                    <a:pt x="85344" y="291084"/>
                  </a:lnTo>
                  <a:lnTo>
                    <a:pt x="54864" y="333756"/>
                  </a:lnTo>
                  <a:lnTo>
                    <a:pt x="47244" y="349008"/>
                  </a:lnTo>
                  <a:lnTo>
                    <a:pt x="38100" y="365772"/>
                  </a:lnTo>
                  <a:lnTo>
                    <a:pt x="32004" y="381000"/>
                  </a:lnTo>
                  <a:lnTo>
                    <a:pt x="24384" y="397776"/>
                  </a:lnTo>
                  <a:lnTo>
                    <a:pt x="19812" y="414540"/>
                  </a:lnTo>
                  <a:lnTo>
                    <a:pt x="9144" y="451116"/>
                  </a:lnTo>
                  <a:lnTo>
                    <a:pt x="0" y="524268"/>
                  </a:lnTo>
                  <a:lnTo>
                    <a:pt x="0" y="563892"/>
                  </a:lnTo>
                  <a:lnTo>
                    <a:pt x="6096" y="620280"/>
                  </a:lnTo>
                  <a:lnTo>
                    <a:pt x="19812" y="672084"/>
                  </a:lnTo>
                  <a:lnTo>
                    <a:pt x="25908" y="690384"/>
                  </a:lnTo>
                  <a:lnTo>
                    <a:pt x="32004" y="707148"/>
                  </a:lnTo>
                  <a:lnTo>
                    <a:pt x="39624" y="722388"/>
                  </a:lnTo>
                  <a:lnTo>
                    <a:pt x="47244" y="739140"/>
                  </a:lnTo>
                  <a:lnTo>
                    <a:pt x="56388" y="752868"/>
                  </a:lnTo>
                  <a:lnTo>
                    <a:pt x="74676" y="783348"/>
                  </a:lnTo>
                  <a:lnTo>
                    <a:pt x="85344" y="795540"/>
                  </a:lnTo>
                  <a:lnTo>
                    <a:pt x="96012" y="809256"/>
                  </a:lnTo>
                  <a:lnTo>
                    <a:pt x="106680" y="821448"/>
                  </a:lnTo>
                  <a:lnTo>
                    <a:pt x="118872" y="833640"/>
                  </a:lnTo>
                  <a:lnTo>
                    <a:pt x="132588" y="844308"/>
                  </a:lnTo>
                  <a:lnTo>
                    <a:pt x="144780" y="854976"/>
                  </a:lnTo>
                  <a:lnTo>
                    <a:pt x="185928" y="882408"/>
                  </a:lnTo>
                  <a:lnTo>
                    <a:pt x="231635" y="903732"/>
                  </a:lnTo>
                  <a:lnTo>
                    <a:pt x="280416" y="915924"/>
                  </a:lnTo>
                  <a:lnTo>
                    <a:pt x="330708" y="920508"/>
                  </a:lnTo>
                  <a:lnTo>
                    <a:pt x="381000" y="915924"/>
                  </a:lnTo>
                  <a:lnTo>
                    <a:pt x="397764" y="912888"/>
                  </a:lnTo>
                  <a:lnTo>
                    <a:pt x="414528" y="908316"/>
                  </a:lnTo>
                  <a:lnTo>
                    <a:pt x="456425" y="891540"/>
                  </a:lnTo>
                  <a:lnTo>
                    <a:pt x="460235" y="890016"/>
                  </a:lnTo>
                  <a:lnTo>
                    <a:pt x="475488" y="882408"/>
                  </a:lnTo>
                  <a:lnTo>
                    <a:pt x="516636" y="854976"/>
                  </a:lnTo>
                  <a:lnTo>
                    <a:pt x="528828" y="844308"/>
                  </a:lnTo>
                  <a:lnTo>
                    <a:pt x="542544" y="833640"/>
                  </a:lnTo>
                  <a:lnTo>
                    <a:pt x="553212" y="821448"/>
                  </a:lnTo>
                  <a:lnTo>
                    <a:pt x="565404" y="809256"/>
                  </a:lnTo>
                  <a:lnTo>
                    <a:pt x="586727" y="781824"/>
                  </a:lnTo>
                  <a:lnTo>
                    <a:pt x="614172" y="737616"/>
                  </a:lnTo>
                  <a:lnTo>
                    <a:pt x="641604" y="672084"/>
                  </a:lnTo>
                  <a:lnTo>
                    <a:pt x="655320" y="618756"/>
                  </a:lnTo>
                  <a:lnTo>
                    <a:pt x="661289" y="563892"/>
                  </a:lnTo>
                  <a:lnTo>
                    <a:pt x="661289" y="563321"/>
                  </a:lnTo>
                  <a:lnTo>
                    <a:pt x="2723375" y="1190256"/>
                  </a:lnTo>
                  <a:lnTo>
                    <a:pt x="2732532" y="1162812"/>
                  </a:lnTo>
                  <a:close/>
                </a:path>
              </a:pathLst>
            </a:custGeom>
            <a:solidFill>
              <a:srgbClr val="CCFF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138671" y="4881371"/>
              <a:ext cx="115824" cy="115824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126991" y="4270248"/>
              <a:ext cx="115824" cy="115824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4248424" y="3807968"/>
            <a:ext cx="1949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9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518618" y="6888581"/>
            <a:ext cx="193675" cy="212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105" dirty="0">
                <a:solidFill>
                  <a:srgbClr val="FFFFFF"/>
                </a:solidFill>
                <a:latin typeface="Verdana"/>
                <a:cs typeface="Verdana"/>
              </a:rPr>
              <a:t>1</a:t>
            </a:r>
            <a:r>
              <a:rPr sz="1200" spc="-100" dirty="0">
                <a:solidFill>
                  <a:srgbClr val="FFFFFF"/>
                </a:solidFill>
                <a:latin typeface="Verdana"/>
                <a:cs typeface="Verdana"/>
              </a:rPr>
              <a:t>9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330152" y="4795477"/>
            <a:ext cx="2038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200" dirty="0">
                <a:solidFill>
                  <a:srgbClr val="FFFFFF"/>
                </a:solidFill>
                <a:latin typeface="Tahoma"/>
                <a:cs typeface="Tahoma"/>
              </a:rPr>
              <a:t>C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624107" y="5165835"/>
            <a:ext cx="1918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4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1800" spc="-23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800" spc="10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1800" spc="-23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14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1800" spc="-23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800" spc="13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800" spc="100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1800" spc="-65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715524" y="5708424"/>
            <a:ext cx="13830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1800" spc="7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1800" spc="-23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é</a:t>
            </a:r>
            <a:r>
              <a:rPr sz="18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14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14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800" spc="-320" dirty="0">
                <a:solidFill>
                  <a:srgbClr val="FFFFFF"/>
                </a:solidFill>
                <a:latin typeface="Verdana"/>
                <a:cs typeface="Verdana"/>
              </a:rPr>
              <a:t>: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795802" y="5158245"/>
            <a:ext cx="16897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85" dirty="0">
                <a:solidFill>
                  <a:srgbClr val="FFFFFF"/>
                </a:solidFill>
                <a:latin typeface="Verdana"/>
                <a:cs typeface="Verdana"/>
              </a:rPr>
              <a:t>=</a:t>
            </a:r>
            <a:r>
              <a:rPr sz="18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50" dirty="0">
                <a:solidFill>
                  <a:srgbClr val="FFFFFF"/>
                </a:solidFill>
                <a:latin typeface="Verdana"/>
                <a:cs typeface="Verdana"/>
              </a:rPr>
              <a:t>3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210" dirty="0">
                <a:solidFill>
                  <a:srgbClr val="FFFFFF"/>
                </a:solidFill>
                <a:latin typeface="Verdana"/>
                <a:cs typeface="Verdana"/>
              </a:rPr>
              <a:t>(</a:t>
            </a:r>
            <a:r>
              <a:rPr sz="1800" spc="-140" dirty="0">
                <a:solidFill>
                  <a:srgbClr val="FFFFFF"/>
                </a:solidFill>
                <a:latin typeface="Verdana"/>
                <a:cs typeface="Verdana"/>
              </a:rPr>
              <a:t>3</a:t>
            </a:r>
            <a:r>
              <a:rPr sz="1800" spc="-254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1800" spc="90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1800" spc="-65" dirty="0">
                <a:solidFill>
                  <a:srgbClr val="FFFFFF"/>
                </a:solidFill>
                <a:latin typeface="Verdana"/>
                <a:cs typeface="Verdana"/>
              </a:rPr>
              <a:t>mm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10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800" spc="-24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1800" spc="-155" dirty="0">
                <a:solidFill>
                  <a:srgbClr val="FFFFFF"/>
                </a:solidFill>
                <a:latin typeface="Verdana"/>
                <a:cs typeface="Verdana"/>
              </a:rPr>
              <a:t>)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74076" y="1273533"/>
            <a:ext cx="8009255" cy="1761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6240" marR="5080" indent="-384175">
              <a:lnSpc>
                <a:spcPct val="100000"/>
              </a:lnSpc>
              <a:spcBef>
                <a:spcPts val="100"/>
              </a:spcBef>
              <a:buClr>
                <a:srgbClr val="FF388C"/>
              </a:buClr>
              <a:buSzPct val="79166"/>
              <a:buFont typeface="Times New Roman"/>
              <a:buChar char="◉"/>
              <a:tabLst>
                <a:tab pos="396240" algn="l"/>
                <a:tab pos="396875" algn="l"/>
                <a:tab pos="1565275" algn="l"/>
                <a:tab pos="2415540" algn="l"/>
                <a:tab pos="3674745" algn="l"/>
                <a:tab pos="4259580" algn="l"/>
                <a:tab pos="5094605" algn="l"/>
                <a:tab pos="5655945" algn="l"/>
                <a:tab pos="6987540" algn="l"/>
                <a:tab pos="7554595" algn="l"/>
              </a:tabLst>
            </a:pPr>
            <a:r>
              <a:rPr sz="2400" b="1" spc="-320" dirty="0">
                <a:solidFill>
                  <a:srgbClr val="FFFF00"/>
                </a:solidFill>
                <a:latin typeface="Tahoma"/>
                <a:cs typeface="Tahoma"/>
              </a:rPr>
              <a:t>L</a:t>
            </a:r>
            <a:r>
              <a:rPr sz="2400" b="1" spc="10" dirty="0">
                <a:solidFill>
                  <a:srgbClr val="FFFF00"/>
                </a:solidFill>
                <a:latin typeface="Tahoma"/>
                <a:cs typeface="Tahoma"/>
              </a:rPr>
              <a:t>’</a:t>
            </a:r>
            <a:r>
              <a:rPr sz="2400" b="1" spc="50" dirty="0">
                <a:solidFill>
                  <a:srgbClr val="FFFF00"/>
                </a:solidFill>
                <a:latin typeface="Tahoma"/>
                <a:cs typeface="Tahoma"/>
              </a:rPr>
              <a:t>o</a:t>
            </a:r>
            <a:r>
              <a:rPr sz="2400" b="1" spc="-275" dirty="0">
                <a:solidFill>
                  <a:srgbClr val="FFFF00"/>
                </a:solidFill>
                <a:latin typeface="Tahoma"/>
                <a:cs typeface="Tahoma"/>
              </a:rPr>
              <a:t>r</a:t>
            </a:r>
            <a:r>
              <a:rPr sz="2400" b="1" spc="65" dirty="0">
                <a:solidFill>
                  <a:srgbClr val="FFFF00"/>
                </a:solidFill>
                <a:latin typeface="Tahoma"/>
                <a:cs typeface="Tahoma"/>
              </a:rPr>
              <a:t>d</a:t>
            </a:r>
            <a:r>
              <a:rPr sz="2400" b="1" spc="-275" dirty="0">
                <a:solidFill>
                  <a:srgbClr val="FFFF00"/>
                </a:solidFill>
                <a:latin typeface="Tahoma"/>
                <a:cs typeface="Tahoma"/>
              </a:rPr>
              <a:t>r</a:t>
            </a:r>
            <a:r>
              <a:rPr sz="2400" b="1" spc="110" dirty="0">
                <a:solidFill>
                  <a:srgbClr val="FFFF00"/>
                </a:solidFill>
                <a:latin typeface="Tahoma"/>
                <a:cs typeface="Tahoma"/>
              </a:rPr>
              <a:t>e</a:t>
            </a:r>
            <a:r>
              <a:rPr sz="2400" b="1" dirty="0">
                <a:solidFill>
                  <a:srgbClr val="FFFF00"/>
                </a:solidFill>
                <a:latin typeface="Tahoma"/>
                <a:cs typeface="Tahoma"/>
              </a:rPr>
              <a:t>	</a:t>
            </a:r>
            <a:r>
              <a:rPr sz="2400" spc="15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400" spc="190" dirty="0">
                <a:solidFill>
                  <a:srgbClr val="FFFFFF"/>
                </a:solidFill>
                <a:latin typeface="Verdana"/>
                <a:cs typeface="Verdana"/>
              </a:rPr>
              <a:t>’</a:t>
            </a:r>
            <a:r>
              <a:rPr sz="2400" spc="-55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400" spc="105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2400" spc="-28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400" spc="18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400" spc="15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34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-13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ég</a:t>
            </a:r>
            <a:r>
              <a:rPr sz="2400" spc="18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180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400" spc="21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400" spc="-8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400" spc="120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400" spc="-105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sz="2400" spc="-28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400" spc="-29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15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250" dirty="0">
                <a:solidFill>
                  <a:srgbClr val="FFFFFF"/>
                </a:solidFill>
                <a:latin typeface="Verdana"/>
                <a:cs typeface="Verdana"/>
              </a:rPr>
              <a:t>s  </a:t>
            </a:r>
            <a:r>
              <a:rPr sz="2400" spc="-114" dirty="0">
                <a:solidFill>
                  <a:srgbClr val="FFFFFF"/>
                </a:solidFill>
                <a:latin typeface="Verdana"/>
                <a:cs typeface="Verdana"/>
              </a:rPr>
              <a:t>sommets.</a:t>
            </a:r>
            <a:endParaRPr sz="2400">
              <a:latin typeface="Verdana"/>
              <a:cs typeface="Verdana"/>
            </a:endParaRPr>
          </a:p>
          <a:p>
            <a:pPr marL="396240" marR="5715" indent="-384175">
              <a:lnSpc>
                <a:spcPct val="100000"/>
              </a:lnSpc>
              <a:spcBef>
                <a:spcPts val="705"/>
              </a:spcBef>
              <a:buClr>
                <a:srgbClr val="FF388C"/>
              </a:buClr>
              <a:buSzPct val="80000"/>
              <a:buFont typeface="Times New Roman"/>
              <a:buChar char="◉"/>
              <a:tabLst>
                <a:tab pos="396875" algn="l"/>
                <a:tab pos="1043940" algn="l"/>
                <a:tab pos="2394585" algn="l"/>
                <a:tab pos="3488054" algn="l"/>
                <a:tab pos="5213985" algn="l"/>
                <a:tab pos="5972175" algn="l"/>
                <a:tab pos="6532245" algn="l"/>
              </a:tabLst>
            </a:pPr>
            <a:r>
              <a:rPr sz="3000" b="1" spc="-400" dirty="0">
                <a:solidFill>
                  <a:srgbClr val="FFFF00"/>
                </a:solidFill>
                <a:latin typeface="Tahoma"/>
                <a:cs typeface="Tahoma"/>
              </a:rPr>
              <a:t>L</a:t>
            </a:r>
            <a:r>
              <a:rPr sz="3000" b="1" spc="135" dirty="0">
                <a:solidFill>
                  <a:srgbClr val="FFFF00"/>
                </a:solidFill>
                <a:latin typeface="Tahoma"/>
                <a:cs typeface="Tahoma"/>
              </a:rPr>
              <a:t>e</a:t>
            </a:r>
            <a:r>
              <a:rPr sz="3000" b="1" dirty="0">
                <a:solidFill>
                  <a:srgbClr val="FFFF00"/>
                </a:solidFill>
                <a:latin typeface="Tahoma"/>
                <a:cs typeface="Tahoma"/>
              </a:rPr>
              <a:t>	</a:t>
            </a:r>
            <a:r>
              <a:rPr sz="3000" b="1" spc="85" dirty="0">
                <a:solidFill>
                  <a:srgbClr val="FFFF00"/>
                </a:solidFill>
                <a:latin typeface="Tahoma"/>
                <a:cs typeface="Tahoma"/>
              </a:rPr>
              <a:t>d</a:t>
            </a:r>
            <a:r>
              <a:rPr sz="3000" b="1" spc="130" dirty="0">
                <a:solidFill>
                  <a:srgbClr val="FFFF00"/>
                </a:solidFill>
                <a:latin typeface="Tahoma"/>
                <a:cs typeface="Tahoma"/>
              </a:rPr>
              <a:t>e</a:t>
            </a:r>
            <a:r>
              <a:rPr sz="3000" b="1" spc="85" dirty="0">
                <a:solidFill>
                  <a:srgbClr val="FFFF00"/>
                </a:solidFill>
                <a:latin typeface="Tahoma"/>
                <a:cs typeface="Tahoma"/>
              </a:rPr>
              <a:t>g</a:t>
            </a:r>
            <a:r>
              <a:rPr sz="3000" b="1" spc="-345" dirty="0">
                <a:solidFill>
                  <a:srgbClr val="FFFF00"/>
                </a:solidFill>
                <a:latin typeface="Tahoma"/>
                <a:cs typeface="Tahoma"/>
              </a:rPr>
              <a:t>r</a:t>
            </a:r>
            <a:r>
              <a:rPr sz="3000" b="1" spc="135" dirty="0">
                <a:solidFill>
                  <a:srgbClr val="FFFF00"/>
                </a:solidFill>
                <a:latin typeface="Tahoma"/>
                <a:cs typeface="Tahoma"/>
              </a:rPr>
              <a:t>é</a:t>
            </a:r>
            <a:r>
              <a:rPr sz="3000" b="1" dirty="0">
                <a:solidFill>
                  <a:srgbClr val="FFFF00"/>
                </a:solidFill>
                <a:latin typeface="Tahoma"/>
                <a:cs typeface="Tahoma"/>
              </a:rPr>
              <a:t>	</a:t>
            </a:r>
            <a:r>
              <a:rPr sz="3000" spc="16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3000" spc="270" dirty="0">
                <a:solidFill>
                  <a:srgbClr val="FFFFFF"/>
                </a:solidFill>
                <a:latin typeface="Verdana"/>
                <a:cs typeface="Verdana"/>
              </a:rPr>
              <a:t>’</a:t>
            </a:r>
            <a:r>
              <a:rPr sz="3000" spc="-10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3000" spc="-7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30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3000" spc="-39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15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3000" spc="-13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3000" spc="-10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17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30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30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39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-17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30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3000" spc="-229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3000" spc="-7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3000" spc="12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3000" spc="-10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3000" spc="195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sz="3000" spc="-38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3000" spc="114" dirty="0">
                <a:solidFill>
                  <a:srgbClr val="FFFFFF"/>
                </a:solidFill>
                <a:latin typeface="Verdana"/>
                <a:cs typeface="Verdana"/>
              </a:rPr>
              <a:t>e  </a:t>
            </a:r>
            <a:r>
              <a:rPr sz="3000" spc="16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3000" spc="270" dirty="0">
                <a:solidFill>
                  <a:srgbClr val="FFFFFF"/>
                </a:solidFill>
                <a:latin typeface="Verdana"/>
                <a:cs typeface="Verdana"/>
              </a:rPr>
              <a:t>’</a:t>
            </a:r>
            <a:r>
              <a:rPr sz="3000" spc="23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3000" spc="-38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ê</a:t>
            </a:r>
            <a:r>
              <a:rPr sz="3000" spc="-17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40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-2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229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3000" spc="-7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3000" spc="380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3000" spc="-229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3000" spc="16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7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3000" spc="-17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40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-2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245" dirty="0">
                <a:solidFill>
                  <a:srgbClr val="FFFFFF"/>
                </a:solidFill>
                <a:latin typeface="Verdana"/>
                <a:cs typeface="Verdana"/>
              </a:rPr>
              <a:t>à</a:t>
            </a:r>
            <a:r>
              <a:rPr sz="3000" spc="-2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350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2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39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12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3000" spc="-10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3000" spc="-13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17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3000" spc="-265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3000">
              <a:latin typeface="Verdana"/>
              <a:cs typeface="Verdan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316736" y="705612"/>
            <a:ext cx="5870575" cy="216535"/>
            <a:chOff x="1316736" y="705612"/>
            <a:chExt cx="5870575" cy="21653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6736" y="705612"/>
              <a:ext cx="2889504" cy="21640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47388" y="705612"/>
              <a:ext cx="2939795" cy="216408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5830092" y="3648455"/>
            <a:ext cx="342265" cy="131445"/>
            <a:chOff x="5830092" y="3648455"/>
            <a:chExt cx="342265" cy="131445"/>
          </a:xfrm>
        </p:grpSpPr>
        <p:sp>
          <p:nvSpPr>
            <p:cNvPr id="7" name="object 7"/>
            <p:cNvSpPr/>
            <p:nvPr/>
          </p:nvSpPr>
          <p:spPr>
            <a:xfrm>
              <a:off x="5830092" y="3675888"/>
              <a:ext cx="334645" cy="104139"/>
            </a:xfrm>
            <a:custGeom>
              <a:avLst/>
              <a:gdLst/>
              <a:ahLst/>
              <a:cxnLst/>
              <a:rect l="l" t="t" r="r" b="b"/>
              <a:pathLst>
                <a:path w="334645" h="104139">
                  <a:moveTo>
                    <a:pt x="95080" y="103631"/>
                  </a:moveTo>
                  <a:lnTo>
                    <a:pt x="0" y="103631"/>
                  </a:lnTo>
                  <a:lnTo>
                    <a:pt x="325342" y="0"/>
                  </a:lnTo>
                  <a:lnTo>
                    <a:pt x="334486" y="27431"/>
                  </a:lnTo>
                  <a:lnTo>
                    <a:pt x="95080" y="103631"/>
                  </a:lnTo>
                  <a:close/>
                </a:path>
              </a:pathLst>
            </a:custGeom>
            <a:solidFill>
              <a:srgbClr val="CCFF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56376" y="3648455"/>
              <a:ext cx="115824" cy="115824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6238735" y="3536730"/>
            <a:ext cx="1581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95" dirty="0">
                <a:solidFill>
                  <a:srgbClr val="FFFFFF"/>
                </a:solidFill>
                <a:latin typeface="Tahoma"/>
                <a:cs typeface="Tahoma"/>
              </a:rPr>
              <a:t>B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72668" y="3779519"/>
            <a:ext cx="9144000" cy="3429000"/>
            <a:chOff x="772668" y="3779519"/>
            <a:chExt cx="9144000" cy="3429000"/>
          </a:xfrm>
        </p:grpSpPr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2668" y="3779520"/>
              <a:ext cx="9143999" cy="34290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3781044"/>
              <a:ext cx="5925311" cy="102412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521964" y="3779520"/>
              <a:ext cx="2733040" cy="1190625"/>
            </a:xfrm>
            <a:custGeom>
              <a:avLst/>
              <a:gdLst/>
              <a:ahLst/>
              <a:cxnLst/>
              <a:rect l="l" t="t" r="r" b="b"/>
              <a:pathLst>
                <a:path w="2733040" h="1190625">
                  <a:moveTo>
                    <a:pt x="2732532" y="1162812"/>
                  </a:moveTo>
                  <a:lnTo>
                    <a:pt x="694829" y="543763"/>
                  </a:lnTo>
                  <a:lnTo>
                    <a:pt x="2403208" y="0"/>
                  </a:lnTo>
                  <a:lnTo>
                    <a:pt x="2308123" y="0"/>
                  </a:lnTo>
                  <a:lnTo>
                    <a:pt x="661403" y="524548"/>
                  </a:lnTo>
                  <a:lnTo>
                    <a:pt x="661416" y="524268"/>
                  </a:lnTo>
                  <a:lnTo>
                    <a:pt x="659892" y="504456"/>
                  </a:lnTo>
                  <a:lnTo>
                    <a:pt x="656844" y="486168"/>
                  </a:lnTo>
                  <a:lnTo>
                    <a:pt x="655320" y="467880"/>
                  </a:lnTo>
                  <a:lnTo>
                    <a:pt x="646176" y="431292"/>
                  </a:lnTo>
                  <a:lnTo>
                    <a:pt x="641604" y="414540"/>
                  </a:lnTo>
                  <a:lnTo>
                    <a:pt x="632460" y="389394"/>
                  </a:lnTo>
                  <a:lnTo>
                    <a:pt x="632460" y="525792"/>
                  </a:lnTo>
                  <a:lnTo>
                    <a:pt x="632460" y="562368"/>
                  </a:lnTo>
                  <a:lnTo>
                    <a:pt x="630936" y="579132"/>
                  </a:lnTo>
                  <a:lnTo>
                    <a:pt x="629412" y="597408"/>
                  </a:lnTo>
                  <a:lnTo>
                    <a:pt x="623316" y="630948"/>
                  </a:lnTo>
                  <a:lnTo>
                    <a:pt x="595884" y="710184"/>
                  </a:lnTo>
                  <a:lnTo>
                    <a:pt x="562356" y="766584"/>
                  </a:lnTo>
                  <a:lnTo>
                    <a:pt x="533400" y="801624"/>
                  </a:lnTo>
                  <a:lnTo>
                    <a:pt x="521208" y="812292"/>
                  </a:lnTo>
                  <a:lnTo>
                    <a:pt x="510527" y="822972"/>
                  </a:lnTo>
                  <a:lnTo>
                    <a:pt x="473964" y="850392"/>
                  </a:lnTo>
                  <a:lnTo>
                    <a:pt x="419100" y="876300"/>
                  </a:lnTo>
                  <a:lnTo>
                    <a:pt x="390144" y="883932"/>
                  </a:lnTo>
                  <a:lnTo>
                    <a:pt x="376428" y="886980"/>
                  </a:lnTo>
                  <a:lnTo>
                    <a:pt x="361188" y="890016"/>
                  </a:lnTo>
                  <a:lnTo>
                    <a:pt x="345935" y="891540"/>
                  </a:lnTo>
                  <a:lnTo>
                    <a:pt x="313944" y="891540"/>
                  </a:lnTo>
                  <a:lnTo>
                    <a:pt x="298704" y="890016"/>
                  </a:lnTo>
                  <a:lnTo>
                    <a:pt x="283464" y="886980"/>
                  </a:lnTo>
                  <a:lnTo>
                    <a:pt x="269735" y="883932"/>
                  </a:lnTo>
                  <a:lnTo>
                    <a:pt x="254508" y="880884"/>
                  </a:lnTo>
                  <a:lnTo>
                    <a:pt x="240792" y="876300"/>
                  </a:lnTo>
                  <a:lnTo>
                    <a:pt x="199644" y="858024"/>
                  </a:lnTo>
                  <a:lnTo>
                    <a:pt x="185928" y="848880"/>
                  </a:lnTo>
                  <a:lnTo>
                    <a:pt x="173736" y="841260"/>
                  </a:lnTo>
                  <a:lnTo>
                    <a:pt x="128016" y="801624"/>
                  </a:lnTo>
                  <a:lnTo>
                    <a:pt x="88392" y="752868"/>
                  </a:lnTo>
                  <a:lnTo>
                    <a:pt x="71628" y="723900"/>
                  </a:lnTo>
                  <a:lnTo>
                    <a:pt x="64008" y="710184"/>
                  </a:lnTo>
                  <a:lnTo>
                    <a:pt x="51816" y="679716"/>
                  </a:lnTo>
                  <a:lnTo>
                    <a:pt x="45720" y="662940"/>
                  </a:lnTo>
                  <a:lnTo>
                    <a:pt x="41135" y="647700"/>
                  </a:lnTo>
                  <a:lnTo>
                    <a:pt x="38100" y="630948"/>
                  </a:lnTo>
                  <a:lnTo>
                    <a:pt x="33528" y="614184"/>
                  </a:lnTo>
                  <a:lnTo>
                    <a:pt x="32004" y="595884"/>
                  </a:lnTo>
                  <a:lnTo>
                    <a:pt x="28943" y="579132"/>
                  </a:lnTo>
                  <a:lnTo>
                    <a:pt x="28943" y="560832"/>
                  </a:lnTo>
                  <a:lnTo>
                    <a:pt x="27432" y="544080"/>
                  </a:lnTo>
                  <a:lnTo>
                    <a:pt x="28943" y="525792"/>
                  </a:lnTo>
                  <a:lnTo>
                    <a:pt x="28943" y="507492"/>
                  </a:lnTo>
                  <a:lnTo>
                    <a:pt x="32004" y="490740"/>
                  </a:lnTo>
                  <a:lnTo>
                    <a:pt x="33528" y="472440"/>
                  </a:lnTo>
                  <a:lnTo>
                    <a:pt x="38100" y="455688"/>
                  </a:lnTo>
                  <a:lnTo>
                    <a:pt x="41135" y="438924"/>
                  </a:lnTo>
                  <a:lnTo>
                    <a:pt x="47244" y="423684"/>
                  </a:lnTo>
                  <a:lnTo>
                    <a:pt x="51816" y="406908"/>
                  </a:lnTo>
                  <a:lnTo>
                    <a:pt x="57912" y="391680"/>
                  </a:lnTo>
                  <a:lnTo>
                    <a:pt x="65532" y="376440"/>
                  </a:lnTo>
                  <a:lnTo>
                    <a:pt x="71628" y="362724"/>
                  </a:lnTo>
                  <a:lnTo>
                    <a:pt x="80772" y="349008"/>
                  </a:lnTo>
                  <a:lnTo>
                    <a:pt x="88392" y="335292"/>
                  </a:lnTo>
                  <a:lnTo>
                    <a:pt x="97536" y="321576"/>
                  </a:lnTo>
                  <a:lnTo>
                    <a:pt x="128016" y="285000"/>
                  </a:lnTo>
                  <a:lnTo>
                    <a:pt x="175260" y="245376"/>
                  </a:lnTo>
                  <a:lnTo>
                    <a:pt x="213360" y="222516"/>
                  </a:lnTo>
                  <a:lnTo>
                    <a:pt x="256032" y="207276"/>
                  </a:lnTo>
                  <a:lnTo>
                    <a:pt x="269735" y="202692"/>
                  </a:lnTo>
                  <a:lnTo>
                    <a:pt x="284988" y="199656"/>
                  </a:lnTo>
                  <a:lnTo>
                    <a:pt x="315468" y="196608"/>
                  </a:lnTo>
                  <a:lnTo>
                    <a:pt x="345935" y="196608"/>
                  </a:lnTo>
                  <a:lnTo>
                    <a:pt x="376428" y="199656"/>
                  </a:lnTo>
                  <a:lnTo>
                    <a:pt x="391668" y="202692"/>
                  </a:lnTo>
                  <a:lnTo>
                    <a:pt x="405384" y="207276"/>
                  </a:lnTo>
                  <a:lnTo>
                    <a:pt x="420624" y="211848"/>
                  </a:lnTo>
                  <a:lnTo>
                    <a:pt x="461772" y="230124"/>
                  </a:lnTo>
                  <a:lnTo>
                    <a:pt x="498335" y="254508"/>
                  </a:lnTo>
                  <a:lnTo>
                    <a:pt x="510527" y="265188"/>
                  </a:lnTo>
                  <a:lnTo>
                    <a:pt x="522732" y="274332"/>
                  </a:lnTo>
                  <a:lnTo>
                    <a:pt x="533400" y="286524"/>
                  </a:lnTo>
                  <a:lnTo>
                    <a:pt x="544068" y="297192"/>
                  </a:lnTo>
                  <a:lnTo>
                    <a:pt x="553212" y="309384"/>
                  </a:lnTo>
                  <a:lnTo>
                    <a:pt x="588264" y="362724"/>
                  </a:lnTo>
                  <a:lnTo>
                    <a:pt x="609600" y="408432"/>
                  </a:lnTo>
                  <a:lnTo>
                    <a:pt x="623316" y="457200"/>
                  </a:lnTo>
                  <a:lnTo>
                    <a:pt x="630936" y="509016"/>
                  </a:lnTo>
                  <a:lnTo>
                    <a:pt x="632460" y="525792"/>
                  </a:lnTo>
                  <a:lnTo>
                    <a:pt x="632460" y="389394"/>
                  </a:lnTo>
                  <a:lnTo>
                    <a:pt x="629412" y="381000"/>
                  </a:lnTo>
                  <a:lnTo>
                    <a:pt x="595884" y="318516"/>
                  </a:lnTo>
                  <a:lnTo>
                    <a:pt x="565404" y="277380"/>
                  </a:lnTo>
                  <a:lnTo>
                    <a:pt x="541020" y="254508"/>
                  </a:lnTo>
                  <a:lnTo>
                    <a:pt x="528828" y="242316"/>
                  </a:lnTo>
                  <a:lnTo>
                    <a:pt x="489204" y="213372"/>
                  </a:lnTo>
                  <a:lnTo>
                    <a:pt x="445008" y="190500"/>
                  </a:lnTo>
                  <a:lnTo>
                    <a:pt x="397764" y="175272"/>
                  </a:lnTo>
                  <a:lnTo>
                    <a:pt x="347472" y="167640"/>
                  </a:lnTo>
                  <a:lnTo>
                    <a:pt x="312420" y="167640"/>
                  </a:lnTo>
                  <a:lnTo>
                    <a:pt x="262128" y="175272"/>
                  </a:lnTo>
                  <a:lnTo>
                    <a:pt x="214884" y="190500"/>
                  </a:lnTo>
                  <a:lnTo>
                    <a:pt x="201168" y="198132"/>
                  </a:lnTo>
                  <a:lnTo>
                    <a:pt x="185928" y="205740"/>
                  </a:lnTo>
                  <a:lnTo>
                    <a:pt x="172212" y="213372"/>
                  </a:lnTo>
                  <a:lnTo>
                    <a:pt x="156972" y="222516"/>
                  </a:lnTo>
                  <a:lnTo>
                    <a:pt x="144780" y="233184"/>
                  </a:lnTo>
                  <a:lnTo>
                    <a:pt x="131064" y="242316"/>
                  </a:lnTo>
                  <a:lnTo>
                    <a:pt x="85344" y="291084"/>
                  </a:lnTo>
                  <a:lnTo>
                    <a:pt x="54864" y="333756"/>
                  </a:lnTo>
                  <a:lnTo>
                    <a:pt x="47244" y="349008"/>
                  </a:lnTo>
                  <a:lnTo>
                    <a:pt x="38100" y="365772"/>
                  </a:lnTo>
                  <a:lnTo>
                    <a:pt x="32004" y="381000"/>
                  </a:lnTo>
                  <a:lnTo>
                    <a:pt x="24384" y="397776"/>
                  </a:lnTo>
                  <a:lnTo>
                    <a:pt x="19812" y="414540"/>
                  </a:lnTo>
                  <a:lnTo>
                    <a:pt x="9144" y="451116"/>
                  </a:lnTo>
                  <a:lnTo>
                    <a:pt x="0" y="524268"/>
                  </a:lnTo>
                  <a:lnTo>
                    <a:pt x="0" y="563892"/>
                  </a:lnTo>
                  <a:lnTo>
                    <a:pt x="6096" y="620280"/>
                  </a:lnTo>
                  <a:lnTo>
                    <a:pt x="19812" y="672084"/>
                  </a:lnTo>
                  <a:lnTo>
                    <a:pt x="25908" y="690384"/>
                  </a:lnTo>
                  <a:lnTo>
                    <a:pt x="32004" y="707148"/>
                  </a:lnTo>
                  <a:lnTo>
                    <a:pt x="39624" y="722388"/>
                  </a:lnTo>
                  <a:lnTo>
                    <a:pt x="47244" y="739140"/>
                  </a:lnTo>
                  <a:lnTo>
                    <a:pt x="56388" y="752868"/>
                  </a:lnTo>
                  <a:lnTo>
                    <a:pt x="74676" y="783348"/>
                  </a:lnTo>
                  <a:lnTo>
                    <a:pt x="85344" y="795540"/>
                  </a:lnTo>
                  <a:lnTo>
                    <a:pt x="96012" y="809256"/>
                  </a:lnTo>
                  <a:lnTo>
                    <a:pt x="106680" y="821448"/>
                  </a:lnTo>
                  <a:lnTo>
                    <a:pt x="118872" y="833640"/>
                  </a:lnTo>
                  <a:lnTo>
                    <a:pt x="132588" y="844308"/>
                  </a:lnTo>
                  <a:lnTo>
                    <a:pt x="144780" y="854976"/>
                  </a:lnTo>
                  <a:lnTo>
                    <a:pt x="185928" y="882408"/>
                  </a:lnTo>
                  <a:lnTo>
                    <a:pt x="231635" y="903732"/>
                  </a:lnTo>
                  <a:lnTo>
                    <a:pt x="280416" y="915924"/>
                  </a:lnTo>
                  <a:lnTo>
                    <a:pt x="330708" y="920508"/>
                  </a:lnTo>
                  <a:lnTo>
                    <a:pt x="381000" y="915924"/>
                  </a:lnTo>
                  <a:lnTo>
                    <a:pt x="397764" y="912888"/>
                  </a:lnTo>
                  <a:lnTo>
                    <a:pt x="414528" y="908316"/>
                  </a:lnTo>
                  <a:lnTo>
                    <a:pt x="456425" y="891540"/>
                  </a:lnTo>
                  <a:lnTo>
                    <a:pt x="460235" y="890016"/>
                  </a:lnTo>
                  <a:lnTo>
                    <a:pt x="475488" y="882408"/>
                  </a:lnTo>
                  <a:lnTo>
                    <a:pt x="516636" y="854976"/>
                  </a:lnTo>
                  <a:lnTo>
                    <a:pt x="528828" y="844308"/>
                  </a:lnTo>
                  <a:lnTo>
                    <a:pt x="542544" y="833640"/>
                  </a:lnTo>
                  <a:lnTo>
                    <a:pt x="553212" y="821448"/>
                  </a:lnTo>
                  <a:lnTo>
                    <a:pt x="565404" y="809256"/>
                  </a:lnTo>
                  <a:lnTo>
                    <a:pt x="586727" y="781824"/>
                  </a:lnTo>
                  <a:lnTo>
                    <a:pt x="614172" y="737616"/>
                  </a:lnTo>
                  <a:lnTo>
                    <a:pt x="641604" y="672084"/>
                  </a:lnTo>
                  <a:lnTo>
                    <a:pt x="655320" y="618756"/>
                  </a:lnTo>
                  <a:lnTo>
                    <a:pt x="661289" y="563892"/>
                  </a:lnTo>
                  <a:lnTo>
                    <a:pt x="661289" y="563321"/>
                  </a:lnTo>
                  <a:lnTo>
                    <a:pt x="2723375" y="1190256"/>
                  </a:lnTo>
                  <a:lnTo>
                    <a:pt x="2732532" y="1162812"/>
                  </a:lnTo>
                  <a:close/>
                </a:path>
              </a:pathLst>
            </a:custGeom>
            <a:solidFill>
              <a:srgbClr val="CCFF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138671" y="4881371"/>
              <a:ext cx="115824" cy="115824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126991" y="4270248"/>
              <a:ext cx="115824" cy="115824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4248424" y="3807968"/>
            <a:ext cx="1949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9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518618" y="6888581"/>
            <a:ext cx="193675" cy="212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105" dirty="0">
                <a:solidFill>
                  <a:srgbClr val="FFFFFF"/>
                </a:solidFill>
                <a:latin typeface="Verdana"/>
                <a:cs typeface="Verdana"/>
              </a:rPr>
              <a:t>1</a:t>
            </a:r>
            <a:r>
              <a:rPr sz="1200" spc="-100" dirty="0">
                <a:solidFill>
                  <a:srgbClr val="FFFFFF"/>
                </a:solidFill>
                <a:latin typeface="Verdana"/>
                <a:cs typeface="Verdana"/>
              </a:rPr>
              <a:t>9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624107" y="4699439"/>
            <a:ext cx="4909820" cy="1308735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855"/>
              </a:spcBef>
            </a:pPr>
            <a:r>
              <a:rPr sz="1800" b="1" spc="200" dirty="0">
                <a:solidFill>
                  <a:srgbClr val="FFFFFF"/>
                </a:solidFill>
                <a:latin typeface="Tahoma"/>
                <a:cs typeface="Tahoma"/>
              </a:rPr>
              <a:t>C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  <a:tabLst>
                <a:tab pos="2183765" algn="l"/>
              </a:tabLst>
            </a:pPr>
            <a:r>
              <a:rPr sz="1800" spc="14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1800" spc="-23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800" spc="10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1800" spc="-23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14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1800" spc="-23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800" spc="13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800" spc="100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1800" spc="-65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700" spc="-577" baseline="1543" dirty="0">
                <a:solidFill>
                  <a:srgbClr val="FFFFFF"/>
                </a:solidFill>
                <a:latin typeface="Verdana"/>
                <a:cs typeface="Verdana"/>
              </a:rPr>
              <a:t>=</a:t>
            </a:r>
            <a:r>
              <a:rPr sz="2700" spc="-240" baseline="1543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-225" baseline="1543" dirty="0">
                <a:solidFill>
                  <a:srgbClr val="FFFFFF"/>
                </a:solidFill>
                <a:latin typeface="Verdana"/>
                <a:cs typeface="Verdana"/>
              </a:rPr>
              <a:t>3</a:t>
            </a:r>
            <a:r>
              <a:rPr sz="2700" spc="-179" baseline="1543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-315" baseline="1543" dirty="0">
                <a:solidFill>
                  <a:srgbClr val="FFFFFF"/>
                </a:solidFill>
                <a:latin typeface="Verdana"/>
                <a:cs typeface="Verdana"/>
              </a:rPr>
              <a:t>(</a:t>
            </a:r>
            <a:r>
              <a:rPr sz="2700" spc="-209" baseline="1543" dirty="0">
                <a:solidFill>
                  <a:srgbClr val="FFFFFF"/>
                </a:solidFill>
                <a:latin typeface="Verdana"/>
                <a:cs typeface="Verdana"/>
              </a:rPr>
              <a:t>3</a:t>
            </a:r>
            <a:r>
              <a:rPr sz="2700" spc="-382" baseline="1543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700" spc="135" baseline="1543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700" spc="-97" baseline="1543" dirty="0">
                <a:solidFill>
                  <a:srgbClr val="FFFFFF"/>
                </a:solidFill>
                <a:latin typeface="Verdana"/>
                <a:cs typeface="Verdana"/>
              </a:rPr>
              <a:t>mm</a:t>
            </a:r>
            <a:r>
              <a:rPr sz="2700" spc="142" baseline="1543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700" spc="-150" baseline="1543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700" spc="-359" baseline="1543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700" spc="-232" baseline="1543" dirty="0">
                <a:solidFill>
                  <a:srgbClr val="FFFFFF"/>
                </a:solidFill>
                <a:latin typeface="Verdana"/>
                <a:cs typeface="Verdana"/>
              </a:rPr>
              <a:t>)</a:t>
            </a:r>
            <a:endParaRPr sz="2700" baseline="1543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700">
              <a:latin typeface="Verdana"/>
              <a:cs typeface="Verdana"/>
            </a:endParaRPr>
          </a:p>
          <a:p>
            <a:pPr marL="103505">
              <a:lnSpc>
                <a:spcPct val="100000"/>
              </a:lnSpc>
              <a:tabLst>
                <a:tab pos="1823085" algn="l"/>
              </a:tabLst>
            </a:pP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Degré</a:t>
            </a:r>
            <a:r>
              <a:rPr sz="18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05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18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Verdana"/>
                <a:cs typeface="Verdana"/>
              </a:rPr>
              <a:t>A:	</a:t>
            </a:r>
            <a:r>
              <a:rPr sz="1800" spc="-114" dirty="0">
                <a:solidFill>
                  <a:srgbClr val="FFFFFF"/>
                </a:solidFill>
                <a:latin typeface="Verdana"/>
                <a:cs typeface="Verdana"/>
              </a:rPr>
              <a:t>d(A)=4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74076" y="1273533"/>
            <a:ext cx="8009255" cy="1761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6240" marR="5080" indent="-384175">
              <a:lnSpc>
                <a:spcPct val="100000"/>
              </a:lnSpc>
              <a:spcBef>
                <a:spcPts val="100"/>
              </a:spcBef>
              <a:buClr>
                <a:srgbClr val="FF388C"/>
              </a:buClr>
              <a:buSzPct val="79166"/>
              <a:buFont typeface="Times New Roman"/>
              <a:buChar char="◉"/>
              <a:tabLst>
                <a:tab pos="396240" algn="l"/>
                <a:tab pos="396875" algn="l"/>
                <a:tab pos="1565275" algn="l"/>
                <a:tab pos="2415540" algn="l"/>
                <a:tab pos="3674745" algn="l"/>
                <a:tab pos="4259580" algn="l"/>
                <a:tab pos="5094605" algn="l"/>
                <a:tab pos="5655945" algn="l"/>
                <a:tab pos="6987540" algn="l"/>
                <a:tab pos="7554595" algn="l"/>
              </a:tabLst>
            </a:pPr>
            <a:r>
              <a:rPr sz="2400" b="1" spc="-320" dirty="0">
                <a:solidFill>
                  <a:srgbClr val="FFFF00"/>
                </a:solidFill>
                <a:latin typeface="Tahoma"/>
                <a:cs typeface="Tahoma"/>
              </a:rPr>
              <a:t>L</a:t>
            </a:r>
            <a:r>
              <a:rPr sz="2400" b="1" spc="10" dirty="0">
                <a:solidFill>
                  <a:srgbClr val="FFFF00"/>
                </a:solidFill>
                <a:latin typeface="Tahoma"/>
                <a:cs typeface="Tahoma"/>
              </a:rPr>
              <a:t>’</a:t>
            </a:r>
            <a:r>
              <a:rPr sz="2400" b="1" spc="50" dirty="0">
                <a:solidFill>
                  <a:srgbClr val="FFFF00"/>
                </a:solidFill>
                <a:latin typeface="Tahoma"/>
                <a:cs typeface="Tahoma"/>
              </a:rPr>
              <a:t>o</a:t>
            </a:r>
            <a:r>
              <a:rPr sz="2400" b="1" spc="-275" dirty="0">
                <a:solidFill>
                  <a:srgbClr val="FFFF00"/>
                </a:solidFill>
                <a:latin typeface="Tahoma"/>
                <a:cs typeface="Tahoma"/>
              </a:rPr>
              <a:t>r</a:t>
            </a:r>
            <a:r>
              <a:rPr sz="2400" b="1" spc="65" dirty="0">
                <a:solidFill>
                  <a:srgbClr val="FFFF00"/>
                </a:solidFill>
                <a:latin typeface="Tahoma"/>
                <a:cs typeface="Tahoma"/>
              </a:rPr>
              <a:t>d</a:t>
            </a:r>
            <a:r>
              <a:rPr sz="2400" b="1" spc="-275" dirty="0">
                <a:solidFill>
                  <a:srgbClr val="FFFF00"/>
                </a:solidFill>
                <a:latin typeface="Tahoma"/>
                <a:cs typeface="Tahoma"/>
              </a:rPr>
              <a:t>r</a:t>
            </a:r>
            <a:r>
              <a:rPr sz="2400" b="1" spc="110" dirty="0">
                <a:solidFill>
                  <a:srgbClr val="FFFF00"/>
                </a:solidFill>
                <a:latin typeface="Tahoma"/>
                <a:cs typeface="Tahoma"/>
              </a:rPr>
              <a:t>e</a:t>
            </a:r>
            <a:r>
              <a:rPr sz="2400" b="1" dirty="0">
                <a:solidFill>
                  <a:srgbClr val="FFFF00"/>
                </a:solidFill>
                <a:latin typeface="Tahoma"/>
                <a:cs typeface="Tahoma"/>
              </a:rPr>
              <a:t>	</a:t>
            </a:r>
            <a:r>
              <a:rPr sz="2400" spc="15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400" spc="190" dirty="0">
                <a:solidFill>
                  <a:srgbClr val="FFFFFF"/>
                </a:solidFill>
                <a:latin typeface="Verdana"/>
                <a:cs typeface="Verdana"/>
              </a:rPr>
              <a:t>’</a:t>
            </a:r>
            <a:r>
              <a:rPr sz="2400" spc="-55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400" spc="105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2400" spc="-28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400" spc="18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400" spc="15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34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-13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ég</a:t>
            </a:r>
            <a:r>
              <a:rPr sz="2400" spc="18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180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400" spc="21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400" spc="-8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400" spc="120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400" spc="-105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sz="2400" spc="-28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400" spc="-29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15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250" dirty="0">
                <a:solidFill>
                  <a:srgbClr val="FFFFFF"/>
                </a:solidFill>
                <a:latin typeface="Verdana"/>
                <a:cs typeface="Verdana"/>
              </a:rPr>
              <a:t>s  </a:t>
            </a:r>
            <a:r>
              <a:rPr sz="2400" spc="-114" dirty="0">
                <a:solidFill>
                  <a:srgbClr val="FFFFFF"/>
                </a:solidFill>
                <a:latin typeface="Verdana"/>
                <a:cs typeface="Verdana"/>
              </a:rPr>
              <a:t>sommets.</a:t>
            </a:r>
            <a:endParaRPr sz="2400">
              <a:latin typeface="Verdana"/>
              <a:cs typeface="Verdana"/>
            </a:endParaRPr>
          </a:p>
          <a:p>
            <a:pPr marL="396240" marR="5715" indent="-384175">
              <a:lnSpc>
                <a:spcPct val="100000"/>
              </a:lnSpc>
              <a:spcBef>
                <a:spcPts val="705"/>
              </a:spcBef>
              <a:buClr>
                <a:srgbClr val="FF388C"/>
              </a:buClr>
              <a:buSzPct val="80000"/>
              <a:buFont typeface="Times New Roman"/>
              <a:buChar char="◉"/>
              <a:tabLst>
                <a:tab pos="396875" algn="l"/>
                <a:tab pos="1043940" algn="l"/>
                <a:tab pos="2394585" algn="l"/>
                <a:tab pos="3488054" algn="l"/>
                <a:tab pos="5213985" algn="l"/>
                <a:tab pos="5972175" algn="l"/>
                <a:tab pos="6532245" algn="l"/>
              </a:tabLst>
            </a:pPr>
            <a:r>
              <a:rPr sz="3000" b="1" spc="-400" dirty="0">
                <a:solidFill>
                  <a:srgbClr val="FFFF00"/>
                </a:solidFill>
                <a:latin typeface="Tahoma"/>
                <a:cs typeface="Tahoma"/>
              </a:rPr>
              <a:t>L</a:t>
            </a:r>
            <a:r>
              <a:rPr sz="3000" b="1" spc="135" dirty="0">
                <a:solidFill>
                  <a:srgbClr val="FFFF00"/>
                </a:solidFill>
                <a:latin typeface="Tahoma"/>
                <a:cs typeface="Tahoma"/>
              </a:rPr>
              <a:t>e</a:t>
            </a:r>
            <a:r>
              <a:rPr sz="3000" b="1" dirty="0">
                <a:solidFill>
                  <a:srgbClr val="FFFF00"/>
                </a:solidFill>
                <a:latin typeface="Tahoma"/>
                <a:cs typeface="Tahoma"/>
              </a:rPr>
              <a:t>	</a:t>
            </a:r>
            <a:r>
              <a:rPr sz="3000" b="1" spc="85" dirty="0">
                <a:solidFill>
                  <a:srgbClr val="FFFF00"/>
                </a:solidFill>
                <a:latin typeface="Tahoma"/>
                <a:cs typeface="Tahoma"/>
              </a:rPr>
              <a:t>d</a:t>
            </a:r>
            <a:r>
              <a:rPr sz="3000" b="1" spc="130" dirty="0">
                <a:solidFill>
                  <a:srgbClr val="FFFF00"/>
                </a:solidFill>
                <a:latin typeface="Tahoma"/>
                <a:cs typeface="Tahoma"/>
              </a:rPr>
              <a:t>e</a:t>
            </a:r>
            <a:r>
              <a:rPr sz="3000" b="1" spc="85" dirty="0">
                <a:solidFill>
                  <a:srgbClr val="FFFF00"/>
                </a:solidFill>
                <a:latin typeface="Tahoma"/>
                <a:cs typeface="Tahoma"/>
              </a:rPr>
              <a:t>g</a:t>
            </a:r>
            <a:r>
              <a:rPr sz="3000" b="1" spc="-345" dirty="0">
                <a:solidFill>
                  <a:srgbClr val="FFFF00"/>
                </a:solidFill>
                <a:latin typeface="Tahoma"/>
                <a:cs typeface="Tahoma"/>
              </a:rPr>
              <a:t>r</a:t>
            </a:r>
            <a:r>
              <a:rPr sz="3000" b="1" spc="135" dirty="0">
                <a:solidFill>
                  <a:srgbClr val="FFFF00"/>
                </a:solidFill>
                <a:latin typeface="Tahoma"/>
                <a:cs typeface="Tahoma"/>
              </a:rPr>
              <a:t>é</a:t>
            </a:r>
            <a:r>
              <a:rPr sz="3000" b="1" dirty="0">
                <a:solidFill>
                  <a:srgbClr val="FFFF00"/>
                </a:solidFill>
                <a:latin typeface="Tahoma"/>
                <a:cs typeface="Tahoma"/>
              </a:rPr>
              <a:t>	</a:t>
            </a:r>
            <a:r>
              <a:rPr sz="3000" spc="16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3000" spc="270" dirty="0">
                <a:solidFill>
                  <a:srgbClr val="FFFFFF"/>
                </a:solidFill>
                <a:latin typeface="Verdana"/>
                <a:cs typeface="Verdana"/>
              </a:rPr>
              <a:t>’</a:t>
            </a:r>
            <a:r>
              <a:rPr sz="3000" spc="-10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3000" spc="-7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30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3000" spc="-39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15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3000" spc="-13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3000" spc="-10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17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30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30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39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-17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30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3000" spc="-229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3000" spc="-7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3000" spc="12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3000" spc="-10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3000" spc="195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sz="3000" spc="-38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3000" spc="114" dirty="0">
                <a:solidFill>
                  <a:srgbClr val="FFFFFF"/>
                </a:solidFill>
                <a:latin typeface="Verdana"/>
                <a:cs typeface="Verdana"/>
              </a:rPr>
              <a:t>e  </a:t>
            </a:r>
            <a:r>
              <a:rPr sz="3000" spc="16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3000" spc="270" dirty="0">
                <a:solidFill>
                  <a:srgbClr val="FFFFFF"/>
                </a:solidFill>
                <a:latin typeface="Verdana"/>
                <a:cs typeface="Verdana"/>
              </a:rPr>
              <a:t>’</a:t>
            </a:r>
            <a:r>
              <a:rPr sz="3000" spc="23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3000" spc="-38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ê</a:t>
            </a:r>
            <a:r>
              <a:rPr sz="3000" spc="-17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40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-2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229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3000" spc="-7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3000" spc="380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3000" spc="-229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3000" spc="16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7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3000" spc="-17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40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-2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245" dirty="0">
                <a:solidFill>
                  <a:srgbClr val="FFFFFF"/>
                </a:solidFill>
                <a:latin typeface="Verdana"/>
                <a:cs typeface="Verdana"/>
              </a:rPr>
              <a:t>à</a:t>
            </a:r>
            <a:r>
              <a:rPr sz="3000" spc="-2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350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2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39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12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3000" spc="-10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3000" spc="-13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17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3000" spc="-265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3000">
              <a:latin typeface="Verdana"/>
              <a:cs typeface="Verdan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316736" y="705612"/>
            <a:ext cx="5870575" cy="216535"/>
            <a:chOff x="1316736" y="705612"/>
            <a:chExt cx="5870575" cy="21653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6736" y="705612"/>
              <a:ext cx="2889504" cy="21640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47388" y="705612"/>
              <a:ext cx="2939795" cy="216408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5830092" y="3648455"/>
            <a:ext cx="342265" cy="131445"/>
            <a:chOff x="5830092" y="3648455"/>
            <a:chExt cx="342265" cy="131445"/>
          </a:xfrm>
        </p:grpSpPr>
        <p:sp>
          <p:nvSpPr>
            <p:cNvPr id="7" name="object 7"/>
            <p:cNvSpPr/>
            <p:nvPr/>
          </p:nvSpPr>
          <p:spPr>
            <a:xfrm>
              <a:off x="5830092" y="3675888"/>
              <a:ext cx="334645" cy="104139"/>
            </a:xfrm>
            <a:custGeom>
              <a:avLst/>
              <a:gdLst/>
              <a:ahLst/>
              <a:cxnLst/>
              <a:rect l="l" t="t" r="r" b="b"/>
              <a:pathLst>
                <a:path w="334645" h="104139">
                  <a:moveTo>
                    <a:pt x="95080" y="103631"/>
                  </a:moveTo>
                  <a:lnTo>
                    <a:pt x="0" y="103631"/>
                  </a:lnTo>
                  <a:lnTo>
                    <a:pt x="325342" y="0"/>
                  </a:lnTo>
                  <a:lnTo>
                    <a:pt x="334486" y="27431"/>
                  </a:lnTo>
                  <a:lnTo>
                    <a:pt x="95080" y="103631"/>
                  </a:lnTo>
                  <a:close/>
                </a:path>
              </a:pathLst>
            </a:custGeom>
            <a:solidFill>
              <a:srgbClr val="CCFF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56376" y="3648455"/>
              <a:ext cx="115824" cy="115824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6238735" y="3536730"/>
            <a:ext cx="1581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95" dirty="0">
                <a:solidFill>
                  <a:srgbClr val="FFFFFF"/>
                </a:solidFill>
                <a:latin typeface="Tahoma"/>
                <a:cs typeface="Tahoma"/>
              </a:rPr>
              <a:t>B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72668" y="3779519"/>
            <a:ext cx="9144000" cy="3429000"/>
            <a:chOff x="772668" y="3779519"/>
            <a:chExt cx="9144000" cy="3429000"/>
          </a:xfrm>
        </p:grpSpPr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2668" y="3779520"/>
              <a:ext cx="9143999" cy="34290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3781044"/>
              <a:ext cx="5925311" cy="102412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521964" y="3779520"/>
              <a:ext cx="2733040" cy="1190625"/>
            </a:xfrm>
            <a:custGeom>
              <a:avLst/>
              <a:gdLst/>
              <a:ahLst/>
              <a:cxnLst/>
              <a:rect l="l" t="t" r="r" b="b"/>
              <a:pathLst>
                <a:path w="2733040" h="1190625">
                  <a:moveTo>
                    <a:pt x="2732532" y="1162812"/>
                  </a:moveTo>
                  <a:lnTo>
                    <a:pt x="694829" y="543763"/>
                  </a:lnTo>
                  <a:lnTo>
                    <a:pt x="2403208" y="0"/>
                  </a:lnTo>
                  <a:lnTo>
                    <a:pt x="2308123" y="0"/>
                  </a:lnTo>
                  <a:lnTo>
                    <a:pt x="661403" y="524548"/>
                  </a:lnTo>
                  <a:lnTo>
                    <a:pt x="661416" y="524268"/>
                  </a:lnTo>
                  <a:lnTo>
                    <a:pt x="659892" y="504456"/>
                  </a:lnTo>
                  <a:lnTo>
                    <a:pt x="656844" y="486168"/>
                  </a:lnTo>
                  <a:lnTo>
                    <a:pt x="655320" y="467880"/>
                  </a:lnTo>
                  <a:lnTo>
                    <a:pt x="646176" y="431292"/>
                  </a:lnTo>
                  <a:lnTo>
                    <a:pt x="641604" y="414540"/>
                  </a:lnTo>
                  <a:lnTo>
                    <a:pt x="632460" y="389394"/>
                  </a:lnTo>
                  <a:lnTo>
                    <a:pt x="632460" y="525792"/>
                  </a:lnTo>
                  <a:lnTo>
                    <a:pt x="632460" y="562368"/>
                  </a:lnTo>
                  <a:lnTo>
                    <a:pt x="630936" y="579132"/>
                  </a:lnTo>
                  <a:lnTo>
                    <a:pt x="629412" y="597408"/>
                  </a:lnTo>
                  <a:lnTo>
                    <a:pt x="623316" y="630948"/>
                  </a:lnTo>
                  <a:lnTo>
                    <a:pt x="595884" y="710184"/>
                  </a:lnTo>
                  <a:lnTo>
                    <a:pt x="562356" y="766584"/>
                  </a:lnTo>
                  <a:lnTo>
                    <a:pt x="533400" y="801624"/>
                  </a:lnTo>
                  <a:lnTo>
                    <a:pt x="521208" y="812292"/>
                  </a:lnTo>
                  <a:lnTo>
                    <a:pt x="510527" y="822972"/>
                  </a:lnTo>
                  <a:lnTo>
                    <a:pt x="473964" y="850392"/>
                  </a:lnTo>
                  <a:lnTo>
                    <a:pt x="419100" y="876300"/>
                  </a:lnTo>
                  <a:lnTo>
                    <a:pt x="390144" y="883932"/>
                  </a:lnTo>
                  <a:lnTo>
                    <a:pt x="376428" y="886980"/>
                  </a:lnTo>
                  <a:lnTo>
                    <a:pt x="361188" y="890016"/>
                  </a:lnTo>
                  <a:lnTo>
                    <a:pt x="345935" y="891540"/>
                  </a:lnTo>
                  <a:lnTo>
                    <a:pt x="313944" y="891540"/>
                  </a:lnTo>
                  <a:lnTo>
                    <a:pt x="298704" y="890016"/>
                  </a:lnTo>
                  <a:lnTo>
                    <a:pt x="283464" y="886980"/>
                  </a:lnTo>
                  <a:lnTo>
                    <a:pt x="269735" y="883932"/>
                  </a:lnTo>
                  <a:lnTo>
                    <a:pt x="254508" y="880884"/>
                  </a:lnTo>
                  <a:lnTo>
                    <a:pt x="240792" y="876300"/>
                  </a:lnTo>
                  <a:lnTo>
                    <a:pt x="199644" y="858024"/>
                  </a:lnTo>
                  <a:lnTo>
                    <a:pt x="185928" y="848880"/>
                  </a:lnTo>
                  <a:lnTo>
                    <a:pt x="173736" y="841260"/>
                  </a:lnTo>
                  <a:lnTo>
                    <a:pt x="128016" y="801624"/>
                  </a:lnTo>
                  <a:lnTo>
                    <a:pt x="88392" y="752868"/>
                  </a:lnTo>
                  <a:lnTo>
                    <a:pt x="71628" y="723900"/>
                  </a:lnTo>
                  <a:lnTo>
                    <a:pt x="64008" y="710184"/>
                  </a:lnTo>
                  <a:lnTo>
                    <a:pt x="51816" y="679716"/>
                  </a:lnTo>
                  <a:lnTo>
                    <a:pt x="45720" y="662940"/>
                  </a:lnTo>
                  <a:lnTo>
                    <a:pt x="41135" y="647700"/>
                  </a:lnTo>
                  <a:lnTo>
                    <a:pt x="38100" y="630948"/>
                  </a:lnTo>
                  <a:lnTo>
                    <a:pt x="33528" y="614184"/>
                  </a:lnTo>
                  <a:lnTo>
                    <a:pt x="32004" y="595884"/>
                  </a:lnTo>
                  <a:lnTo>
                    <a:pt x="28943" y="579132"/>
                  </a:lnTo>
                  <a:lnTo>
                    <a:pt x="28943" y="560832"/>
                  </a:lnTo>
                  <a:lnTo>
                    <a:pt x="27432" y="544080"/>
                  </a:lnTo>
                  <a:lnTo>
                    <a:pt x="28943" y="525792"/>
                  </a:lnTo>
                  <a:lnTo>
                    <a:pt x="28943" y="507492"/>
                  </a:lnTo>
                  <a:lnTo>
                    <a:pt x="32004" y="490740"/>
                  </a:lnTo>
                  <a:lnTo>
                    <a:pt x="33528" y="472440"/>
                  </a:lnTo>
                  <a:lnTo>
                    <a:pt x="38100" y="455688"/>
                  </a:lnTo>
                  <a:lnTo>
                    <a:pt x="41135" y="438924"/>
                  </a:lnTo>
                  <a:lnTo>
                    <a:pt x="47244" y="423684"/>
                  </a:lnTo>
                  <a:lnTo>
                    <a:pt x="51816" y="406908"/>
                  </a:lnTo>
                  <a:lnTo>
                    <a:pt x="57912" y="391680"/>
                  </a:lnTo>
                  <a:lnTo>
                    <a:pt x="65532" y="376440"/>
                  </a:lnTo>
                  <a:lnTo>
                    <a:pt x="71628" y="362724"/>
                  </a:lnTo>
                  <a:lnTo>
                    <a:pt x="80772" y="349008"/>
                  </a:lnTo>
                  <a:lnTo>
                    <a:pt x="88392" y="335292"/>
                  </a:lnTo>
                  <a:lnTo>
                    <a:pt x="97536" y="321576"/>
                  </a:lnTo>
                  <a:lnTo>
                    <a:pt x="128016" y="285000"/>
                  </a:lnTo>
                  <a:lnTo>
                    <a:pt x="175260" y="245376"/>
                  </a:lnTo>
                  <a:lnTo>
                    <a:pt x="213360" y="222516"/>
                  </a:lnTo>
                  <a:lnTo>
                    <a:pt x="256032" y="207276"/>
                  </a:lnTo>
                  <a:lnTo>
                    <a:pt x="269735" y="202692"/>
                  </a:lnTo>
                  <a:lnTo>
                    <a:pt x="284988" y="199656"/>
                  </a:lnTo>
                  <a:lnTo>
                    <a:pt x="315468" y="196608"/>
                  </a:lnTo>
                  <a:lnTo>
                    <a:pt x="345935" y="196608"/>
                  </a:lnTo>
                  <a:lnTo>
                    <a:pt x="376428" y="199656"/>
                  </a:lnTo>
                  <a:lnTo>
                    <a:pt x="391668" y="202692"/>
                  </a:lnTo>
                  <a:lnTo>
                    <a:pt x="405384" y="207276"/>
                  </a:lnTo>
                  <a:lnTo>
                    <a:pt x="420624" y="211848"/>
                  </a:lnTo>
                  <a:lnTo>
                    <a:pt x="461772" y="230124"/>
                  </a:lnTo>
                  <a:lnTo>
                    <a:pt x="498335" y="254508"/>
                  </a:lnTo>
                  <a:lnTo>
                    <a:pt x="510527" y="265188"/>
                  </a:lnTo>
                  <a:lnTo>
                    <a:pt x="522732" y="274332"/>
                  </a:lnTo>
                  <a:lnTo>
                    <a:pt x="533400" y="286524"/>
                  </a:lnTo>
                  <a:lnTo>
                    <a:pt x="544068" y="297192"/>
                  </a:lnTo>
                  <a:lnTo>
                    <a:pt x="553212" y="309384"/>
                  </a:lnTo>
                  <a:lnTo>
                    <a:pt x="588264" y="362724"/>
                  </a:lnTo>
                  <a:lnTo>
                    <a:pt x="609600" y="408432"/>
                  </a:lnTo>
                  <a:lnTo>
                    <a:pt x="623316" y="457200"/>
                  </a:lnTo>
                  <a:lnTo>
                    <a:pt x="630936" y="509016"/>
                  </a:lnTo>
                  <a:lnTo>
                    <a:pt x="632460" y="525792"/>
                  </a:lnTo>
                  <a:lnTo>
                    <a:pt x="632460" y="389394"/>
                  </a:lnTo>
                  <a:lnTo>
                    <a:pt x="629412" y="381000"/>
                  </a:lnTo>
                  <a:lnTo>
                    <a:pt x="595884" y="318516"/>
                  </a:lnTo>
                  <a:lnTo>
                    <a:pt x="565404" y="277380"/>
                  </a:lnTo>
                  <a:lnTo>
                    <a:pt x="541020" y="254508"/>
                  </a:lnTo>
                  <a:lnTo>
                    <a:pt x="528828" y="242316"/>
                  </a:lnTo>
                  <a:lnTo>
                    <a:pt x="489204" y="213372"/>
                  </a:lnTo>
                  <a:lnTo>
                    <a:pt x="445008" y="190500"/>
                  </a:lnTo>
                  <a:lnTo>
                    <a:pt x="397764" y="175272"/>
                  </a:lnTo>
                  <a:lnTo>
                    <a:pt x="347472" y="167640"/>
                  </a:lnTo>
                  <a:lnTo>
                    <a:pt x="312420" y="167640"/>
                  </a:lnTo>
                  <a:lnTo>
                    <a:pt x="262128" y="175272"/>
                  </a:lnTo>
                  <a:lnTo>
                    <a:pt x="214884" y="190500"/>
                  </a:lnTo>
                  <a:lnTo>
                    <a:pt x="201168" y="198132"/>
                  </a:lnTo>
                  <a:lnTo>
                    <a:pt x="185928" y="205740"/>
                  </a:lnTo>
                  <a:lnTo>
                    <a:pt x="172212" y="213372"/>
                  </a:lnTo>
                  <a:lnTo>
                    <a:pt x="156972" y="222516"/>
                  </a:lnTo>
                  <a:lnTo>
                    <a:pt x="144780" y="233184"/>
                  </a:lnTo>
                  <a:lnTo>
                    <a:pt x="131064" y="242316"/>
                  </a:lnTo>
                  <a:lnTo>
                    <a:pt x="85344" y="291084"/>
                  </a:lnTo>
                  <a:lnTo>
                    <a:pt x="54864" y="333756"/>
                  </a:lnTo>
                  <a:lnTo>
                    <a:pt x="47244" y="349008"/>
                  </a:lnTo>
                  <a:lnTo>
                    <a:pt x="38100" y="365772"/>
                  </a:lnTo>
                  <a:lnTo>
                    <a:pt x="32004" y="381000"/>
                  </a:lnTo>
                  <a:lnTo>
                    <a:pt x="24384" y="397776"/>
                  </a:lnTo>
                  <a:lnTo>
                    <a:pt x="19812" y="414540"/>
                  </a:lnTo>
                  <a:lnTo>
                    <a:pt x="9144" y="451116"/>
                  </a:lnTo>
                  <a:lnTo>
                    <a:pt x="0" y="524268"/>
                  </a:lnTo>
                  <a:lnTo>
                    <a:pt x="0" y="563892"/>
                  </a:lnTo>
                  <a:lnTo>
                    <a:pt x="6096" y="620280"/>
                  </a:lnTo>
                  <a:lnTo>
                    <a:pt x="19812" y="672084"/>
                  </a:lnTo>
                  <a:lnTo>
                    <a:pt x="25908" y="690384"/>
                  </a:lnTo>
                  <a:lnTo>
                    <a:pt x="32004" y="707148"/>
                  </a:lnTo>
                  <a:lnTo>
                    <a:pt x="39624" y="722388"/>
                  </a:lnTo>
                  <a:lnTo>
                    <a:pt x="47244" y="739140"/>
                  </a:lnTo>
                  <a:lnTo>
                    <a:pt x="56388" y="752868"/>
                  </a:lnTo>
                  <a:lnTo>
                    <a:pt x="74676" y="783348"/>
                  </a:lnTo>
                  <a:lnTo>
                    <a:pt x="85344" y="795540"/>
                  </a:lnTo>
                  <a:lnTo>
                    <a:pt x="96012" y="809256"/>
                  </a:lnTo>
                  <a:lnTo>
                    <a:pt x="106680" y="821448"/>
                  </a:lnTo>
                  <a:lnTo>
                    <a:pt x="118872" y="833640"/>
                  </a:lnTo>
                  <a:lnTo>
                    <a:pt x="132588" y="844308"/>
                  </a:lnTo>
                  <a:lnTo>
                    <a:pt x="144780" y="854976"/>
                  </a:lnTo>
                  <a:lnTo>
                    <a:pt x="185928" y="882408"/>
                  </a:lnTo>
                  <a:lnTo>
                    <a:pt x="231635" y="903732"/>
                  </a:lnTo>
                  <a:lnTo>
                    <a:pt x="280416" y="915924"/>
                  </a:lnTo>
                  <a:lnTo>
                    <a:pt x="330708" y="920508"/>
                  </a:lnTo>
                  <a:lnTo>
                    <a:pt x="381000" y="915924"/>
                  </a:lnTo>
                  <a:lnTo>
                    <a:pt x="397764" y="912888"/>
                  </a:lnTo>
                  <a:lnTo>
                    <a:pt x="414528" y="908316"/>
                  </a:lnTo>
                  <a:lnTo>
                    <a:pt x="456425" y="891540"/>
                  </a:lnTo>
                  <a:lnTo>
                    <a:pt x="460235" y="890016"/>
                  </a:lnTo>
                  <a:lnTo>
                    <a:pt x="475488" y="882408"/>
                  </a:lnTo>
                  <a:lnTo>
                    <a:pt x="516636" y="854976"/>
                  </a:lnTo>
                  <a:lnTo>
                    <a:pt x="528828" y="844308"/>
                  </a:lnTo>
                  <a:lnTo>
                    <a:pt x="542544" y="833640"/>
                  </a:lnTo>
                  <a:lnTo>
                    <a:pt x="553212" y="821448"/>
                  </a:lnTo>
                  <a:lnTo>
                    <a:pt x="565404" y="809256"/>
                  </a:lnTo>
                  <a:lnTo>
                    <a:pt x="586727" y="781824"/>
                  </a:lnTo>
                  <a:lnTo>
                    <a:pt x="614172" y="737616"/>
                  </a:lnTo>
                  <a:lnTo>
                    <a:pt x="641604" y="672084"/>
                  </a:lnTo>
                  <a:lnTo>
                    <a:pt x="655320" y="618756"/>
                  </a:lnTo>
                  <a:lnTo>
                    <a:pt x="661289" y="563892"/>
                  </a:lnTo>
                  <a:lnTo>
                    <a:pt x="661289" y="563321"/>
                  </a:lnTo>
                  <a:lnTo>
                    <a:pt x="2723375" y="1190256"/>
                  </a:lnTo>
                  <a:lnTo>
                    <a:pt x="2732532" y="1162812"/>
                  </a:lnTo>
                  <a:close/>
                </a:path>
              </a:pathLst>
            </a:custGeom>
            <a:solidFill>
              <a:srgbClr val="CCFF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138671" y="4881371"/>
              <a:ext cx="115824" cy="115824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126991" y="4270248"/>
              <a:ext cx="115824" cy="115824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4248424" y="3807968"/>
            <a:ext cx="1949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9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518618" y="6888581"/>
            <a:ext cx="193675" cy="212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105" dirty="0">
                <a:solidFill>
                  <a:srgbClr val="FFFFFF"/>
                </a:solidFill>
                <a:latin typeface="Verdana"/>
                <a:cs typeface="Verdana"/>
              </a:rPr>
              <a:t>1</a:t>
            </a:r>
            <a:r>
              <a:rPr sz="1200" spc="-100" dirty="0">
                <a:solidFill>
                  <a:srgbClr val="FFFFFF"/>
                </a:solidFill>
                <a:latin typeface="Verdana"/>
                <a:cs typeface="Verdana"/>
              </a:rPr>
              <a:t>9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624107" y="4699439"/>
            <a:ext cx="4909820" cy="1753870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855"/>
              </a:spcBef>
            </a:pPr>
            <a:r>
              <a:rPr sz="1800" b="1" spc="200" dirty="0">
                <a:solidFill>
                  <a:srgbClr val="FFFFFF"/>
                </a:solidFill>
                <a:latin typeface="Tahoma"/>
                <a:cs typeface="Tahoma"/>
              </a:rPr>
              <a:t>C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  <a:tabLst>
                <a:tab pos="2183765" algn="l"/>
              </a:tabLst>
            </a:pPr>
            <a:r>
              <a:rPr sz="1800" spc="14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1800" spc="-23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800" spc="10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1800" spc="-23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14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1800" spc="-23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800" spc="13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800" spc="100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1800" spc="-65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700" spc="-577" baseline="1543" dirty="0">
                <a:solidFill>
                  <a:srgbClr val="FFFFFF"/>
                </a:solidFill>
                <a:latin typeface="Verdana"/>
                <a:cs typeface="Verdana"/>
              </a:rPr>
              <a:t>=</a:t>
            </a:r>
            <a:r>
              <a:rPr sz="2700" spc="-240" baseline="1543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-225" baseline="1543" dirty="0">
                <a:solidFill>
                  <a:srgbClr val="FFFFFF"/>
                </a:solidFill>
                <a:latin typeface="Verdana"/>
                <a:cs typeface="Verdana"/>
              </a:rPr>
              <a:t>3</a:t>
            </a:r>
            <a:r>
              <a:rPr sz="2700" spc="-179" baseline="1543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-315" baseline="1543" dirty="0">
                <a:solidFill>
                  <a:srgbClr val="FFFFFF"/>
                </a:solidFill>
                <a:latin typeface="Verdana"/>
                <a:cs typeface="Verdana"/>
              </a:rPr>
              <a:t>(</a:t>
            </a:r>
            <a:r>
              <a:rPr sz="2700" spc="-209" baseline="1543" dirty="0">
                <a:solidFill>
                  <a:srgbClr val="FFFFFF"/>
                </a:solidFill>
                <a:latin typeface="Verdana"/>
                <a:cs typeface="Verdana"/>
              </a:rPr>
              <a:t>3</a:t>
            </a:r>
            <a:r>
              <a:rPr sz="2700" spc="-382" baseline="1543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700" spc="135" baseline="1543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700" spc="-97" baseline="1543" dirty="0">
                <a:solidFill>
                  <a:srgbClr val="FFFFFF"/>
                </a:solidFill>
                <a:latin typeface="Verdana"/>
                <a:cs typeface="Verdana"/>
              </a:rPr>
              <a:t>mm</a:t>
            </a:r>
            <a:r>
              <a:rPr sz="2700" spc="142" baseline="1543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700" spc="-150" baseline="1543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700" spc="-359" baseline="1543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700" spc="-232" baseline="1543" dirty="0">
                <a:solidFill>
                  <a:srgbClr val="FFFFFF"/>
                </a:solidFill>
                <a:latin typeface="Verdana"/>
                <a:cs typeface="Verdana"/>
              </a:rPr>
              <a:t>)</a:t>
            </a:r>
            <a:endParaRPr sz="2700" baseline="1543">
              <a:latin typeface="Verdana"/>
              <a:cs typeface="Verdana"/>
            </a:endParaRPr>
          </a:p>
          <a:p>
            <a:pPr marL="103505" marR="2323465">
              <a:lnSpc>
                <a:spcPct val="162200"/>
              </a:lnSpc>
              <a:spcBef>
                <a:spcPts val="770"/>
              </a:spcBef>
              <a:tabLst>
                <a:tab pos="1823085" algn="l"/>
              </a:tabLst>
            </a:pPr>
            <a:r>
              <a:rPr sz="1800" spc="-4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1800" spc="7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1800" spc="-23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é</a:t>
            </a:r>
            <a:r>
              <a:rPr sz="18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14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14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800" spc="-320" dirty="0">
                <a:solidFill>
                  <a:srgbClr val="FFFFFF"/>
                </a:solidFill>
                <a:latin typeface="Verdana"/>
                <a:cs typeface="Verdana"/>
              </a:rPr>
              <a:t>: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1800" spc="114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1800" spc="-210" dirty="0">
                <a:solidFill>
                  <a:srgbClr val="FFFFFF"/>
                </a:solidFill>
                <a:latin typeface="Verdana"/>
                <a:cs typeface="Verdana"/>
              </a:rPr>
              <a:t>(</a:t>
            </a:r>
            <a:r>
              <a:rPr sz="1800" spc="13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800" spc="-190" dirty="0">
                <a:solidFill>
                  <a:srgbClr val="FFFFFF"/>
                </a:solidFill>
                <a:latin typeface="Verdana"/>
                <a:cs typeface="Verdana"/>
              </a:rPr>
              <a:t>)</a:t>
            </a:r>
            <a:r>
              <a:rPr sz="1800" spc="-380" dirty="0">
                <a:solidFill>
                  <a:srgbClr val="FFFFFF"/>
                </a:solidFill>
                <a:latin typeface="Verdana"/>
                <a:cs typeface="Verdana"/>
              </a:rPr>
              <a:t>=</a:t>
            </a:r>
            <a:r>
              <a:rPr sz="1800" spc="-105" dirty="0">
                <a:solidFill>
                  <a:srgbClr val="FFFFFF"/>
                </a:solidFill>
                <a:latin typeface="Verdana"/>
                <a:cs typeface="Verdana"/>
              </a:rPr>
              <a:t>4  </a:t>
            </a:r>
            <a:r>
              <a:rPr sz="1800" spc="-4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1800" spc="7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1800" spc="-23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é</a:t>
            </a:r>
            <a:r>
              <a:rPr sz="18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14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204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7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10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215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1800" spc="-320" dirty="0">
                <a:solidFill>
                  <a:srgbClr val="FFFFFF"/>
                </a:solidFill>
                <a:latin typeface="Verdana"/>
                <a:cs typeface="Verdana"/>
              </a:rPr>
              <a:t>: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74076" y="1273533"/>
            <a:ext cx="8009255" cy="1761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6240" marR="5080" indent="-384175">
              <a:lnSpc>
                <a:spcPct val="100000"/>
              </a:lnSpc>
              <a:spcBef>
                <a:spcPts val="100"/>
              </a:spcBef>
              <a:buClr>
                <a:srgbClr val="FF388C"/>
              </a:buClr>
              <a:buSzPct val="79166"/>
              <a:buFont typeface="Times New Roman"/>
              <a:buChar char="◉"/>
              <a:tabLst>
                <a:tab pos="396240" algn="l"/>
                <a:tab pos="396875" algn="l"/>
                <a:tab pos="1565275" algn="l"/>
                <a:tab pos="2415540" algn="l"/>
                <a:tab pos="3674745" algn="l"/>
                <a:tab pos="4259580" algn="l"/>
                <a:tab pos="5094605" algn="l"/>
                <a:tab pos="5655945" algn="l"/>
                <a:tab pos="6987540" algn="l"/>
                <a:tab pos="7554595" algn="l"/>
              </a:tabLst>
            </a:pPr>
            <a:r>
              <a:rPr sz="2400" b="1" spc="-320" dirty="0">
                <a:solidFill>
                  <a:srgbClr val="FFFF00"/>
                </a:solidFill>
                <a:latin typeface="Tahoma"/>
                <a:cs typeface="Tahoma"/>
              </a:rPr>
              <a:t>L</a:t>
            </a:r>
            <a:r>
              <a:rPr sz="2400" b="1" spc="10" dirty="0">
                <a:solidFill>
                  <a:srgbClr val="FFFF00"/>
                </a:solidFill>
                <a:latin typeface="Tahoma"/>
                <a:cs typeface="Tahoma"/>
              </a:rPr>
              <a:t>’</a:t>
            </a:r>
            <a:r>
              <a:rPr sz="2400" b="1" spc="50" dirty="0">
                <a:solidFill>
                  <a:srgbClr val="FFFF00"/>
                </a:solidFill>
                <a:latin typeface="Tahoma"/>
                <a:cs typeface="Tahoma"/>
              </a:rPr>
              <a:t>o</a:t>
            </a:r>
            <a:r>
              <a:rPr sz="2400" b="1" spc="-275" dirty="0">
                <a:solidFill>
                  <a:srgbClr val="FFFF00"/>
                </a:solidFill>
                <a:latin typeface="Tahoma"/>
                <a:cs typeface="Tahoma"/>
              </a:rPr>
              <a:t>r</a:t>
            </a:r>
            <a:r>
              <a:rPr sz="2400" b="1" spc="65" dirty="0">
                <a:solidFill>
                  <a:srgbClr val="FFFF00"/>
                </a:solidFill>
                <a:latin typeface="Tahoma"/>
                <a:cs typeface="Tahoma"/>
              </a:rPr>
              <a:t>d</a:t>
            </a:r>
            <a:r>
              <a:rPr sz="2400" b="1" spc="-275" dirty="0">
                <a:solidFill>
                  <a:srgbClr val="FFFF00"/>
                </a:solidFill>
                <a:latin typeface="Tahoma"/>
                <a:cs typeface="Tahoma"/>
              </a:rPr>
              <a:t>r</a:t>
            </a:r>
            <a:r>
              <a:rPr sz="2400" b="1" spc="110" dirty="0">
                <a:solidFill>
                  <a:srgbClr val="FFFF00"/>
                </a:solidFill>
                <a:latin typeface="Tahoma"/>
                <a:cs typeface="Tahoma"/>
              </a:rPr>
              <a:t>e</a:t>
            </a:r>
            <a:r>
              <a:rPr sz="2400" b="1" dirty="0">
                <a:solidFill>
                  <a:srgbClr val="FFFF00"/>
                </a:solidFill>
                <a:latin typeface="Tahoma"/>
                <a:cs typeface="Tahoma"/>
              </a:rPr>
              <a:t>	</a:t>
            </a:r>
            <a:r>
              <a:rPr sz="2400" spc="15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400" spc="190" dirty="0">
                <a:solidFill>
                  <a:srgbClr val="FFFFFF"/>
                </a:solidFill>
                <a:latin typeface="Verdana"/>
                <a:cs typeface="Verdana"/>
              </a:rPr>
              <a:t>’</a:t>
            </a:r>
            <a:r>
              <a:rPr sz="2400" spc="-55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400" spc="105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2400" spc="-28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400" spc="18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400" spc="15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34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-13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ég</a:t>
            </a:r>
            <a:r>
              <a:rPr sz="2400" spc="18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180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400" spc="21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400" spc="-8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400" spc="120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400" spc="-105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sz="2400" spc="-28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400" spc="-29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15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250" dirty="0">
                <a:solidFill>
                  <a:srgbClr val="FFFFFF"/>
                </a:solidFill>
                <a:latin typeface="Verdana"/>
                <a:cs typeface="Verdana"/>
              </a:rPr>
              <a:t>s  </a:t>
            </a:r>
            <a:r>
              <a:rPr sz="2400" spc="-114" dirty="0">
                <a:solidFill>
                  <a:srgbClr val="FFFFFF"/>
                </a:solidFill>
                <a:latin typeface="Verdana"/>
                <a:cs typeface="Verdana"/>
              </a:rPr>
              <a:t>sommets.</a:t>
            </a:r>
            <a:endParaRPr sz="2400">
              <a:latin typeface="Verdana"/>
              <a:cs typeface="Verdana"/>
            </a:endParaRPr>
          </a:p>
          <a:p>
            <a:pPr marL="396240" marR="5715" indent="-384175">
              <a:lnSpc>
                <a:spcPct val="100000"/>
              </a:lnSpc>
              <a:spcBef>
                <a:spcPts val="705"/>
              </a:spcBef>
              <a:buClr>
                <a:srgbClr val="FF388C"/>
              </a:buClr>
              <a:buSzPct val="80000"/>
              <a:buFont typeface="Times New Roman"/>
              <a:buChar char="◉"/>
              <a:tabLst>
                <a:tab pos="396875" algn="l"/>
                <a:tab pos="1043940" algn="l"/>
                <a:tab pos="2394585" algn="l"/>
                <a:tab pos="3488054" algn="l"/>
                <a:tab pos="5213985" algn="l"/>
                <a:tab pos="5972175" algn="l"/>
                <a:tab pos="6532245" algn="l"/>
              </a:tabLst>
            </a:pPr>
            <a:r>
              <a:rPr sz="3000" b="1" spc="-400" dirty="0">
                <a:solidFill>
                  <a:srgbClr val="FFFF00"/>
                </a:solidFill>
                <a:latin typeface="Tahoma"/>
                <a:cs typeface="Tahoma"/>
              </a:rPr>
              <a:t>L</a:t>
            </a:r>
            <a:r>
              <a:rPr sz="3000" b="1" spc="135" dirty="0">
                <a:solidFill>
                  <a:srgbClr val="FFFF00"/>
                </a:solidFill>
                <a:latin typeface="Tahoma"/>
                <a:cs typeface="Tahoma"/>
              </a:rPr>
              <a:t>e</a:t>
            </a:r>
            <a:r>
              <a:rPr sz="3000" b="1" dirty="0">
                <a:solidFill>
                  <a:srgbClr val="FFFF00"/>
                </a:solidFill>
                <a:latin typeface="Tahoma"/>
                <a:cs typeface="Tahoma"/>
              </a:rPr>
              <a:t>	</a:t>
            </a:r>
            <a:r>
              <a:rPr sz="3000" b="1" spc="85" dirty="0">
                <a:solidFill>
                  <a:srgbClr val="FFFF00"/>
                </a:solidFill>
                <a:latin typeface="Tahoma"/>
                <a:cs typeface="Tahoma"/>
              </a:rPr>
              <a:t>d</a:t>
            </a:r>
            <a:r>
              <a:rPr sz="3000" b="1" spc="130" dirty="0">
                <a:solidFill>
                  <a:srgbClr val="FFFF00"/>
                </a:solidFill>
                <a:latin typeface="Tahoma"/>
                <a:cs typeface="Tahoma"/>
              </a:rPr>
              <a:t>e</a:t>
            </a:r>
            <a:r>
              <a:rPr sz="3000" b="1" spc="85" dirty="0">
                <a:solidFill>
                  <a:srgbClr val="FFFF00"/>
                </a:solidFill>
                <a:latin typeface="Tahoma"/>
                <a:cs typeface="Tahoma"/>
              </a:rPr>
              <a:t>g</a:t>
            </a:r>
            <a:r>
              <a:rPr sz="3000" b="1" spc="-345" dirty="0">
                <a:solidFill>
                  <a:srgbClr val="FFFF00"/>
                </a:solidFill>
                <a:latin typeface="Tahoma"/>
                <a:cs typeface="Tahoma"/>
              </a:rPr>
              <a:t>r</a:t>
            </a:r>
            <a:r>
              <a:rPr sz="3000" b="1" spc="135" dirty="0">
                <a:solidFill>
                  <a:srgbClr val="FFFF00"/>
                </a:solidFill>
                <a:latin typeface="Tahoma"/>
                <a:cs typeface="Tahoma"/>
              </a:rPr>
              <a:t>é</a:t>
            </a:r>
            <a:r>
              <a:rPr sz="3000" b="1" dirty="0">
                <a:solidFill>
                  <a:srgbClr val="FFFF00"/>
                </a:solidFill>
                <a:latin typeface="Tahoma"/>
                <a:cs typeface="Tahoma"/>
              </a:rPr>
              <a:t>	</a:t>
            </a:r>
            <a:r>
              <a:rPr sz="3000" spc="16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3000" spc="270" dirty="0">
                <a:solidFill>
                  <a:srgbClr val="FFFFFF"/>
                </a:solidFill>
                <a:latin typeface="Verdana"/>
                <a:cs typeface="Verdana"/>
              </a:rPr>
              <a:t>’</a:t>
            </a:r>
            <a:r>
              <a:rPr sz="3000" spc="-10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3000" spc="-7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30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3000" spc="-39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15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3000" spc="-13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3000" spc="-10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17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30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30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39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-17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30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3000" spc="-229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3000" spc="-7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3000" spc="12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3000" spc="-10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3000" spc="195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sz="3000" spc="-38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3000" spc="114" dirty="0">
                <a:solidFill>
                  <a:srgbClr val="FFFFFF"/>
                </a:solidFill>
                <a:latin typeface="Verdana"/>
                <a:cs typeface="Verdana"/>
              </a:rPr>
              <a:t>e  </a:t>
            </a:r>
            <a:r>
              <a:rPr sz="3000" spc="16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3000" spc="270" dirty="0">
                <a:solidFill>
                  <a:srgbClr val="FFFFFF"/>
                </a:solidFill>
                <a:latin typeface="Verdana"/>
                <a:cs typeface="Verdana"/>
              </a:rPr>
              <a:t>’</a:t>
            </a:r>
            <a:r>
              <a:rPr sz="3000" spc="23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3000" spc="-38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ê</a:t>
            </a:r>
            <a:r>
              <a:rPr sz="3000" spc="-17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40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-2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229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3000" spc="-7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3000" spc="380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3000" spc="-229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3000" spc="16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7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3000" spc="-17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40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-2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245" dirty="0">
                <a:solidFill>
                  <a:srgbClr val="FFFFFF"/>
                </a:solidFill>
                <a:latin typeface="Verdana"/>
                <a:cs typeface="Verdana"/>
              </a:rPr>
              <a:t>à</a:t>
            </a:r>
            <a:r>
              <a:rPr sz="3000" spc="-2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350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2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39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12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3000" spc="-10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3000" spc="-13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17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3000" spc="-265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3000">
              <a:latin typeface="Verdana"/>
              <a:cs typeface="Verdan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316736" y="705612"/>
            <a:ext cx="5870575" cy="216535"/>
            <a:chOff x="1316736" y="705612"/>
            <a:chExt cx="5870575" cy="21653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6736" y="705612"/>
              <a:ext cx="2889504" cy="21640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47388" y="705612"/>
              <a:ext cx="2939795" cy="216408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5830092" y="3648455"/>
            <a:ext cx="342265" cy="131445"/>
            <a:chOff x="5830092" y="3648455"/>
            <a:chExt cx="342265" cy="131445"/>
          </a:xfrm>
        </p:grpSpPr>
        <p:sp>
          <p:nvSpPr>
            <p:cNvPr id="7" name="object 7"/>
            <p:cNvSpPr/>
            <p:nvPr/>
          </p:nvSpPr>
          <p:spPr>
            <a:xfrm>
              <a:off x="5830092" y="3675888"/>
              <a:ext cx="334645" cy="104139"/>
            </a:xfrm>
            <a:custGeom>
              <a:avLst/>
              <a:gdLst/>
              <a:ahLst/>
              <a:cxnLst/>
              <a:rect l="l" t="t" r="r" b="b"/>
              <a:pathLst>
                <a:path w="334645" h="104139">
                  <a:moveTo>
                    <a:pt x="95080" y="103631"/>
                  </a:moveTo>
                  <a:lnTo>
                    <a:pt x="0" y="103631"/>
                  </a:lnTo>
                  <a:lnTo>
                    <a:pt x="325342" y="0"/>
                  </a:lnTo>
                  <a:lnTo>
                    <a:pt x="334486" y="27431"/>
                  </a:lnTo>
                  <a:lnTo>
                    <a:pt x="95080" y="103631"/>
                  </a:lnTo>
                  <a:close/>
                </a:path>
              </a:pathLst>
            </a:custGeom>
            <a:solidFill>
              <a:srgbClr val="CCFF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56376" y="3648455"/>
              <a:ext cx="115824" cy="115824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6238735" y="3536730"/>
            <a:ext cx="1581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95" dirty="0">
                <a:solidFill>
                  <a:srgbClr val="FFFFFF"/>
                </a:solidFill>
                <a:latin typeface="Tahoma"/>
                <a:cs typeface="Tahoma"/>
              </a:rPr>
              <a:t>B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72668" y="3779519"/>
            <a:ext cx="9144000" cy="3429000"/>
            <a:chOff x="772668" y="3779519"/>
            <a:chExt cx="9144000" cy="3429000"/>
          </a:xfrm>
        </p:grpSpPr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2668" y="3779520"/>
              <a:ext cx="9143999" cy="34290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3781044"/>
              <a:ext cx="5925311" cy="102412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521964" y="3779520"/>
              <a:ext cx="2733040" cy="1190625"/>
            </a:xfrm>
            <a:custGeom>
              <a:avLst/>
              <a:gdLst/>
              <a:ahLst/>
              <a:cxnLst/>
              <a:rect l="l" t="t" r="r" b="b"/>
              <a:pathLst>
                <a:path w="2733040" h="1190625">
                  <a:moveTo>
                    <a:pt x="2732532" y="1162812"/>
                  </a:moveTo>
                  <a:lnTo>
                    <a:pt x="694829" y="543763"/>
                  </a:lnTo>
                  <a:lnTo>
                    <a:pt x="2403208" y="0"/>
                  </a:lnTo>
                  <a:lnTo>
                    <a:pt x="2308123" y="0"/>
                  </a:lnTo>
                  <a:lnTo>
                    <a:pt x="661403" y="524548"/>
                  </a:lnTo>
                  <a:lnTo>
                    <a:pt x="661416" y="524268"/>
                  </a:lnTo>
                  <a:lnTo>
                    <a:pt x="659892" y="504456"/>
                  </a:lnTo>
                  <a:lnTo>
                    <a:pt x="656844" y="486168"/>
                  </a:lnTo>
                  <a:lnTo>
                    <a:pt x="655320" y="467880"/>
                  </a:lnTo>
                  <a:lnTo>
                    <a:pt x="646176" y="431292"/>
                  </a:lnTo>
                  <a:lnTo>
                    <a:pt x="641604" y="414540"/>
                  </a:lnTo>
                  <a:lnTo>
                    <a:pt x="632460" y="389394"/>
                  </a:lnTo>
                  <a:lnTo>
                    <a:pt x="632460" y="525792"/>
                  </a:lnTo>
                  <a:lnTo>
                    <a:pt x="632460" y="562368"/>
                  </a:lnTo>
                  <a:lnTo>
                    <a:pt x="630936" y="579132"/>
                  </a:lnTo>
                  <a:lnTo>
                    <a:pt x="629412" y="597408"/>
                  </a:lnTo>
                  <a:lnTo>
                    <a:pt x="623316" y="630948"/>
                  </a:lnTo>
                  <a:lnTo>
                    <a:pt x="595884" y="710184"/>
                  </a:lnTo>
                  <a:lnTo>
                    <a:pt x="562356" y="766584"/>
                  </a:lnTo>
                  <a:lnTo>
                    <a:pt x="533400" y="801624"/>
                  </a:lnTo>
                  <a:lnTo>
                    <a:pt x="521208" y="812292"/>
                  </a:lnTo>
                  <a:lnTo>
                    <a:pt x="510527" y="822972"/>
                  </a:lnTo>
                  <a:lnTo>
                    <a:pt x="473964" y="850392"/>
                  </a:lnTo>
                  <a:lnTo>
                    <a:pt x="419100" y="876300"/>
                  </a:lnTo>
                  <a:lnTo>
                    <a:pt x="390144" y="883932"/>
                  </a:lnTo>
                  <a:lnTo>
                    <a:pt x="376428" y="886980"/>
                  </a:lnTo>
                  <a:lnTo>
                    <a:pt x="361188" y="890016"/>
                  </a:lnTo>
                  <a:lnTo>
                    <a:pt x="345935" y="891540"/>
                  </a:lnTo>
                  <a:lnTo>
                    <a:pt x="313944" y="891540"/>
                  </a:lnTo>
                  <a:lnTo>
                    <a:pt x="298704" y="890016"/>
                  </a:lnTo>
                  <a:lnTo>
                    <a:pt x="283464" y="886980"/>
                  </a:lnTo>
                  <a:lnTo>
                    <a:pt x="269735" y="883932"/>
                  </a:lnTo>
                  <a:lnTo>
                    <a:pt x="254508" y="880884"/>
                  </a:lnTo>
                  <a:lnTo>
                    <a:pt x="240792" y="876300"/>
                  </a:lnTo>
                  <a:lnTo>
                    <a:pt x="199644" y="858024"/>
                  </a:lnTo>
                  <a:lnTo>
                    <a:pt x="185928" y="848880"/>
                  </a:lnTo>
                  <a:lnTo>
                    <a:pt x="173736" y="841260"/>
                  </a:lnTo>
                  <a:lnTo>
                    <a:pt x="128016" y="801624"/>
                  </a:lnTo>
                  <a:lnTo>
                    <a:pt x="88392" y="752868"/>
                  </a:lnTo>
                  <a:lnTo>
                    <a:pt x="71628" y="723900"/>
                  </a:lnTo>
                  <a:lnTo>
                    <a:pt x="64008" y="710184"/>
                  </a:lnTo>
                  <a:lnTo>
                    <a:pt x="51816" y="679716"/>
                  </a:lnTo>
                  <a:lnTo>
                    <a:pt x="45720" y="662940"/>
                  </a:lnTo>
                  <a:lnTo>
                    <a:pt x="41135" y="647700"/>
                  </a:lnTo>
                  <a:lnTo>
                    <a:pt x="38100" y="630948"/>
                  </a:lnTo>
                  <a:lnTo>
                    <a:pt x="33528" y="614184"/>
                  </a:lnTo>
                  <a:lnTo>
                    <a:pt x="32004" y="595884"/>
                  </a:lnTo>
                  <a:lnTo>
                    <a:pt x="28943" y="579132"/>
                  </a:lnTo>
                  <a:lnTo>
                    <a:pt x="28943" y="560832"/>
                  </a:lnTo>
                  <a:lnTo>
                    <a:pt x="27432" y="544080"/>
                  </a:lnTo>
                  <a:lnTo>
                    <a:pt x="28943" y="525792"/>
                  </a:lnTo>
                  <a:lnTo>
                    <a:pt x="28943" y="507492"/>
                  </a:lnTo>
                  <a:lnTo>
                    <a:pt x="32004" y="490740"/>
                  </a:lnTo>
                  <a:lnTo>
                    <a:pt x="33528" y="472440"/>
                  </a:lnTo>
                  <a:lnTo>
                    <a:pt x="38100" y="455688"/>
                  </a:lnTo>
                  <a:lnTo>
                    <a:pt x="41135" y="438924"/>
                  </a:lnTo>
                  <a:lnTo>
                    <a:pt x="47244" y="423684"/>
                  </a:lnTo>
                  <a:lnTo>
                    <a:pt x="51816" y="406908"/>
                  </a:lnTo>
                  <a:lnTo>
                    <a:pt x="57912" y="391680"/>
                  </a:lnTo>
                  <a:lnTo>
                    <a:pt x="65532" y="376440"/>
                  </a:lnTo>
                  <a:lnTo>
                    <a:pt x="71628" y="362724"/>
                  </a:lnTo>
                  <a:lnTo>
                    <a:pt x="80772" y="349008"/>
                  </a:lnTo>
                  <a:lnTo>
                    <a:pt x="88392" y="335292"/>
                  </a:lnTo>
                  <a:lnTo>
                    <a:pt x="97536" y="321576"/>
                  </a:lnTo>
                  <a:lnTo>
                    <a:pt x="128016" y="285000"/>
                  </a:lnTo>
                  <a:lnTo>
                    <a:pt x="175260" y="245376"/>
                  </a:lnTo>
                  <a:lnTo>
                    <a:pt x="213360" y="222516"/>
                  </a:lnTo>
                  <a:lnTo>
                    <a:pt x="256032" y="207276"/>
                  </a:lnTo>
                  <a:lnTo>
                    <a:pt x="269735" y="202692"/>
                  </a:lnTo>
                  <a:lnTo>
                    <a:pt x="284988" y="199656"/>
                  </a:lnTo>
                  <a:lnTo>
                    <a:pt x="315468" y="196608"/>
                  </a:lnTo>
                  <a:lnTo>
                    <a:pt x="345935" y="196608"/>
                  </a:lnTo>
                  <a:lnTo>
                    <a:pt x="376428" y="199656"/>
                  </a:lnTo>
                  <a:lnTo>
                    <a:pt x="391668" y="202692"/>
                  </a:lnTo>
                  <a:lnTo>
                    <a:pt x="405384" y="207276"/>
                  </a:lnTo>
                  <a:lnTo>
                    <a:pt x="420624" y="211848"/>
                  </a:lnTo>
                  <a:lnTo>
                    <a:pt x="461772" y="230124"/>
                  </a:lnTo>
                  <a:lnTo>
                    <a:pt x="498335" y="254508"/>
                  </a:lnTo>
                  <a:lnTo>
                    <a:pt x="510527" y="265188"/>
                  </a:lnTo>
                  <a:lnTo>
                    <a:pt x="522732" y="274332"/>
                  </a:lnTo>
                  <a:lnTo>
                    <a:pt x="533400" y="286524"/>
                  </a:lnTo>
                  <a:lnTo>
                    <a:pt x="544068" y="297192"/>
                  </a:lnTo>
                  <a:lnTo>
                    <a:pt x="553212" y="309384"/>
                  </a:lnTo>
                  <a:lnTo>
                    <a:pt x="588264" y="362724"/>
                  </a:lnTo>
                  <a:lnTo>
                    <a:pt x="609600" y="408432"/>
                  </a:lnTo>
                  <a:lnTo>
                    <a:pt x="623316" y="457200"/>
                  </a:lnTo>
                  <a:lnTo>
                    <a:pt x="630936" y="509016"/>
                  </a:lnTo>
                  <a:lnTo>
                    <a:pt x="632460" y="525792"/>
                  </a:lnTo>
                  <a:lnTo>
                    <a:pt x="632460" y="389394"/>
                  </a:lnTo>
                  <a:lnTo>
                    <a:pt x="629412" y="381000"/>
                  </a:lnTo>
                  <a:lnTo>
                    <a:pt x="595884" y="318516"/>
                  </a:lnTo>
                  <a:lnTo>
                    <a:pt x="565404" y="277380"/>
                  </a:lnTo>
                  <a:lnTo>
                    <a:pt x="541020" y="254508"/>
                  </a:lnTo>
                  <a:lnTo>
                    <a:pt x="528828" y="242316"/>
                  </a:lnTo>
                  <a:lnTo>
                    <a:pt x="489204" y="213372"/>
                  </a:lnTo>
                  <a:lnTo>
                    <a:pt x="445008" y="190500"/>
                  </a:lnTo>
                  <a:lnTo>
                    <a:pt x="397764" y="175272"/>
                  </a:lnTo>
                  <a:lnTo>
                    <a:pt x="347472" y="167640"/>
                  </a:lnTo>
                  <a:lnTo>
                    <a:pt x="312420" y="167640"/>
                  </a:lnTo>
                  <a:lnTo>
                    <a:pt x="262128" y="175272"/>
                  </a:lnTo>
                  <a:lnTo>
                    <a:pt x="214884" y="190500"/>
                  </a:lnTo>
                  <a:lnTo>
                    <a:pt x="201168" y="198132"/>
                  </a:lnTo>
                  <a:lnTo>
                    <a:pt x="185928" y="205740"/>
                  </a:lnTo>
                  <a:lnTo>
                    <a:pt x="172212" y="213372"/>
                  </a:lnTo>
                  <a:lnTo>
                    <a:pt x="156972" y="222516"/>
                  </a:lnTo>
                  <a:lnTo>
                    <a:pt x="144780" y="233184"/>
                  </a:lnTo>
                  <a:lnTo>
                    <a:pt x="131064" y="242316"/>
                  </a:lnTo>
                  <a:lnTo>
                    <a:pt x="85344" y="291084"/>
                  </a:lnTo>
                  <a:lnTo>
                    <a:pt x="54864" y="333756"/>
                  </a:lnTo>
                  <a:lnTo>
                    <a:pt x="47244" y="349008"/>
                  </a:lnTo>
                  <a:lnTo>
                    <a:pt x="38100" y="365772"/>
                  </a:lnTo>
                  <a:lnTo>
                    <a:pt x="32004" y="381000"/>
                  </a:lnTo>
                  <a:lnTo>
                    <a:pt x="24384" y="397776"/>
                  </a:lnTo>
                  <a:lnTo>
                    <a:pt x="19812" y="414540"/>
                  </a:lnTo>
                  <a:lnTo>
                    <a:pt x="9144" y="451116"/>
                  </a:lnTo>
                  <a:lnTo>
                    <a:pt x="0" y="524268"/>
                  </a:lnTo>
                  <a:lnTo>
                    <a:pt x="0" y="563892"/>
                  </a:lnTo>
                  <a:lnTo>
                    <a:pt x="6096" y="620280"/>
                  </a:lnTo>
                  <a:lnTo>
                    <a:pt x="19812" y="672084"/>
                  </a:lnTo>
                  <a:lnTo>
                    <a:pt x="25908" y="690384"/>
                  </a:lnTo>
                  <a:lnTo>
                    <a:pt x="32004" y="707148"/>
                  </a:lnTo>
                  <a:lnTo>
                    <a:pt x="39624" y="722388"/>
                  </a:lnTo>
                  <a:lnTo>
                    <a:pt x="47244" y="739140"/>
                  </a:lnTo>
                  <a:lnTo>
                    <a:pt x="56388" y="752868"/>
                  </a:lnTo>
                  <a:lnTo>
                    <a:pt x="74676" y="783348"/>
                  </a:lnTo>
                  <a:lnTo>
                    <a:pt x="85344" y="795540"/>
                  </a:lnTo>
                  <a:lnTo>
                    <a:pt x="96012" y="809256"/>
                  </a:lnTo>
                  <a:lnTo>
                    <a:pt x="106680" y="821448"/>
                  </a:lnTo>
                  <a:lnTo>
                    <a:pt x="118872" y="833640"/>
                  </a:lnTo>
                  <a:lnTo>
                    <a:pt x="132588" y="844308"/>
                  </a:lnTo>
                  <a:lnTo>
                    <a:pt x="144780" y="854976"/>
                  </a:lnTo>
                  <a:lnTo>
                    <a:pt x="185928" y="882408"/>
                  </a:lnTo>
                  <a:lnTo>
                    <a:pt x="231635" y="903732"/>
                  </a:lnTo>
                  <a:lnTo>
                    <a:pt x="280416" y="915924"/>
                  </a:lnTo>
                  <a:lnTo>
                    <a:pt x="330708" y="920508"/>
                  </a:lnTo>
                  <a:lnTo>
                    <a:pt x="381000" y="915924"/>
                  </a:lnTo>
                  <a:lnTo>
                    <a:pt x="397764" y="912888"/>
                  </a:lnTo>
                  <a:lnTo>
                    <a:pt x="414528" y="908316"/>
                  </a:lnTo>
                  <a:lnTo>
                    <a:pt x="456425" y="891540"/>
                  </a:lnTo>
                  <a:lnTo>
                    <a:pt x="460235" y="890016"/>
                  </a:lnTo>
                  <a:lnTo>
                    <a:pt x="475488" y="882408"/>
                  </a:lnTo>
                  <a:lnTo>
                    <a:pt x="516636" y="854976"/>
                  </a:lnTo>
                  <a:lnTo>
                    <a:pt x="528828" y="844308"/>
                  </a:lnTo>
                  <a:lnTo>
                    <a:pt x="542544" y="833640"/>
                  </a:lnTo>
                  <a:lnTo>
                    <a:pt x="553212" y="821448"/>
                  </a:lnTo>
                  <a:lnTo>
                    <a:pt x="565404" y="809256"/>
                  </a:lnTo>
                  <a:lnTo>
                    <a:pt x="586727" y="781824"/>
                  </a:lnTo>
                  <a:lnTo>
                    <a:pt x="614172" y="737616"/>
                  </a:lnTo>
                  <a:lnTo>
                    <a:pt x="641604" y="672084"/>
                  </a:lnTo>
                  <a:lnTo>
                    <a:pt x="655320" y="618756"/>
                  </a:lnTo>
                  <a:lnTo>
                    <a:pt x="661289" y="563892"/>
                  </a:lnTo>
                  <a:lnTo>
                    <a:pt x="661289" y="563321"/>
                  </a:lnTo>
                  <a:lnTo>
                    <a:pt x="2723375" y="1190256"/>
                  </a:lnTo>
                  <a:lnTo>
                    <a:pt x="2732532" y="1162812"/>
                  </a:lnTo>
                  <a:close/>
                </a:path>
              </a:pathLst>
            </a:custGeom>
            <a:solidFill>
              <a:srgbClr val="CCFF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138671" y="4881371"/>
              <a:ext cx="115824" cy="115824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126991" y="4270248"/>
              <a:ext cx="115824" cy="115824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4248424" y="3807968"/>
            <a:ext cx="1949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9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518618" y="6888581"/>
            <a:ext cx="193675" cy="212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105" dirty="0">
                <a:solidFill>
                  <a:srgbClr val="FFFFFF"/>
                </a:solidFill>
                <a:latin typeface="Verdana"/>
                <a:cs typeface="Verdana"/>
              </a:rPr>
              <a:t>1</a:t>
            </a:r>
            <a:r>
              <a:rPr sz="1200" spc="-100" dirty="0">
                <a:solidFill>
                  <a:srgbClr val="FFFFFF"/>
                </a:solidFill>
                <a:latin typeface="Verdana"/>
                <a:cs typeface="Verdana"/>
              </a:rPr>
              <a:t>9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624107" y="4699439"/>
            <a:ext cx="4909820" cy="1761489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855"/>
              </a:spcBef>
            </a:pPr>
            <a:r>
              <a:rPr sz="1800" b="1" spc="200" dirty="0">
                <a:solidFill>
                  <a:srgbClr val="FFFFFF"/>
                </a:solidFill>
                <a:latin typeface="Tahoma"/>
                <a:cs typeface="Tahoma"/>
              </a:rPr>
              <a:t>C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  <a:tabLst>
                <a:tab pos="2183765" algn="l"/>
              </a:tabLst>
            </a:pPr>
            <a:r>
              <a:rPr sz="1800" spc="14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1800" spc="-23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800" spc="10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1800" spc="-23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14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1800" spc="-23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800" spc="13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800" spc="100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1800" spc="-65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700" spc="-577" baseline="1543" dirty="0">
                <a:solidFill>
                  <a:srgbClr val="FFFFFF"/>
                </a:solidFill>
                <a:latin typeface="Verdana"/>
                <a:cs typeface="Verdana"/>
              </a:rPr>
              <a:t>=</a:t>
            </a:r>
            <a:r>
              <a:rPr sz="2700" spc="-240" baseline="1543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-225" baseline="1543" dirty="0">
                <a:solidFill>
                  <a:srgbClr val="FFFFFF"/>
                </a:solidFill>
                <a:latin typeface="Verdana"/>
                <a:cs typeface="Verdana"/>
              </a:rPr>
              <a:t>3</a:t>
            </a:r>
            <a:r>
              <a:rPr sz="2700" spc="-179" baseline="1543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-315" baseline="1543" dirty="0">
                <a:solidFill>
                  <a:srgbClr val="FFFFFF"/>
                </a:solidFill>
                <a:latin typeface="Verdana"/>
                <a:cs typeface="Verdana"/>
              </a:rPr>
              <a:t>(</a:t>
            </a:r>
            <a:r>
              <a:rPr sz="2700" spc="-209" baseline="1543" dirty="0">
                <a:solidFill>
                  <a:srgbClr val="FFFFFF"/>
                </a:solidFill>
                <a:latin typeface="Verdana"/>
                <a:cs typeface="Verdana"/>
              </a:rPr>
              <a:t>3</a:t>
            </a:r>
            <a:r>
              <a:rPr sz="2700" spc="-382" baseline="1543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700" spc="135" baseline="1543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700" spc="-97" baseline="1543" dirty="0">
                <a:solidFill>
                  <a:srgbClr val="FFFFFF"/>
                </a:solidFill>
                <a:latin typeface="Verdana"/>
                <a:cs typeface="Verdana"/>
              </a:rPr>
              <a:t>mm</a:t>
            </a:r>
            <a:r>
              <a:rPr sz="2700" spc="142" baseline="1543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700" spc="-150" baseline="1543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700" spc="-359" baseline="1543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700" spc="-232" baseline="1543" dirty="0">
                <a:solidFill>
                  <a:srgbClr val="FFFFFF"/>
                </a:solidFill>
                <a:latin typeface="Verdana"/>
                <a:cs typeface="Verdana"/>
              </a:rPr>
              <a:t>)</a:t>
            </a:r>
            <a:endParaRPr sz="2700" baseline="1543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700">
              <a:latin typeface="Verdana"/>
              <a:cs typeface="Verdana"/>
            </a:endParaRPr>
          </a:p>
          <a:p>
            <a:pPr marL="103505">
              <a:lnSpc>
                <a:spcPct val="100000"/>
              </a:lnSpc>
              <a:tabLst>
                <a:tab pos="1823085" algn="l"/>
              </a:tabLst>
            </a:pP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Degré</a:t>
            </a:r>
            <a:r>
              <a:rPr sz="18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05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18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Verdana"/>
                <a:cs typeface="Verdana"/>
              </a:rPr>
              <a:t>A:	</a:t>
            </a:r>
            <a:r>
              <a:rPr sz="1800" spc="-114" dirty="0">
                <a:solidFill>
                  <a:srgbClr val="FFFFFF"/>
                </a:solidFill>
                <a:latin typeface="Verdana"/>
                <a:cs typeface="Verdana"/>
              </a:rPr>
              <a:t>d(A)=4</a:t>
            </a:r>
            <a:endParaRPr sz="1800">
              <a:latin typeface="Verdana"/>
              <a:cs typeface="Verdana"/>
            </a:endParaRPr>
          </a:p>
          <a:p>
            <a:pPr marL="103505">
              <a:lnSpc>
                <a:spcPct val="100000"/>
              </a:lnSpc>
              <a:spcBef>
                <a:spcPts val="1405"/>
              </a:spcBef>
              <a:tabLst>
                <a:tab pos="2183765" algn="l"/>
              </a:tabLst>
            </a:pPr>
            <a:r>
              <a:rPr sz="2700" baseline="1543" dirty="0">
                <a:solidFill>
                  <a:srgbClr val="FFFFFF"/>
                </a:solidFill>
                <a:latin typeface="Verdana"/>
                <a:cs typeface="Verdana"/>
              </a:rPr>
              <a:t>Degré</a:t>
            </a:r>
            <a:r>
              <a:rPr sz="2700" spc="-225" baseline="1543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157" baseline="1543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2700" spc="-187" baseline="1543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-307" baseline="1543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sz="2700" spc="-172" baseline="1543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-22" baseline="1543" dirty="0">
                <a:solidFill>
                  <a:srgbClr val="FFFFFF"/>
                </a:solidFill>
                <a:latin typeface="Verdana"/>
                <a:cs typeface="Verdana"/>
              </a:rPr>
              <a:t>et</a:t>
            </a:r>
            <a:r>
              <a:rPr sz="2700" spc="-187" baseline="1543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-82" baseline="1543" dirty="0">
                <a:solidFill>
                  <a:srgbClr val="FFFFFF"/>
                </a:solidFill>
                <a:latin typeface="Verdana"/>
                <a:cs typeface="Verdana"/>
              </a:rPr>
              <a:t>C:	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d(B)=d(C)=1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81482" y="641085"/>
            <a:ext cx="245745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75" dirty="0">
                <a:solidFill>
                  <a:srgbClr val="FF5697"/>
                </a:solidFill>
              </a:rPr>
              <a:t>N</a:t>
            </a:r>
            <a:r>
              <a:rPr sz="2200" spc="150" dirty="0">
                <a:solidFill>
                  <a:srgbClr val="FF5697"/>
                </a:solidFill>
              </a:rPr>
              <a:t>O</a:t>
            </a:r>
            <a:r>
              <a:rPr sz="2200" spc="10" dirty="0">
                <a:solidFill>
                  <a:srgbClr val="FF5697"/>
                </a:solidFill>
              </a:rPr>
              <a:t>M</a:t>
            </a:r>
            <a:r>
              <a:rPr sz="2200" spc="-245" dirty="0">
                <a:solidFill>
                  <a:srgbClr val="FF5697"/>
                </a:solidFill>
              </a:rPr>
              <a:t>B</a:t>
            </a:r>
            <a:r>
              <a:rPr sz="2200" spc="-330" dirty="0">
                <a:solidFill>
                  <a:srgbClr val="FF5697"/>
                </a:solidFill>
              </a:rPr>
              <a:t>R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30" dirty="0">
                <a:solidFill>
                  <a:srgbClr val="FF5697"/>
                </a:solidFill>
              </a:rPr>
              <a:t> </a:t>
            </a:r>
            <a:r>
              <a:rPr sz="2200" spc="-135" dirty="0">
                <a:solidFill>
                  <a:srgbClr val="FF5697"/>
                </a:solidFill>
              </a:rPr>
              <a:t>D</a:t>
            </a:r>
            <a:r>
              <a:rPr sz="2200" spc="5" dirty="0">
                <a:solidFill>
                  <a:srgbClr val="FF5697"/>
                </a:solidFill>
              </a:rPr>
              <a:t>’</a:t>
            </a:r>
            <a:r>
              <a:rPr sz="2200" spc="114" dirty="0">
                <a:solidFill>
                  <a:srgbClr val="FF5697"/>
                </a:solidFill>
              </a:rPr>
              <a:t>A</a:t>
            </a:r>
            <a:r>
              <a:rPr sz="2200" spc="-330" dirty="0">
                <a:solidFill>
                  <a:srgbClr val="FF5697"/>
                </a:solidFill>
              </a:rPr>
              <a:t>R</a:t>
            </a:r>
            <a:r>
              <a:rPr sz="2200" spc="-215" dirty="0">
                <a:solidFill>
                  <a:srgbClr val="FF5697"/>
                </a:solidFill>
              </a:rPr>
              <a:t>Ê</a:t>
            </a:r>
            <a:r>
              <a:rPr sz="2200" spc="-425" dirty="0">
                <a:solidFill>
                  <a:srgbClr val="FF5697"/>
                </a:solidFill>
              </a:rPr>
              <a:t>T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254" dirty="0">
                <a:solidFill>
                  <a:srgbClr val="FF5697"/>
                </a:solidFill>
              </a:rPr>
              <a:t>S</a:t>
            </a:r>
            <a:endParaRPr sz="22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3668" y="1156716"/>
            <a:ext cx="8263128" cy="1670303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772668" y="3779519"/>
            <a:ext cx="9144000" cy="3429000"/>
            <a:chOff x="772668" y="3779519"/>
            <a:chExt cx="9144000" cy="342900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3779520"/>
              <a:ext cx="9143999" cy="34290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1812" y="3781044"/>
              <a:ext cx="5925311" cy="102412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120163" y="3241021"/>
            <a:ext cx="8514080" cy="2713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1640" indent="-384175" algn="just">
              <a:lnSpc>
                <a:spcPct val="100000"/>
              </a:lnSpc>
              <a:spcBef>
                <a:spcPts val="100"/>
              </a:spcBef>
              <a:buClr>
                <a:srgbClr val="FF388C"/>
              </a:buClr>
              <a:buSzPct val="78571"/>
              <a:buFont typeface="Times New Roman"/>
              <a:buChar char="◉"/>
              <a:tabLst>
                <a:tab pos="422275" algn="l"/>
              </a:tabLst>
            </a:pPr>
            <a:r>
              <a:rPr sz="2100" spc="-20" dirty="0">
                <a:solidFill>
                  <a:srgbClr val="FFFFFF"/>
                </a:solidFill>
                <a:latin typeface="Verdana"/>
                <a:cs typeface="Verdana"/>
              </a:rPr>
              <a:t>La</a:t>
            </a:r>
            <a:r>
              <a:rPr sz="21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45" dirty="0">
                <a:solidFill>
                  <a:srgbClr val="FFFFFF"/>
                </a:solidFill>
                <a:latin typeface="Verdana"/>
                <a:cs typeface="Verdana"/>
              </a:rPr>
              <a:t>somme</a:t>
            </a:r>
            <a:r>
              <a:rPr sz="21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Verdana"/>
                <a:cs typeface="Verdana"/>
              </a:rPr>
              <a:t>des</a:t>
            </a:r>
            <a:r>
              <a:rPr sz="21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15" dirty="0">
                <a:solidFill>
                  <a:srgbClr val="FFFFFF"/>
                </a:solidFill>
                <a:latin typeface="Verdana"/>
                <a:cs typeface="Verdana"/>
              </a:rPr>
              <a:t>degrés</a:t>
            </a:r>
            <a:r>
              <a:rPr sz="21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20" dirty="0">
                <a:solidFill>
                  <a:srgbClr val="FFFFFF"/>
                </a:solidFill>
                <a:latin typeface="Verdana"/>
                <a:cs typeface="Verdana"/>
              </a:rPr>
              <a:t>des</a:t>
            </a:r>
            <a:r>
              <a:rPr sz="21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90" dirty="0">
                <a:solidFill>
                  <a:srgbClr val="FFFFFF"/>
                </a:solidFill>
                <a:latin typeface="Verdana"/>
                <a:cs typeface="Verdana"/>
              </a:rPr>
              <a:t>sommets</a:t>
            </a:r>
            <a:r>
              <a:rPr sz="21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45" dirty="0">
                <a:solidFill>
                  <a:srgbClr val="FFFFFF"/>
                </a:solidFill>
                <a:latin typeface="Verdana"/>
                <a:cs typeface="Verdana"/>
              </a:rPr>
              <a:t>d’un</a:t>
            </a:r>
            <a:r>
              <a:rPr sz="21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30" dirty="0">
                <a:solidFill>
                  <a:srgbClr val="FFFFFF"/>
                </a:solidFill>
                <a:latin typeface="Verdana"/>
                <a:cs typeface="Verdana"/>
              </a:rPr>
              <a:t>graphe</a:t>
            </a:r>
            <a:r>
              <a:rPr sz="21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95" dirty="0">
                <a:solidFill>
                  <a:srgbClr val="FFFFFF"/>
                </a:solidFill>
                <a:latin typeface="Verdana"/>
                <a:cs typeface="Verdana"/>
              </a:rPr>
              <a:t>est</a:t>
            </a:r>
            <a:r>
              <a:rPr sz="21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35" dirty="0">
                <a:solidFill>
                  <a:srgbClr val="FFFFFF"/>
                </a:solidFill>
                <a:latin typeface="Verdana"/>
                <a:cs typeface="Verdana"/>
              </a:rPr>
              <a:t>paire.</a:t>
            </a:r>
            <a:endParaRPr sz="2100">
              <a:latin typeface="Verdana"/>
              <a:cs typeface="Verdana"/>
            </a:endParaRPr>
          </a:p>
          <a:p>
            <a:pPr marL="421640" marR="30480" indent="-384175" algn="just">
              <a:lnSpc>
                <a:spcPct val="140000"/>
              </a:lnSpc>
              <a:spcBef>
                <a:spcPts val="500"/>
              </a:spcBef>
              <a:buClr>
                <a:srgbClr val="FF388C"/>
              </a:buClr>
              <a:buSzPct val="78571"/>
              <a:buFont typeface="Times New Roman"/>
              <a:buChar char="◉"/>
              <a:tabLst>
                <a:tab pos="422275" algn="l"/>
              </a:tabLst>
            </a:pPr>
            <a:r>
              <a:rPr sz="2100" spc="-50" dirty="0">
                <a:solidFill>
                  <a:srgbClr val="FFFFFF"/>
                </a:solidFill>
                <a:latin typeface="Verdana"/>
                <a:cs typeface="Verdana"/>
              </a:rPr>
              <a:t>Le </a:t>
            </a:r>
            <a:r>
              <a:rPr sz="2100" spc="-10" dirty="0">
                <a:solidFill>
                  <a:srgbClr val="FFFFFF"/>
                </a:solidFill>
                <a:latin typeface="Verdana"/>
                <a:cs typeface="Verdana"/>
              </a:rPr>
              <a:t>nombre </a:t>
            </a:r>
            <a:r>
              <a:rPr sz="2100" spc="125" dirty="0">
                <a:solidFill>
                  <a:srgbClr val="FFFFFF"/>
                </a:solidFill>
                <a:latin typeface="Verdana"/>
                <a:cs typeface="Verdana"/>
              </a:rPr>
              <a:t>de </a:t>
            </a:r>
            <a:r>
              <a:rPr sz="2100" spc="-85" dirty="0">
                <a:solidFill>
                  <a:srgbClr val="FFFFFF"/>
                </a:solidFill>
                <a:latin typeface="Verdana"/>
                <a:cs typeface="Verdana"/>
              </a:rPr>
              <a:t>sommets </a:t>
            </a:r>
            <a:r>
              <a:rPr sz="2100" spc="125" dirty="0">
                <a:solidFill>
                  <a:srgbClr val="FFFFFF"/>
                </a:solidFill>
                <a:latin typeface="Verdana"/>
                <a:cs typeface="Verdana"/>
              </a:rPr>
              <a:t>de </a:t>
            </a:r>
            <a:r>
              <a:rPr sz="2100" spc="35" dirty="0">
                <a:solidFill>
                  <a:srgbClr val="FFFFFF"/>
                </a:solidFill>
                <a:latin typeface="Verdana"/>
                <a:cs typeface="Verdana"/>
              </a:rPr>
              <a:t>degré </a:t>
            </a:r>
            <a:r>
              <a:rPr sz="2100" spc="-60" dirty="0">
                <a:solidFill>
                  <a:srgbClr val="FFFFFF"/>
                </a:solidFill>
                <a:latin typeface="Verdana"/>
                <a:cs typeface="Verdana"/>
              </a:rPr>
              <a:t>impair </a:t>
            </a:r>
            <a:r>
              <a:rPr sz="2100" spc="50" dirty="0">
                <a:solidFill>
                  <a:srgbClr val="FFFFFF"/>
                </a:solidFill>
                <a:latin typeface="Verdana"/>
                <a:cs typeface="Verdana"/>
              </a:rPr>
              <a:t>d’un </a:t>
            </a:r>
            <a:r>
              <a:rPr sz="2100" spc="30" dirty="0">
                <a:solidFill>
                  <a:srgbClr val="FFFFFF"/>
                </a:solidFill>
                <a:latin typeface="Verdana"/>
                <a:cs typeface="Verdana"/>
              </a:rPr>
              <a:t>graphe </a:t>
            </a:r>
            <a:r>
              <a:rPr sz="2100" spc="-95" dirty="0">
                <a:solidFill>
                  <a:srgbClr val="FFFFFF"/>
                </a:solidFill>
                <a:latin typeface="Verdana"/>
                <a:cs typeface="Verdana"/>
              </a:rPr>
              <a:t>est </a:t>
            </a:r>
            <a:r>
              <a:rPr sz="2100" spc="-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110" dirty="0">
                <a:solidFill>
                  <a:srgbClr val="FFFFFF"/>
                </a:solidFill>
                <a:latin typeface="Verdana"/>
                <a:cs typeface="Verdana"/>
              </a:rPr>
              <a:t>donc </a:t>
            </a:r>
            <a:r>
              <a:rPr sz="2100" spc="-110" dirty="0">
                <a:solidFill>
                  <a:srgbClr val="FFFFFF"/>
                </a:solidFill>
                <a:latin typeface="Verdana"/>
                <a:cs typeface="Verdana"/>
              </a:rPr>
              <a:t>toujours </a:t>
            </a:r>
            <a:r>
              <a:rPr sz="2100" spc="-40" dirty="0">
                <a:solidFill>
                  <a:srgbClr val="FFFFFF"/>
                </a:solidFill>
                <a:latin typeface="Verdana"/>
                <a:cs typeface="Verdana"/>
              </a:rPr>
              <a:t>pair </a:t>
            </a:r>
            <a:r>
              <a:rPr sz="2100" spc="-105" dirty="0">
                <a:solidFill>
                  <a:srgbClr val="FFFFFF"/>
                </a:solidFill>
                <a:latin typeface="Verdana"/>
                <a:cs typeface="Verdana"/>
              </a:rPr>
              <a:t>(sinon </a:t>
            </a:r>
            <a:r>
              <a:rPr sz="2100" spc="15" dirty="0">
                <a:solidFill>
                  <a:srgbClr val="FFFFFF"/>
                </a:solidFill>
                <a:latin typeface="Verdana"/>
                <a:cs typeface="Verdana"/>
              </a:rPr>
              <a:t>la </a:t>
            </a:r>
            <a:r>
              <a:rPr sz="2100" spc="-45" dirty="0">
                <a:solidFill>
                  <a:srgbClr val="FFFFFF"/>
                </a:solidFill>
                <a:latin typeface="Verdana"/>
                <a:cs typeface="Verdana"/>
              </a:rPr>
              <a:t>somme </a:t>
            </a:r>
            <a:r>
              <a:rPr sz="2100" spc="-10" dirty="0">
                <a:solidFill>
                  <a:srgbClr val="FFFFFF"/>
                </a:solidFill>
                <a:latin typeface="Verdana"/>
                <a:cs typeface="Verdana"/>
              </a:rPr>
              <a:t>des </a:t>
            </a:r>
            <a:r>
              <a:rPr sz="2100" spc="-15" dirty="0">
                <a:solidFill>
                  <a:srgbClr val="FFFFFF"/>
                </a:solidFill>
                <a:latin typeface="Verdana"/>
                <a:cs typeface="Verdana"/>
              </a:rPr>
              <a:t>degrés </a:t>
            </a:r>
            <a:r>
              <a:rPr sz="2100" spc="-20" dirty="0">
                <a:solidFill>
                  <a:srgbClr val="FFFFFF"/>
                </a:solidFill>
                <a:latin typeface="Verdana"/>
                <a:cs typeface="Verdana"/>
              </a:rPr>
              <a:t>des </a:t>
            </a:r>
            <a:r>
              <a:rPr sz="2100" spc="-90" dirty="0">
                <a:solidFill>
                  <a:srgbClr val="FFFFFF"/>
                </a:solidFill>
                <a:latin typeface="Verdana"/>
                <a:cs typeface="Verdana"/>
              </a:rPr>
              <a:t>sommets </a:t>
            </a:r>
            <a:r>
              <a:rPr sz="2100" spc="-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28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1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100" spc="-27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100" spc="18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100" spc="-16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100" spc="-12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1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16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100" spc="-75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100" spc="114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2100" spc="16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100" spc="-16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100" spc="-25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1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100" spc="-185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2100">
              <a:latin typeface="Verdana"/>
              <a:cs typeface="Verdana"/>
            </a:endParaRPr>
          </a:p>
          <a:p>
            <a:pPr marL="421640" marR="30480" indent="-384175" algn="just">
              <a:lnSpc>
                <a:spcPct val="140000"/>
              </a:lnSpc>
              <a:spcBef>
                <a:spcPts val="505"/>
              </a:spcBef>
              <a:buClr>
                <a:srgbClr val="FF388C"/>
              </a:buClr>
              <a:buSzPct val="78571"/>
              <a:buFont typeface="Times New Roman"/>
              <a:buChar char="◉"/>
              <a:tabLst>
                <a:tab pos="422275" algn="l"/>
              </a:tabLst>
            </a:pPr>
            <a:r>
              <a:rPr sz="2100" spc="-7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100" spc="18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100" spc="-5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100" spc="-28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1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55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100" spc="-5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1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114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2100" spc="-29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100" spc="18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100" spc="114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2100" spc="-50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21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1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265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100" spc="110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100" spc="-75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100" spc="114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2100" spc="-140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1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100" spc="-12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10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b="1" spc="-155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r>
              <a:rPr sz="2100" b="1" spc="-82" baseline="-19841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r>
              <a:rPr sz="2100" b="1" baseline="-19841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100" b="1" spc="-284" baseline="-19841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100" spc="-200" dirty="0">
                <a:solidFill>
                  <a:srgbClr val="FFFFFF"/>
                </a:solidFill>
                <a:latin typeface="Verdana"/>
                <a:cs typeface="Verdana"/>
              </a:rPr>
              <a:t>(</a:t>
            </a:r>
            <a:r>
              <a:rPr sz="2100" spc="14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100" spc="145" dirty="0">
                <a:solidFill>
                  <a:srgbClr val="FFFFFF"/>
                </a:solidFill>
                <a:latin typeface="Verdana"/>
                <a:cs typeface="Verdana"/>
              </a:rPr>
              <a:t>’</a:t>
            </a:r>
            <a:r>
              <a:rPr sz="2100" spc="130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100" spc="-27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100" spc="14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100" spc="-27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1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1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5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100" spc="-160" dirty="0">
                <a:solidFill>
                  <a:srgbClr val="FFFFFF"/>
                </a:solidFill>
                <a:latin typeface="Verdana"/>
                <a:cs typeface="Verdana"/>
              </a:rPr>
              <a:t>)</a:t>
            </a:r>
            <a:r>
              <a:rPr sz="2100" spc="-185" dirty="0">
                <a:solidFill>
                  <a:srgbClr val="FFFFFF"/>
                </a:solidFill>
                <a:latin typeface="Verdana"/>
                <a:cs typeface="Verdana"/>
              </a:rPr>
              <a:t>,</a:t>
            </a:r>
            <a:r>
              <a:rPr sz="21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10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100" spc="90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100" spc="-55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100" spc="-28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1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140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1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100" spc="-28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1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28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100" spc="110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100" spc="-75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100" spc="-95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1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100" spc="-12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100" spc="-28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1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28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100" spc="110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100" spc="-7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100" spc="-110" dirty="0">
                <a:solidFill>
                  <a:srgbClr val="FFFFFF"/>
                </a:solidFill>
                <a:latin typeface="Verdana"/>
                <a:cs typeface="Verdana"/>
              </a:rPr>
              <a:t>t  </a:t>
            </a:r>
            <a:r>
              <a:rPr sz="2100" spc="125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21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35" dirty="0">
                <a:solidFill>
                  <a:srgbClr val="FFFFFF"/>
                </a:solidFill>
                <a:latin typeface="Verdana"/>
                <a:cs typeface="Verdana"/>
              </a:rPr>
              <a:t>degré</a:t>
            </a:r>
            <a:r>
              <a:rPr sz="21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175" dirty="0">
                <a:solidFill>
                  <a:srgbClr val="FFFFFF"/>
                </a:solidFill>
                <a:latin typeface="Verdana"/>
                <a:cs typeface="Verdana"/>
              </a:rPr>
              <a:t>(n-1).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100" dirty="0"/>
              <a:t>20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21536" y="1769363"/>
            <a:ext cx="3500754" cy="1529080"/>
            <a:chOff x="1621536" y="1769363"/>
            <a:chExt cx="3500754" cy="1529080"/>
          </a:xfrm>
        </p:grpSpPr>
        <p:sp>
          <p:nvSpPr>
            <p:cNvPr id="3" name="object 3"/>
            <p:cNvSpPr/>
            <p:nvPr/>
          </p:nvSpPr>
          <p:spPr>
            <a:xfrm>
              <a:off x="1621536" y="1799843"/>
              <a:ext cx="3500754" cy="1466215"/>
            </a:xfrm>
            <a:custGeom>
              <a:avLst/>
              <a:gdLst/>
              <a:ahLst/>
              <a:cxnLst/>
              <a:rect l="l" t="t" r="r" b="b"/>
              <a:pathLst>
                <a:path w="3500754" h="1466214">
                  <a:moveTo>
                    <a:pt x="3500628" y="1438656"/>
                  </a:moveTo>
                  <a:lnTo>
                    <a:pt x="880338" y="732751"/>
                  </a:lnTo>
                  <a:lnTo>
                    <a:pt x="3384791" y="27432"/>
                  </a:lnTo>
                  <a:lnTo>
                    <a:pt x="3377171" y="0"/>
                  </a:lnTo>
                  <a:lnTo>
                    <a:pt x="839914" y="714565"/>
                  </a:lnTo>
                  <a:lnTo>
                    <a:pt x="836663" y="669048"/>
                  </a:lnTo>
                  <a:lnTo>
                    <a:pt x="827532" y="626364"/>
                  </a:lnTo>
                  <a:lnTo>
                    <a:pt x="815340" y="586740"/>
                  </a:lnTo>
                  <a:lnTo>
                    <a:pt x="812165" y="578485"/>
                  </a:lnTo>
                  <a:lnTo>
                    <a:pt x="812165" y="711708"/>
                  </a:lnTo>
                  <a:lnTo>
                    <a:pt x="812165" y="755916"/>
                  </a:lnTo>
                  <a:lnTo>
                    <a:pt x="804672" y="813816"/>
                  </a:lnTo>
                  <a:lnTo>
                    <a:pt x="781812" y="888492"/>
                  </a:lnTo>
                  <a:lnTo>
                    <a:pt x="765048" y="923556"/>
                  </a:lnTo>
                  <a:lnTo>
                    <a:pt x="734568" y="970800"/>
                  </a:lnTo>
                  <a:lnTo>
                    <a:pt x="710184" y="1001268"/>
                  </a:lnTo>
                  <a:lnTo>
                    <a:pt x="653796" y="1051560"/>
                  </a:lnTo>
                  <a:lnTo>
                    <a:pt x="589788" y="1091184"/>
                  </a:lnTo>
                  <a:lnTo>
                    <a:pt x="554736" y="1106424"/>
                  </a:lnTo>
                  <a:lnTo>
                    <a:pt x="518160" y="1117092"/>
                  </a:lnTo>
                  <a:lnTo>
                    <a:pt x="498348" y="1121676"/>
                  </a:lnTo>
                  <a:lnTo>
                    <a:pt x="480060" y="1126248"/>
                  </a:lnTo>
                  <a:lnTo>
                    <a:pt x="419100" y="1130808"/>
                  </a:lnTo>
                  <a:lnTo>
                    <a:pt x="379476" y="1127760"/>
                  </a:lnTo>
                  <a:lnTo>
                    <a:pt x="359664" y="1124724"/>
                  </a:lnTo>
                  <a:lnTo>
                    <a:pt x="321564" y="1117092"/>
                  </a:lnTo>
                  <a:lnTo>
                    <a:pt x="284988" y="1106424"/>
                  </a:lnTo>
                  <a:lnTo>
                    <a:pt x="249936" y="1091184"/>
                  </a:lnTo>
                  <a:lnTo>
                    <a:pt x="216408" y="1072908"/>
                  </a:lnTo>
                  <a:lnTo>
                    <a:pt x="170688" y="1039368"/>
                  </a:lnTo>
                  <a:lnTo>
                    <a:pt x="129540" y="999756"/>
                  </a:lnTo>
                  <a:lnTo>
                    <a:pt x="106680" y="970800"/>
                  </a:lnTo>
                  <a:lnTo>
                    <a:pt x="94488" y="955548"/>
                  </a:lnTo>
                  <a:lnTo>
                    <a:pt x="85344" y="938784"/>
                  </a:lnTo>
                  <a:lnTo>
                    <a:pt x="74676" y="922032"/>
                  </a:lnTo>
                  <a:lnTo>
                    <a:pt x="67056" y="905256"/>
                  </a:lnTo>
                  <a:lnTo>
                    <a:pt x="59436" y="886968"/>
                  </a:lnTo>
                  <a:lnTo>
                    <a:pt x="51803" y="870216"/>
                  </a:lnTo>
                  <a:lnTo>
                    <a:pt x="45707" y="850392"/>
                  </a:lnTo>
                  <a:lnTo>
                    <a:pt x="39611" y="832116"/>
                  </a:lnTo>
                  <a:lnTo>
                    <a:pt x="36576" y="813816"/>
                  </a:lnTo>
                  <a:lnTo>
                    <a:pt x="32004" y="794016"/>
                  </a:lnTo>
                  <a:lnTo>
                    <a:pt x="30480" y="774192"/>
                  </a:lnTo>
                  <a:lnTo>
                    <a:pt x="29171" y="755916"/>
                  </a:lnTo>
                  <a:lnTo>
                    <a:pt x="27432" y="733056"/>
                  </a:lnTo>
                  <a:lnTo>
                    <a:pt x="28956" y="713232"/>
                  </a:lnTo>
                  <a:lnTo>
                    <a:pt x="30365" y="693432"/>
                  </a:lnTo>
                  <a:lnTo>
                    <a:pt x="32004" y="672084"/>
                  </a:lnTo>
                  <a:lnTo>
                    <a:pt x="36576" y="653808"/>
                  </a:lnTo>
                  <a:lnTo>
                    <a:pt x="41148" y="633996"/>
                  </a:lnTo>
                  <a:lnTo>
                    <a:pt x="45707" y="615708"/>
                  </a:lnTo>
                  <a:lnTo>
                    <a:pt x="51803" y="595896"/>
                  </a:lnTo>
                  <a:lnTo>
                    <a:pt x="59436" y="579120"/>
                  </a:lnTo>
                  <a:lnTo>
                    <a:pt x="67056" y="560832"/>
                  </a:lnTo>
                  <a:lnTo>
                    <a:pt x="85344" y="527316"/>
                  </a:lnTo>
                  <a:lnTo>
                    <a:pt x="117348" y="480060"/>
                  </a:lnTo>
                  <a:lnTo>
                    <a:pt x="156972" y="438912"/>
                  </a:lnTo>
                  <a:lnTo>
                    <a:pt x="185928" y="416052"/>
                  </a:lnTo>
                  <a:lnTo>
                    <a:pt x="201168" y="403860"/>
                  </a:lnTo>
                  <a:lnTo>
                    <a:pt x="217932" y="394716"/>
                  </a:lnTo>
                  <a:lnTo>
                    <a:pt x="233172" y="384048"/>
                  </a:lnTo>
                  <a:lnTo>
                    <a:pt x="249936" y="374916"/>
                  </a:lnTo>
                  <a:lnTo>
                    <a:pt x="303276" y="355104"/>
                  </a:lnTo>
                  <a:lnTo>
                    <a:pt x="341376" y="344424"/>
                  </a:lnTo>
                  <a:lnTo>
                    <a:pt x="381000" y="338328"/>
                  </a:lnTo>
                  <a:lnTo>
                    <a:pt x="400812" y="336816"/>
                  </a:lnTo>
                  <a:lnTo>
                    <a:pt x="440436" y="336816"/>
                  </a:lnTo>
                  <a:lnTo>
                    <a:pt x="499872" y="344424"/>
                  </a:lnTo>
                  <a:lnTo>
                    <a:pt x="573024" y="367296"/>
                  </a:lnTo>
                  <a:lnTo>
                    <a:pt x="589788" y="376428"/>
                  </a:lnTo>
                  <a:lnTo>
                    <a:pt x="608076" y="384048"/>
                  </a:lnTo>
                  <a:lnTo>
                    <a:pt x="623316" y="394716"/>
                  </a:lnTo>
                  <a:lnTo>
                    <a:pt x="640080" y="405396"/>
                  </a:lnTo>
                  <a:lnTo>
                    <a:pt x="670560" y="426720"/>
                  </a:lnTo>
                  <a:lnTo>
                    <a:pt x="684276" y="440436"/>
                  </a:lnTo>
                  <a:lnTo>
                    <a:pt x="697992" y="452628"/>
                  </a:lnTo>
                  <a:lnTo>
                    <a:pt x="710184" y="466344"/>
                  </a:lnTo>
                  <a:lnTo>
                    <a:pt x="734568" y="496824"/>
                  </a:lnTo>
                  <a:lnTo>
                    <a:pt x="765048" y="544080"/>
                  </a:lnTo>
                  <a:lnTo>
                    <a:pt x="781812" y="579120"/>
                  </a:lnTo>
                  <a:lnTo>
                    <a:pt x="787908" y="597408"/>
                  </a:lnTo>
                  <a:lnTo>
                    <a:pt x="795528" y="615708"/>
                  </a:lnTo>
                  <a:lnTo>
                    <a:pt x="800100" y="633996"/>
                  </a:lnTo>
                  <a:lnTo>
                    <a:pt x="804672" y="653808"/>
                  </a:lnTo>
                  <a:lnTo>
                    <a:pt x="810768" y="693432"/>
                  </a:lnTo>
                  <a:lnTo>
                    <a:pt x="812165" y="711708"/>
                  </a:lnTo>
                  <a:lnTo>
                    <a:pt x="812165" y="578485"/>
                  </a:lnTo>
                  <a:lnTo>
                    <a:pt x="780288" y="512064"/>
                  </a:lnTo>
                  <a:lnTo>
                    <a:pt x="757428" y="478536"/>
                  </a:lnTo>
                  <a:lnTo>
                    <a:pt x="717804" y="432816"/>
                  </a:lnTo>
                  <a:lnTo>
                    <a:pt x="687324" y="405396"/>
                  </a:lnTo>
                  <a:lnTo>
                    <a:pt x="655320" y="381012"/>
                  </a:lnTo>
                  <a:lnTo>
                    <a:pt x="620268" y="359664"/>
                  </a:lnTo>
                  <a:lnTo>
                    <a:pt x="583692" y="341388"/>
                  </a:lnTo>
                  <a:lnTo>
                    <a:pt x="571804" y="336816"/>
                  </a:lnTo>
                  <a:lnTo>
                    <a:pt x="563880" y="333756"/>
                  </a:lnTo>
                  <a:lnTo>
                    <a:pt x="545592" y="327660"/>
                  </a:lnTo>
                  <a:lnTo>
                    <a:pt x="525780" y="321564"/>
                  </a:lnTo>
                  <a:lnTo>
                    <a:pt x="504444" y="317004"/>
                  </a:lnTo>
                  <a:lnTo>
                    <a:pt x="484632" y="312420"/>
                  </a:lnTo>
                  <a:lnTo>
                    <a:pt x="420624" y="307848"/>
                  </a:lnTo>
                  <a:lnTo>
                    <a:pt x="355092" y="312420"/>
                  </a:lnTo>
                  <a:lnTo>
                    <a:pt x="315468" y="321564"/>
                  </a:lnTo>
                  <a:lnTo>
                    <a:pt x="275844" y="333756"/>
                  </a:lnTo>
                  <a:lnTo>
                    <a:pt x="219456" y="359664"/>
                  </a:lnTo>
                  <a:lnTo>
                    <a:pt x="184404" y="381012"/>
                  </a:lnTo>
                  <a:lnTo>
                    <a:pt x="152400" y="405396"/>
                  </a:lnTo>
                  <a:lnTo>
                    <a:pt x="121907" y="432816"/>
                  </a:lnTo>
                  <a:lnTo>
                    <a:pt x="96012" y="463308"/>
                  </a:lnTo>
                  <a:lnTo>
                    <a:pt x="82296" y="480060"/>
                  </a:lnTo>
                  <a:lnTo>
                    <a:pt x="71628" y="495312"/>
                  </a:lnTo>
                  <a:lnTo>
                    <a:pt x="60960" y="513600"/>
                  </a:lnTo>
                  <a:lnTo>
                    <a:pt x="50292" y="530352"/>
                  </a:lnTo>
                  <a:lnTo>
                    <a:pt x="32004" y="568452"/>
                  </a:lnTo>
                  <a:lnTo>
                    <a:pt x="12192" y="627900"/>
                  </a:lnTo>
                  <a:lnTo>
                    <a:pt x="1511" y="690384"/>
                  </a:lnTo>
                  <a:lnTo>
                    <a:pt x="0" y="711708"/>
                  </a:lnTo>
                  <a:lnTo>
                    <a:pt x="0" y="755916"/>
                  </a:lnTo>
                  <a:lnTo>
                    <a:pt x="7607" y="819924"/>
                  </a:lnTo>
                  <a:lnTo>
                    <a:pt x="18288" y="859548"/>
                  </a:lnTo>
                  <a:lnTo>
                    <a:pt x="25908" y="879348"/>
                  </a:lnTo>
                  <a:lnTo>
                    <a:pt x="32004" y="899160"/>
                  </a:lnTo>
                  <a:lnTo>
                    <a:pt x="50292" y="935748"/>
                  </a:lnTo>
                  <a:lnTo>
                    <a:pt x="71628" y="970800"/>
                  </a:lnTo>
                  <a:lnTo>
                    <a:pt x="96012" y="1004316"/>
                  </a:lnTo>
                  <a:lnTo>
                    <a:pt x="123444" y="1034808"/>
                  </a:lnTo>
                  <a:lnTo>
                    <a:pt x="152400" y="1062240"/>
                  </a:lnTo>
                  <a:lnTo>
                    <a:pt x="185928" y="1086624"/>
                  </a:lnTo>
                  <a:lnTo>
                    <a:pt x="219456" y="1107948"/>
                  </a:lnTo>
                  <a:lnTo>
                    <a:pt x="256032" y="1124724"/>
                  </a:lnTo>
                  <a:lnTo>
                    <a:pt x="295656" y="1139964"/>
                  </a:lnTo>
                  <a:lnTo>
                    <a:pt x="335280" y="1150632"/>
                  </a:lnTo>
                  <a:lnTo>
                    <a:pt x="377952" y="1156716"/>
                  </a:lnTo>
                  <a:lnTo>
                    <a:pt x="399288" y="1158240"/>
                  </a:lnTo>
                  <a:lnTo>
                    <a:pt x="441960" y="1158240"/>
                  </a:lnTo>
                  <a:lnTo>
                    <a:pt x="463296" y="1156716"/>
                  </a:lnTo>
                  <a:lnTo>
                    <a:pt x="505968" y="1150632"/>
                  </a:lnTo>
                  <a:lnTo>
                    <a:pt x="525780" y="1144524"/>
                  </a:lnTo>
                  <a:lnTo>
                    <a:pt x="545592" y="1139964"/>
                  </a:lnTo>
                  <a:lnTo>
                    <a:pt x="565404" y="1132332"/>
                  </a:lnTo>
                  <a:lnTo>
                    <a:pt x="569061" y="1130808"/>
                  </a:lnTo>
                  <a:lnTo>
                    <a:pt x="583692" y="1124724"/>
                  </a:lnTo>
                  <a:lnTo>
                    <a:pt x="603504" y="1117092"/>
                  </a:lnTo>
                  <a:lnTo>
                    <a:pt x="621792" y="1106424"/>
                  </a:lnTo>
                  <a:lnTo>
                    <a:pt x="638556" y="1097292"/>
                  </a:lnTo>
                  <a:lnTo>
                    <a:pt x="655320" y="1085100"/>
                  </a:lnTo>
                  <a:lnTo>
                    <a:pt x="672084" y="1074432"/>
                  </a:lnTo>
                  <a:lnTo>
                    <a:pt x="688848" y="1060716"/>
                  </a:lnTo>
                  <a:lnTo>
                    <a:pt x="704088" y="1048524"/>
                  </a:lnTo>
                  <a:lnTo>
                    <a:pt x="717804" y="1033284"/>
                  </a:lnTo>
                  <a:lnTo>
                    <a:pt x="731520" y="1019556"/>
                  </a:lnTo>
                  <a:lnTo>
                    <a:pt x="769620" y="970800"/>
                  </a:lnTo>
                  <a:lnTo>
                    <a:pt x="790956" y="935748"/>
                  </a:lnTo>
                  <a:lnTo>
                    <a:pt x="807720" y="899160"/>
                  </a:lnTo>
                  <a:lnTo>
                    <a:pt x="827532" y="839724"/>
                  </a:lnTo>
                  <a:lnTo>
                    <a:pt x="832104" y="818400"/>
                  </a:lnTo>
                  <a:lnTo>
                    <a:pt x="836663" y="798576"/>
                  </a:lnTo>
                  <a:lnTo>
                    <a:pt x="838187" y="777240"/>
                  </a:lnTo>
                  <a:lnTo>
                    <a:pt x="839622" y="755916"/>
                  </a:lnTo>
                  <a:lnTo>
                    <a:pt x="839939" y="751344"/>
                  </a:lnTo>
                  <a:lnTo>
                    <a:pt x="3493008" y="1466088"/>
                  </a:lnTo>
                  <a:lnTo>
                    <a:pt x="3500628" y="1438656"/>
                  </a:lnTo>
                  <a:close/>
                </a:path>
              </a:pathLst>
            </a:custGeom>
            <a:solidFill>
              <a:srgbClr val="CCFF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73751" y="1769363"/>
              <a:ext cx="141732" cy="12801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78907" y="3168395"/>
              <a:ext cx="141732" cy="12954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97251" y="2474975"/>
              <a:ext cx="141732" cy="128016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2527789" y="1944124"/>
            <a:ext cx="1949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9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082008" y="1636274"/>
            <a:ext cx="1581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95" dirty="0">
                <a:solidFill>
                  <a:srgbClr val="FFFFFF"/>
                </a:solidFill>
                <a:latin typeface="Tahoma"/>
                <a:cs typeface="Tahoma"/>
              </a:rPr>
              <a:t>B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081482" y="641085"/>
            <a:ext cx="245745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75" dirty="0">
                <a:solidFill>
                  <a:srgbClr val="FF5697"/>
                </a:solidFill>
              </a:rPr>
              <a:t>N</a:t>
            </a:r>
            <a:r>
              <a:rPr sz="2200" spc="150" dirty="0">
                <a:solidFill>
                  <a:srgbClr val="FF5697"/>
                </a:solidFill>
              </a:rPr>
              <a:t>O</a:t>
            </a:r>
            <a:r>
              <a:rPr sz="2200" spc="10" dirty="0">
                <a:solidFill>
                  <a:srgbClr val="FF5697"/>
                </a:solidFill>
              </a:rPr>
              <a:t>M</a:t>
            </a:r>
            <a:r>
              <a:rPr sz="2200" spc="-245" dirty="0">
                <a:solidFill>
                  <a:srgbClr val="FF5697"/>
                </a:solidFill>
              </a:rPr>
              <a:t>B</a:t>
            </a:r>
            <a:r>
              <a:rPr sz="2200" spc="-330" dirty="0">
                <a:solidFill>
                  <a:srgbClr val="FF5697"/>
                </a:solidFill>
              </a:rPr>
              <a:t>R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30" dirty="0">
                <a:solidFill>
                  <a:srgbClr val="FF5697"/>
                </a:solidFill>
              </a:rPr>
              <a:t> </a:t>
            </a:r>
            <a:r>
              <a:rPr sz="2200" spc="-135" dirty="0">
                <a:solidFill>
                  <a:srgbClr val="FF5697"/>
                </a:solidFill>
              </a:rPr>
              <a:t>D</a:t>
            </a:r>
            <a:r>
              <a:rPr sz="2200" spc="5" dirty="0">
                <a:solidFill>
                  <a:srgbClr val="FF5697"/>
                </a:solidFill>
              </a:rPr>
              <a:t>’</a:t>
            </a:r>
            <a:r>
              <a:rPr sz="2200" spc="114" dirty="0">
                <a:solidFill>
                  <a:srgbClr val="FF5697"/>
                </a:solidFill>
              </a:rPr>
              <a:t>A</a:t>
            </a:r>
            <a:r>
              <a:rPr sz="2200" spc="-330" dirty="0">
                <a:solidFill>
                  <a:srgbClr val="FF5697"/>
                </a:solidFill>
              </a:rPr>
              <a:t>R</a:t>
            </a:r>
            <a:r>
              <a:rPr sz="2200" spc="-215" dirty="0">
                <a:solidFill>
                  <a:srgbClr val="FF5697"/>
                </a:solidFill>
              </a:rPr>
              <a:t>Ê</a:t>
            </a:r>
            <a:r>
              <a:rPr sz="2200" spc="-425" dirty="0">
                <a:solidFill>
                  <a:srgbClr val="FF5697"/>
                </a:solidFill>
              </a:rPr>
              <a:t>T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254" dirty="0">
                <a:solidFill>
                  <a:srgbClr val="FF5697"/>
                </a:solidFill>
              </a:rPr>
              <a:t>S</a:t>
            </a:r>
            <a:endParaRPr sz="2200"/>
          </a:p>
        </p:txBody>
      </p:sp>
      <p:grpSp>
        <p:nvGrpSpPr>
          <p:cNvPr id="10" name="object 10"/>
          <p:cNvGrpSpPr/>
          <p:nvPr/>
        </p:nvGrpSpPr>
        <p:grpSpPr>
          <a:xfrm>
            <a:off x="772668" y="3779519"/>
            <a:ext cx="9144000" cy="3429000"/>
            <a:chOff x="772668" y="3779519"/>
            <a:chExt cx="9144000" cy="3429000"/>
          </a:xfrm>
        </p:grpSpPr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2668" y="3779520"/>
              <a:ext cx="9143999" cy="34290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3781044"/>
              <a:ext cx="5925311" cy="102412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262902" y="3065801"/>
            <a:ext cx="6409055" cy="27476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64970" algn="ctr">
              <a:lnSpc>
                <a:spcPct val="100000"/>
              </a:lnSpc>
              <a:spcBef>
                <a:spcPts val="100"/>
              </a:spcBef>
            </a:pPr>
            <a:r>
              <a:rPr sz="1800" b="1" spc="200" dirty="0">
                <a:solidFill>
                  <a:srgbClr val="FFFFFF"/>
                </a:solidFill>
                <a:latin typeface="Tahoma"/>
                <a:cs typeface="Tahoma"/>
              </a:rPr>
              <a:t>C</a:t>
            </a:r>
            <a:endParaRPr sz="1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4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2000" b="1" spc="-80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r>
              <a:rPr sz="2000" b="1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b="1" spc="-125" dirty="0">
                <a:solidFill>
                  <a:srgbClr val="FFFFFF"/>
                </a:solidFill>
                <a:latin typeface="Tahoma"/>
                <a:cs typeface="Tahoma"/>
              </a:rPr>
              <a:t>(</a:t>
            </a:r>
            <a:r>
              <a:rPr sz="1600" b="1" spc="9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600" b="1" spc="-170" dirty="0">
                <a:solidFill>
                  <a:srgbClr val="FFFFFF"/>
                </a:solidFill>
                <a:latin typeface="Tahoma"/>
                <a:cs typeface="Tahoma"/>
              </a:rPr>
              <a:t>r</a:t>
            </a:r>
            <a:r>
              <a:rPr sz="1600" b="1" spc="65" dirty="0">
                <a:solidFill>
                  <a:srgbClr val="FFFFFF"/>
                </a:solidFill>
                <a:latin typeface="Tahoma"/>
                <a:cs typeface="Tahoma"/>
              </a:rPr>
              <a:t>ê</a:t>
            </a:r>
            <a:r>
              <a:rPr sz="1600" b="1" spc="-190" dirty="0">
                <a:solidFill>
                  <a:srgbClr val="FFFFFF"/>
                </a:solidFill>
                <a:latin typeface="Tahoma"/>
                <a:cs typeface="Tahoma"/>
              </a:rPr>
              <a:t>t</a:t>
            </a:r>
            <a:r>
              <a:rPr sz="1600" b="1" spc="65" dirty="0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sz="1600" b="1" spc="-125" dirty="0">
                <a:solidFill>
                  <a:srgbClr val="FFFFFF"/>
                </a:solidFill>
                <a:latin typeface="Tahoma"/>
                <a:cs typeface="Tahoma"/>
              </a:rPr>
              <a:t>s</a:t>
            </a:r>
            <a:r>
              <a:rPr sz="1600" b="1" spc="-120" dirty="0">
                <a:solidFill>
                  <a:srgbClr val="FFFFFF"/>
                </a:solidFill>
                <a:latin typeface="Tahoma"/>
                <a:cs typeface="Tahoma"/>
              </a:rPr>
              <a:t>)</a:t>
            </a:r>
            <a:r>
              <a:rPr sz="2000" b="1" spc="-440" dirty="0">
                <a:solidFill>
                  <a:srgbClr val="FFFFFF"/>
                </a:solidFill>
                <a:latin typeface="Tahoma"/>
                <a:cs typeface="Tahoma"/>
              </a:rPr>
              <a:t>=</a:t>
            </a:r>
            <a:r>
              <a:rPr sz="2000" b="1" spc="-270" dirty="0">
                <a:solidFill>
                  <a:srgbClr val="FFFFFF"/>
                </a:solidFill>
                <a:latin typeface="Tahoma"/>
                <a:cs typeface="Tahoma"/>
              </a:rPr>
              <a:t>[</a:t>
            </a:r>
            <a:r>
              <a:rPr sz="2000" b="1" spc="-170" dirty="0">
                <a:solidFill>
                  <a:srgbClr val="FFFFFF"/>
                </a:solidFill>
                <a:latin typeface="Tahoma"/>
                <a:cs typeface="Tahoma"/>
              </a:rPr>
              <a:t>(</a:t>
            </a:r>
            <a:r>
              <a:rPr sz="2000" b="1" spc="55" dirty="0">
                <a:solidFill>
                  <a:srgbClr val="FFFFFF"/>
                </a:solidFill>
                <a:latin typeface="Tahoma"/>
                <a:cs typeface="Tahoma"/>
              </a:rPr>
              <a:t>d</a:t>
            </a:r>
            <a:r>
              <a:rPr sz="2000" b="1" spc="-150" dirty="0">
                <a:solidFill>
                  <a:srgbClr val="FFFFFF"/>
                </a:solidFill>
                <a:latin typeface="Tahoma"/>
                <a:cs typeface="Tahoma"/>
              </a:rPr>
              <a:t>(</a:t>
            </a:r>
            <a:r>
              <a:rPr sz="2000" b="1" spc="11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2000" b="1" spc="-150" dirty="0">
                <a:solidFill>
                  <a:srgbClr val="FFFFFF"/>
                </a:solidFill>
                <a:latin typeface="Tahoma"/>
                <a:cs typeface="Tahoma"/>
              </a:rPr>
              <a:t>)</a:t>
            </a:r>
            <a:r>
              <a:rPr sz="2000" b="1" spc="-440" dirty="0">
                <a:solidFill>
                  <a:srgbClr val="FFFFFF"/>
                </a:solidFill>
                <a:latin typeface="Tahoma"/>
                <a:cs typeface="Tahoma"/>
              </a:rPr>
              <a:t>+</a:t>
            </a:r>
            <a:r>
              <a:rPr sz="2000" b="1" spc="55" dirty="0">
                <a:solidFill>
                  <a:srgbClr val="FFFFFF"/>
                </a:solidFill>
                <a:latin typeface="Tahoma"/>
                <a:cs typeface="Tahoma"/>
              </a:rPr>
              <a:t>d</a:t>
            </a:r>
            <a:r>
              <a:rPr sz="2000" b="1" spc="-170" dirty="0">
                <a:solidFill>
                  <a:srgbClr val="FFFFFF"/>
                </a:solidFill>
                <a:latin typeface="Tahoma"/>
                <a:cs typeface="Tahoma"/>
              </a:rPr>
              <a:t>(</a:t>
            </a:r>
            <a:r>
              <a:rPr sz="2000" b="1" spc="-195" dirty="0">
                <a:solidFill>
                  <a:srgbClr val="FFFFFF"/>
                </a:solidFill>
                <a:latin typeface="Tahoma"/>
                <a:cs typeface="Tahoma"/>
              </a:rPr>
              <a:t>B</a:t>
            </a:r>
            <a:r>
              <a:rPr sz="2000" b="1" spc="-170" dirty="0">
                <a:solidFill>
                  <a:srgbClr val="FFFFFF"/>
                </a:solidFill>
                <a:latin typeface="Tahoma"/>
                <a:cs typeface="Tahoma"/>
              </a:rPr>
              <a:t>)</a:t>
            </a:r>
            <a:r>
              <a:rPr sz="2000" b="1" spc="-440" dirty="0">
                <a:solidFill>
                  <a:srgbClr val="FFFFFF"/>
                </a:solidFill>
                <a:latin typeface="Tahoma"/>
                <a:cs typeface="Tahoma"/>
              </a:rPr>
              <a:t>+</a:t>
            </a:r>
            <a:r>
              <a:rPr sz="2000" b="1" spc="55" dirty="0">
                <a:solidFill>
                  <a:srgbClr val="FFFFFF"/>
                </a:solidFill>
                <a:latin typeface="Tahoma"/>
                <a:cs typeface="Tahoma"/>
              </a:rPr>
              <a:t>d</a:t>
            </a:r>
            <a:r>
              <a:rPr sz="2000" b="1" spc="-150" dirty="0">
                <a:solidFill>
                  <a:srgbClr val="FFFFFF"/>
                </a:solidFill>
                <a:latin typeface="Tahoma"/>
                <a:cs typeface="Tahoma"/>
              </a:rPr>
              <a:t>(</a:t>
            </a:r>
            <a:r>
              <a:rPr sz="2000" b="1" spc="225" dirty="0">
                <a:solidFill>
                  <a:srgbClr val="FFFFFF"/>
                </a:solidFill>
                <a:latin typeface="Tahoma"/>
                <a:cs typeface="Tahoma"/>
              </a:rPr>
              <a:t>C</a:t>
            </a:r>
            <a:r>
              <a:rPr sz="2000" b="1" spc="-150" dirty="0">
                <a:solidFill>
                  <a:srgbClr val="FFFFFF"/>
                </a:solidFill>
                <a:latin typeface="Tahoma"/>
                <a:cs typeface="Tahoma"/>
              </a:rPr>
              <a:t>))</a:t>
            </a:r>
            <a:r>
              <a:rPr sz="2000" b="1" spc="-235" dirty="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sz="2000" b="1" spc="-160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2000" b="1" spc="-270" dirty="0">
                <a:solidFill>
                  <a:srgbClr val="FFFFFF"/>
                </a:solidFill>
                <a:latin typeface="Tahoma"/>
                <a:cs typeface="Tahoma"/>
              </a:rPr>
              <a:t>]</a:t>
            </a:r>
            <a:r>
              <a:rPr sz="2000" b="1" spc="-440" dirty="0">
                <a:solidFill>
                  <a:srgbClr val="FFFFFF"/>
                </a:solidFill>
                <a:latin typeface="Tahoma"/>
                <a:cs typeface="Tahoma"/>
              </a:rPr>
              <a:t>=</a:t>
            </a:r>
            <a:r>
              <a:rPr sz="2000" b="1" spc="-290" dirty="0">
                <a:solidFill>
                  <a:srgbClr val="FFFFFF"/>
                </a:solidFill>
                <a:latin typeface="Tahoma"/>
                <a:cs typeface="Tahoma"/>
              </a:rPr>
              <a:t>[</a:t>
            </a:r>
            <a:r>
              <a:rPr sz="2000" b="1" spc="-150" dirty="0">
                <a:solidFill>
                  <a:srgbClr val="FFFFFF"/>
                </a:solidFill>
                <a:latin typeface="Tahoma"/>
                <a:cs typeface="Tahoma"/>
              </a:rPr>
              <a:t>(</a:t>
            </a:r>
            <a:r>
              <a:rPr sz="2000" b="1" spc="-16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r>
              <a:rPr sz="2000" b="1" spc="-440" dirty="0">
                <a:solidFill>
                  <a:srgbClr val="FFFFFF"/>
                </a:solidFill>
                <a:latin typeface="Tahoma"/>
                <a:cs typeface="Tahoma"/>
              </a:rPr>
              <a:t>+</a:t>
            </a:r>
            <a:r>
              <a:rPr sz="2000" b="1" spc="-14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r>
              <a:rPr sz="2000" b="1" spc="-459" dirty="0">
                <a:solidFill>
                  <a:srgbClr val="FFFFFF"/>
                </a:solidFill>
                <a:latin typeface="Tahoma"/>
                <a:cs typeface="Tahoma"/>
              </a:rPr>
              <a:t>+</a:t>
            </a:r>
            <a:r>
              <a:rPr sz="2000" b="1" spc="-140" dirty="0">
                <a:solidFill>
                  <a:srgbClr val="FFFFFF"/>
                </a:solidFill>
                <a:latin typeface="Tahoma"/>
                <a:cs typeface="Tahoma"/>
              </a:rPr>
              <a:t>4</a:t>
            </a:r>
            <a:r>
              <a:rPr sz="2000" b="1" spc="-170" dirty="0">
                <a:solidFill>
                  <a:srgbClr val="FFFFFF"/>
                </a:solidFill>
                <a:latin typeface="Tahoma"/>
                <a:cs typeface="Tahoma"/>
              </a:rPr>
              <a:t>)</a:t>
            </a:r>
            <a:r>
              <a:rPr sz="2000" b="1" spc="-215" dirty="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sz="2000" b="1" spc="-160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2000" b="1" spc="-270" dirty="0">
                <a:solidFill>
                  <a:srgbClr val="FFFFFF"/>
                </a:solidFill>
                <a:latin typeface="Tahoma"/>
                <a:cs typeface="Tahoma"/>
              </a:rPr>
              <a:t>]</a:t>
            </a:r>
            <a:r>
              <a:rPr sz="2000" b="1" spc="-434" dirty="0">
                <a:solidFill>
                  <a:srgbClr val="FFFFFF"/>
                </a:solidFill>
                <a:latin typeface="Tahoma"/>
                <a:cs typeface="Tahoma"/>
              </a:rPr>
              <a:t>=</a:t>
            </a:r>
            <a:r>
              <a:rPr sz="2000" b="1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155" dirty="0">
                <a:solidFill>
                  <a:srgbClr val="FFFFFF"/>
                </a:solidFill>
                <a:latin typeface="Tahoma"/>
                <a:cs typeface="Tahoma"/>
              </a:rPr>
              <a:t>3</a:t>
            </a:r>
            <a:r>
              <a:rPr sz="2000" b="1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12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2000" b="1" spc="-229" dirty="0">
                <a:solidFill>
                  <a:srgbClr val="FFFFFF"/>
                </a:solidFill>
                <a:latin typeface="Tahoma"/>
                <a:cs typeface="Tahoma"/>
              </a:rPr>
              <a:t>r</a:t>
            </a:r>
            <a:r>
              <a:rPr sz="2000" b="1" spc="90" dirty="0">
                <a:solidFill>
                  <a:srgbClr val="FFFFFF"/>
                </a:solidFill>
                <a:latin typeface="Tahoma"/>
                <a:cs typeface="Tahoma"/>
              </a:rPr>
              <a:t>ê</a:t>
            </a:r>
            <a:r>
              <a:rPr sz="2000" b="1" spc="-235" dirty="0">
                <a:solidFill>
                  <a:srgbClr val="FFFFFF"/>
                </a:solidFill>
                <a:latin typeface="Tahoma"/>
                <a:cs typeface="Tahoma"/>
              </a:rPr>
              <a:t>t</a:t>
            </a:r>
            <a:r>
              <a:rPr sz="2000" b="1" spc="90" dirty="0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sz="2000" b="1" spc="-150" dirty="0">
                <a:solidFill>
                  <a:srgbClr val="FFFFFF"/>
                </a:solidFill>
                <a:latin typeface="Tahoma"/>
                <a:cs typeface="Tahoma"/>
              </a:rPr>
              <a:t>s</a:t>
            </a:r>
            <a:endParaRPr sz="20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9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spc="-23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400" spc="19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32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9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400" spc="-85" dirty="0">
                <a:solidFill>
                  <a:srgbClr val="FFFFFF"/>
                </a:solidFill>
                <a:latin typeface="Verdana"/>
                <a:cs typeface="Verdana"/>
              </a:rPr>
              <a:t>mm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24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deg</a:t>
            </a:r>
            <a:r>
              <a:rPr sz="2400" spc="-31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é</a:t>
            </a:r>
            <a:r>
              <a:rPr sz="2400" spc="-32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32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-13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4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10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2400" spc="21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16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400" spc="-30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4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509" dirty="0">
                <a:solidFill>
                  <a:srgbClr val="FFFFFF"/>
                </a:solidFill>
                <a:latin typeface="Verdana"/>
                <a:cs typeface="Verdana"/>
              </a:rPr>
              <a:t>=</a:t>
            </a:r>
            <a:r>
              <a:rPr sz="2400" spc="-1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200" dirty="0">
                <a:solidFill>
                  <a:srgbClr val="FFFFFF"/>
                </a:solidFill>
                <a:latin typeface="Verdana"/>
                <a:cs typeface="Verdana"/>
              </a:rPr>
              <a:t>6</a:t>
            </a:r>
            <a:endParaRPr sz="24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3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2400" spc="-23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4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400" spc="9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400" spc="-85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sz="2400" spc="-31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5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5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eg</a:t>
            </a:r>
            <a:r>
              <a:rPr sz="2400" spc="-33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é</a:t>
            </a:r>
            <a:r>
              <a:rPr sz="24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6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400" spc="-85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400" spc="155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2400" spc="16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16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400" spc="-30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400" spc="-2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509" dirty="0">
                <a:solidFill>
                  <a:srgbClr val="FFFFFF"/>
                </a:solidFill>
                <a:latin typeface="Verdana"/>
                <a:cs typeface="Verdana"/>
              </a:rPr>
              <a:t>=</a:t>
            </a:r>
            <a:r>
              <a:rPr sz="2400" spc="-1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200" dirty="0">
                <a:solidFill>
                  <a:srgbClr val="FFFFFF"/>
                </a:solidFill>
                <a:latin typeface="Verdana"/>
                <a:cs typeface="Verdana"/>
              </a:rPr>
              <a:t>2</a:t>
            </a:r>
            <a:r>
              <a:rPr sz="24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204" dirty="0">
                <a:solidFill>
                  <a:srgbClr val="FFFFFF"/>
                </a:solidFill>
                <a:latin typeface="Verdana"/>
                <a:cs typeface="Verdana"/>
              </a:rPr>
              <a:t>(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2400" spc="18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13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400" spc="-33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400" spc="-204" dirty="0">
                <a:solidFill>
                  <a:srgbClr val="FFFFFF"/>
                </a:solidFill>
                <a:latin typeface="Verdana"/>
                <a:cs typeface="Verdana"/>
              </a:rPr>
              <a:t>)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100" dirty="0"/>
              <a:t>21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762755"/>
            <a:ext cx="9144000" cy="3446145"/>
            <a:chOff x="772668" y="3762755"/>
            <a:chExt cx="9144000" cy="3446145"/>
          </a:xfrm>
        </p:grpSpPr>
        <p:sp>
          <p:nvSpPr>
            <p:cNvPr id="3" name="object 3"/>
            <p:cNvSpPr/>
            <p:nvPr/>
          </p:nvSpPr>
          <p:spPr>
            <a:xfrm>
              <a:off x="1632204" y="3762755"/>
              <a:ext cx="3400425" cy="17145"/>
            </a:xfrm>
            <a:custGeom>
              <a:avLst/>
              <a:gdLst/>
              <a:ahLst/>
              <a:cxnLst/>
              <a:rect l="l" t="t" r="r" b="b"/>
              <a:pathLst>
                <a:path w="3400425" h="17145">
                  <a:moveTo>
                    <a:pt x="982967" y="0"/>
                  </a:moveTo>
                  <a:lnTo>
                    <a:pt x="0" y="0"/>
                  </a:lnTo>
                  <a:lnTo>
                    <a:pt x="0" y="16764"/>
                  </a:lnTo>
                  <a:lnTo>
                    <a:pt x="982967" y="16764"/>
                  </a:lnTo>
                  <a:lnTo>
                    <a:pt x="982967" y="0"/>
                  </a:lnTo>
                  <a:close/>
                </a:path>
                <a:path w="3400425" h="17145">
                  <a:moveTo>
                    <a:pt x="3400044" y="0"/>
                  </a:moveTo>
                  <a:lnTo>
                    <a:pt x="2513076" y="0"/>
                  </a:lnTo>
                  <a:lnTo>
                    <a:pt x="2513076" y="16764"/>
                  </a:lnTo>
                  <a:lnTo>
                    <a:pt x="3400044" y="16764"/>
                  </a:lnTo>
                  <a:lnTo>
                    <a:pt x="34000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2668" y="3779519"/>
              <a:ext cx="9143999" cy="34290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1812" y="3781043"/>
              <a:ext cx="5925311" cy="10241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6414515"/>
              <a:ext cx="8974835" cy="67665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632204" y="3779519"/>
              <a:ext cx="3400425" cy="17145"/>
            </a:xfrm>
            <a:custGeom>
              <a:avLst/>
              <a:gdLst/>
              <a:ahLst/>
              <a:cxnLst/>
              <a:rect l="l" t="t" r="r" b="b"/>
              <a:pathLst>
                <a:path w="3400425" h="17145">
                  <a:moveTo>
                    <a:pt x="982967" y="0"/>
                  </a:moveTo>
                  <a:lnTo>
                    <a:pt x="0" y="0"/>
                  </a:lnTo>
                  <a:lnTo>
                    <a:pt x="0" y="16764"/>
                  </a:lnTo>
                  <a:lnTo>
                    <a:pt x="982967" y="16764"/>
                  </a:lnTo>
                  <a:lnTo>
                    <a:pt x="982967" y="0"/>
                  </a:lnTo>
                  <a:close/>
                </a:path>
                <a:path w="3400425" h="17145">
                  <a:moveTo>
                    <a:pt x="3400044" y="0"/>
                  </a:moveTo>
                  <a:lnTo>
                    <a:pt x="2513076" y="0"/>
                  </a:lnTo>
                  <a:lnTo>
                    <a:pt x="2513076" y="16764"/>
                  </a:lnTo>
                  <a:lnTo>
                    <a:pt x="3400044" y="16764"/>
                  </a:lnTo>
                  <a:lnTo>
                    <a:pt x="34000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1081482" y="641085"/>
            <a:ext cx="391096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240915" algn="l"/>
              </a:tabLst>
            </a:pPr>
            <a:r>
              <a:rPr sz="2200" spc="-450" dirty="0">
                <a:solidFill>
                  <a:srgbClr val="FF5697"/>
                </a:solidFill>
              </a:rPr>
              <a:t>I</a:t>
            </a:r>
            <a:r>
              <a:rPr sz="2200" spc="-254" dirty="0">
                <a:solidFill>
                  <a:srgbClr val="FF5697"/>
                </a:solidFill>
              </a:rPr>
              <a:t>S</a:t>
            </a:r>
            <a:r>
              <a:rPr sz="2200" spc="150" dirty="0">
                <a:solidFill>
                  <a:srgbClr val="FF5697"/>
                </a:solidFill>
              </a:rPr>
              <a:t>O</a:t>
            </a:r>
            <a:r>
              <a:rPr sz="2200" spc="10" dirty="0">
                <a:solidFill>
                  <a:srgbClr val="FF5697"/>
                </a:solidFill>
              </a:rPr>
              <a:t>M</a:t>
            </a:r>
            <a:r>
              <a:rPr sz="2200" spc="150" dirty="0">
                <a:solidFill>
                  <a:srgbClr val="FF5697"/>
                </a:solidFill>
              </a:rPr>
              <a:t>O</a:t>
            </a:r>
            <a:r>
              <a:rPr sz="2200" spc="-330" dirty="0">
                <a:solidFill>
                  <a:srgbClr val="FF5697"/>
                </a:solidFill>
              </a:rPr>
              <a:t>R</a:t>
            </a:r>
            <a:r>
              <a:rPr sz="2200" spc="-225" dirty="0">
                <a:solidFill>
                  <a:srgbClr val="FF5697"/>
                </a:solidFill>
              </a:rPr>
              <a:t>P</a:t>
            </a:r>
            <a:r>
              <a:rPr sz="2200" spc="-195" dirty="0">
                <a:solidFill>
                  <a:srgbClr val="FF5697"/>
                </a:solidFill>
              </a:rPr>
              <a:t>H</a:t>
            </a:r>
            <a:r>
              <a:rPr sz="2200" spc="-450" dirty="0">
                <a:solidFill>
                  <a:srgbClr val="FF5697"/>
                </a:solidFill>
              </a:rPr>
              <a:t>I</a:t>
            </a:r>
            <a:r>
              <a:rPr sz="2200" spc="-280" dirty="0">
                <a:solidFill>
                  <a:srgbClr val="FF5697"/>
                </a:solidFill>
              </a:rPr>
              <a:t>S</a:t>
            </a:r>
            <a:r>
              <a:rPr sz="2200" spc="30" dirty="0">
                <a:solidFill>
                  <a:srgbClr val="FF5697"/>
                </a:solidFill>
              </a:rPr>
              <a:t>M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dirty="0">
                <a:solidFill>
                  <a:srgbClr val="FF5697"/>
                </a:solidFill>
              </a:rPr>
              <a:t>	</a:t>
            </a:r>
            <a:r>
              <a:rPr sz="2200" spc="-135" dirty="0">
                <a:solidFill>
                  <a:srgbClr val="FF5697"/>
                </a:solidFill>
              </a:rPr>
              <a:t>D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10" dirty="0">
                <a:solidFill>
                  <a:srgbClr val="FF5697"/>
                </a:solidFill>
              </a:rPr>
              <a:t> </a:t>
            </a:r>
            <a:r>
              <a:rPr sz="2200" spc="204" dirty="0">
                <a:solidFill>
                  <a:srgbClr val="FF5697"/>
                </a:solidFill>
              </a:rPr>
              <a:t>G</a:t>
            </a:r>
            <a:r>
              <a:rPr sz="2200" spc="-330" dirty="0">
                <a:solidFill>
                  <a:srgbClr val="FF5697"/>
                </a:solidFill>
              </a:rPr>
              <a:t>R</a:t>
            </a:r>
            <a:r>
              <a:rPr sz="2200" spc="114" dirty="0">
                <a:solidFill>
                  <a:srgbClr val="FF5697"/>
                </a:solidFill>
              </a:rPr>
              <a:t>A</a:t>
            </a:r>
            <a:r>
              <a:rPr sz="2200" spc="-245" dirty="0">
                <a:solidFill>
                  <a:srgbClr val="FF5697"/>
                </a:solidFill>
              </a:rPr>
              <a:t>P</a:t>
            </a:r>
            <a:r>
              <a:rPr sz="2200" spc="-195" dirty="0">
                <a:solidFill>
                  <a:srgbClr val="FF5697"/>
                </a:solidFill>
              </a:rPr>
              <a:t>H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254" dirty="0">
                <a:solidFill>
                  <a:srgbClr val="FF5697"/>
                </a:solidFill>
              </a:rPr>
              <a:t>S</a:t>
            </a:r>
            <a:endParaRPr sz="2200"/>
          </a:p>
        </p:txBody>
      </p:sp>
      <p:sp>
        <p:nvSpPr>
          <p:cNvPr id="14" name="object 14"/>
          <p:cNvSpPr txBox="1"/>
          <p:nvPr/>
        </p:nvSpPr>
        <p:spPr>
          <a:xfrm>
            <a:off x="1197306" y="1038917"/>
            <a:ext cx="8449945" cy="4149725"/>
          </a:xfrm>
          <a:prstGeom prst="rect">
            <a:avLst/>
          </a:prstGeom>
        </p:spPr>
        <p:txBody>
          <a:bodyPr vert="horz" wrap="square" lIns="0" tIns="24574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935"/>
              </a:spcBef>
            </a:pPr>
            <a:r>
              <a:rPr sz="3000" b="1" spc="-80" dirty="0">
                <a:solidFill>
                  <a:srgbClr val="CCFF33"/>
                </a:solidFill>
                <a:latin typeface="Tahoma"/>
                <a:cs typeface="Tahoma"/>
              </a:rPr>
              <a:t>Théorème</a:t>
            </a:r>
            <a:endParaRPr sz="3000" dirty="0">
              <a:latin typeface="Tahoma"/>
              <a:cs typeface="Tahoma"/>
            </a:endParaRPr>
          </a:p>
          <a:p>
            <a:pPr marL="434340" marR="43180" indent="-384175" algn="just">
              <a:lnSpc>
                <a:spcPct val="150000"/>
              </a:lnSpc>
              <a:spcBef>
                <a:spcPts val="35"/>
              </a:spcBef>
              <a:buClr>
                <a:srgbClr val="FF388C"/>
              </a:buClr>
              <a:buSzPct val="80000"/>
              <a:buFont typeface="Times New Roman"/>
              <a:buChar char="◉"/>
              <a:tabLst>
                <a:tab pos="434975" algn="l"/>
              </a:tabLst>
            </a:pPr>
            <a:r>
              <a:rPr sz="3000" spc="-390" dirty="0">
                <a:solidFill>
                  <a:srgbClr val="FFFFFF"/>
                </a:solidFill>
                <a:latin typeface="Verdana"/>
                <a:cs typeface="Verdana"/>
              </a:rPr>
              <a:t>Si </a:t>
            </a:r>
            <a:r>
              <a:rPr sz="3000" spc="-20" dirty="0">
                <a:solidFill>
                  <a:srgbClr val="FFFFFF"/>
                </a:solidFill>
                <a:latin typeface="Verdana"/>
                <a:cs typeface="Verdana"/>
              </a:rPr>
              <a:t>deux graphes </a:t>
            </a:r>
            <a:r>
              <a:rPr sz="3000" spc="65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3000" spc="97" baseline="-20833" dirty="0">
                <a:solidFill>
                  <a:srgbClr val="FFFFFF"/>
                </a:solidFill>
                <a:latin typeface="Verdana"/>
                <a:cs typeface="Verdana"/>
              </a:rPr>
              <a:t>1 </a:t>
            </a:r>
            <a:r>
              <a:rPr sz="3000" spc="-5" dirty="0">
                <a:solidFill>
                  <a:srgbClr val="FFFFFF"/>
                </a:solidFill>
                <a:latin typeface="Verdana"/>
                <a:cs typeface="Verdana"/>
              </a:rPr>
              <a:t>et </a:t>
            </a:r>
            <a:r>
              <a:rPr sz="3000" spc="60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3000" spc="89" baseline="-20833" dirty="0">
                <a:solidFill>
                  <a:srgbClr val="FFFFFF"/>
                </a:solidFill>
                <a:latin typeface="Verdana"/>
                <a:cs typeface="Verdana"/>
              </a:rPr>
              <a:t>2 </a:t>
            </a:r>
            <a:r>
              <a:rPr sz="3000" spc="-125" dirty="0">
                <a:solidFill>
                  <a:srgbClr val="FFFFFF"/>
                </a:solidFill>
                <a:latin typeface="Verdana"/>
                <a:cs typeface="Verdana"/>
              </a:rPr>
              <a:t>sont </a:t>
            </a:r>
            <a:r>
              <a:rPr sz="3000" b="1" spc="-80" dirty="0">
                <a:solidFill>
                  <a:srgbClr val="FFFF00"/>
                </a:solidFill>
                <a:latin typeface="Tahoma"/>
                <a:cs typeface="Tahoma"/>
              </a:rPr>
              <a:t>isomorphes </a:t>
            </a:r>
            <a:r>
              <a:rPr sz="3000" b="1" spc="-75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3000" spc="-85" dirty="0">
                <a:solidFill>
                  <a:srgbClr val="FFFFFF"/>
                </a:solidFill>
                <a:latin typeface="Verdana"/>
                <a:cs typeface="Verdana"/>
              </a:rPr>
              <a:t>(identiques, </a:t>
            </a:r>
            <a:r>
              <a:rPr sz="3000" spc="45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3000" spc="67" baseline="-20833" dirty="0">
                <a:solidFill>
                  <a:srgbClr val="FFFFFF"/>
                </a:solidFill>
                <a:latin typeface="Verdana"/>
                <a:cs typeface="Verdana"/>
              </a:rPr>
              <a:t>1</a:t>
            </a:r>
            <a:r>
              <a:rPr sz="3000" spc="45" dirty="0">
                <a:solidFill>
                  <a:srgbClr val="FFFFFF"/>
                </a:solidFill>
                <a:latin typeface="Symbol"/>
                <a:cs typeface="Symbol"/>
              </a:rPr>
              <a:t></a:t>
            </a:r>
            <a:r>
              <a:rPr sz="3000" spc="45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3000" spc="67" baseline="-20833" dirty="0">
                <a:solidFill>
                  <a:srgbClr val="FFFFFF"/>
                </a:solidFill>
                <a:latin typeface="Verdana"/>
                <a:cs typeface="Verdana"/>
              </a:rPr>
              <a:t>2 </a:t>
            </a:r>
            <a:r>
              <a:rPr sz="3000" spc="-275" dirty="0">
                <a:solidFill>
                  <a:srgbClr val="FFFFFF"/>
                </a:solidFill>
                <a:latin typeface="Verdana"/>
                <a:cs typeface="Verdana"/>
              </a:rPr>
              <a:t>), </a:t>
            </a:r>
            <a:r>
              <a:rPr sz="3000" spc="-125" dirty="0">
                <a:solidFill>
                  <a:srgbClr val="FFFFFF"/>
                </a:solidFill>
                <a:latin typeface="Verdana"/>
                <a:cs typeface="Verdana"/>
              </a:rPr>
              <a:t>alors </a:t>
            </a:r>
            <a:r>
              <a:rPr sz="3000" spc="-285" dirty="0">
                <a:solidFill>
                  <a:srgbClr val="FFFFFF"/>
                </a:solidFill>
                <a:latin typeface="Verdana"/>
                <a:cs typeface="Verdana"/>
              </a:rPr>
              <a:t>ils </a:t>
            </a:r>
            <a:r>
              <a:rPr sz="3000" spc="-40" dirty="0">
                <a:solidFill>
                  <a:srgbClr val="FFFFFF"/>
                </a:solidFill>
                <a:latin typeface="Verdana"/>
                <a:cs typeface="Verdana"/>
              </a:rPr>
              <a:t>ont </a:t>
            </a:r>
            <a:r>
              <a:rPr sz="3000" spc="-35" dirty="0">
                <a:solidFill>
                  <a:srgbClr val="FFFFFF"/>
                </a:solidFill>
                <a:latin typeface="Verdana"/>
                <a:cs typeface="Verdana"/>
              </a:rPr>
              <a:t>le </a:t>
            </a:r>
            <a:r>
              <a:rPr sz="3000" spc="20" dirty="0">
                <a:solidFill>
                  <a:srgbClr val="FFFFFF"/>
                </a:solidFill>
                <a:latin typeface="Verdana"/>
                <a:cs typeface="Verdana"/>
              </a:rPr>
              <a:t>même </a:t>
            </a:r>
            <a:r>
              <a:rPr sz="3000" spc="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b="1" spc="-110" dirty="0">
                <a:solidFill>
                  <a:srgbClr val="FFFFFF"/>
                </a:solidFill>
                <a:latin typeface="Tahoma"/>
                <a:cs typeface="Tahoma"/>
              </a:rPr>
              <a:t>ordre</a:t>
            </a:r>
            <a:r>
              <a:rPr sz="3000" spc="-110" dirty="0">
                <a:solidFill>
                  <a:srgbClr val="FFFFFF"/>
                </a:solidFill>
                <a:latin typeface="Verdana"/>
                <a:cs typeface="Verdana"/>
              </a:rPr>
              <a:t>,</a:t>
            </a:r>
            <a:r>
              <a:rPr sz="3000" spc="-2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20" dirty="0">
                <a:solidFill>
                  <a:srgbClr val="FFFFFF"/>
                </a:solidFill>
                <a:latin typeface="Verdana"/>
                <a:cs typeface="Verdana"/>
              </a:rPr>
              <a:t>même</a:t>
            </a:r>
            <a:r>
              <a:rPr sz="30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b="1" spc="-95" dirty="0">
                <a:solidFill>
                  <a:srgbClr val="FFFFFF"/>
                </a:solidFill>
                <a:latin typeface="Tahoma"/>
                <a:cs typeface="Tahoma"/>
              </a:rPr>
              <a:t>taille</a:t>
            </a:r>
            <a:r>
              <a:rPr sz="3000" b="1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000" spc="-50" dirty="0">
                <a:solidFill>
                  <a:srgbClr val="FFFFFF"/>
                </a:solidFill>
                <a:latin typeface="Verdana"/>
                <a:cs typeface="Verdana"/>
              </a:rPr>
              <a:t>(nombre</a:t>
            </a:r>
            <a:r>
              <a:rPr sz="3000" spc="-2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25" dirty="0">
                <a:solidFill>
                  <a:srgbClr val="FFFFFF"/>
                </a:solidFill>
                <a:latin typeface="Verdana"/>
                <a:cs typeface="Verdana"/>
              </a:rPr>
              <a:t>d’arêtes)</a:t>
            </a:r>
            <a:r>
              <a:rPr sz="3000" spc="-2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5" dirty="0">
                <a:solidFill>
                  <a:srgbClr val="FFFFFF"/>
                </a:solidFill>
                <a:latin typeface="Verdana"/>
                <a:cs typeface="Verdana"/>
              </a:rPr>
              <a:t>et</a:t>
            </a:r>
            <a:r>
              <a:rPr sz="3000" spc="-1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155" dirty="0">
                <a:solidFill>
                  <a:srgbClr val="FFFFFF"/>
                </a:solidFill>
                <a:latin typeface="Verdana"/>
                <a:cs typeface="Verdana"/>
              </a:rPr>
              <a:t>les </a:t>
            </a:r>
            <a:r>
              <a:rPr sz="3000" spc="-10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16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135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3000" spc="-38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é</a:t>
            </a:r>
            <a:r>
              <a:rPr sz="3000" spc="-40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19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30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40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39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15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3000" spc="-13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3000" spc="-10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17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3000" spc="-40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16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275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3000" spc="-247" baseline="-20833" dirty="0">
                <a:solidFill>
                  <a:srgbClr val="FFFFFF"/>
                </a:solidFill>
                <a:latin typeface="Verdana"/>
                <a:cs typeface="Verdana"/>
              </a:rPr>
              <a:t>1</a:t>
            </a:r>
            <a:r>
              <a:rPr sz="3000" spc="352" baseline="-20833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39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12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3000" spc="-7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3000" spc="-17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30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229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30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40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10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ê</a:t>
            </a:r>
            <a:r>
              <a:rPr sz="3000" spc="-10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315" dirty="0">
                <a:solidFill>
                  <a:srgbClr val="FFFFFF"/>
                </a:solidFill>
                <a:latin typeface="Verdana"/>
                <a:cs typeface="Verdana"/>
              </a:rPr>
              <a:t>s  </a:t>
            </a:r>
            <a:r>
              <a:rPr sz="3000" spc="165" dirty="0">
                <a:solidFill>
                  <a:srgbClr val="FFFFFF"/>
                </a:solidFill>
                <a:latin typeface="Verdana"/>
                <a:cs typeface="Verdana"/>
              </a:rPr>
              <a:t>q</a:t>
            </a:r>
            <a:r>
              <a:rPr sz="3000" spc="-7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2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229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40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-2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19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135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3000" spc="-38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é</a:t>
            </a:r>
            <a:r>
              <a:rPr sz="3000" spc="-40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-2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16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40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-2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42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15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3000" spc="-10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3000" spc="-13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17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3000" spc="-40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-2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19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2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295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3000" spc="-240" baseline="-20833" dirty="0">
                <a:solidFill>
                  <a:srgbClr val="FFFFFF"/>
                </a:solidFill>
                <a:latin typeface="Verdana"/>
                <a:cs typeface="Verdana"/>
              </a:rPr>
              <a:t>2</a:t>
            </a:r>
            <a:r>
              <a:rPr sz="3000" spc="-265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3000" dirty="0">
              <a:latin typeface="Verdana"/>
              <a:cs typeface="Verdana"/>
            </a:endParaRPr>
          </a:p>
        </p:txBody>
      </p:sp>
      <p:pic>
        <p:nvPicPr>
          <p:cNvPr id="15" name="object 1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206751" y="5305425"/>
            <a:ext cx="5762244" cy="1539239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2529352" y="6510418"/>
            <a:ext cx="903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14" dirty="0">
                <a:solidFill>
                  <a:srgbClr val="FF0000"/>
                </a:solidFill>
                <a:latin typeface="Tahoma"/>
                <a:cs typeface="Tahoma"/>
              </a:rPr>
              <a:t>(3,3,3,3)</a:t>
            </a:r>
            <a:endParaRPr sz="1800" dirty="0">
              <a:latin typeface="Tahoma"/>
              <a:cs typeface="Tahoma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100" dirty="0"/>
              <a:t>22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4701046" y="6510418"/>
            <a:ext cx="903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14" dirty="0">
                <a:solidFill>
                  <a:srgbClr val="FF0000"/>
                </a:solidFill>
                <a:latin typeface="Tahoma"/>
                <a:cs typeface="Tahoma"/>
              </a:rPr>
              <a:t>(3,3,3,3)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872740" y="6502716"/>
            <a:ext cx="903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14" dirty="0">
                <a:solidFill>
                  <a:srgbClr val="FF0000"/>
                </a:solidFill>
                <a:latin typeface="Tahoma"/>
                <a:cs typeface="Tahoma"/>
              </a:rPr>
              <a:t>(3,3,3,3)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64205" y="1180600"/>
            <a:ext cx="8006715" cy="1854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6240" marR="5080" indent="-384175" algn="just">
              <a:lnSpc>
                <a:spcPct val="100000"/>
              </a:lnSpc>
              <a:spcBef>
                <a:spcPts val="100"/>
              </a:spcBef>
              <a:buClr>
                <a:srgbClr val="FF388C"/>
              </a:buClr>
              <a:buSzPct val="80000"/>
              <a:buFont typeface="Times New Roman"/>
              <a:buChar char="◉"/>
              <a:tabLst>
                <a:tab pos="396875" algn="l"/>
              </a:tabLst>
            </a:pPr>
            <a:r>
              <a:rPr sz="3000" spc="-25" dirty="0">
                <a:solidFill>
                  <a:srgbClr val="FFFFFF"/>
                </a:solidFill>
                <a:latin typeface="Verdana"/>
                <a:cs typeface="Verdana"/>
              </a:rPr>
              <a:t>La </a:t>
            </a:r>
            <a:r>
              <a:rPr sz="3000" spc="-20" dirty="0">
                <a:solidFill>
                  <a:srgbClr val="FFFFFF"/>
                </a:solidFill>
                <a:latin typeface="Verdana"/>
                <a:cs typeface="Verdana"/>
              </a:rPr>
              <a:t>matrice </a:t>
            </a:r>
            <a:r>
              <a:rPr sz="3000" b="1" spc="90" dirty="0">
                <a:solidFill>
                  <a:srgbClr val="FFFF00"/>
                </a:solidFill>
                <a:latin typeface="Tahoma"/>
                <a:cs typeface="Tahoma"/>
              </a:rPr>
              <a:t>d’adjacence </a:t>
            </a:r>
            <a:r>
              <a:rPr sz="3000" spc="-135" dirty="0">
                <a:solidFill>
                  <a:srgbClr val="FFFFFF"/>
                </a:solidFill>
                <a:latin typeface="Verdana"/>
                <a:cs typeface="Verdana"/>
              </a:rPr>
              <a:t>est </a:t>
            </a:r>
            <a:r>
              <a:rPr sz="3000" spc="-5" dirty="0">
                <a:solidFill>
                  <a:srgbClr val="FFFFFF"/>
                </a:solidFill>
                <a:latin typeface="Verdana"/>
                <a:cs typeface="Verdana"/>
              </a:rPr>
              <a:t>une </a:t>
            </a:r>
            <a:r>
              <a:rPr sz="3000" spc="-20" dirty="0">
                <a:solidFill>
                  <a:srgbClr val="FFFFFF"/>
                </a:solidFill>
                <a:latin typeface="Verdana"/>
                <a:cs typeface="Verdana"/>
              </a:rPr>
              <a:t>matrice </a:t>
            </a:r>
            <a:r>
              <a:rPr sz="3000" spc="-10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de </a:t>
            </a:r>
            <a:r>
              <a:rPr sz="3000" spc="-70" dirty="0">
                <a:solidFill>
                  <a:srgbClr val="FFFFFF"/>
                </a:solidFill>
                <a:latin typeface="Verdana"/>
                <a:cs typeface="Verdana"/>
              </a:rPr>
              <a:t>dimension </a:t>
            </a:r>
            <a:r>
              <a:rPr sz="3000" i="1" spc="-200" dirty="0">
                <a:solidFill>
                  <a:srgbClr val="FFFFFF"/>
                </a:solidFill>
                <a:latin typeface="Courier New"/>
                <a:cs typeface="Courier New"/>
              </a:rPr>
              <a:t>n</a:t>
            </a:r>
            <a:r>
              <a:rPr sz="3000" spc="-200" dirty="0">
                <a:solidFill>
                  <a:srgbClr val="FFFFFF"/>
                </a:solidFill>
                <a:latin typeface="Verdana"/>
                <a:cs typeface="Verdana"/>
              </a:rPr>
              <a:t>×</a:t>
            </a:r>
            <a:r>
              <a:rPr sz="3000" i="1" spc="-200" dirty="0">
                <a:solidFill>
                  <a:srgbClr val="FFFFFF"/>
                </a:solidFill>
                <a:latin typeface="Courier New"/>
                <a:cs typeface="Courier New"/>
              </a:rPr>
              <a:t>n </a:t>
            </a:r>
            <a:r>
              <a:rPr sz="3000" spc="-30" dirty="0">
                <a:solidFill>
                  <a:srgbClr val="FFFFFF"/>
                </a:solidFill>
                <a:latin typeface="Verdana"/>
                <a:cs typeface="Verdana"/>
              </a:rPr>
              <a:t>indiquant </a:t>
            </a:r>
            <a:r>
              <a:rPr sz="3000" spc="-50" dirty="0">
                <a:solidFill>
                  <a:srgbClr val="FFFFFF"/>
                </a:solidFill>
                <a:latin typeface="Verdana"/>
                <a:cs typeface="Verdana"/>
              </a:rPr>
              <a:t>le </a:t>
            </a:r>
            <a:r>
              <a:rPr sz="3000" spc="-15" dirty="0">
                <a:solidFill>
                  <a:srgbClr val="FFFFFF"/>
                </a:solidFill>
                <a:latin typeface="Verdana"/>
                <a:cs typeface="Verdana"/>
              </a:rPr>
              <a:t>nombre </a:t>
            </a:r>
            <a:r>
              <a:rPr sz="3000" spc="-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5" dirty="0">
                <a:solidFill>
                  <a:srgbClr val="FFFFFF"/>
                </a:solidFill>
                <a:latin typeface="Verdana"/>
                <a:cs typeface="Verdana"/>
              </a:rPr>
              <a:t>d’arêtes </a:t>
            </a:r>
            <a:r>
              <a:rPr sz="3000" spc="-65" dirty="0">
                <a:solidFill>
                  <a:srgbClr val="FFFFFF"/>
                </a:solidFill>
                <a:latin typeface="Verdana"/>
                <a:cs typeface="Verdana"/>
              </a:rPr>
              <a:t>entre </a:t>
            </a:r>
            <a:r>
              <a:rPr sz="3000" spc="-20" dirty="0">
                <a:solidFill>
                  <a:srgbClr val="FFFFFF"/>
                </a:solidFill>
                <a:latin typeface="Verdana"/>
                <a:cs typeface="Verdana"/>
              </a:rPr>
              <a:t>deux </a:t>
            </a:r>
            <a:r>
              <a:rPr sz="3000" spc="-145" dirty="0">
                <a:solidFill>
                  <a:srgbClr val="FFFFFF"/>
                </a:solidFill>
                <a:latin typeface="Verdana"/>
                <a:cs typeface="Verdana"/>
              </a:rPr>
              <a:t>sommets.</a:t>
            </a:r>
            <a:r>
              <a:rPr sz="30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85" dirty="0">
                <a:solidFill>
                  <a:srgbClr val="FFFFFF"/>
                </a:solidFill>
                <a:latin typeface="Verdana"/>
                <a:cs typeface="Verdana"/>
              </a:rPr>
              <a:t>Pour </a:t>
            </a:r>
            <a:r>
              <a:rPr sz="3000" spc="-155" dirty="0">
                <a:solidFill>
                  <a:srgbClr val="FFFFFF"/>
                </a:solidFill>
                <a:latin typeface="Verdana"/>
                <a:cs typeface="Verdana"/>
              </a:rPr>
              <a:t>les </a:t>
            </a:r>
            <a:r>
              <a:rPr sz="30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340" dirty="0">
                <a:solidFill>
                  <a:srgbClr val="FFFFFF"/>
                </a:solidFill>
                <a:latin typeface="Verdana"/>
                <a:cs typeface="Verdana"/>
              </a:rPr>
              <a:t>x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13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3000" spc="195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3000" spc="-229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30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40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-2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39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-10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3000" spc="-229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3000" spc="-100" dirty="0">
                <a:solidFill>
                  <a:srgbClr val="FFFFFF"/>
                </a:solidFill>
                <a:latin typeface="Verdana"/>
                <a:cs typeface="Verdana"/>
              </a:rPr>
              <a:t>v</a:t>
            </a:r>
            <a:r>
              <a:rPr sz="3000" spc="23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3000" spc="-7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3000" spc="-17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3000" spc="-265" dirty="0">
                <a:solidFill>
                  <a:srgbClr val="FFFFFF"/>
                </a:solidFill>
                <a:latin typeface="Verdana"/>
                <a:cs typeface="Verdana"/>
              </a:rPr>
              <a:t>,</a:t>
            </a:r>
            <a:r>
              <a:rPr sz="3000" spc="-2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10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3000" spc="15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3000" spc="-7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3000" spc="-40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-2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26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3000" spc="-130" dirty="0">
                <a:solidFill>
                  <a:srgbClr val="FFFFFF"/>
                </a:solidFill>
                <a:latin typeface="Verdana"/>
                <a:cs typeface="Verdana"/>
              </a:rPr>
              <a:t>v</a:t>
            </a:r>
            <a:r>
              <a:rPr sz="3000" spc="15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3000" spc="-7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3000" spc="-40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-2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535" dirty="0">
                <a:solidFill>
                  <a:srgbClr val="FFFFFF"/>
                </a:solidFill>
                <a:latin typeface="Verdana"/>
                <a:cs typeface="Verdana"/>
              </a:rPr>
              <a:t>:</a:t>
            </a:r>
            <a:endParaRPr sz="30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81482" y="641085"/>
            <a:ext cx="451612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10" dirty="0">
                <a:solidFill>
                  <a:srgbClr val="FF5697"/>
                </a:solidFill>
              </a:rPr>
              <a:t>M</a:t>
            </a:r>
            <a:r>
              <a:rPr sz="2200" spc="114" dirty="0">
                <a:solidFill>
                  <a:srgbClr val="FF5697"/>
                </a:solidFill>
              </a:rPr>
              <a:t>A</a:t>
            </a:r>
            <a:r>
              <a:rPr sz="2200" spc="-425" dirty="0">
                <a:solidFill>
                  <a:srgbClr val="FF5697"/>
                </a:solidFill>
              </a:rPr>
              <a:t>T</a:t>
            </a:r>
            <a:r>
              <a:rPr sz="2200" spc="-330" dirty="0">
                <a:solidFill>
                  <a:srgbClr val="FF5697"/>
                </a:solidFill>
              </a:rPr>
              <a:t>R</a:t>
            </a:r>
            <a:r>
              <a:rPr sz="2200" spc="-450" dirty="0">
                <a:solidFill>
                  <a:srgbClr val="FF5697"/>
                </a:solidFill>
              </a:rPr>
              <a:t>I</a:t>
            </a:r>
            <a:r>
              <a:rPr sz="2200" spc="240" dirty="0">
                <a:solidFill>
                  <a:srgbClr val="FF5697"/>
                </a:solidFill>
              </a:rPr>
              <a:t>C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30" dirty="0">
                <a:solidFill>
                  <a:srgbClr val="FF5697"/>
                </a:solidFill>
              </a:rPr>
              <a:t> </a:t>
            </a:r>
            <a:r>
              <a:rPr sz="2200" spc="114" dirty="0">
                <a:solidFill>
                  <a:srgbClr val="FF5697"/>
                </a:solidFill>
              </a:rPr>
              <a:t>A</a:t>
            </a:r>
            <a:r>
              <a:rPr sz="2200" spc="-280" dirty="0">
                <a:solidFill>
                  <a:srgbClr val="FF5697"/>
                </a:solidFill>
              </a:rPr>
              <a:t>S</a:t>
            </a:r>
            <a:r>
              <a:rPr sz="2200" spc="-254" dirty="0">
                <a:solidFill>
                  <a:srgbClr val="FF5697"/>
                </a:solidFill>
              </a:rPr>
              <a:t>S</a:t>
            </a:r>
            <a:r>
              <a:rPr sz="2200" spc="150" dirty="0">
                <a:solidFill>
                  <a:srgbClr val="FF5697"/>
                </a:solidFill>
              </a:rPr>
              <a:t>O</a:t>
            </a:r>
            <a:r>
              <a:rPr sz="2200" spc="260" dirty="0">
                <a:solidFill>
                  <a:srgbClr val="FF5697"/>
                </a:solidFill>
              </a:rPr>
              <a:t>C</a:t>
            </a:r>
            <a:r>
              <a:rPr sz="2200" spc="-475" dirty="0">
                <a:solidFill>
                  <a:srgbClr val="FF5697"/>
                </a:solidFill>
              </a:rPr>
              <a:t>I</a:t>
            </a:r>
            <a:r>
              <a:rPr sz="2200" spc="-215" dirty="0">
                <a:solidFill>
                  <a:srgbClr val="FF5697"/>
                </a:solidFill>
              </a:rPr>
              <a:t>EE</a:t>
            </a:r>
            <a:r>
              <a:rPr sz="2200" spc="10" dirty="0">
                <a:solidFill>
                  <a:srgbClr val="FF5697"/>
                </a:solidFill>
              </a:rPr>
              <a:t> </a:t>
            </a:r>
            <a:r>
              <a:rPr sz="2200" spc="114" dirty="0">
                <a:solidFill>
                  <a:srgbClr val="FF5697"/>
                </a:solidFill>
              </a:rPr>
              <a:t>A</a:t>
            </a:r>
            <a:r>
              <a:rPr sz="2200" spc="-30" dirty="0">
                <a:solidFill>
                  <a:srgbClr val="FF5697"/>
                </a:solidFill>
              </a:rPr>
              <a:t> </a:t>
            </a:r>
            <a:r>
              <a:rPr sz="2200" spc="-225" dirty="0">
                <a:solidFill>
                  <a:srgbClr val="FF5697"/>
                </a:solidFill>
              </a:rPr>
              <a:t>U</a:t>
            </a:r>
            <a:r>
              <a:rPr sz="2200" spc="-75" dirty="0">
                <a:solidFill>
                  <a:srgbClr val="FF5697"/>
                </a:solidFill>
              </a:rPr>
              <a:t>N</a:t>
            </a:r>
            <a:r>
              <a:rPr sz="2200" spc="-30" dirty="0">
                <a:solidFill>
                  <a:srgbClr val="FF5697"/>
                </a:solidFill>
              </a:rPr>
              <a:t> </a:t>
            </a:r>
            <a:r>
              <a:rPr sz="2200" spc="204" dirty="0">
                <a:solidFill>
                  <a:srgbClr val="FF5697"/>
                </a:solidFill>
              </a:rPr>
              <a:t>G</a:t>
            </a:r>
            <a:r>
              <a:rPr sz="2200" spc="-330" dirty="0">
                <a:solidFill>
                  <a:srgbClr val="FF5697"/>
                </a:solidFill>
              </a:rPr>
              <a:t>R</a:t>
            </a:r>
            <a:r>
              <a:rPr sz="2200" spc="114" dirty="0">
                <a:solidFill>
                  <a:srgbClr val="FF5697"/>
                </a:solidFill>
              </a:rPr>
              <a:t>A</a:t>
            </a:r>
            <a:r>
              <a:rPr sz="2200" spc="-225" dirty="0">
                <a:solidFill>
                  <a:srgbClr val="FF5697"/>
                </a:solidFill>
              </a:rPr>
              <a:t>P</a:t>
            </a:r>
            <a:r>
              <a:rPr sz="2200" spc="-215" dirty="0">
                <a:solidFill>
                  <a:srgbClr val="FF5697"/>
                </a:solidFill>
              </a:rPr>
              <a:t>HE</a:t>
            </a:r>
            <a:endParaRPr sz="2200"/>
          </a:p>
        </p:txBody>
      </p:sp>
      <p:grpSp>
        <p:nvGrpSpPr>
          <p:cNvPr id="4" name="object 4"/>
          <p:cNvGrpSpPr/>
          <p:nvPr/>
        </p:nvGrpSpPr>
        <p:grpSpPr>
          <a:xfrm>
            <a:off x="772668" y="3689603"/>
            <a:ext cx="9144000" cy="3519170"/>
            <a:chOff x="772668" y="3689603"/>
            <a:chExt cx="9144000" cy="351917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3627" y="3694175"/>
              <a:ext cx="4331207" cy="8534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31892" y="3689603"/>
              <a:ext cx="4626864" cy="8991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3779519"/>
              <a:ext cx="9143999" cy="34290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1812" y="3781043"/>
              <a:ext cx="5925311" cy="102412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33627" y="3779519"/>
              <a:ext cx="4331207" cy="199186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231892" y="3779519"/>
              <a:ext cx="4626864" cy="2081783"/>
            </a:xfrm>
            <a:prstGeom prst="rect">
              <a:avLst/>
            </a:prstGeom>
          </p:spPr>
        </p:pic>
      </p:grp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100" dirty="0"/>
              <a:t>23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81482" y="641085"/>
            <a:ext cx="451612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10" dirty="0">
                <a:solidFill>
                  <a:srgbClr val="FF5697"/>
                </a:solidFill>
              </a:rPr>
              <a:t>M</a:t>
            </a:r>
            <a:r>
              <a:rPr sz="2200" spc="114" dirty="0">
                <a:solidFill>
                  <a:srgbClr val="FF5697"/>
                </a:solidFill>
              </a:rPr>
              <a:t>A</a:t>
            </a:r>
            <a:r>
              <a:rPr sz="2200" spc="-425" dirty="0">
                <a:solidFill>
                  <a:srgbClr val="FF5697"/>
                </a:solidFill>
              </a:rPr>
              <a:t>T</a:t>
            </a:r>
            <a:r>
              <a:rPr sz="2200" spc="-330" dirty="0">
                <a:solidFill>
                  <a:srgbClr val="FF5697"/>
                </a:solidFill>
              </a:rPr>
              <a:t>R</a:t>
            </a:r>
            <a:r>
              <a:rPr sz="2200" spc="-450" dirty="0">
                <a:solidFill>
                  <a:srgbClr val="FF5697"/>
                </a:solidFill>
              </a:rPr>
              <a:t>I</a:t>
            </a:r>
            <a:r>
              <a:rPr sz="2200" spc="240" dirty="0">
                <a:solidFill>
                  <a:srgbClr val="FF5697"/>
                </a:solidFill>
              </a:rPr>
              <a:t>C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30" dirty="0">
                <a:solidFill>
                  <a:srgbClr val="FF5697"/>
                </a:solidFill>
              </a:rPr>
              <a:t> </a:t>
            </a:r>
            <a:r>
              <a:rPr sz="2200" spc="114" dirty="0">
                <a:solidFill>
                  <a:srgbClr val="FF5697"/>
                </a:solidFill>
              </a:rPr>
              <a:t>A</a:t>
            </a:r>
            <a:r>
              <a:rPr sz="2200" spc="-280" dirty="0">
                <a:solidFill>
                  <a:srgbClr val="FF5697"/>
                </a:solidFill>
              </a:rPr>
              <a:t>S</a:t>
            </a:r>
            <a:r>
              <a:rPr sz="2200" spc="-254" dirty="0">
                <a:solidFill>
                  <a:srgbClr val="FF5697"/>
                </a:solidFill>
              </a:rPr>
              <a:t>S</a:t>
            </a:r>
            <a:r>
              <a:rPr sz="2200" spc="150" dirty="0">
                <a:solidFill>
                  <a:srgbClr val="FF5697"/>
                </a:solidFill>
              </a:rPr>
              <a:t>O</a:t>
            </a:r>
            <a:r>
              <a:rPr sz="2200" spc="260" dirty="0">
                <a:solidFill>
                  <a:srgbClr val="FF5697"/>
                </a:solidFill>
              </a:rPr>
              <a:t>C</a:t>
            </a:r>
            <a:r>
              <a:rPr sz="2200" spc="-475" dirty="0">
                <a:solidFill>
                  <a:srgbClr val="FF5697"/>
                </a:solidFill>
              </a:rPr>
              <a:t>I</a:t>
            </a:r>
            <a:r>
              <a:rPr sz="2200" spc="-215" dirty="0">
                <a:solidFill>
                  <a:srgbClr val="FF5697"/>
                </a:solidFill>
              </a:rPr>
              <a:t>EE</a:t>
            </a:r>
            <a:r>
              <a:rPr sz="2200" spc="10" dirty="0">
                <a:solidFill>
                  <a:srgbClr val="FF5697"/>
                </a:solidFill>
              </a:rPr>
              <a:t> </a:t>
            </a:r>
            <a:r>
              <a:rPr sz="2200" spc="114" dirty="0">
                <a:solidFill>
                  <a:srgbClr val="FF5697"/>
                </a:solidFill>
              </a:rPr>
              <a:t>A</a:t>
            </a:r>
            <a:r>
              <a:rPr sz="2200" spc="-30" dirty="0">
                <a:solidFill>
                  <a:srgbClr val="FF5697"/>
                </a:solidFill>
              </a:rPr>
              <a:t> </a:t>
            </a:r>
            <a:r>
              <a:rPr sz="2200" spc="-225" dirty="0">
                <a:solidFill>
                  <a:srgbClr val="FF5697"/>
                </a:solidFill>
              </a:rPr>
              <a:t>U</a:t>
            </a:r>
            <a:r>
              <a:rPr sz="2200" spc="-75" dirty="0">
                <a:solidFill>
                  <a:srgbClr val="FF5697"/>
                </a:solidFill>
              </a:rPr>
              <a:t>N</a:t>
            </a:r>
            <a:r>
              <a:rPr sz="2200" spc="-30" dirty="0">
                <a:solidFill>
                  <a:srgbClr val="FF5697"/>
                </a:solidFill>
              </a:rPr>
              <a:t> </a:t>
            </a:r>
            <a:r>
              <a:rPr sz="2200" spc="204" dirty="0">
                <a:solidFill>
                  <a:srgbClr val="FF5697"/>
                </a:solidFill>
              </a:rPr>
              <a:t>G</a:t>
            </a:r>
            <a:r>
              <a:rPr sz="2200" spc="-330" dirty="0">
                <a:solidFill>
                  <a:srgbClr val="FF5697"/>
                </a:solidFill>
              </a:rPr>
              <a:t>R</a:t>
            </a:r>
            <a:r>
              <a:rPr sz="2200" spc="114" dirty="0">
                <a:solidFill>
                  <a:srgbClr val="FF5697"/>
                </a:solidFill>
              </a:rPr>
              <a:t>A</a:t>
            </a:r>
            <a:r>
              <a:rPr sz="2200" spc="-225" dirty="0">
                <a:solidFill>
                  <a:srgbClr val="FF5697"/>
                </a:solidFill>
              </a:rPr>
              <a:t>P</a:t>
            </a:r>
            <a:r>
              <a:rPr sz="2200" spc="-215" dirty="0">
                <a:solidFill>
                  <a:srgbClr val="FF5697"/>
                </a:solidFill>
              </a:rPr>
              <a:t>HE</a:t>
            </a:r>
            <a:endParaRPr sz="2200"/>
          </a:p>
        </p:txBody>
      </p:sp>
      <p:grpSp>
        <p:nvGrpSpPr>
          <p:cNvPr id="3" name="object 3"/>
          <p:cNvGrpSpPr/>
          <p:nvPr/>
        </p:nvGrpSpPr>
        <p:grpSpPr>
          <a:xfrm>
            <a:off x="772668" y="3779519"/>
            <a:ext cx="9144000" cy="3429000"/>
            <a:chOff x="772668" y="3779519"/>
            <a:chExt cx="9144000" cy="3429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2668" y="3779520"/>
              <a:ext cx="9143999" cy="34290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1812" y="3781044"/>
              <a:ext cx="5925311" cy="10241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055583" y="1306164"/>
            <a:ext cx="8555355" cy="4708525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396240" indent="-384175">
              <a:lnSpc>
                <a:spcPct val="100000"/>
              </a:lnSpc>
              <a:spcBef>
                <a:spcPts val="1300"/>
              </a:spcBef>
              <a:buClr>
                <a:srgbClr val="FF388C"/>
              </a:buClr>
              <a:buSzPct val="80000"/>
              <a:buFont typeface="Times New Roman"/>
              <a:buChar char="◉"/>
              <a:tabLst>
                <a:tab pos="396240" algn="l"/>
                <a:tab pos="396875" algn="l"/>
              </a:tabLst>
            </a:pPr>
            <a:r>
              <a:rPr sz="2000" spc="-50" dirty="0">
                <a:solidFill>
                  <a:srgbClr val="FFFFFF"/>
                </a:solidFill>
                <a:latin typeface="Verdana"/>
                <a:cs typeface="Verdana"/>
              </a:rPr>
              <a:t>Dans</a:t>
            </a:r>
            <a:r>
              <a:rPr sz="2000" spc="-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35" dirty="0">
                <a:solidFill>
                  <a:srgbClr val="FFFFFF"/>
                </a:solidFill>
                <a:latin typeface="Verdana"/>
                <a:cs typeface="Verdana"/>
              </a:rPr>
              <a:t>le</a:t>
            </a:r>
            <a:r>
              <a:rPr sz="2000" spc="-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50" dirty="0">
                <a:solidFill>
                  <a:srgbClr val="FFFFFF"/>
                </a:solidFill>
                <a:latin typeface="Verdana"/>
                <a:cs typeface="Verdana"/>
              </a:rPr>
              <a:t>cas</a:t>
            </a:r>
            <a:r>
              <a:rPr sz="2000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50" dirty="0">
                <a:solidFill>
                  <a:srgbClr val="FFFFFF"/>
                </a:solidFill>
                <a:latin typeface="Verdana"/>
                <a:cs typeface="Verdana"/>
              </a:rPr>
              <a:t>d’un</a:t>
            </a:r>
            <a:r>
              <a:rPr sz="2000" spc="-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25" dirty="0">
                <a:solidFill>
                  <a:srgbClr val="FFFFFF"/>
                </a:solidFill>
                <a:latin typeface="Verdana"/>
                <a:cs typeface="Verdana"/>
              </a:rPr>
              <a:t>graphe</a:t>
            </a:r>
            <a:r>
              <a:rPr sz="2000" spc="-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non</a:t>
            </a:r>
            <a:r>
              <a:rPr sz="2000" spc="-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55" dirty="0">
                <a:solidFill>
                  <a:srgbClr val="FFFFFF"/>
                </a:solidFill>
                <a:latin typeface="Verdana"/>
                <a:cs typeface="Verdana"/>
              </a:rPr>
              <a:t>orienté,</a:t>
            </a:r>
            <a:r>
              <a:rPr sz="20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5" dirty="0">
                <a:solidFill>
                  <a:srgbClr val="FFFFFF"/>
                </a:solidFill>
                <a:latin typeface="Verdana"/>
                <a:cs typeface="Verdana"/>
              </a:rPr>
              <a:t>la</a:t>
            </a:r>
            <a:r>
              <a:rPr sz="2000" spc="-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5" dirty="0">
                <a:solidFill>
                  <a:srgbClr val="FFFFFF"/>
                </a:solidFill>
                <a:latin typeface="Verdana"/>
                <a:cs typeface="Verdana"/>
              </a:rPr>
              <a:t>matrice</a:t>
            </a:r>
            <a:r>
              <a:rPr sz="2000" spc="-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00" dirty="0">
                <a:solidFill>
                  <a:srgbClr val="FFFFFF"/>
                </a:solidFill>
                <a:latin typeface="Verdana"/>
                <a:cs typeface="Verdana"/>
              </a:rPr>
              <a:t>d’adjacence</a:t>
            </a:r>
            <a:r>
              <a:rPr sz="2000" spc="-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95" dirty="0">
                <a:solidFill>
                  <a:srgbClr val="FFFFFF"/>
                </a:solidFill>
                <a:latin typeface="Verdana"/>
                <a:cs typeface="Verdana"/>
              </a:rPr>
              <a:t>est</a:t>
            </a:r>
            <a:endParaRPr sz="2000">
              <a:latin typeface="Verdana"/>
              <a:cs typeface="Verdana"/>
            </a:endParaRPr>
          </a:p>
          <a:p>
            <a:pPr marL="396240">
              <a:lnSpc>
                <a:spcPct val="100000"/>
              </a:lnSpc>
              <a:spcBef>
                <a:spcPts val="1195"/>
              </a:spcBef>
            </a:pPr>
            <a:r>
              <a:rPr sz="2000" b="1" spc="-65" dirty="0">
                <a:solidFill>
                  <a:srgbClr val="FFFFFF"/>
                </a:solidFill>
                <a:latin typeface="Tahoma"/>
                <a:cs typeface="Tahoma"/>
              </a:rPr>
              <a:t>symétrique</a:t>
            </a:r>
            <a:endParaRPr sz="2000">
              <a:latin typeface="Tahoma"/>
              <a:cs typeface="Tahoma"/>
            </a:endParaRPr>
          </a:p>
          <a:p>
            <a:pPr marL="396240" marR="5080" indent="-384175" algn="just">
              <a:lnSpc>
                <a:spcPct val="150000"/>
              </a:lnSpc>
              <a:spcBef>
                <a:spcPts val="484"/>
              </a:spcBef>
              <a:buClr>
                <a:srgbClr val="FF388C"/>
              </a:buClr>
              <a:buSzPct val="80000"/>
              <a:buFont typeface="Times New Roman"/>
              <a:buChar char="◉"/>
              <a:tabLst>
                <a:tab pos="396875" algn="l"/>
              </a:tabLst>
            </a:pPr>
            <a:r>
              <a:rPr sz="2000" spc="-55" dirty="0">
                <a:solidFill>
                  <a:srgbClr val="FFFFFF"/>
                </a:solidFill>
                <a:latin typeface="Verdana"/>
                <a:cs typeface="Verdana"/>
              </a:rPr>
              <a:t>Pour </a:t>
            </a:r>
            <a:r>
              <a:rPr sz="2000" spc="-50" dirty="0">
                <a:solidFill>
                  <a:srgbClr val="FFFFFF"/>
                </a:solidFill>
                <a:latin typeface="Verdana"/>
                <a:cs typeface="Verdana"/>
              </a:rPr>
              <a:t>un </a:t>
            </a:r>
            <a:r>
              <a:rPr sz="2000" spc="25" dirty="0">
                <a:solidFill>
                  <a:srgbClr val="FFFFFF"/>
                </a:solidFill>
                <a:latin typeface="Verdana"/>
                <a:cs typeface="Verdana"/>
              </a:rPr>
              <a:t>graphe </a:t>
            </a:r>
            <a:r>
              <a:rPr sz="2000" spc="5" dirty="0">
                <a:solidFill>
                  <a:srgbClr val="FFFFFF"/>
                </a:solidFill>
                <a:latin typeface="Verdana"/>
                <a:cs typeface="Verdana"/>
              </a:rPr>
              <a:t>non </a:t>
            </a:r>
            <a:r>
              <a:rPr sz="2000" spc="-55" dirty="0">
                <a:solidFill>
                  <a:srgbClr val="FFFFFF"/>
                </a:solidFill>
                <a:latin typeface="Verdana"/>
                <a:cs typeface="Verdana"/>
              </a:rPr>
              <a:t>orienté, </a:t>
            </a:r>
            <a:r>
              <a:rPr sz="2000" spc="30" dirty="0">
                <a:solidFill>
                  <a:srgbClr val="FFFFFF"/>
                </a:solidFill>
                <a:latin typeface="Verdana"/>
                <a:cs typeface="Verdana"/>
              </a:rPr>
              <a:t>ne </a:t>
            </a:r>
            <a:r>
              <a:rPr sz="2000" spc="10" dirty="0">
                <a:solidFill>
                  <a:srgbClr val="FFFFFF"/>
                </a:solidFill>
                <a:latin typeface="Verdana"/>
                <a:cs typeface="Verdana"/>
              </a:rPr>
              <a:t>comportant </a:t>
            </a:r>
            <a:r>
              <a:rPr sz="2000" u="heavy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pas </a:t>
            </a:r>
            <a:r>
              <a:rPr sz="2000" u="heavy" spc="1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de </a:t>
            </a:r>
            <a:r>
              <a:rPr sz="2000" u="heavy" spc="2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boucle</a:t>
            </a:r>
            <a:r>
              <a:rPr sz="2000" spc="25" dirty="0">
                <a:solidFill>
                  <a:srgbClr val="FFFFFF"/>
                </a:solidFill>
                <a:latin typeface="Verdana"/>
                <a:cs typeface="Verdana"/>
              </a:rPr>
              <a:t>. </a:t>
            </a:r>
            <a:r>
              <a:rPr sz="2000" spc="60" dirty="0">
                <a:solidFill>
                  <a:srgbClr val="FFFFFF"/>
                </a:solidFill>
                <a:latin typeface="Verdana"/>
                <a:cs typeface="Verdana"/>
              </a:rPr>
              <a:t>On </a:t>
            </a:r>
            <a:r>
              <a:rPr sz="2000" spc="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FFFFFF"/>
                </a:solidFill>
                <a:latin typeface="Verdana"/>
                <a:cs typeface="Verdana"/>
              </a:rPr>
              <a:t>peut</a:t>
            </a:r>
            <a:r>
              <a:rPr sz="20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80" dirty="0">
                <a:solidFill>
                  <a:srgbClr val="FFFFFF"/>
                </a:solidFill>
                <a:latin typeface="Verdana"/>
                <a:cs typeface="Verdana"/>
              </a:rPr>
              <a:t>retrouver</a:t>
            </a:r>
            <a:r>
              <a:rPr sz="20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Verdana"/>
                <a:cs typeface="Verdana"/>
              </a:rPr>
              <a:t>le</a:t>
            </a:r>
            <a:r>
              <a:rPr sz="20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30" dirty="0">
                <a:solidFill>
                  <a:srgbClr val="FFFFFF"/>
                </a:solidFill>
                <a:latin typeface="Verdana"/>
                <a:cs typeface="Verdana"/>
              </a:rPr>
              <a:t>degré</a:t>
            </a:r>
            <a:r>
              <a:rPr sz="20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50" dirty="0">
                <a:solidFill>
                  <a:srgbClr val="FFFFFF"/>
                </a:solidFill>
                <a:latin typeface="Verdana"/>
                <a:cs typeface="Verdana"/>
              </a:rPr>
              <a:t>d’un</a:t>
            </a:r>
            <a:r>
              <a:rPr sz="20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55" dirty="0">
                <a:solidFill>
                  <a:srgbClr val="FFFFFF"/>
                </a:solidFill>
                <a:latin typeface="Verdana"/>
                <a:cs typeface="Verdana"/>
              </a:rPr>
              <a:t>sommet</a:t>
            </a:r>
            <a:r>
              <a:rPr sz="20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65" dirty="0">
                <a:solidFill>
                  <a:srgbClr val="FFFFFF"/>
                </a:solidFill>
                <a:latin typeface="Verdana"/>
                <a:cs typeface="Verdana"/>
              </a:rPr>
              <a:t>à</a:t>
            </a:r>
            <a:r>
              <a:rPr sz="20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85" dirty="0">
                <a:solidFill>
                  <a:srgbClr val="FFFFFF"/>
                </a:solidFill>
                <a:latin typeface="Verdana"/>
                <a:cs typeface="Verdana"/>
              </a:rPr>
              <a:t>partir</a:t>
            </a:r>
            <a:r>
              <a:rPr sz="20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20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5" dirty="0">
                <a:solidFill>
                  <a:srgbClr val="FFFFFF"/>
                </a:solidFill>
                <a:latin typeface="Verdana"/>
                <a:cs typeface="Verdana"/>
              </a:rPr>
              <a:t>la</a:t>
            </a:r>
            <a:r>
              <a:rPr sz="20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30" dirty="0">
                <a:solidFill>
                  <a:srgbClr val="FFFFFF"/>
                </a:solidFill>
                <a:latin typeface="Verdana"/>
                <a:cs typeface="Verdana"/>
              </a:rPr>
              <a:t>matrice.</a:t>
            </a:r>
            <a:r>
              <a:rPr sz="20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270" dirty="0">
                <a:solidFill>
                  <a:srgbClr val="FFFFFF"/>
                </a:solidFill>
                <a:latin typeface="Verdana"/>
                <a:cs typeface="Verdana"/>
              </a:rPr>
              <a:t>Il</a:t>
            </a:r>
            <a:r>
              <a:rPr sz="20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30" dirty="0">
                <a:solidFill>
                  <a:srgbClr val="FFFFFF"/>
                </a:solidFill>
                <a:latin typeface="Verdana"/>
                <a:cs typeface="Verdana"/>
              </a:rPr>
              <a:t>suffit </a:t>
            </a:r>
            <a:r>
              <a:rPr sz="2000" spc="-6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de 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faire </a:t>
            </a:r>
            <a:r>
              <a:rPr sz="2000" spc="5" dirty="0">
                <a:solidFill>
                  <a:srgbClr val="FFFFFF"/>
                </a:solidFill>
                <a:latin typeface="Verdana"/>
                <a:cs typeface="Verdana"/>
              </a:rPr>
              <a:t>la 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somme </a:t>
            </a:r>
            <a:r>
              <a:rPr sz="2000" spc="-10" dirty="0">
                <a:solidFill>
                  <a:srgbClr val="FFFFFF"/>
                </a:solidFill>
                <a:latin typeface="Verdana"/>
                <a:cs typeface="Verdana"/>
              </a:rPr>
              <a:t>des </a:t>
            </a:r>
            <a:r>
              <a:rPr sz="2000" spc="-5" dirty="0">
                <a:solidFill>
                  <a:srgbClr val="FFFFFF"/>
                </a:solidFill>
                <a:latin typeface="Verdana"/>
                <a:cs typeface="Verdana"/>
              </a:rPr>
              <a:t>coefficients 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de </a:t>
            </a:r>
            <a:r>
              <a:rPr sz="2000" b="1" spc="40" dirty="0">
                <a:solidFill>
                  <a:srgbClr val="FFFFFF"/>
                </a:solidFill>
                <a:latin typeface="Tahoma"/>
                <a:cs typeface="Tahoma"/>
              </a:rPr>
              <a:t>M</a:t>
            </a:r>
            <a:r>
              <a:rPr sz="1200" b="1" spc="4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200" b="1" spc="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195" dirty="0">
                <a:solidFill>
                  <a:srgbClr val="FFFFFF"/>
                </a:solidFill>
                <a:latin typeface="Verdana"/>
                <a:cs typeface="Verdana"/>
              </a:rPr>
              <a:t>sur </a:t>
            </a:r>
            <a:r>
              <a:rPr sz="2000" spc="-5" dirty="0">
                <a:solidFill>
                  <a:srgbClr val="FFFFFF"/>
                </a:solidFill>
                <a:latin typeface="Verdana"/>
                <a:cs typeface="Verdana"/>
              </a:rPr>
              <a:t>la </a:t>
            </a:r>
            <a:r>
              <a:rPr sz="2000" spc="-30" dirty="0">
                <a:solidFill>
                  <a:srgbClr val="FFFFFF"/>
                </a:solidFill>
                <a:latin typeface="Verdana"/>
                <a:cs typeface="Verdana"/>
              </a:rPr>
              <a:t>ligne </a:t>
            </a:r>
            <a:r>
              <a:rPr sz="2000" spc="-60" dirty="0">
                <a:solidFill>
                  <a:srgbClr val="FFFFFF"/>
                </a:solidFill>
                <a:latin typeface="Verdana"/>
                <a:cs typeface="Verdana"/>
              </a:rPr>
              <a:t>(ou </a:t>
            </a:r>
            <a:r>
              <a:rPr sz="2000" spc="-190" dirty="0">
                <a:solidFill>
                  <a:srgbClr val="FFFFFF"/>
                </a:solidFill>
                <a:latin typeface="Verdana"/>
                <a:cs typeface="Verdana"/>
              </a:rPr>
              <a:t>sur </a:t>
            </a:r>
            <a:r>
              <a:rPr sz="2000" spc="5" dirty="0">
                <a:solidFill>
                  <a:srgbClr val="FFFFFF"/>
                </a:solidFill>
                <a:latin typeface="Verdana"/>
                <a:cs typeface="Verdana"/>
              </a:rPr>
              <a:t>la </a:t>
            </a:r>
            <a:r>
              <a:rPr sz="2000" spc="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Verdana"/>
                <a:cs typeface="Verdana"/>
              </a:rPr>
              <a:t>colonne).</a:t>
            </a:r>
            <a:endParaRPr sz="2000">
              <a:latin typeface="Verdana"/>
              <a:cs typeface="Verdana"/>
            </a:endParaRPr>
          </a:p>
          <a:p>
            <a:pPr marL="289560" algn="just">
              <a:lnSpc>
                <a:spcPct val="100000"/>
              </a:lnSpc>
              <a:spcBef>
                <a:spcPts val="1680"/>
              </a:spcBef>
            </a:pP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000" spc="-210" dirty="0">
                <a:solidFill>
                  <a:srgbClr val="FFFFFF"/>
                </a:solidFill>
                <a:latin typeface="Verdana"/>
                <a:cs typeface="Verdana"/>
              </a:rPr>
              <a:t>(</a:t>
            </a:r>
            <a:r>
              <a:rPr sz="2000" spc="15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-170" dirty="0">
                <a:solidFill>
                  <a:srgbClr val="FFFFFF"/>
                </a:solidFill>
                <a:latin typeface="Verdana"/>
                <a:cs typeface="Verdana"/>
              </a:rPr>
              <a:t>)</a:t>
            </a:r>
            <a:r>
              <a:rPr sz="2000" spc="-425" dirty="0">
                <a:solidFill>
                  <a:srgbClr val="FFFFFF"/>
                </a:solidFill>
                <a:latin typeface="Verdana"/>
                <a:cs typeface="Verdana"/>
              </a:rPr>
              <a:t>=</a:t>
            </a:r>
            <a:r>
              <a:rPr sz="20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0</a:t>
            </a:r>
            <a:r>
              <a:rPr sz="2000" spc="-420" dirty="0">
                <a:solidFill>
                  <a:srgbClr val="FFFFFF"/>
                </a:solidFill>
                <a:latin typeface="Verdana"/>
                <a:cs typeface="Verdana"/>
              </a:rPr>
              <a:t>+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1</a:t>
            </a:r>
            <a:r>
              <a:rPr sz="2000" spc="-420" dirty="0">
                <a:solidFill>
                  <a:srgbClr val="FFFFFF"/>
                </a:solidFill>
                <a:latin typeface="Verdana"/>
                <a:cs typeface="Verdana"/>
              </a:rPr>
              <a:t>+</a:t>
            </a:r>
            <a:r>
              <a:rPr sz="2000" spc="-175" dirty="0">
                <a:solidFill>
                  <a:srgbClr val="FFFFFF"/>
                </a:solidFill>
                <a:latin typeface="Verdana"/>
                <a:cs typeface="Verdana"/>
              </a:rPr>
              <a:t>1</a:t>
            </a:r>
            <a:r>
              <a:rPr sz="2000" spc="-420" dirty="0">
                <a:solidFill>
                  <a:srgbClr val="FFFFFF"/>
                </a:solidFill>
                <a:latin typeface="Verdana"/>
                <a:cs typeface="Verdana"/>
              </a:rPr>
              <a:t>+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1</a:t>
            </a:r>
            <a:r>
              <a:rPr sz="2000" spc="-420" dirty="0">
                <a:solidFill>
                  <a:srgbClr val="FFFFFF"/>
                </a:solidFill>
                <a:latin typeface="Verdana"/>
                <a:cs typeface="Verdana"/>
              </a:rPr>
              <a:t>=</a:t>
            </a:r>
            <a:r>
              <a:rPr sz="2000" spc="-165" dirty="0">
                <a:solidFill>
                  <a:srgbClr val="FFFFFF"/>
                </a:solidFill>
                <a:latin typeface="Verdana"/>
                <a:cs typeface="Verdana"/>
              </a:rPr>
              <a:t>3</a:t>
            </a:r>
            <a:r>
              <a:rPr sz="2000" spc="-1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355" dirty="0">
                <a:solidFill>
                  <a:srgbClr val="FFFFFF"/>
                </a:solidFill>
                <a:latin typeface="Verdana"/>
                <a:cs typeface="Verdana"/>
              </a:rPr>
              <a:t>;</a:t>
            </a:r>
            <a:r>
              <a:rPr sz="20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3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000" spc="-210" dirty="0">
                <a:solidFill>
                  <a:srgbClr val="FFFFFF"/>
                </a:solidFill>
                <a:latin typeface="Verdana"/>
                <a:cs typeface="Verdana"/>
              </a:rPr>
              <a:t>(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000" spc="-170" dirty="0">
                <a:solidFill>
                  <a:srgbClr val="FFFFFF"/>
                </a:solidFill>
                <a:latin typeface="Verdana"/>
                <a:cs typeface="Verdana"/>
              </a:rPr>
              <a:t>)</a:t>
            </a:r>
            <a:r>
              <a:rPr sz="2000" spc="-440" dirty="0">
                <a:solidFill>
                  <a:srgbClr val="FFFFFF"/>
                </a:solidFill>
                <a:latin typeface="Verdana"/>
                <a:cs typeface="Verdana"/>
              </a:rPr>
              <a:t>=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1</a:t>
            </a:r>
            <a:r>
              <a:rPr sz="2000" spc="-420" dirty="0">
                <a:solidFill>
                  <a:srgbClr val="FFFFFF"/>
                </a:solidFill>
                <a:latin typeface="Verdana"/>
                <a:cs typeface="Verdana"/>
              </a:rPr>
              <a:t>+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1</a:t>
            </a:r>
            <a:r>
              <a:rPr sz="2000" spc="-440" dirty="0">
                <a:solidFill>
                  <a:srgbClr val="FFFFFF"/>
                </a:solidFill>
                <a:latin typeface="Verdana"/>
                <a:cs typeface="Verdana"/>
              </a:rPr>
              <a:t>=</a:t>
            </a:r>
            <a:r>
              <a:rPr sz="2000" spc="-165" dirty="0">
                <a:solidFill>
                  <a:srgbClr val="FFFFFF"/>
                </a:solidFill>
                <a:latin typeface="Verdana"/>
                <a:cs typeface="Verdana"/>
              </a:rPr>
              <a:t>2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450">
              <a:latin typeface="Verdana"/>
              <a:cs typeface="Verdana"/>
            </a:endParaRPr>
          </a:p>
          <a:p>
            <a:pPr marL="142240" marR="122555" algn="just">
              <a:lnSpc>
                <a:spcPct val="100000"/>
              </a:lnSpc>
            </a:pPr>
            <a:r>
              <a:rPr sz="1800" b="1" spc="-65" dirty="0">
                <a:solidFill>
                  <a:srgbClr val="FFBF00"/>
                </a:solidFill>
                <a:latin typeface="Tahoma"/>
                <a:cs typeface="Tahoma"/>
              </a:rPr>
              <a:t>La </a:t>
            </a:r>
            <a:r>
              <a:rPr sz="1800" b="1" spc="-5" dirty="0">
                <a:solidFill>
                  <a:srgbClr val="FFBF00"/>
                </a:solidFill>
                <a:latin typeface="Tahoma"/>
                <a:cs typeface="Tahoma"/>
              </a:rPr>
              <a:t>demi </a:t>
            </a:r>
            <a:r>
              <a:rPr sz="1800" b="1" spc="-20" dirty="0">
                <a:solidFill>
                  <a:srgbClr val="FFBF00"/>
                </a:solidFill>
                <a:latin typeface="Tahoma"/>
                <a:cs typeface="Tahoma"/>
              </a:rPr>
              <a:t>somme </a:t>
            </a:r>
            <a:r>
              <a:rPr sz="1800" b="1" spc="65" dirty="0">
                <a:solidFill>
                  <a:srgbClr val="FFBF00"/>
                </a:solidFill>
                <a:latin typeface="Tahoma"/>
                <a:cs typeface="Tahoma"/>
              </a:rPr>
              <a:t>de </a:t>
            </a:r>
            <a:r>
              <a:rPr sz="1800" b="1" spc="-105" dirty="0">
                <a:solidFill>
                  <a:srgbClr val="FFBF00"/>
                </a:solidFill>
                <a:latin typeface="Tahoma"/>
                <a:cs typeface="Tahoma"/>
              </a:rPr>
              <a:t>tous </a:t>
            </a:r>
            <a:r>
              <a:rPr sz="1800" b="1" spc="-60" dirty="0">
                <a:solidFill>
                  <a:srgbClr val="FFBF00"/>
                </a:solidFill>
                <a:latin typeface="Tahoma"/>
                <a:cs typeface="Tahoma"/>
              </a:rPr>
              <a:t>les </a:t>
            </a:r>
            <a:r>
              <a:rPr sz="1800" b="1" spc="-40" dirty="0">
                <a:solidFill>
                  <a:srgbClr val="FFBF00"/>
                </a:solidFill>
                <a:latin typeface="Tahoma"/>
                <a:cs typeface="Tahoma"/>
              </a:rPr>
              <a:t>coefficients </a:t>
            </a:r>
            <a:r>
              <a:rPr sz="1800" b="1" spc="65" dirty="0">
                <a:solidFill>
                  <a:srgbClr val="FFBF00"/>
                </a:solidFill>
                <a:latin typeface="Tahoma"/>
                <a:cs typeface="Tahoma"/>
              </a:rPr>
              <a:t>de </a:t>
            </a:r>
            <a:r>
              <a:rPr sz="1800" b="1" spc="-5" dirty="0">
                <a:solidFill>
                  <a:srgbClr val="FFBF00"/>
                </a:solidFill>
                <a:latin typeface="Tahoma"/>
                <a:cs typeface="Tahoma"/>
              </a:rPr>
              <a:t>la </a:t>
            </a:r>
            <a:r>
              <a:rPr sz="1800" b="1" spc="-30" dirty="0">
                <a:solidFill>
                  <a:srgbClr val="FFBF00"/>
                </a:solidFill>
                <a:latin typeface="Tahoma"/>
                <a:cs typeface="Tahoma"/>
              </a:rPr>
              <a:t>matrice </a:t>
            </a:r>
            <a:r>
              <a:rPr sz="1800" b="1" spc="40" dirty="0">
                <a:solidFill>
                  <a:srgbClr val="FFBF00"/>
                </a:solidFill>
                <a:latin typeface="Tahoma"/>
                <a:cs typeface="Tahoma"/>
              </a:rPr>
              <a:t>d'adjacence </a:t>
            </a:r>
            <a:r>
              <a:rPr sz="1800" b="1" spc="-55" dirty="0">
                <a:solidFill>
                  <a:srgbClr val="FFBF00"/>
                </a:solidFill>
                <a:latin typeface="Tahoma"/>
                <a:cs typeface="Tahoma"/>
              </a:rPr>
              <a:t>d'un </a:t>
            </a:r>
            <a:r>
              <a:rPr sz="1800" b="1" spc="-50" dirty="0">
                <a:solidFill>
                  <a:srgbClr val="FFBF00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FFBF00"/>
                </a:solidFill>
                <a:latin typeface="Tahoma"/>
                <a:cs typeface="Tahoma"/>
              </a:rPr>
              <a:t>graphe </a:t>
            </a:r>
            <a:r>
              <a:rPr sz="1800" b="1" spc="-40" dirty="0">
                <a:solidFill>
                  <a:srgbClr val="FFBF00"/>
                </a:solidFill>
                <a:latin typeface="Tahoma"/>
                <a:cs typeface="Tahoma"/>
              </a:rPr>
              <a:t>non </a:t>
            </a:r>
            <a:r>
              <a:rPr sz="1800" b="1" spc="-60" dirty="0">
                <a:solidFill>
                  <a:srgbClr val="FFBF00"/>
                </a:solidFill>
                <a:latin typeface="Tahoma"/>
                <a:cs typeface="Tahoma"/>
              </a:rPr>
              <a:t>orienté </a:t>
            </a:r>
            <a:r>
              <a:rPr sz="1800" b="1" spc="-75" dirty="0">
                <a:solidFill>
                  <a:srgbClr val="FFBF00"/>
                </a:solidFill>
                <a:latin typeface="Tahoma"/>
                <a:cs typeface="Tahoma"/>
              </a:rPr>
              <a:t>(sans</a:t>
            </a:r>
            <a:r>
              <a:rPr sz="1800" b="1" spc="-70" dirty="0">
                <a:solidFill>
                  <a:srgbClr val="FFBF00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FFBF00"/>
                </a:solidFill>
                <a:latin typeface="Tahoma"/>
                <a:cs typeface="Tahoma"/>
              </a:rPr>
              <a:t>boucle) </a:t>
            </a:r>
            <a:r>
              <a:rPr sz="1800" b="1" spc="-90" dirty="0">
                <a:solidFill>
                  <a:srgbClr val="FFBF00"/>
                </a:solidFill>
                <a:latin typeface="Tahoma"/>
                <a:cs typeface="Tahoma"/>
              </a:rPr>
              <a:t>est</a:t>
            </a:r>
            <a:r>
              <a:rPr sz="1800" b="1" spc="-85" dirty="0">
                <a:solidFill>
                  <a:srgbClr val="FFBF00"/>
                </a:solidFill>
                <a:latin typeface="Tahoma"/>
                <a:cs typeface="Tahoma"/>
              </a:rPr>
              <a:t> </a:t>
            </a:r>
            <a:r>
              <a:rPr sz="1800" b="1" spc="40" dirty="0">
                <a:solidFill>
                  <a:srgbClr val="FFBF00"/>
                </a:solidFill>
                <a:latin typeface="Tahoma"/>
                <a:cs typeface="Tahoma"/>
              </a:rPr>
              <a:t>égale </a:t>
            </a:r>
            <a:r>
              <a:rPr sz="1800" b="1" spc="15" dirty="0">
                <a:solidFill>
                  <a:srgbClr val="FFBF00"/>
                </a:solidFill>
                <a:latin typeface="Tahoma"/>
                <a:cs typeface="Tahoma"/>
              </a:rPr>
              <a:t>au </a:t>
            </a:r>
            <a:r>
              <a:rPr sz="1800" b="1" spc="-30" dirty="0">
                <a:solidFill>
                  <a:srgbClr val="FFBF00"/>
                </a:solidFill>
                <a:latin typeface="Tahoma"/>
                <a:cs typeface="Tahoma"/>
              </a:rPr>
              <a:t>nombre </a:t>
            </a:r>
            <a:r>
              <a:rPr sz="1800" b="1" spc="-50" dirty="0">
                <a:solidFill>
                  <a:srgbClr val="FFBF00"/>
                </a:solidFill>
                <a:latin typeface="Tahoma"/>
                <a:cs typeface="Tahoma"/>
              </a:rPr>
              <a:t>d'arêtes </a:t>
            </a:r>
            <a:r>
              <a:rPr sz="1800" b="1" spc="65" dirty="0">
                <a:solidFill>
                  <a:srgbClr val="FFBF00"/>
                </a:solidFill>
                <a:latin typeface="Tahoma"/>
                <a:cs typeface="Tahoma"/>
              </a:rPr>
              <a:t>de </a:t>
            </a:r>
            <a:r>
              <a:rPr sz="1800" b="1" spc="140" dirty="0">
                <a:solidFill>
                  <a:srgbClr val="FFBF00"/>
                </a:solidFill>
                <a:latin typeface="Tahoma"/>
                <a:cs typeface="Tahoma"/>
              </a:rPr>
              <a:t>ce </a:t>
            </a:r>
            <a:r>
              <a:rPr sz="1800" b="1" spc="145" dirty="0">
                <a:solidFill>
                  <a:srgbClr val="FFBF00"/>
                </a:solidFill>
                <a:latin typeface="Tahoma"/>
                <a:cs typeface="Tahoma"/>
              </a:rPr>
              <a:t> </a:t>
            </a:r>
            <a:r>
              <a:rPr sz="1800" b="1" spc="-10" dirty="0">
                <a:solidFill>
                  <a:srgbClr val="FFBF00"/>
                </a:solidFill>
                <a:latin typeface="Tahoma"/>
                <a:cs typeface="Tahoma"/>
              </a:rPr>
              <a:t>graphe.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072895" y="5119115"/>
            <a:ext cx="8635365" cy="942340"/>
          </a:xfrm>
          <a:custGeom>
            <a:avLst/>
            <a:gdLst/>
            <a:ahLst/>
            <a:cxnLst/>
            <a:rect l="l" t="t" r="r" b="b"/>
            <a:pathLst>
              <a:path w="8635365" h="942339">
                <a:moveTo>
                  <a:pt x="8615172" y="941832"/>
                </a:moveTo>
                <a:lnTo>
                  <a:pt x="19812" y="941832"/>
                </a:lnTo>
                <a:lnTo>
                  <a:pt x="12215" y="940474"/>
                </a:lnTo>
                <a:lnTo>
                  <a:pt x="5905" y="936688"/>
                </a:lnTo>
                <a:lnTo>
                  <a:pt x="1595" y="930902"/>
                </a:lnTo>
                <a:lnTo>
                  <a:pt x="0" y="923544"/>
                </a:lnTo>
                <a:lnTo>
                  <a:pt x="0" y="18288"/>
                </a:lnTo>
                <a:lnTo>
                  <a:pt x="1595" y="10929"/>
                </a:lnTo>
                <a:lnTo>
                  <a:pt x="5905" y="5143"/>
                </a:lnTo>
                <a:lnTo>
                  <a:pt x="12215" y="1357"/>
                </a:lnTo>
                <a:lnTo>
                  <a:pt x="19812" y="0"/>
                </a:lnTo>
                <a:lnTo>
                  <a:pt x="8615172" y="0"/>
                </a:lnTo>
                <a:lnTo>
                  <a:pt x="8622768" y="1357"/>
                </a:lnTo>
                <a:lnTo>
                  <a:pt x="8629078" y="5143"/>
                </a:lnTo>
                <a:lnTo>
                  <a:pt x="8633388" y="10929"/>
                </a:lnTo>
                <a:lnTo>
                  <a:pt x="8634984" y="18288"/>
                </a:lnTo>
                <a:lnTo>
                  <a:pt x="38100" y="18288"/>
                </a:lnTo>
                <a:lnTo>
                  <a:pt x="19812" y="38100"/>
                </a:lnTo>
                <a:lnTo>
                  <a:pt x="38100" y="38100"/>
                </a:lnTo>
                <a:lnTo>
                  <a:pt x="38100" y="903732"/>
                </a:lnTo>
                <a:lnTo>
                  <a:pt x="19812" y="903732"/>
                </a:lnTo>
                <a:lnTo>
                  <a:pt x="38100" y="923544"/>
                </a:lnTo>
                <a:lnTo>
                  <a:pt x="8634984" y="923544"/>
                </a:lnTo>
                <a:lnTo>
                  <a:pt x="8633388" y="930902"/>
                </a:lnTo>
                <a:lnTo>
                  <a:pt x="8629078" y="936688"/>
                </a:lnTo>
                <a:lnTo>
                  <a:pt x="8622768" y="940474"/>
                </a:lnTo>
                <a:lnTo>
                  <a:pt x="8615172" y="941832"/>
                </a:lnTo>
                <a:close/>
              </a:path>
              <a:path w="8635365" h="942339">
                <a:moveTo>
                  <a:pt x="38100" y="38100"/>
                </a:moveTo>
                <a:lnTo>
                  <a:pt x="19812" y="38100"/>
                </a:lnTo>
                <a:lnTo>
                  <a:pt x="38100" y="18288"/>
                </a:lnTo>
                <a:lnTo>
                  <a:pt x="38100" y="38100"/>
                </a:lnTo>
                <a:close/>
              </a:path>
              <a:path w="8635365" h="942339">
                <a:moveTo>
                  <a:pt x="8596884" y="38100"/>
                </a:moveTo>
                <a:lnTo>
                  <a:pt x="38100" y="38100"/>
                </a:lnTo>
                <a:lnTo>
                  <a:pt x="38100" y="18288"/>
                </a:lnTo>
                <a:lnTo>
                  <a:pt x="8596884" y="18288"/>
                </a:lnTo>
                <a:lnTo>
                  <a:pt x="8596884" y="38100"/>
                </a:lnTo>
                <a:close/>
              </a:path>
              <a:path w="8635365" h="942339">
                <a:moveTo>
                  <a:pt x="8596884" y="923544"/>
                </a:moveTo>
                <a:lnTo>
                  <a:pt x="8596884" y="18288"/>
                </a:lnTo>
                <a:lnTo>
                  <a:pt x="8615172" y="38100"/>
                </a:lnTo>
                <a:lnTo>
                  <a:pt x="8634984" y="38100"/>
                </a:lnTo>
                <a:lnTo>
                  <a:pt x="8634984" y="903732"/>
                </a:lnTo>
                <a:lnTo>
                  <a:pt x="8615172" y="903732"/>
                </a:lnTo>
                <a:lnTo>
                  <a:pt x="8596884" y="923544"/>
                </a:lnTo>
                <a:close/>
              </a:path>
              <a:path w="8635365" h="942339">
                <a:moveTo>
                  <a:pt x="8634984" y="38100"/>
                </a:moveTo>
                <a:lnTo>
                  <a:pt x="8615172" y="38100"/>
                </a:lnTo>
                <a:lnTo>
                  <a:pt x="8596884" y="18288"/>
                </a:lnTo>
                <a:lnTo>
                  <a:pt x="8634984" y="18288"/>
                </a:lnTo>
                <a:lnTo>
                  <a:pt x="8634984" y="38100"/>
                </a:lnTo>
                <a:close/>
              </a:path>
              <a:path w="8635365" h="942339">
                <a:moveTo>
                  <a:pt x="38100" y="923544"/>
                </a:moveTo>
                <a:lnTo>
                  <a:pt x="19812" y="903732"/>
                </a:lnTo>
                <a:lnTo>
                  <a:pt x="38100" y="903732"/>
                </a:lnTo>
                <a:lnTo>
                  <a:pt x="38100" y="923544"/>
                </a:lnTo>
                <a:close/>
              </a:path>
              <a:path w="8635365" h="942339">
                <a:moveTo>
                  <a:pt x="8596884" y="923544"/>
                </a:moveTo>
                <a:lnTo>
                  <a:pt x="38100" y="923544"/>
                </a:lnTo>
                <a:lnTo>
                  <a:pt x="38100" y="903732"/>
                </a:lnTo>
                <a:lnTo>
                  <a:pt x="8596884" y="903732"/>
                </a:lnTo>
                <a:lnTo>
                  <a:pt x="8596884" y="923544"/>
                </a:lnTo>
                <a:close/>
              </a:path>
              <a:path w="8635365" h="942339">
                <a:moveTo>
                  <a:pt x="8634984" y="923544"/>
                </a:moveTo>
                <a:lnTo>
                  <a:pt x="8596884" y="923544"/>
                </a:lnTo>
                <a:lnTo>
                  <a:pt x="8615172" y="903732"/>
                </a:lnTo>
                <a:lnTo>
                  <a:pt x="8634984" y="903732"/>
                </a:lnTo>
                <a:lnTo>
                  <a:pt x="8634984" y="923544"/>
                </a:lnTo>
                <a:close/>
              </a:path>
            </a:pathLst>
          </a:custGeom>
          <a:solidFill>
            <a:srgbClr val="CCFF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100" dirty="0"/>
              <a:t>24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81482" y="641085"/>
            <a:ext cx="451612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10" dirty="0">
                <a:solidFill>
                  <a:srgbClr val="FF5697"/>
                </a:solidFill>
              </a:rPr>
              <a:t>M</a:t>
            </a:r>
            <a:r>
              <a:rPr sz="2200" spc="114" dirty="0">
                <a:solidFill>
                  <a:srgbClr val="FF5697"/>
                </a:solidFill>
              </a:rPr>
              <a:t>A</a:t>
            </a:r>
            <a:r>
              <a:rPr sz="2200" spc="-425" dirty="0">
                <a:solidFill>
                  <a:srgbClr val="FF5697"/>
                </a:solidFill>
              </a:rPr>
              <a:t>T</a:t>
            </a:r>
            <a:r>
              <a:rPr sz="2200" spc="-330" dirty="0">
                <a:solidFill>
                  <a:srgbClr val="FF5697"/>
                </a:solidFill>
              </a:rPr>
              <a:t>R</a:t>
            </a:r>
            <a:r>
              <a:rPr sz="2200" spc="-450" dirty="0">
                <a:solidFill>
                  <a:srgbClr val="FF5697"/>
                </a:solidFill>
              </a:rPr>
              <a:t>I</a:t>
            </a:r>
            <a:r>
              <a:rPr sz="2200" spc="240" dirty="0">
                <a:solidFill>
                  <a:srgbClr val="FF5697"/>
                </a:solidFill>
              </a:rPr>
              <a:t>C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30" dirty="0">
                <a:solidFill>
                  <a:srgbClr val="FF5697"/>
                </a:solidFill>
              </a:rPr>
              <a:t> </a:t>
            </a:r>
            <a:r>
              <a:rPr sz="2200" spc="114" dirty="0">
                <a:solidFill>
                  <a:srgbClr val="FF5697"/>
                </a:solidFill>
              </a:rPr>
              <a:t>A</a:t>
            </a:r>
            <a:r>
              <a:rPr sz="2200" spc="-280" dirty="0">
                <a:solidFill>
                  <a:srgbClr val="FF5697"/>
                </a:solidFill>
              </a:rPr>
              <a:t>S</a:t>
            </a:r>
            <a:r>
              <a:rPr sz="2200" spc="-254" dirty="0">
                <a:solidFill>
                  <a:srgbClr val="FF5697"/>
                </a:solidFill>
              </a:rPr>
              <a:t>S</a:t>
            </a:r>
            <a:r>
              <a:rPr sz="2200" spc="150" dirty="0">
                <a:solidFill>
                  <a:srgbClr val="FF5697"/>
                </a:solidFill>
              </a:rPr>
              <a:t>O</a:t>
            </a:r>
            <a:r>
              <a:rPr sz="2200" spc="260" dirty="0">
                <a:solidFill>
                  <a:srgbClr val="FF5697"/>
                </a:solidFill>
              </a:rPr>
              <a:t>C</a:t>
            </a:r>
            <a:r>
              <a:rPr sz="2200" spc="-475" dirty="0">
                <a:solidFill>
                  <a:srgbClr val="FF5697"/>
                </a:solidFill>
              </a:rPr>
              <a:t>I</a:t>
            </a:r>
            <a:r>
              <a:rPr sz="2200" spc="-215" dirty="0">
                <a:solidFill>
                  <a:srgbClr val="FF5697"/>
                </a:solidFill>
              </a:rPr>
              <a:t>EE</a:t>
            </a:r>
            <a:r>
              <a:rPr sz="2200" spc="10" dirty="0">
                <a:solidFill>
                  <a:srgbClr val="FF5697"/>
                </a:solidFill>
              </a:rPr>
              <a:t> </a:t>
            </a:r>
            <a:r>
              <a:rPr sz="2200" spc="114" dirty="0">
                <a:solidFill>
                  <a:srgbClr val="FF5697"/>
                </a:solidFill>
              </a:rPr>
              <a:t>A</a:t>
            </a:r>
            <a:r>
              <a:rPr sz="2200" spc="-30" dirty="0">
                <a:solidFill>
                  <a:srgbClr val="FF5697"/>
                </a:solidFill>
              </a:rPr>
              <a:t> </a:t>
            </a:r>
            <a:r>
              <a:rPr sz="2200" spc="-225" dirty="0">
                <a:solidFill>
                  <a:srgbClr val="FF5697"/>
                </a:solidFill>
              </a:rPr>
              <a:t>U</a:t>
            </a:r>
            <a:r>
              <a:rPr sz="2200" spc="-75" dirty="0">
                <a:solidFill>
                  <a:srgbClr val="FF5697"/>
                </a:solidFill>
              </a:rPr>
              <a:t>N</a:t>
            </a:r>
            <a:r>
              <a:rPr sz="2200" spc="-30" dirty="0">
                <a:solidFill>
                  <a:srgbClr val="FF5697"/>
                </a:solidFill>
              </a:rPr>
              <a:t> </a:t>
            </a:r>
            <a:r>
              <a:rPr sz="2200" spc="204" dirty="0">
                <a:solidFill>
                  <a:srgbClr val="FF5697"/>
                </a:solidFill>
              </a:rPr>
              <a:t>G</a:t>
            </a:r>
            <a:r>
              <a:rPr sz="2200" spc="-330" dirty="0">
                <a:solidFill>
                  <a:srgbClr val="FF5697"/>
                </a:solidFill>
              </a:rPr>
              <a:t>R</a:t>
            </a:r>
            <a:r>
              <a:rPr sz="2200" spc="114" dirty="0">
                <a:solidFill>
                  <a:srgbClr val="FF5697"/>
                </a:solidFill>
              </a:rPr>
              <a:t>A</a:t>
            </a:r>
            <a:r>
              <a:rPr sz="2200" spc="-225" dirty="0">
                <a:solidFill>
                  <a:srgbClr val="FF5697"/>
                </a:solidFill>
              </a:rPr>
              <a:t>P</a:t>
            </a:r>
            <a:r>
              <a:rPr sz="2200" spc="-215" dirty="0">
                <a:solidFill>
                  <a:srgbClr val="FF5697"/>
                </a:solidFill>
              </a:rPr>
              <a:t>HE</a:t>
            </a:r>
            <a:endParaRPr sz="2200"/>
          </a:p>
        </p:txBody>
      </p:sp>
      <p:sp>
        <p:nvSpPr>
          <p:cNvPr id="3" name="object 3"/>
          <p:cNvSpPr txBox="1"/>
          <p:nvPr/>
        </p:nvSpPr>
        <p:spPr>
          <a:xfrm>
            <a:off x="1262947" y="1275126"/>
            <a:ext cx="302133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65" dirty="0">
                <a:solidFill>
                  <a:srgbClr val="FFBF00"/>
                </a:solidFill>
                <a:latin typeface="Tahoma"/>
                <a:cs typeface="Tahoma"/>
              </a:rPr>
              <a:t>Cas</a:t>
            </a:r>
            <a:r>
              <a:rPr sz="2000" b="1" spc="-60" dirty="0">
                <a:solidFill>
                  <a:srgbClr val="FFBF00"/>
                </a:solidFill>
                <a:latin typeface="Tahoma"/>
                <a:cs typeface="Tahoma"/>
              </a:rPr>
              <a:t> </a:t>
            </a:r>
            <a:r>
              <a:rPr sz="2000" b="1" spc="-25" dirty="0">
                <a:solidFill>
                  <a:srgbClr val="FFBF00"/>
                </a:solidFill>
                <a:latin typeface="Tahoma"/>
                <a:cs typeface="Tahoma"/>
              </a:rPr>
              <a:t>d’un</a:t>
            </a:r>
            <a:r>
              <a:rPr sz="2000" b="1" spc="-35" dirty="0">
                <a:solidFill>
                  <a:srgbClr val="FFBF00"/>
                </a:solidFill>
                <a:latin typeface="Tahoma"/>
                <a:cs typeface="Tahoma"/>
              </a:rPr>
              <a:t> </a:t>
            </a:r>
            <a:r>
              <a:rPr sz="2000" b="1" dirty="0">
                <a:solidFill>
                  <a:srgbClr val="FFBF00"/>
                </a:solidFill>
                <a:latin typeface="Tahoma"/>
                <a:cs typeface="Tahoma"/>
              </a:rPr>
              <a:t>graphe</a:t>
            </a:r>
            <a:r>
              <a:rPr sz="2000" b="1" spc="-40" dirty="0">
                <a:solidFill>
                  <a:srgbClr val="FFBF00"/>
                </a:solidFill>
                <a:latin typeface="Tahoma"/>
                <a:cs typeface="Tahoma"/>
              </a:rPr>
              <a:t> </a:t>
            </a:r>
            <a:r>
              <a:rPr sz="2000" b="1" spc="-65" dirty="0">
                <a:solidFill>
                  <a:srgbClr val="FFBF00"/>
                </a:solidFill>
                <a:latin typeface="Tahoma"/>
                <a:cs typeface="Tahoma"/>
              </a:rPr>
              <a:t>orienté</a:t>
            </a:r>
            <a:endParaRPr sz="20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87879" y="1880616"/>
            <a:ext cx="5972555" cy="189890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135899" y="2425656"/>
            <a:ext cx="12579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3060" algn="l"/>
                <a:tab pos="757555" algn="l"/>
                <a:tab pos="1093470" algn="l"/>
              </a:tabLst>
            </a:pPr>
            <a:r>
              <a:rPr sz="1800" b="1" spc="110" dirty="0">
                <a:solidFill>
                  <a:srgbClr val="FF0000"/>
                </a:solidFill>
                <a:latin typeface="Tahoma"/>
                <a:cs typeface="Tahoma"/>
              </a:rPr>
              <a:t>a	</a:t>
            </a:r>
            <a:r>
              <a:rPr sz="1800" b="1" spc="50" dirty="0">
                <a:solidFill>
                  <a:srgbClr val="FF0000"/>
                </a:solidFill>
                <a:latin typeface="Tahoma"/>
                <a:cs typeface="Tahoma"/>
              </a:rPr>
              <a:t>b	</a:t>
            </a:r>
            <a:r>
              <a:rPr sz="1800" b="1" spc="200" dirty="0">
                <a:solidFill>
                  <a:srgbClr val="FF0000"/>
                </a:solidFill>
                <a:latin typeface="Tahoma"/>
                <a:cs typeface="Tahoma"/>
              </a:rPr>
              <a:t>c	</a:t>
            </a:r>
            <a:r>
              <a:rPr sz="1800" b="1" spc="55" dirty="0">
                <a:solidFill>
                  <a:srgbClr val="FF0000"/>
                </a:solidFill>
                <a:latin typeface="Tahoma"/>
                <a:cs typeface="Tahoma"/>
              </a:rPr>
              <a:t>d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748798" y="2697006"/>
            <a:ext cx="17653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b="1" spc="70" dirty="0">
                <a:solidFill>
                  <a:srgbClr val="FF0000"/>
                </a:solidFill>
                <a:latin typeface="Tahoma"/>
                <a:cs typeface="Tahoma"/>
              </a:rPr>
              <a:t>a  </a:t>
            </a:r>
            <a:r>
              <a:rPr sz="1800" b="1" spc="30" dirty="0">
                <a:solidFill>
                  <a:srgbClr val="FF0000"/>
                </a:solidFill>
                <a:latin typeface="Tahoma"/>
                <a:cs typeface="Tahoma"/>
              </a:rPr>
              <a:t>b  </a:t>
            </a:r>
            <a:r>
              <a:rPr sz="1800" b="1" spc="140" dirty="0">
                <a:solidFill>
                  <a:srgbClr val="FF0000"/>
                </a:solidFill>
                <a:latin typeface="Tahoma"/>
                <a:cs typeface="Tahoma"/>
              </a:rPr>
              <a:t>c  </a:t>
            </a:r>
            <a:r>
              <a:rPr sz="1800" b="1" spc="55" dirty="0">
                <a:solidFill>
                  <a:srgbClr val="FF0000"/>
                </a:solidFill>
                <a:latin typeface="Tahoma"/>
                <a:cs typeface="Tahoma"/>
              </a:rPr>
              <a:t>d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96867" y="3320796"/>
            <a:ext cx="363220" cy="36893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39370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310"/>
              </a:spcBef>
            </a:pPr>
            <a:r>
              <a:rPr sz="1800" spc="-150" dirty="0">
                <a:latin typeface="Verdana"/>
                <a:cs typeface="Verdana"/>
              </a:rPr>
              <a:t>0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349496" y="3328415"/>
            <a:ext cx="363220" cy="36893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39370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310"/>
              </a:spcBef>
            </a:pPr>
            <a:r>
              <a:rPr sz="1800" spc="-150" dirty="0">
                <a:latin typeface="Verdana"/>
                <a:cs typeface="Verdana"/>
              </a:rPr>
              <a:t>1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72668" y="3779519"/>
            <a:ext cx="9144000" cy="3429000"/>
            <a:chOff x="772668" y="3779519"/>
            <a:chExt cx="9144000" cy="3429000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3779520"/>
              <a:ext cx="9143999" cy="34290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1812" y="3781044"/>
              <a:ext cx="5925311" cy="102412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087880" y="3779520"/>
              <a:ext cx="5972555" cy="1176528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1442723" y="5255802"/>
            <a:ext cx="73247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spc="-65" dirty="0">
                <a:solidFill>
                  <a:srgbClr val="CCFF33"/>
                </a:solidFill>
                <a:latin typeface="Tahoma"/>
                <a:cs typeface="Tahoma"/>
              </a:rPr>
              <a:t>La</a:t>
            </a:r>
            <a:r>
              <a:rPr sz="1800" b="1" spc="-40" dirty="0">
                <a:solidFill>
                  <a:srgbClr val="CCFF33"/>
                </a:solidFill>
                <a:latin typeface="Tahoma"/>
                <a:cs typeface="Tahoma"/>
              </a:rPr>
              <a:t> </a:t>
            </a:r>
            <a:r>
              <a:rPr sz="1800" b="1" spc="-15" dirty="0">
                <a:solidFill>
                  <a:srgbClr val="CCFF33"/>
                </a:solidFill>
                <a:latin typeface="Tahoma"/>
                <a:cs typeface="Tahoma"/>
              </a:rPr>
              <a:t>somme</a:t>
            </a:r>
            <a:r>
              <a:rPr sz="1800" b="1" spc="-55" dirty="0">
                <a:solidFill>
                  <a:srgbClr val="CCFF33"/>
                </a:solidFill>
                <a:latin typeface="Tahoma"/>
                <a:cs typeface="Tahoma"/>
              </a:rPr>
              <a:t> </a:t>
            </a:r>
            <a:r>
              <a:rPr sz="1800" b="1" spc="65" dirty="0">
                <a:solidFill>
                  <a:srgbClr val="CCFF33"/>
                </a:solidFill>
                <a:latin typeface="Tahoma"/>
                <a:cs typeface="Tahoma"/>
              </a:rPr>
              <a:t>de</a:t>
            </a:r>
            <a:r>
              <a:rPr sz="1800" b="1" spc="-20" dirty="0">
                <a:solidFill>
                  <a:srgbClr val="CCFF33"/>
                </a:solidFill>
                <a:latin typeface="Tahoma"/>
                <a:cs typeface="Tahoma"/>
              </a:rPr>
              <a:t> </a:t>
            </a:r>
            <a:r>
              <a:rPr sz="1800" b="1" spc="-100" dirty="0">
                <a:solidFill>
                  <a:srgbClr val="CCFF33"/>
                </a:solidFill>
                <a:latin typeface="Tahoma"/>
                <a:cs typeface="Tahoma"/>
              </a:rPr>
              <a:t>tous</a:t>
            </a:r>
            <a:r>
              <a:rPr sz="1800" b="1" spc="-40" dirty="0">
                <a:solidFill>
                  <a:srgbClr val="CCFF33"/>
                </a:solidFill>
                <a:latin typeface="Tahoma"/>
                <a:cs typeface="Tahoma"/>
              </a:rPr>
              <a:t> </a:t>
            </a:r>
            <a:r>
              <a:rPr sz="1800" b="1" spc="-60" dirty="0">
                <a:solidFill>
                  <a:srgbClr val="CCFF33"/>
                </a:solidFill>
                <a:latin typeface="Tahoma"/>
                <a:cs typeface="Tahoma"/>
              </a:rPr>
              <a:t>les</a:t>
            </a:r>
            <a:r>
              <a:rPr sz="1800" b="1" spc="-20" dirty="0">
                <a:solidFill>
                  <a:srgbClr val="CCFF33"/>
                </a:solidFill>
                <a:latin typeface="Tahoma"/>
                <a:cs typeface="Tahoma"/>
              </a:rPr>
              <a:t> </a:t>
            </a:r>
            <a:r>
              <a:rPr sz="1800" b="1" spc="-40" dirty="0">
                <a:solidFill>
                  <a:srgbClr val="CCFF33"/>
                </a:solidFill>
                <a:latin typeface="Tahoma"/>
                <a:cs typeface="Tahoma"/>
              </a:rPr>
              <a:t>coefficients </a:t>
            </a:r>
            <a:r>
              <a:rPr sz="1800" b="1" spc="65" dirty="0">
                <a:solidFill>
                  <a:srgbClr val="CCFF33"/>
                </a:solidFill>
                <a:latin typeface="Tahoma"/>
                <a:cs typeface="Tahoma"/>
              </a:rPr>
              <a:t>de</a:t>
            </a:r>
            <a:r>
              <a:rPr sz="1800" b="1" spc="-20" dirty="0">
                <a:solidFill>
                  <a:srgbClr val="CCFF33"/>
                </a:solidFill>
                <a:latin typeface="Tahoma"/>
                <a:cs typeface="Tahoma"/>
              </a:rPr>
              <a:t> </a:t>
            </a:r>
            <a:r>
              <a:rPr sz="1800" b="1" spc="-5" dirty="0">
                <a:solidFill>
                  <a:srgbClr val="CCFF33"/>
                </a:solidFill>
                <a:latin typeface="Tahoma"/>
                <a:cs typeface="Tahoma"/>
              </a:rPr>
              <a:t>la</a:t>
            </a:r>
            <a:r>
              <a:rPr sz="1800" b="1" spc="-20" dirty="0">
                <a:solidFill>
                  <a:srgbClr val="CCFF33"/>
                </a:solidFill>
                <a:latin typeface="Tahoma"/>
                <a:cs typeface="Tahoma"/>
              </a:rPr>
              <a:t> </a:t>
            </a:r>
            <a:r>
              <a:rPr sz="1800" b="1" spc="-25" dirty="0">
                <a:solidFill>
                  <a:srgbClr val="CCFF33"/>
                </a:solidFill>
                <a:latin typeface="Tahoma"/>
                <a:cs typeface="Tahoma"/>
              </a:rPr>
              <a:t>matrice</a:t>
            </a:r>
            <a:r>
              <a:rPr sz="1800" b="1" spc="-40" dirty="0">
                <a:solidFill>
                  <a:srgbClr val="CCFF33"/>
                </a:solidFill>
                <a:latin typeface="Tahoma"/>
                <a:cs typeface="Tahoma"/>
              </a:rPr>
              <a:t> </a:t>
            </a:r>
            <a:r>
              <a:rPr sz="1800" b="1" spc="45" dirty="0">
                <a:solidFill>
                  <a:srgbClr val="CCFF33"/>
                </a:solidFill>
                <a:latin typeface="Tahoma"/>
                <a:cs typeface="Tahoma"/>
              </a:rPr>
              <a:t>d'adjacence</a:t>
            </a:r>
            <a:r>
              <a:rPr sz="1800" b="1" spc="-40" dirty="0">
                <a:solidFill>
                  <a:srgbClr val="CCFF33"/>
                </a:solidFill>
                <a:latin typeface="Tahoma"/>
                <a:cs typeface="Tahoma"/>
              </a:rPr>
              <a:t> </a:t>
            </a:r>
            <a:r>
              <a:rPr sz="1800" b="1" spc="-55" dirty="0">
                <a:solidFill>
                  <a:srgbClr val="CCFF33"/>
                </a:solidFill>
                <a:latin typeface="Tahoma"/>
                <a:cs typeface="Tahoma"/>
              </a:rPr>
              <a:t>d'un </a:t>
            </a:r>
            <a:r>
              <a:rPr sz="1800" b="1" spc="-509" dirty="0">
                <a:solidFill>
                  <a:srgbClr val="CCFF33"/>
                </a:solidFill>
                <a:latin typeface="Tahoma"/>
                <a:cs typeface="Tahoma"/>
              </a:rPr>
              <a:t> </a:t>
            </a:r>
            <a:r>
              <a:rPr sz="1800" b="1" spc="50" dirty="0">
                <a:solidFill>
                  <a:srgbClr val="CCFF33"/>
                </a:solidFill>
                <a:latin typeface="Tahoma"/>
                <a:cs typeface="Tahoma"/>
              </a:rPr>
              <a:t>g</a:t>
            </a:r>
            <a:r>
              <a:rPr sz="1800" b="1" spc="-204" dirty="0">
                <a:solidFill>
                  <a:srgbClr val="CCFF33"/>
                </a:solidFill>
                <a:latin typeface="Tahoma"/>
                <a:cs typeface="Tahoma"/>
              </a:rPr>
              <a:t>r</a:t>
            </a:r>
            <a:r>
              <a:rPr sz="1800" b="1" spc="105" dirty="0">
                <a:solidFill>
                  <a:srgbClr val="CCFF33"/>
                </a:solidFill>
                <a:latin typeface="Tahoma"/>
                <a:cs typeface="Tahoma"/>
              </a:rPr>
              <a:t>a</a:t>
            </a:r>
            <a:r>
              <a:rPr sz="1800" b="1" spc="50" dirty="0">
                <a:solidFill>
                  <a:srgbClr val="CCFF33"/>
                </a:solidFill>
                <a:latin typeface="Tahoma"/>
                <a:cs typeface="Tahoma"/>
              </a:rPr>
              <a:t>p</a:t>
            </a:r>
            <a:r>
              <a:rPr sz="1800" b="1" spc="-80" dirty="0">
                <a:solidFill>
                  <a:srgbClr val="CCFF33"/>
                </a:solidFill>
                <a:latin typeface="Tahoma"/>
                <a:cs typeface="Tahoma"/>
              </a:rPr>
              <a:t>h</a:t>
            </a:r>
            <a:r>
              <a:rPr sz="1800" b="1" spc="80" dirty="0">
                <a:solidFill>
                  <a:srgbClr val="CCFF33"/>
                </a:solidFill>
                <a:latin typeface="Tahoma"/>
                <a:cs typeface="Tahoma"/>
              </a:rPr>
              <a:t>e</a:t>
            </a:r>
            <a:r>
              <a:rPr sz="1800" b="1" spc="-45" dirty="0">
                <a:solidFill>
                  <a:srgbClr val="CCFF33"/>
                </a:solidFill>
                <a:latin typeface="Tahoma"/>
                <a:cs typeface="Tahoma"/>
              </a:rPr>
              <a:t> </a:t>
            </a:r>
            <a:r>
              <a:rPr sz="1800" b="1" spc="35" dirty="0">
                <a:solidFill>
                  <a:srgbClr val="CCFF33"/>
                </a:solidFill>
                <a:latin typeface="Tahoma"/>
                <a:cs typeface="Tahoma"/>
              </a:rPr>
              <a:t>o</a:t>
            </a:r>
            <a:r>
              <a:rPr sz="1800" b="1" spc="-204" dirty="0">
                <a:solidFill>
                  <a:srgbClr val="CCFF33"/>
                </a:solidFill>
                <a:latin typeface="Tahoma"/>
                <a:cs typeface="Tahoma"/>
              </a:rPr>
              <a:t>r</a:t>
            </a:r>
            <a:r>
              <a:rPr sz="1800" b="1" spc="-114" dirty="0">
                <a:solidFill>
                  <a:srgbClr val="CCFF33"/>
                </a:solidFill>
                <a:latin typeface="Tahoma"/>
                <a:cs typeface="Tahoma"/>
              </a:rPr>
              <a:t>i</a:t>
            </a:r>
            <a:r>
              <a:rPr sz="1800" b="1" spc="75" dirty="0">
                <a:solidFill>
                  <a:srgbClr val="CCFF33"/>
                </a:solidFill>
                <a:latin typeface="Tahoma"/>
                <a:cs typeface="Tahoma"/>
              </a:rPr>
              <a:t>e</a:t>
            </a:r>
            <a:r>
              <a:rPr sz="1800" b="1" spc="-80" dirty="0">
                <a:solidFill>
                  <a:srgbClr val="CCFF33"/>
                </a:solidFill>
                <a:latin typeface="Tahoma"/>
                <a:cs typeface="Tahoma"/>
              </a:rPr>
              <a:t>n</a:t>
            </a:r>
            <a:r>
              <a:rPr sz="1800" b="1" spc="-210" dirty="0">
                <a:solidFill>
                  <a:srgbClr val="CCFF33"/>
                </a:solidFill>
                <a:latin typeface="Tahoma"/>
                <a:cs typeface="Tahoma"/>
              </a:rPr>
              <a:t>t</a:t>
            </a:r>
            <a:r>
              <a:rPr sz="1800" b="1" spc="80" dirty="0">
                <a:solidFill>
                  <a:srgbClr val="CCFF33"/>
                </a:solidFill>
                <a:latin typeface="Tahoma"/>
                <a:cs typeface="Tahoma"/>
              </a:rPr>
              <a:t>é</a:t>
            </a:r>
            <a:r>
              <a:rPr sz="1800" b="1" spc="-45" dirty="0">
                <a:solidFill>
                  <a:srgbClr val="CCFF33"/>
                </a:solidFill>
                <a:latin typeface="Tahoma"/>
                <a:cs typeface="Tahoma"/>
              </a:rPr>
              <a:t> </a:t>
            </a:r>
            <a:r>
              <a:rPr sz="1800" b="1" spc="75" dirty="0">
                <a:solidFill>
                  <a:srgbClr val="CCFF33"/>
                </a:solidFill>
                <a:latin typeface="Tahoma"/>
                <a:cs typeface="Tahoma"/>
              </a:rPr>
              <a:t>e</a:t>
            </a:r>
            <a:r>
              <a:rPr sz="1800" b="1" spc="-135" dirty="0">
                <a:solidFill>
                  <a:srgbClr val="CCFF33"/>
                </a:solidFill>
                <a:latin typeface="Tahoma"/>
                <a:cs typeface="Tahoma"/>
              </a:rPr>
              <a:t>s</a:t>
            </a:r>
            <a:r>
              <a:rPr sz="1800" b="1" spc="-210" dirty="0">
                <a:solidFill>
                  <a:srgbClr val="CCFF33"/>
                </a:solidFill>
                <a:latin typeface="Tahoma"/>
                <a:cs typeface="Tahoma"/>
              </a:rPr>
              <a:t>t</a:t>
            </a:r>
            <a:r>
              <a:rPr sz="1800" b="1" spc="-45" dirty="0">
                <a:solidFill>
                  <a:srgbClr val="CCFF33"/>
                </a:solidFill>
                <a:latin typeface="Tahoma"/>
                <a:cs typeface="Tahoma"/>
              </a:rPr>
              <a:t> </a:t>
            </a:r>
            <a:r>
              <a:rPr sz="1800" b="1" spc="75" dirty="0">
                <a:solidFill>
                  <a:srgbClr val="CCFF33"/>
                </a:solidFill>
                <a:latin typeface="Tahoma"/>
                <a:cs typeface="Tahoma"/>
              </a:rPr>
              <a:t>é</a:t>
            </a:r>
            <a:r>
              <a:rPr sz="1800" b="1" spc="50" dirty="0">
                <a:solidFill>
                  <a:srgbClr val="CCFF33"/>
                </a:solidFill>
                <a:latin typeface="Tahoma"/>
                <a:cs typeface="Tahoma"/>
              </a:rPr>
              <a:t>g</a:t>
            </a:r>
            <a:r>
              <a:rPr sz="1800" b="1" spc="105" dirty="0">
                <a:solidFill>
                  <a:srgbClr val="CCFF33"/>
                </a:solidFill>
                <a:latin typeface="Tahoma"/>
                <a:cs typeface="Tahoma"/>
              </a:rPr>
              <a:t>a</a:t>
            </a:r>
            <a:r>
              <a:rPr sz="1800" b="1" spc="-114" dirty="0">
                <a:solidFill>
                  <a:srgbClr val="CCFF33"/>
                </a:solidFill>
                <a:latin typeface="Tahoma"/>
                <a:cs typeface="Tahoma"/>
              </a:rPr>
              <a:t>l</a:t>
            </a:r>
            <a:r>
              <a:rPr sz="1800" b="1" spc="80" dirty="0">
                <a:solidFill>
                  <a:srgbClr val="CCFF33"/>
                </a:solidFill>
                <a:latin typeface="Tahoma"/>
                <a:cs typeface="Tahoma"/>
              </a:rPr>
              <a:t>e</a:t>
            </a:r>
            <a:r>
              <a:rPr sz="1800" b="1" spc="-25" dirty="0">
                <a:solidFill>
                  <a:srgbClr val="CCFF33"/>
                </a:solidFill>
                <a:latin typeface="Tahoma"/>
                <a:cs typeface="Tahoma"/>
              </a:rPr>
              <a:t> </a:t>
            </a:r>
            <a:r>
              <a:rPr sz="1800" b="1" spc="105" dirty="0">
                <a:solidFill>
                  <a:srgbClr val="CCFF33"/>
                </a:solidFill>
                <a:latin typeface="Tahoma"/>
                <a:cs typeface="Tahoma"/>
              </a:rPr>
              <a:t>a</a:t>
            </a:r>
            <a:r>
              <a:rPr sz="1800" b="1" spc="-75" dirty="0">
                <a:solidFill>
                  <a:srgbClr val="CCFF33"/>
                </a:solidFill>
                <a:latin typeface="Tahoma"/>
                <a:cs typeface="Tahoma"/>
              </a:rPr>
              <a:t>u</a:t>
            </a:r>
            <a:r>
              <a:rPr sz="1800" b="1" spc="-25" dirty="0">
                <a:solidFill>
                  <a:srgbClr val="CCFF33"/>
                </a:solidFill>
                <a:latin typeface="Tahoma"/>
                <a:cs typeface="Tahoma"/>
              </a:rPr>
              <a:t> </a:t>
            </a:r>
            <a:r>
              <a:rPr sz="1800" b="1" spc="-80" dirty="0">
                <a:solidFill>
                  <a:srgbClr val="CCFF33"/>
                </a:solidFill>
                <a:latin typeface="Tahoma"/>
                <a:cs typeface="Tahoma"/>
              </a:rPr>
              <a:t>n</a:t>
            </a:r>
            <a:r>
              <a:rPr sz="1800" b="1" spc="35" dirty="0">
                <a:solidFill>
                  <a:srgbClr val="CCFF33"/>
                </a:solidFill>
                <a:latin typeface="Tahoma"/>
                <a:cs typeface="Tahoma"/>
              </a:rPr>
              <a:t>o</a:t>
            </a:r>
            <a:r>
              <a:rPr sz="1800" b="1" spc="-25" dirty="0">
                <a:solidFill>
                  <a:srgbClr val="CCFF33"/>
                </a:solidFill>
                <a:latin typeface="Tahoma"/>
                <a:cs typeface="Tahoma"/>
              </a:rPr>
              <a:t>m</a:t>
            </a:r>
            <a:r>
              <a:rPr sz="1800" b="1" spc="45" dirty="0">
                <a:solidFill>
                  <a:srgbClr val="CCFF33"/>
                </a:solidFill>
                <a:latin typeface="Tahoma"/>
                <a:cs typeface="Tahoma"/>
              </a:rPr>
              <a:t>b</a:t>
            </a:r>
            <a:r>
              <a:rPr sz="1800" b="1" spc="-204" dirty="0">
                <a:solidFill>
                  <a:srgbClr val="CCFF33"/>
                </a:solidFill>
                <a:latin typeface="Tahoma"/>
                <a:cs typeface="Tahoma"/>
              </a:rPr>
              <a:t>r</a:t>
            </a:r>
            <a:r>
              <a:rPr sz="1800" b="1" spc="80" dirty="0">
                <a:solidFill>
                  <a:srgbClr val="CCFF33"/>
                </a:solidFill>
                <a:latin typeface="Tahoma"/>
                <a:cs typeface="Tahoma"/>
              </a:rPr>
              <a:t>e</a:t>
            </a:r>
            <a:r>
              <a:rPr sz="1800" b="1" spc="-60" dirty="0">
                <a:solidFill>
                  <a:srgbClr val="CCFF33"/>
                </a:solidFill>
                <a:latin typeface="Tahoma"/>
                <a:cs typeface="Tahoma"/>
              </a:rPr>
              <a:t> </a:t>
            </a:r>
            <a:r>
              <a:rPr sz="1800" b="1" spc="50" dirty="0">
                <a:solidFill>
                  <a:srgbClr val="CCFF33"/>
                </a:solidFill>
                <a:latin typeface="Tahoma"/>
                <a:cs typeface="Tahoma"/>
              </a:rPr>
              <a:t>d</a:t>
            </a:r>
            <a:r>
              <a:rPr sz="1800" b="1" spc="-105" dirty="0">
                <a:solidFill>
                  <a:srgbClr val="CCFF33"/>
                </a:solidFill>
                <a:latin typeface="Tahoma"/>
                <a:cs typeface="Tahoma"/>
              </a:rPr>
              <a:t>'</a:t>
            </a:r>
            <a:r>
              <a:rPr sz="1800" b="1" spc="105" dirty="0">
                <a:solidFill>
                  <a:srgbClr val="CCFF33"/>
                </a:solidFill>
                <a:latin typeface="Tahoma"/>
                <a:cs typeface="Tahoma"/>
              </a:rPr>
              <a:t>a</a:t>
            </a:r>
            <a:r>
              <a:rPr sz="1800" b="1" spc="-204" dirty="0">
                <a:solidFill>
                  <a:srgbClr val="CCFF33"/>
                </a:solidFill>
                <a:latin typeface="Tahoma"/>
                <a:cs typeface="Tahoma"/>
              </a:rPr>
              <a:t>r</a:t>
            </a:r>
            <a:r>
              <a:rPr sz="1800" b="1" spc="195" dirty="0">
                <a:solidFill>
                  <a:srgbClr val="CCFF33"/>
                </a:solidFill>
                <a:latin typeface="Tahoma"/>
                <a:cs typeface="Tahoma"/>
              </a:rPr>
              <a:t>c</a:t>
            </a:r>
            <a:r>
              <a:rPr sz="1800" b="1" spc="-135" dirty="0">
                <a:solidFill>
                  <a:srgbClr val="CCFF33"/>
                </a:solidFill>
                <a:latin typeface="Tahoma"/>
                <a:cs typeface="Tahoma"/>
              </a:rPr>
              <a:t>s</a:t>
            </a:r>
            <a:r>
              <a:rPr sz="1800" b="1" spc="-25" dirty="0">
                <a:solidFill>
                  <a:srgbClr val="CCFF33"/>
                </a:solidFill>
                <a:latin typeface="Tahoma"/>
                <a:cs typeface="Tahoma"/>
              </a:rPr>
              <a:t> </a:t>
            </a:r>
            <a:r>
              <a:rPr sz="1800" b="1" spc="50" dirty="0">
                <a:solidFill>
                  <a:srgbClr val="CCFF33"/>
                </a:solidFill>
                <a:latin typeface="Tahoma"/>
                <a:cs typeface="Tahoma"/>
              </a:rPr>
              <a:t>d</a:t>
            </a:r>
            <a:r>
              <a:rPr sz="1800" b="1" spc="80" dirty="0">
                <a:solidFill>
                  <a:srgbClr val="CCFF33"/>
                </a:solidFill>
                <a:latin typeface="Tahoma"/>
                <a:cs typeface="Tahoma"/>
              </a:rPr>
              <a:t>e</a:t>
            </a:r>
            <a:r>
              <a:rPr sz="1800" b="1" spc="-25" dirty="0">
                <a:solidFill>
                  <a:srgbClr val="CCFF33"/>
                </a:solidFill>
                <a:latin typeface="Tahoma"/>
                <a:cs typeface="Tahoma"/>
              </a:rPr>
              <a:t> </a:t>
            </a:r>
            <a:r>
              <a:rPr sz="1800" b="1" spc="195" dirty="0">
                <a:solidFill>
                  <a:srgbClr val="CCFF33"/>
                </a:solidFill>
                <a:latin typeface="Tahoma"/>
                <a:cs typeface="Tahoma"/>
              </a:rPr>
              <a:t>c</a:t>
            </a:r>
            <a:r>
              <a:rPr sz="1800" b="1" spc="80" dirty="0">
                <a:solidFill>
                  <a:srgbClr val="CCFF33"/>
                </a:solidFill>
                <a:latin typeface="Tahoma"/>
                <a:cs typeface="Tahoma"/>
              </a:rPr>
              <a:t>e</a:t>
            </a:r>
            <a:r>
              <a:rPr sz="1800" b="1" spc="-45" dirty="0">
                <a:solidFill>
                  <a:srgbClr val="CCFF33"/>
                </a:solidFill>
                <a:latin typeface="Tahoma"/>
                <a:cs typeface="Tahoma"/>
              </a:rPr>
              <a:t> </a:t>
            </a:r>
            <a:r>
              <a:rPr sz="1800" b="1" spc="50" dirty="0">
                <a:solidFill>
                  <a:srgbClr val="CCFF33"/>
                </a:solidFill>
                <a:latin typeface="Tahoma"/>
                <a:cs typeface="Tahoma"/>
              </a:rPr>
              <a:t>g</a:t>
            </a:r>
            <a:r>
              <a:rPr sz="1800" b="1" spc="-204" dirty="0">
                <a:solidFill>
                  <a:srgbClr val="CCFF33"/>
                </a:solidFill>
                <a:latin typeface="Tahoma"/>
                <a:cs typeface="Tahoma"/>
              </a:rPr>
              <a:t>r</a:t>
            </a:r>
            <a:r>
              <a:rPr sz="1800" b="1" spc="105" dirty="0">
                <a:solidFill>
                  <a:srgbClr val="CCFF33"/>
                </a:solidFill>
                <a:latin typeface="Tahoma"/>
                <a:cs typeface="Tahoma"/>
              </a:rPr>
              <a:t>a</a:t>
            </a:r>
            <a:r>
              <a:rPr sz="1800" b="1" spc="50" dirty="0">
                <a:solidFill>
                  <a:srgbClr val="CCFF33"/>
                </a:solidFill>
                <a:latin typeface="Tahoma"/>
                <a:cs typeface="Tahoma"/>
              </a:rPr>
              <a:t>p</a:t>
            </a:r>
            <a:r>
              <a:rPr sz="1800" b="1" spc="-80" dirty="0">
                <a:solidFill>
                  <a:srgbClr val="CCFF33"/>
                </a:solidFill>
                <a:latin typeface="Tahoma"/>
                <a:cs typeface="Tahoma"/>
              </a:rPr>
              <a:t>h</a:t>
            </a:r>
            <a:r>
              <a:rPr sz="1800" b="1" spc="80" dirty="0">
                <a:solidFill>
                  <a:srgbClr val="CCFF33"/>
                </a:solidFill>
                <a:latin typeface="Tahoma"/>
                <a:cs typeface="Tahoma"/>
              </a:rPr>
              <a:t>e</a:t>
            </a:r>
            <a:r>
              <a:rPr sz="1800" b="1" spc="-45" dirty="0">
                <a:solidFill>
                  <a:srgbClr val="CCFF33"/>
                </a:solidFill>
                <a:latin typeface="Tahoma"/>
                <a:cs typeface="Tahoma"/>
              </a:rPr>
              <a:t> </a:t>
            </a:r>
            <a:r>
              <a:rPr sz="1800" b="1" spc="-135" dirty="0">
                <a:solidFill>
                  <a:srgbClr val="CCFF33"/>
                </a:solidFill>
                <a:latin typeface="Tahoma"/>
                <a:cs typeface="Tahoma"/>
              </a:rPr>
              <a:t>(</a:t>
            </a:r>
            <a:r>
              <a:rPr sz="1800" b="1" spc="-140" dirty="0">
                <a:solidFill>
                  <a:srgbClr val="CCFF33"/>
                </a:solidFill>
                <a:latin typeface="Tahoma"/>
                <a:cs typeface="Tahoma"/>
              </a:rPr>
              <a:t>5</a:t>
            </a:r>
            <a:r>
              <a:rPr sz="1800" b="1" spc="-25" dirty="0">
                <a:solidFill>
                  <a:srgbClr val="CCFF33"/>
                </a:solidFill>
                <a:latin typeface="Tahoma"/>
                <a:cs typeface="Tahoma"/>
              </a:rPr>
              <a:t> </a:t>
            </a:r>
            <a:r>
              <a:rPr sz="1800" b="1" spc="105" dirty="0">
                <a:solidFill>
                  <a:srgbClr val="CCFF33"/>
                </a:solidFill>
                <a:latin typeface="Tahoma"/>
                <a:cs typeface="Tahoma"/>
              </a:rPr>
              <a:t>a</a:t>
            </a:r>
            <a:r>
              <a:rPr sz="1800" b="1" spc="-204" dirty="0">
                <a:solidFill>
                  <a:srgbClr val="CCFF33"/>
                </a:solidFill>
                <a:latin typeface="Tahoma"/>
                <a:cs typeface="Tahoma"/>
              </a:rPr>
              <a:t>r</a:t>
            </a:r>
            <a:r>
              <a:rPr sz="1800" b="1" spc="195" dirty="0">
                <a:solidFill>
                  <a:srgbClr val="CCFF33"/>
                </a:solidFill>
                <a:latin typeface="Tahoma"/>
                <a:cs typeface="Tahoma"/>
              </a:rPr>
              <a:t>c</a:t>
            </a:r>
            <a:r>
              <a:rPr sz="1800" b="1" spc="-135" dirty="0">
                <a:solidFill>
                  <a:srgbClr val="CCFF33"/>
                </a:solidFill>
                <a:latin typeface="Tahoma"/>
                <a:cs typeface="Tahoma"/>
              </a:rPr>
              <a:t>s)</a:t>
            </a:r>
            <a:r>
              <a:rPr sz="1800" b="1" spc="-60" dirty="0">
                <a:solidFill>
                  <a:srgbClr val="CCFF33"/>
                </a:solidFill>
                <a:latin typeface="Tahoma"/>
                <a:cs typeface="Tahoma"/>
              </a:rPr>
              <a:t>.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245108" y="5108447"/>
            <a:ext cx="7658100" cy="1053465"/>
          </a:xfrm>
          <a:custGeom>
            <a:avLst/>
            <a:gdLst/>
            <a:ahLst/>
            <a:cxnLst/>
            <a:rect l="l" t="t" r="r" b="b"/>
            <a:pathLst>
              <a:path w="7658100" h="1053464">
                <a:moveTo>
                  <a:pt x="7464552" y="1053084"/>
                </a:moveTo>
                <a:lnTo>
                  <a:pt x="193548" y="1053084"/>
                </a:lnTo>
                <a:lnTo>
                  <a:pt x="156972" y="1050036"/>
                </a:lnTo>
                <a:lnTo>
                  <a:pt x="137160" y="1045464"/>
                </a:lnTo>
                <a:lnTo>
                  <a:pt x="120396" y="1037844"/>
                </a:lnTo>
                <a:lnTo>
                  <a:pt x="102108" y="1030224"/>
                </a:lnTo>
                <a:lnTo>
                  <a:pt x="57912" y="996696"/>
                </a:lnTo>
                <a:lnTo>
                  <a:pt x="24384" y="952499"/>
                </a:lnTo>
                <a:lnTo>
                  <a:pt x="9144" y="917447"/>
                </a:lnTo>
                <a:lnTo>
                  <a:pt x="1524" y="879347"/>
                </a:lnTo>
                <a:lnTo>
                  <a:pt x="0" y="859536"/>
                </a:lnTo>
                <a:lnTo>
                  <a:pt x="0" y="176784"/>
                </a:lnTo>
                <a:lnTo>
                  <a:pt x="7620" y="138684"/>
                </a:lnTo>
                <a:lnTo>
                  <a:pt x="22860" y="103632"/>
                </a:lnTo>
                <a:lnTo>
                  <a:pt x="56388" y="57912"/>
                </a:lnTo>
                <a:lnTo>
                  <a:pt x="100584" y="24384"/>
                </a:lnTo>
                <a:lnTo>
                  <a:pt x="135636" y="9144"/>
                </a:lnTo>
                <a:lnTo>
                  <a:pt x="173736" y="1524"/>
                </a:lnTo>
                <a:lnTo>
                  <a:pt x="193548" y="0"/>
                </a:lnTo>
                <a:lnTo>
                  <a:pt x="7463028" y="0"/>
                </a:lnTo>
                <a:lnTo>
                  <a:pt x="7501128" y="4572"/>
                </a:lnTo>
                <a:lnTo>
                  <a:pt x="7554468" y="22860"/>
                </a:lnTo>
                <a:lnTo>
                  <a:pt x="7586472" y="44196"/>
                </a:lnTo>
                <a:lnTo>
                  <a:pt x="7601542" y="57912"/>
                </a:lnTo>
                <a:lnTo>
                  <a:pt x="181356" y="57912"/>
                </a:lnTo>
                <a:lnTo>
                  <a:pt x="167640" y="60960"/>
                </a:lnTo>
                <a:lnTo>
                  <a:pt x="129540" y="73152"/>
                </a:lnTo>
                <a:lnTo>
                  <a:pt x="97536" y="97536"/>
                </a:lnTo>
                <a:lnTo>
                  <a:pt x="74676" y="128016"/>
                </a:lnTo>
                <a:lnTo>
                  <a:pt x="59436" y="166116"/>
                </a:lnTo>
                <a:lnTo>
                  <a:pt x="56388" y="195072"/>
                </a:lnTo>
                <a:lnTo>
                  <a:pt x="56388" y="856488"/>
                </a:lnTo>
                <a:lnTo>
                  <a:pt x="62484" y="897636"/>
                </a:lnTo>
                <a:lnTo>
                  <a:pt x="79248" y="934212"/>
                </a:lnTo>
                <a:lnTo>
                  <a:pt x="105156" y="963168"/>
                </a:lnTo>
                <a:lnTo>
                  <a:pt x="140208" y="984504"/>
                </a:lnTo>
                <a:lnTo>
                  <a:pt x="178307" y="995172"/>
                </a:lnTo>
                <a:lnTo>
                  <a:pt x="193548" y="996696"/>
                </a:lnTo>
                <a:lnTo>
                  <a:pt x="7599997" y="996696"/>
                </a:lnTo>
                <a:lnTo>
                  <a:pt x="7587996" y="1007364"/>
                </a:lnTo>
                <a:lnTo>
                  <a:pt x="7540752" y="1037844"/>
                </a:lnTo>
                <a:lnTo>
                  <a:pt x="7484364" y="1051560"/>
                </a:lnTo>
                <a:lnTo>
                  <a:pt x="7464552" y="1053084"/>
                </a:lnTo>
                <a:close/>
              </a:path>
              <a:path w="7658100" h="1053464">
                <a:moveTo>
                  <a:pt x="7599997" y="996696"/>
                </a:moveTo>
                <a:lnTo>
                  <a:pt x="7461504" y="996696"/>
                </a:lnTo>
                <a:lnTo>
                  <a:pt x="7476744" y="995172"/>
                </a:lnTo>
                <a:lnTo>
                  <a:pt x="7490460" y="993647"/>
                </a:lnTo>
                <a:lnTo>
                  <a:pt x="7502652" y="990600"/>
                </a:lnTo>
                <a:lnTo>
                  <a:pt x="7516368" y="986028"/>
                </a:lnTo>
                <a:lnTo>
                  <a:pt x="7527036" y="979932"/>
                </a:lnTo>
                <a:lnTo>
                  <a:pt x="7539228" y="973836"/>
                </a:lnTo>
                <a:lnTo>
                  <a:pt x="7549896" y="964692"/>
                </a:lnTo>
                <a:lnTo>
                  <a:pt x="7559039" y="957072"/>
                </a:lnTo>
                <a:lnTo>
                  <a:pt x="7568184" y="946403"/>
                </a:lnTo>
                <a:lnTo>
                  <a:pt x="7589520" y="912876"/>
                </a:lnTo>
                <a:lnTo>
                  <a:pt x="7600188" y="874776"/>
                </a:lnTo>
                <a:lnTo>
                  <a:pt x="7600188" y="182880"/>
                </a:lnTo>
                <a:lnTo>
                  <a:pt x="7591044" y="143256"/>
                </a:lnTo>
                <a:lnTo>
                  <a:pt x="7569707" y="108204"/>
                </a:lnTo>
                <a:lnTo>
                  <a:pt x="7562088" y="99060"/>
                </a:lnTo>
                <a:lnTo>
                  <a:pt x="7530084" y="74676"/>
                </a:lnTo>
                <a:lnTo>
                  <a:pt x="7478268" y="57912"/>
                </a:lnTo>
                <a:lnTo>
                  <a:pt x="7601542" y="57912"/>
                </a:lnTo>
                <a:lnTo>
                  <a:pt x="7633716" y="100584"/>
                </a:lnTo>
                <a:lnTo>
                  <a:pt x="7648956" y="135636"/>
                </a:lnTo>
                <a:lnTo>
                  <a:pt x="7656576" y="173736"/>
                </a:lnTo>
                <a:lnTo>
                  <a:pt x="7658100" y="193548"/>
                </a:lnTo>
                <a:lnTo>
                  <a:pt x="7657973" y="859536"/>
                </a:lnTo>
                <a:lnTo>
                  <a:pt x="7656576" y="876299"/>
                </a:lnTo>
                <a:lnTo>
                  <a:pt x="7655052" y="896112"/>
                </a:lnTo>
                <a:lnTo>
                  <a:pt x="7642860" y="932688"/>
                </a:lnTo>
                <a:lnTo>
                  <a:pt x="7613904" y="981456"/>
                </a:lnTo>
                <a:lnTo>
                  <a:pt x="7601712" y="995172"/>
                </a:lnTo>
                <a:lnTo>
                  <a:pt x="7599997" y="99669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100" dirty="0"/>
              <a:t>25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81482" y="641085"/>
            <a:ext cx="427037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240" dirty="0">
                <a:solidFill>
                  <a:srgbClr val="FF5697"/>
                </a:solidFill>
              </a:rPr>
              <a:t>C</a:t>
            </a:r>
            <a:r>
              <a:rPr sz="2200" spc="-195" dirty="0">
                <a:solidFill>
                  <a:srgbClr val="FF5697"/>
                </a:solidFill>
              </a:rPr>
              <a:t>H</a:t>
            </a:r>
            <a:r>
              <a:rPr sz="2200" spc="114" dirty="0">
                <a:solidFill>
                  <a:srgbClr val="FF5697"/>
                </a:solidFill>
              </a:rPr>
              <a:t>A</a:t>
            </a:r>
            <a:r>
              <a:rPr sz="2200" spc="-450" dirty="0">
                <a:solidFill>
                  <a:srgbClr val="FF5697"/>
                </a:solidFill>
              </a:rPr>
              <a:t>Î</a:t>
            </a:r>
            <a:r>
              <a:rPr sz="2200" spc="-100" dirty="0">
                <a:solidFill>
                  <a:srgbClr val="FF5697"/>
                </a:solidFill>
              </a:rPr>
              <a:t>N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10" dirty="0">
                <a:solidFill>
                  <a:srgbClr val="FF5697"/>
                </a:solidFill>
              </a:rPr>
              <a:t> 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425" dirty="0">
                <a:solidFill>
                  <a:srgbClr val="FF5697"/>
                </a:solidFill>
              </a:rPr>
              <a:t>T</a:t>
            </a:r>
            <a:r>
              <a:rPr sz="2200" spc="-30" dirty="0">
                <a:solidFill>
                  <a:srgbClr val="FF5697"/>
                </a:solidFill>
              </a:rPr>
              <a:t> </a:t>
            </a:r>
            <a:r>
              <a:rPr sz="2200" spc="240" dirty="0">
                <a:solidFill>
                  <a:srgbClr val="FF5697"/>
                </a:solidFill>
              </a:rPr>
              <a:t>C</a:t>
            </a:r>
            <a:r>
              <a:rPr sz="2200" spc="-120" dirty="0">
                <a:solidFill>
                  <a:srgbClr val="FF5697"/>
                </a:solidFill>
              </a:rPr>
              <a:t>Y</a:t>
            </a:r>
            <a:r>
              <a:rPr sz="2200" spc="240" dirty="0">
                <a:solidFill>
                  <a:srgbClr val="FF5697"/>
                </a:solidFill>
              </a:rPr>
              <a:t>C</a:t>
            </a:r>
            <a:r>
              <a:rPr sz="2200" spc="-295" dirty="0">
                <a:solidFill>
                  <a:srgbClr val="FF5697"/>
                </a:solidFill>
              </a:rPr>
              <a:t>L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30" dirty="0">
                <a:solidFill>
                  <a:srgbClr val="FF5697"/>
                </a:solidFill>
              </a:rPr>
              <a:t> </a:t>
            </a:r>
            <a:r>
              <a:rPr sz="2200" spc="-135" dirty="0">
                <a:solidFill>
                  <a:srgbClr val="FF5697"/>
                </a:solidFill>
              </a:rPr>
              <a:t>D</a:t>
            </a:r>
            <a:r>
              <a:rPr sz="2200" spc="5" dirty="0">
                <a:solidFill>
                  <a:srgbClr val="FF5697"/>
                </a:solidFill>
              </a:rPr>
              <a:t>’</a:t>
            </a:r>
            <a:r>
              <a:rPr sz="2200" spc="-225" dirty="0">
                <a:solidFill>
                  <a:srgbClr val="FF5697"/>
                </a:solidFill>
              </a:rPr>
              <a:t>U</a:t>
            </a:r>
            <a:r>
              <a:rPr sz="2200" spc="-75" dirty="0">
                <a:solidFill>
                  <a:srgbClr val="FF5697"/>
                </a:solidFill>
              </a:rPr>
              <a:t>N</a:t>
            </a:r>
            <a:r>
              <a:rPr sz="2200" spc="-10" dirty="0">
                <a:solidFill>
                  <a:srgbClr val="FF5697"/>
                </a:solidFill>
              </a:rPr>
              <a:t> </a:t>
            </a:r>
            <a:r>
              <a:rPr sz="2200" spc="204" dirty="0">
                <a:solidFill>
                  <a:srgbClr val="FF5697"/>
                </a:solidFill>
              </a:rPr>
              <a:t>G</a:t>
            </a:r>
            <a:r>
              <a:rPr sz="2200" spc="-330" dirty="0">
                <a:solidFill>
                  <a:srgbClr val="FF5697"/>
                </a:solidFill>
              </a:rPr>
              <a:t>R</a:t>
            </a:r>
            <a:r>
              <a:rPr sz="2200" spc="90" dirty="0">
                <a:solidFill>
                  <a:srgbClr val="FF5697"/>
                </a:solidFill>
              </a:rPr>
              <a:t>A</a:t>
            </a:r>
            <a:r>
              <a:rPr sz="2200" spc="-225" dirty="0">
                <a:solidFill>
                  <a:srgbClr val="FF5697"/>
                </a:solidFill>
              </a:rPr>
              <a:t>P</a:t>
            </a:r>
            <a:r>
              <a:rPr sz="2200" spc="-195" dirty="0">
                <a:solidFill>
                  <a:srgbClr val="FF5697"/>
                </a:solidFill>
              </a:rPr>
              <a:t>H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endParaRPr sz="2200"/>
          </a:p>
        </p:txBody>
      </p:sp>
      <p:grpSp>
        <p:nvGrpSpPr>
          <p:cNvPr id="3" name="object 3"/>
          <p:cNvGrpSpPr/>
          <p:nvPr/>
        </p:nvGrpSpPr>
        <p:grpSpPr>
          <a:xfrm>
            <a:off x="772668" y="3779519"/>
            <a:ext cx="9144000" cy="3429000"/>
            <a:chOff x="772668" y="3779519"/>
            <a:chExt cx="9144000" cy="3429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2668" y="3779520"/>
              <a:ext cx="9143999" cy="34290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1812" y="3781044"/>
              <a:ext cx="5925311" cy="10241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055585" y="1271981"/>
            <a:ext cx="8009255" cy="2860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6240" marR="5080" indent="-384175" algn="just">
              <a:lnSpc>
                <a:spcPct val="100000"/>
              </a:lnSpc>
              <a:spcBef>
                <a:spcPts val="100"/>
              </a:spcBef>
              <a:buClr>
                <a:srgbClr val="FF388C"/>
              </a:buClr>
              <a:buSzPct val="80000"/>
              <a:buFont typeface="Times New Roman"/>
              <a:buChar char="◉"/>
              <a:tabLst>
                <a:tab pos="396875" algn="l"/>
              </a:tabLst>
            </a:pPr>
            <a:r>
              <a:rPr sz="3000" b="1" spc="-100" dirty="0">
                <a:solidFill>
                  <a:srgbClr val="FFFF00"/>
                </a:solidFill>
                <a:latin typeface="Tahoma"/>
                <a:cs typeface="Tahoma"/>
              </a:rPr>
              <a:t>Une </a:t>
            </a:r>
            <a:r>
              <a:rPr sz="3000" b="1" spc="35" dirty="0">
                <a:solidFill>
                  <a:srgbClr val="FFFF00"/>
                </a:solidFill>
                <a:latin typeface="Tahoma"/>
                <a:cs typeface="Tahoma"/>
              </a:rPr>
              <a:t>chaîne </a:t>
            </a:r>
            <a:r>
              <a:rPr sz="3000" spc="-135" dirty="0">
                <a:solidFill>
                  <a:srgbClr val="FFFFFF"/>
                </a:solidFill>
                <a:latin typeface="Verdana"/>
                <a:cs typeface="Verdana"/>
              </a:rPr>
              <a:t>est </a:t>
            </a:r>
            <a:r>
              <a:rPr sz="3000" spc="5" dirty="0">
                <a:solidFill>
                  <a:srgbClr val="FFFFFF"/>
                </a:solidFill>
                <a:latin typeface="Verdana"/>
                <a:cs typeface="Verdana"/>
              </a:rPr>
              <a:t>une </a:t>
            </a:r>
            <a:r>
              <a:rPr sz="3000" spc="55" dirty="0">
                <a:solidFill>
                  <a:srgbClr val="FFFFFF"/>
                </a:solidFill>
                <a:latin typeface="Verdana"/>
                <a:cs typeface="Verdana"/>
              </a:rPr>
              <a:t>séquence </a:t>
            </a:r>
            <a:r>
              <a:rPr sz="3000" spc="-15" dirty="0">
                <a:solidFill>
                  <a:srgbClr val="FFFFFF"/>
                </a:solidFill>
                <a:latin typeface="Verdana"/>
                <a:cs typeface="Verdana"/>
              </a:rPr>
              <a:t>alternée </a:t>
            </a:r>
            <a:r>
              <a:rPr sz="3000" spc="-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3000" spc="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125" dirty="0">
                <a:solidFill>
                  <a:srgbClr val="FFFFFF"/>
                </a:solidFill>
                <a:latin typeface="Verdana"/>
                <a:cs typeface="Verdana"/>
              </a:rPr>
              <a:t>sommets</a:t>
            </a:r>
            <a:r>
              <a:rPr sz="30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5" dirty="0">
                <a:solidFill>
                  <a:srgbClr val="FFFFFF"/>
                </a:solidFill>
                <a:latin typeface="Verdana"/>
                <a:cs typeface="Verdana"/>
              </a:rPr>
              <a:t>et</a:t>
            </a:r>
            <a:r>
              <a:rPr sz="3000" dirty="0">
                <a:solidFill>
                  <a:srgbClr val="FFFFFF"/>
                </a:solidFill>
                <a:latin typeface="Verdana"/>
                <a:cs typeface="Verdana"/>
              </a:rPr>
              <a:t> d’arêtes</a:t>
            </a:r>
            <a:r>
              <a:rPr sz="3000" spc="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60" dirty="0">
                <a:solidFill>
                  <a:srgbClr val="FFFFFF"/>
                </a:solidFill>
                <a:latin typeface="Verdana"/>
                <a:cs typeface="Verdana"/>
              </a:rPr>
              <a:t>(une</a:t>
            </a:r>
            <a:r>
              <a:rPr sz="3000" spc="-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140" dirty="0">
                <a:solidFill>
                  <a:srgbClr val="FFFFFF"/>
                </a:solidFill>
                <a:latin typeface="Verdana"/>
                <a:cs typeface="Verdana"/>
              </a:rPr>
              <a:t>suite </a:t>
            </a:r>
            <a:r>
              <a:rPr sz="30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5" dirty="0">
                <a:solidFill>
                  <a:srgbClr val="FFFFFF"/>
                </a:solidFill>
                <a:latin typeface="Verdana"/>
                <a:cs typeface="Verdana"/>
              </a:rPr>
              <a:t>d’arêtes </a:t>
            </a:r>
            <a:r>
              <a:rPr sz="3000" spc="-200" dirty="0">
                <a:solidFill>
                  <a:srgbClr val="FFFFFF"/>
                </a:solidFill>
                <a:latin typeface="Verdana"/>
                <a:cs typeface="Verdana"/>
              </a:rPr>
              <a:t>mises </a:t>
            </a:r>
            <a:r>
              <a:rPr sz="3000" spc="15" dirty="0">
                <a:solidFill>
                  <a:srgbClr val="FFFFFF"/>
                </a:solidFill>
                <a:latin typeface="Verdana"/>
                <a:cs typeface="Verdana"/>
              </a:rPr>
              <a:t>bout </a:t>
            </a:r>
            <a:r>
              <a:rPr sz="3000" spc="245" dirty="0">
                <a:solidFill>
                  <a:srgbClr val="FFFFFF"/>
                </a:solidFill>
                <a:latin typeface="Verdana"/>
                <a:cs typeface="Verdana"/>
              </a:rPr>
              <a:t>à </a:t>
            </a:r>
            <a:r>
              <a:rPr sz="3000" spc="15" dirty="0">
                <a:solidFill>
                  <a:srgbClr val="FFFFFF"/>
                </a:solidFill>
                <a:latin typeface="Verdana"/>
                <a:cs typeface="Verdana"/>
              </a:rPr>
              <a:t>bout </a:t>
            </a:r>
            <a:r>
              <a:rPr sz="3000" spc="-100" dirty="0">
                <a:solidFill>
                  <a:srgbClr val="FFFFFF"/>
                </a:solidFill>
                <a:latin typeface="Verdana"/>
                <a:cs typeface="Verdana"/>
              </a:rPr>
              <a:t>reliant </a:t>
            </a:r>
            <a:r>
              <a:rPr sz="3000" spc="-20" dirty="0">
                <a:solidFill>
                  <a:srgbClr val="FFFFFF"/>
                </a:solidFill>
                <a:latin typeface="Verdana"/>
                <a:cs typeface="Verdana"/>
              </a:rPr>
              <a:t>deux </a:t>
            </a:r>
            <a:r>
              <a:rPr sz="3000" spc="-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39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12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3000" spc="-100" dirty="0">
                <a:solidFill>
                  <a:srgbClr val="FFFFFF"/>
                </a:solidFill>
                <a:latin typeface="Verdana"/>
                <a:cs typeface="Verdana"/>
              </a:rPr>
              <a:t>mm</a:t>
            </a:r>
            <a:r>
              <a:rPr sz="30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17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3000" spc="-40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-2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19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3000" spc="-75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3000" spc="-2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135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3000" spc="-38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3000" spc="23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3000" spc="195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3000" spc="-70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30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285" dirty="0">
                <a:solidFill>
                  <a:srgbClr val="FFFFFF"/>
                </a:solidFill>
                <a:latin typeface="Verdana"/>
                <a:cs typeface="Verdana"/>
              </a:rPr>
              <a:t>)</a:t>
            </a:r>
            <a:r>
              <a:rPr sz="3000" spc="-265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3000">
              <a:latin typeface="Verdana"/>
              <a:cs typeface="Verdana"/>
            </a:endParaRPr>
          </a:p>
          <a:p>
            <a:pPr marL="396240" marR="7620" indent="-384175" algn="just">
              <a:lnSpc>
                <a:spcPct val="100000"/>
              </a:lnSpc>
              <a:spcBef>
                <a:spcPts val="720"/>
              </a:spcBef>
              <a:buClr>
                <a:srgbClr val="FF388C"/>
              </a:buClr>
              <a:buSzPct val="80000"/>
              <a:buFont typeface="Times New Roman"/>
              <a:buChar char="◉"/>
              <a:tabLst>
                <a:tab pos="396875" algn="l"/>
              </a:tabLst>
            </a:pPr>
            <a:r>
              <a:rPr sz="3000" b="1" spc="-110" dirty="0">
                <a:solidFill>
                  <a:srgbClr val="FFFF00"/>
                </a:solidFill>
                <a:latin typeface="Tahoma"/>
                <a:cs typeface="Tahoma"/>
              </a:rPr>
              <a:t>La </a:t>
            </a:r>
            <a:r>
              <a:rPr sz="3000" b="1" spc="-80" dirty="0">
                <a:solidFill>
                  <a:srgbClr val="FFFF00"/>
                </a:solidFill>
                <a:latin typeface="Tahoma"/>
                <a:cs typeface="Tahoma"/>
              </a:rPr>
              <a:t>longueur </a:t>
            </a:r>
            <a:r>
              <a:rPr sz="3000" b="1" spc="-10" dirty="0">
                <a:solidFill>
                  <a:srgbClr val="FFFF00"/>
                </a:solidFill>
                <a:latin typeface="Tahoma"/>
                <a:cs typeface="Tahoma"/>
              </a:rPr>
              <a:t>d’une </a:t>
            </a:r>
            <a:r>
              <a:rPr sz="3000" b="1" spc="35" dirty="0">
                <a:solidFill>
                  <a:srgbClr val="FFFF00"/>
                </a:solidFill>
                <a:latin typeface="Tahoma"/>
                <a:cs typeface="Tahoma"/>
              </a:rPr>
              <a:t>chaîne </a:t>
            </a:r>
            <a:r>
              <a:rPr sz="3000" spc="-135" dirty="0">
                <a:solidFill>
                  <a:srgbClr val="FFFFFF"/>
                </a:solidFill>
                <a:latin typeface="Verdana"/>
                <a:cs typeface="Verdana"/>
              </a:rPr>
              <a:t>est </a:t>
            </a:r>
            <a:r>
              <a:rPr sz="3000" spc="-35" dirty="0">
                <a:solidFill>
                  <a:srgbClr val="FFFFFF"/>
                </a:solidFill>
                <a:latin typeface="Verdana"/>
                <a:cs typeface="Verdana"/>
              </a:rPr>
              <a:t>le </a:t>
            </a:r>
            <a:r>
              <a:rPr sz="3000" spc="-20" dirty="0">
                <a:solidFill>
                  <a:srgbClr val="FFFFFF"/>
                </a:solidFill>
                <a:latin typeface="Verdana"/>
                <a:cs typeface="Verdana"/>
              </a:rPr>
              <a:t>nombre </a:t>
            </a:r>
            <a:r>
              <a:rPr sz="3000" spc="-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16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3000" spc="270" dirty="0">
                <a:solidFill>
                  <a:srgbClr val="FFFFFF"/>
                </a:solidFill>
                <a:latin typeface="Verdana"/>
                <a:cs typeface="Verdana"/>
              </a:rPr>
              <a:t>’</a:t>
            </a:r>
            <a:r>
              <a:rPr sz="3000" spc="23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3000" spc="-38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ê</a:t>
            </a:r>
            <a:r>
              <a:rPr sz="3000" spc="-17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40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-2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165" dirty="0">
                <a:solidFill>
                  <a:srgbClr val="FFFFFF"/>
                </a:solidFill>
                <a:latin typeface="Verdana"/>
                <a:cs typeface="Verdana"/>
              </a:rPr>
              <a:t>q</a:t>
            </a:r>
            <a:r>
              <a:rPr sz="3000" spc="-7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3000" spc="240" dirty="0">
                <a:solidFill>
                  <a:srgbClr val="FFFFFF"/>
                </a:solidFill>
                <a:latin typeface="Verdana"/>
                <a:cs typeface="Verdana"/>
              </a:rPr>
              <a:t>’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229" dirty="0">
                <a:solidFill>
                  <a:srgbClr val="FFFFFF"/>
                </a:solidFill>
                <a:latin typeface="Verdana"/>
                <a:cs typeface="Verdana"/>
              </a:rPr>
              <a:t>ll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229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380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3000" spc="12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3000" spc="-7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3000" spc="-17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3000" spc="-229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7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3000" spc="-17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3000" spc="-265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3000">
              <a:latin typeface="Verdana"/>
              <a:cs typeface="Verdan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725167" y="4232148"/>
            <a:ext cx="6606539" cy="2715767"/>
          </a:xfrm>
          <a:prstGeom prst="rect">
            <a:avLst/>
          </a:prstGeom>
        </p:spPr>
      </p:pic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100" dirty="0"/>
              <a:t>26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5477" y="1361872"/>
            <a:ext cx="8006715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6240" marR="5080" indent="-384175" algn="just">
              <a:lnSpc>
                <a:spcPct val="100000"/>
              </a:lnSpc>
              <a:spcBef>
                <a:spcPts val="100"/>
              </a:spcBef>
              <a:buClr>
                <a:srgbClr val="FF388C"/>
              </a:buClr>
              <a:buSzPct val="80000"/>
              <a:buFont typeface="Times New Roman"/>
              <a:buChar char="◉"/>
              <a:tabLst>
                <a:tab pos="396875" algn="l"/>
              </a:tabLst>
            </a:pPr>
            <a:r>
              <a:rPr sz="3000" b="1" spc="-215" dirty="0">
                <a:solidFill>
                  <a:srgbClr val="FFFF00"/>
                </a:solidFill>
                <a:latin typeface="Tahoma"/>
                <a:cs typeface="Tahoma"/>
              </a:rPr>
              <a:t>Un</a:t>
            </a:r>
            <a:r>
              <a:rPr sz="3000" b="1" spc="450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3000" b="1" spc="130" dirty="0">
                <a:solidFill>
                  <a:srgbClr val="FFFF00"/>
                </a:solidFill>
                <a:latin typeface="Tahoma"/>
                <a:cs typeface="Tahoma"/>
              </a:rPr>
              <a:t>cycle</a:t>
            </a:r>
            <a:r>
              <a:rPr sz="3000" b="1" spc="135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3000" spc="-135" dirty="0">
                <a:solidFill>
                  <a:srgbClr val="FFFFFF"/>
                </a:solidFill>
                <a:latin typeface="Verdana"/>
                <a:cs typeface="Verdana"/>
              </a:rPr>
              <a:t>est</a:t>
            </a:r>
            <a:r>
              <a:rPr sz="30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5" dirty="0">
                <a:solidFill>
                  <a:srgbClr val="FFFFFF"/>
                </a:solidFill>
                <a:latin typeface="Verdana"/>
                <a:cs typeface="Verdana"/>
              </a:rPr>
              <a:t>une</a:t>
            </a:r>
            <a:r>
              <a:rPr sz="30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65" dirty="0">
                <a:solidFill>
                  <a:srgbClr val="FFFFFF"/>
                </a:solidFill>
                <a:latin typeface="Verdana"/>
                <a:cs typeface="Verdana"/>
              </a:rPr>
              <a:t>chaîne</a:t>
            </a:r>
            <a:r>
              <a:rPr sz="3000" spc="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55" dirty="0">
                <a:solidFill>
                  <a:srgbClr val="FFFFFF"/>
                </a:solidFill>
                <a:latin typeface="Verdana"/>
                <a:cs typeface="Verdana"/>
              </a:rPr>
              <a:t>fermée.</a:t>
            </a:r>
            <a:r>
              <a:rPr sz="3000" spc="-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25" dirty="0">
                <a:solidFill>
                  <a:srgbClr val="FFFFFF"/>
                </a:solidFill>
                <a:latin typeface="Verdana"/>
                <a:cs typeface="Verdana"/>
              </a:rPr>
              <a:t>La </a:t>
            </a:r>
            <a:r>
              <a:rPr sz="3000" spc="-10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50" dirty="0">
                <a:solidFill>
                  <a:srgbClr val="FFFFFF"/>
                </a:solidFill>
                <a:latin typeface="Verdana"/>
                <a:cs typeface="Verdana"/>
              </a:rPr>
              <a:t>longueur</a:t>
            </a:r>
            <a:r>
              <a:rPr sz="3000" spc="-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75" dirty="0">
                <a:solidFill>
                  <a:srgbClr val="FFFFFF"/>
                </a:solidFill>
                <a:latin typeface="Verdana"/>
                <a:cs typeface="Verdana"/>
              </a:rPr>
              <a:t>d’un</a:t>
            </a:r>
            <a:r>
              <a:rPr sz="3000" spc="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100" dirty="0">
                <a:solidFill>
                  <a:srgbClr val="FFFFFF"/>
                </a:solidFill>
                <a:latin typeface="Verdana"/>
                <a:cs typeface="Verdana"/>
              </a:rPr>
              <a:t>cycle</a:t>
            </a:r>
            <a:r>
              <a:rPr sz="3000" spc="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135" dirty="0">
                <a:solidFill>
                  <a:srgbClr val="FFFFFF"/>
                </a:solidFill>
                <a:latin typeface="Verdana"/>
                <a:cs typeface="Verdana"/>
              </a:rPr>
              <a:t>est</a:t>
            </a:r>
            <a:r>
              <a:rPr sz="30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35" dirty="0">
                <a:solidFill>
                  <a:srgbClr val="FFFFFF"/>
                </a:solidFill>
                <a:latin typeface="Verdana"/>
                <a:cs typeface="Verdana"/>
              </a:rPr>
              <a:t>le</a:t>
            </a:r>
            <a:r>
              <a:rPr sz="3000" spc="-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15" dirty="0">
                <a:solidFill>
                  <a:srgbClr val="FFFFFF"/>
                </a:solidFill>
                <a:latin typeface="Verdana"/>
                <a:cs typeface="Verdana"/>
              </a:rPr>
              <a:t>nombre </a:t>
            </a:r>
            <a:r>
              <a:rPr sz="3000" spc="-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16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3000" spc="270" dirty="0">
                <a:solidFill>
                  <a:srgbClr val="FFFFFF"/>
                </a:solidFill>
                <a:latin typeface="Verdana"/>
                <a:cs typeface="Verdana"/>
              </a:rPr>
              <a:t>’</a:t>
            </a:r>
            <a:r>
              <a:rPr sz="3000" spc="23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3000" spc="-38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ê</a:t>
            </a:r>
            <a:r>
              <a:rPr sz="3000" spc="-17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40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-2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195" dirty="0">
                <a:solidFill>
                  <a:srgbClr val="FFFFFF"/>
                </a:solidFill>
                <a:latin typeface="Verdana"/>
                <a:cs typeface="Verdana"/>
              </a:rPr>
              <a:t>q</a:t>
            </a:r>
            <a:r>
              <a:rPr sz="3000" spc="-10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3000" spc="270" dirty="0">
                <a:solidFill>
                  <a:srgbClr val="FFFFFF"/>
                </a:solidFill>
                <a:latin typeface="Verdana"/>
                <a:cs typeface="Verdana"/>
              </a:rPr>
              <a:t>’</a:t>
            </a:r>
            <a:r>
              <a:rPr sz="3000" spc="-229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3000" spc="-22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3000" spc="-2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380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3000" spc="12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3000" spc="-7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3000" spc="-17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3000" spc="-229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7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3000" spc="-17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3000" spc="-265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30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81482" y="641085"/>
            <a:ext cx="427037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240" dirty="0">
                <a:solidFill>
                  <a:srgbClr val="FF5697"/>
                </a:solidFill>
              </a:rPr>
              <a:t>C</a:t>
            </a:r>
            <a:r>
              <a:rPr sz="2200" spc="-195" dirty="0">
                <a:solidFill>
                  <a:srgbClr val="FF5697"/>
                </a:solidFill>
              </a:rPr>
              <a:t>H</a:t>
            </a:r>
            <a:r>
              <a:rPr sz="2200" spc="114" dirty="0">
                <a:solidFill>
                  <a:srgbClr val="FF5697"/>
                </a:solidFill>
              </a:rPr>
              <a:t>A</a:t>
            </a:r>
            <a:r>
              <a:rPr sz="2200" spc="-450" dirty="0">
                <a:solidFill>
                  <a:srgbClr val="FF5697"/>
                </a:solidFill>
              </a:rPr>
              <a:t>Î</a:t>
            </a:r>
            <a:r>
              <a:rPr sz="2200" spc="-100" dirty="0">
                <a:solidFill>
                  <a:srgbClr val="FF5697"/>
                </a:solidFill>
              </a:rPr>
              <a:t>N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10" dirty="0">
                <a:solidFill>
                  <a:srgbClr val="FF5697"/>
                </a:solidFill>
              </a:rPr>
              <a:t> 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425" dirty="0">
                <a:solidFill>
                  <a:srgbClr val="FF5697"/>
                </a:solidFill>
              </a:rPr>
              <a:t>T</a:t>
            </a:r>
            <a:r>
              <a:rPr sz="2200" spc="-30" dirty="0">
                <a:solidFill>
                  <a:srgbClr val="FF5697"/>
                </a:solidFill>
              </a:rPr>
              <a:t> </a:t>
            </a:r>
            <a:r>
              <a:rPr sz="2200" spc="240" dirty="0">
                <a:solidFill>
                  <a:srgbClr val="FF5697"/>
                </a:solidFill>
              </a:rPr>
              <a:t>C</a:t>
            </a:r>
            <a:r>
              <a:rPr sz="2200" spc="-120" dirty="0">
                <a:solidFill>
                  <a:srgbClr val="FF5697"/>
                </a:solidFill>
              </a:rPr>
              <a:t>Y</a:t>
            </a:r>
            <a:r>
              <a:rPr sz="2200" spc="240" dirty="0">
                <a:solidFill>
                  <a:srgbClr val="FF5697"/>
                </a:solidFill>
              </a:rPr>
              <a:t>C</a:t>
            </a:r>
            <a:r>
              <a:rPr sz="2200" spc="-295" dirty="0">
                <a:solidFill>
                  <a:srgbClr val="FF5697"/>
                </a:solidFill>
              </a:rPr>
              <a:t>L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30" dirty="0">
                <a:solidFill>
                  <a:srgbClr val="FF5697"/>
                </a:solidFill>
              </a:rPr>
              <a:t> </a:t>
            </a:r>
            <a:r>
              <a:rPr sz="2200" spc="-135" dirty="0">
                <a:solidFill>
                  <a:srgbClr val="FF5697"/>
                </a:solidFill>
              </a:rPr>
              <a:t>D</a:t>
            </a:r>
            <a:r>
              <a:rPr sz="2200" spc="5" dirty="0">
                <a:solidFill>
                  <a:srgbClr val="FF5697"/>
                </a:solidFill>
              </a:rPr>
              <a:t>’</a:t>
            </a:r>
            <a:r>
              <a:rPr sz="2200" spc="-225" dirty="0">
                <a:solidFill>
                  <a:srgbClr val="FF5697"/>
                </a:solidFill>
              </a:rPr>
              <a:t>U</a:t>
            </a:r>
            <a:r>
              <a:rPr sz="2200" spc="-75" dirty="0">
                <a:solidFill>
                  <a:srgbClr val="FF5697"/>
                </a:solidFill>
              </a:rPr>
              <a:t>N</a:t>
            </a:r>
            <a:r>
              <a:rPr sz="2200" spc="-10" dirty="0">
                <a:solidFill>
                  <a:srgbClr val="FF5697"/>
                </a:solidFill>
              </a:rPr>
              <a:t> </a:t>
            </a:r>
            <a:r>
              <a:rPr sz="2200" spc="204" dirty="0">
                <a:solidFill>
                  <a:srgbClr val="FF5697"/>
                </a:solidFill>
              </a:rPr>
              <a:t>G</a:t>
            </a:r>
            <a:r>
              <a:rPr sz="2200" spc="-330" dirty="0">
                <a:solidFill>
                  <a:srgbClr val="FF5697"/>
                </a:solidFill>
              </a:rPr>
              <a:t>R</a:t>
            </a:r>
            <a:r>
              <a:rPr sz="2200" spc="90" dirty="0">
                <a:solidFill>
                  <a:srgbClr val="FF5697"/>
                </a:solidFill>
              </a:rPr>
              <a:t>A</a:t>
            </a:r>
            <a:r>
              <a:rPr sz="2200" spc="-225" dirty="0">
                <a:solidFill>
                  <a:srgbClr val="FF5697"/>
                </a:solidFill>
              </a:rPr>
              <a:t>P</a:t>
            </a:r>
            <a:r>
              <a:rPr sz="2200" spc="-195" dirty="0">
                <a:solidFill>
                  <a:srgbClr val="FF5697"/>
                </a:solidFill>
              </a:rPr>
              <a:t>H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endParaRPr sz="2200"/>
          </a:p>
        </p:txBody>
      </p:sp>
      <p:grpSp>
        <p:nvGrpSpPr>
          <p:cNvPr id="4" name="object 4"/>
          <p:cNvGrpSpPr/>
          <p:nvPr/>
        </p:nvGrpSpPr>
        <p:grpSpPr>
          <a:xfrm>
            <a:off x="772668" y="3169919"/>
            <a:ext cx="9144000" cy="4038600"/>
            <a:chOff x="772668" y="3169919"/>
            <a:chExt cx="9144000" cy="40386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06524" y="3169919"/>
              <a:ext cx="6425183" cy="6096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3779519"/>
              <a:ext cx="9143999" cy="34290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1812" y="3781043"/>
              <a:ext cx="5925311" cy="102412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906524" y="3779519"/>
              <a:ext cx="6425183" cy="2624328"/>
            </a:xfrm>
            <a:prstGeom prst="rect">
              <a:avLst/>
            </a:prstGeom>
          </p:spPr>
        </p:pic>
      </p:grp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100" dirty="0"/>
              <a:t>27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81482" y="641085"/>
            <a:ext cx="688911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150" dirty="0">
                <a:solidFill>
                  <a:srgbClr val="FF0000"/>
                </a:solidFill>
              </a:rPr>
              <a:t>MATRICE</a:t>
            </a:r>
            <a:r>
              <a:rPr sz="2200" spc="-30" dirty="0">
                <a:solidFill>
                  <a:srgbClr val="FF0000"/>
                </a:solidFill>
              </a:rPr>
              <a:t> </a:t>
            </a:r>
            <a:r>
              <a:rPr sz="2200" spc="-15" dirty="0">
                <a:solidFill>
                  <a:srgbClr val="FF0000"/>
                </a:solidFill>
              </a:rPr>
              <a:t>D’ADJACENCE-</a:t>
            </a:r>
            <a:r>
              <a:rPr sz="2200" spc="-10" dirty="0">
                <a:solidFill>
                  <a:srgbClr val="FF0000"/>
                </a:solidFill>
              </a:rPr>
              <a:t> </a:t>
            </a:r>
            <a:r>
              <a:rPr sz="2200" spc="-125" dirty="0">
                <a:solidFill>
                  <a:srgbClr val="FF0000"/>
                </a:solidFill>
              </a:rPr>
              <a:t>LONGUEUR</a:t>
            </a:r>
            <a:r>
              <a:rPr sz="2200" spc="10" dirty="0">
                <a:solidFill>
                  <a:srgbClr val="FF0000"/>
                </a:solidFill>
              </a:rPr>
              <a:t> </a:t>
            </a:r>
            <a:r>
              <a:rPr sz="2200" spc="-135" dirty="0">
                <a:solidFill>
                  <a:srgbClr val="FF0000"/>
                </a:solidFill>
              </a:rPr>
              <a:t>D’UNE</a:t>
            </a:r>
            <a:r>
              <a:rPr sz="2200" spc="-10" dirty="0">
                <a:solidFill>
                  <a:srgbClr val="FF0000"/>
                </a:solidFill>
              </a:rPr>
              <a:t> </a:t>
            </a:r>
            <a:r>
              <a:rPr sz="2200" spc="-100" dirty="0">
                <a:solidFill>
                  <a:srgbClr val="FF0000"/>
                </a:solidFill>
              </a:rPr>
              <a:t>CHAINE</a:t>
            </a:r>
            <a:endParaRPr sz="2200"/>
          </a:p>
        </p:txBody>
      </p:sp>
      <p:grpSp>
        <p:nvGrpSpPr>
          <p:cNvPr id="3" name="object 3"/>
          <p:cNvGrpSpPr/>
          <p:nvPr/>
        </p:nvGrpSpPr>
        <p:grpSpPr>
          <a:xfrm>
            <a:off x="772668" y="3779519"/>
            <a:ext cx="9144000" cy="3429000"/>
            <a:chOff x="772668" y="3779519"/>
            <a:chExt cx="9144000" cy="3429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2668" y="3779520"/>
              <a:ext cx="9143999" cy="34290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1812" y="3781044"/>
              <a:ext cx="5925311" cy="10241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707123" y="4283964"/>
              <a:ext cx="2980943" cy="2220467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1068810" y="1293203"/>
            <a:ext cx="8026400" cy="5175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4935" marR="30480" algn="just">
              <a:lnSpc>
                <a:spcPct val="150000"/>
              </a:lnSpc>
              <a:spcBef>
                <a:spcPts val="100"/>
              </a:spcBef>
            </a:pPr>
            <a:r>
              <a:rPr sz="2400" spc="-160" dirty="0">
                <a:solidFill>
                  <a:srgbClr val="FFFFFF"/>
                </a:solidFill>
                <a:latin typeface="Verdana"/>
                <a:cs typeface="Verdana"/>
              </a:rPr>
              <a:t>Soit</a:t>
            </a:r>
            <a:r>
              <a:rPr sz="24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229" dirty="0">
                <a:solidFill>
                  <a:srgbClr val="FFFFFF"/>
                </a:solidFill>
                <a:latin typeface="Verdana"/>
                <a:cs typeface="Verdana"/>
              </a:rPr>
              <a:t>G </a:t>
            </a:r>
            <a:r>
              <a:rPr sz="2400" spc="-55" dirty="0">
                <a:solidFill>
                  <a:srgbClr val="FFFFFF"/>
                </a:solidFill>
                <a:latin typeface="Verdana"/>
                <a:cs typeface="Verdana"/>
              </a:rPr>
              <a:t>un</a:t>
            </a:r>
            <a:r>
              <a:rPr sz="2400" spc="-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35" dirty="0">
                <a:solidFill>
                  <a:srgbClr val="FFFFFF"/>
                </a:solidFill>
                <a:latin typeface="Verdana"/>
                <a:cs typeface="Verdana"/>
              </a:rPr>
              <a:t>graphe</a:t>
            </a:r>
            <a:r>
              <a:rPr sz="2400" spc="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65" dirty="0">
                <a:solidFill>
                  <a:srgbClr val="FFFFFF"/>
                </a:solidFill>
                <a:latin typeface="Verdana"/>
                <a:cs typeface="Verdana"/>
              </a:rPr>
              <a:t>(orienté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30" dirty="0">
                <a:solidFill>
                  <a:srgbClr val="FFFFFF"/>
                </a:solidFill>
                <a:latin typeface="Verdana"/>
                <a:cs typeface="Verdana"/>
              </a:rPr>
              <a:t>ou</a:t>
            </a:r>
            <a:r>
              <a:rPr sz="2400" spc="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45" dirty="0">
                <a:solidFill>
                  <a:srgbClr val="FFFFFF"/>
                </a:solidFill>
                <a:latin typeface="Verdana"/>
                <a:cs typeface="Verdana"/>
              </a:rPr>
              <a:t>non)</a:t>
            </a:r>
            <a:r>
              <a:rPr sz="2400" spc="-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de </a:t>
            </a:r>
            <a:r>
              <a:rPr sz="2400" spc="-10" dirty="0">
                <a:solidFill>
                  <a:srgbClr val="FFFFFF"/>
                </a:solidFill>
                <a:latin typeface="Verdana"/>
                <a:cs typeface="Verdana"/>
              </a:rPr>
              <a:t>matrice </a:t>
            </a:r>
            <a:r>
              <a:rPr sz="2400" spc="-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20" dirty="0">
                <a:solidFill>
                  <a:srgbClr val="FFFFFF"/>
                </a:solidFill>
                <a:latin typeface="Verdana"/>
                <a:cs typeface="Verdana"/>
              </a:rPr>
              <a:t>d’adjacence</a:t>
            </a:r>
            <a:r>
              <a:rPr sz="24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Verdana"/>
                <a:cs typeface="Verdana"/>
              </a:rPr>
              <a:t>M,</a:t>
            </a:r>
            <a:r>
              <a:rPr sz="24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30" dirty="0">
                <a:solidFill>
                  <a:srgbClr val="FFFF00"/>
                </a:solidFill>
                <a:latin typeface="Verdana"/>
                <a:cs typeface="Verdana"/>
              </a:rPr>
              <a:t>le</a:t>
            </a:r>
            <a:r>
              <a:rPr sz="2400" spc="-80" dirty="0">
                <a:solidFill>
                  <a:srgbClr val="FFFF00"/>
                </a:solidFill>
                <a:latin typeface="Verdana"/>
                <a:cs typeface="Verdana"/>
              </a:rPr>
              <a:t> </a:t>
            </a:r>
            <a:r>
              <a:rPr sz="2400" spc="-15" dirty="0">
                <a:solidFill>
                  <a:srgbClr val="FFFF00"/>
                </a:solidFill>
                <a:latin typeface="Verdana"/>
                <a:cs typeface="Verdana"/>
              </a:rPr>
              <a:t>nombre</a:t>
            </a:r>
            <a:r>
              <a:rPr sz="2400" spc="-100" dirty="0">
                <a:solidFill>
                  <a:srgbClr val="FFFF00"/>
                </a:solidFill>
                <a:latin typeface="Verdana"/>
                <a:cs typeface="Verdana"/>
              </a:rPr>
              <a:t> </a:t>
            </a:r>
            <a:r>
              <a:rPr sz="2400" spc="140" dirty="0">
                <a:solidFill>
                  <a:srgbClr val="FFFF00"/>
                </a:solidFill>
                <a:latin typeface="Verdana"/>
                <a:cs typeface="Verdana"/>
              </a:rPr>
              <a:t>de</a:t>
            </a:r>
            <a:r>
              <a:rPr sz="2400" spc="-80" dirty="0">
                <a:solidFill>
                  <a:srgbClr val="FFFF0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FFFF00"/>
                </a:solidFill>
                <a:latin typeface="Verdana"/>
                <a:cs typeface="Verdana"/>
              </a:rPr>
              <a:t>chaînes</a:t>
            </a:r>
            <a:r>
              <a:rPr sz="2400" spc="-100" dirty="0">
                <a:solidFill>
                  <a:srgbClr val="FFFF00"/>
                </a:solidFill>
                <a:latin typeface="Verdana"/>
                <a:cs typeface="Verdana"/>
              </a:rPr>
              <a:t> </a:t>
            </a:r>
            <a:r>
              <a:rPr sz="2400" spc="-75" dirty="0">
                <a:solidFill>
                  <a:srgbClr val="FFFF00"/>
                </a:solidFill>
                <a:latin typeface="Verdana"/>
                <a:cs typeface="Verdana"/>
              </a:rPr>
              <a:t>(chemins)</a:t>
            </a:r>
            <a:r>
              <a:rPr sz="2400" spc="-100" dirty="0">
                <a:solidFill>
                  <a:srgbClr val="FFFF00"/>
                </a:solidFill>
                <a:latin typeface="Verdana"/>
                <a:cs typeface="Verdana"/>
              </a:rPr>
              <a:t> </a:t>
            </a:r>
            <a:r>
              <a:rPr sz="2400" spc="130" dirty="0">
                <a:solidFill>
                  <a:srgbClr val="FFFF00"/>
                </a:solidFill>
                <a:latin typeface="Verdana"/>
                <a:cs typeface="Verdana"/>
              </a:rPr>
              <a:t>de </a:t>
            </a:r>
            <a:r>
              <a:rPr sz="2400" spc="-835" dirty="0">
                <a:solidFill>
                  <a:srgbClr val="FFFF00"/>
                </a:solidFill>
                <a:latin typeface="Verdana"/>
                <a:cs typeface="Verdana"/>
              </a:rPr>
              <a:t> </a:t>
            </a:r>
            <a:r>
              <a:rPr sz="2400" spc="-185" dirty="0">
                <a:solidFill>
                  <a:srgbClr val="FFFF00"/>
                </a:solidFill>
                <a:latin typeface="Verdana"/>
                <a:cs typeface="Verdana"/>
              </a:rPr>
              <a:t>l</a:t>
            </a:r>
            <a:r>
              <a:rPr sz="2400" spc="120" dirty="0">
                <a:solidFill>
                  <a:srgbClr val="FFFF00"/>
                </a:solidFill>
                <a:latin typeface="Verdana"/>
                <a:cs typeface="Verdana"/>
              </a:rPr>
              <a:t>o</a:t>
            </a:r>
            <a:r>
              <a:rPr sz="2400" spc="-60" dirty="0">
                <a:solidFill>
                  <a:srgbClr val="FFFF00"/>
                </a:solidFill>
                <a:latin typeface="Verdana"/>
                <a:cs typeface="Verdana"/>
              </a:rPr>
              <a:t>n</a:t>
            </a:r>
            <a:r>
              <a:rPr sz="2400" spc="105" dirty="0">
                <a:solidFill>
                  <a:srgbClr val="FFFF00"/>
                </a:solidFill>
                <a:latin typeface="Verdana"/>
                <a:cs typeface="Verdana"/>
              </a:rPr>
              <a:t>g</a:t>
            </a:r>
            <a:r>
              <a:rPr sz="2400" spc="-55" dirty="0">
                <a:solidFill>
                  <a:srgbClr val="FFFF00"/>
                </a:solidFill>
                <a:latin typeface="Verdana"/>
                <a:cs typeface="Verdana"/>
              </a:rPr>
              <a:t>u</a:t>
            </a:r>
            <a:r>
              <a:rPr sz="2400" spc="130" dirty="0">
                <a:solidFill>
                  <a:srgbClr val="FFFF00"/>
                </a:solidFill>
                <a:latin typeface="Verdana"/>
                <a:cs typeface="Verdana"/>
              </a:rPr>
              <a:t>e</a:t>
            </a:r>
            <a:r>
              <a:rPr sz="2400" spc="-55" dirty="0">
                <a:solidFill>
                  <a:srgbClr val="FFFF00"/>
                </a:solidFill>
                <a:latin typeface="Verdana"/>
                <a:cs typeface="Verdana"/>
              </a:rPr>
              <a:t>u</a:t>
            </a:r>
            <a:r>
              <a:rPr sz="2400" spc="-305" dirty="0">
                <a:solidFill>
                  <a:srgbClr val="FFFF00"/>
                </a:solidFill>
                <a:latin typeface="Verdana"/>
                <a:cs typeface="Verdana"/>
              </a:rPr>
              <a:t>r</a:t>
            </a:r>
            <a:r>
              <a:rPr sz="2400" spc="-80" dirty="0">
                <a:solidFill>
                  <a:srgbClr val="FFFF00"/>
                </a:solidFill>
                <a:latin typeface="Verdana"/>
                <a:cs typeface="Verdana"/>
              </a:rPr>
              <a:t> </a:t>
            </a:r>
            <a:r>
              <a:rPr sz="2400" spc="-60" dirty="0">
                <a:solidFill>
                  <a:srgbClr val="FFFF00"/>
                </a:solidFill>
                <a:latin typeface="Verdana"/>
                <a:cs typeface="Verdana"/>
              </a:rPr>
              <a:t>n</a:t>
            </a:r>
            <a:r>
              <a:rPr sz="2400" spc="-80" dirty="0">
                <a:solidFill>
                  <a:srgbClr val="FFFF00"/>
                </a:solidFill>
                <a:latin typeface="Verdana"/>
                <a:cs typeface="Verdana"/>
              </a:rPr>
              <a:t> </a:t>
            </a:r>
            <a:r>
              <a:rPr sz="2400" spc="15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400" spc="190" dirty="0">
                <a:solidFill>
                  <a:srgbClr val="FFFFFF"/>
                </a:solidFill>
                <a:latin typeface="Verdana"/>
                <a:cs typeface="Verdana"/>
              </a:rPr>
              <a:t>’</a:t>
            </a:r>
            <a:r>
              <a:rPr sz="2400" spc="-55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400" spc="-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32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120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400" spc="-105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13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400" spc="-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b="1" spc="-150" dirty="0">
                <a:solidFill>
                  <a:srgbClr val="FFFFFF"/>
                </a:solidFill>
                <a:latin typeface="Tahoma"/>
                <a:cs typeface="Tahoma"/>
              </a:rPr>
              <a:t>i</a:t>
            </a:r>
            <a:r>
              <a:rPr sz="2400" b="1" spc="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195" dirty="0">
                <a:solidFill>
                  <a:srgbClr val="FFFFFF"/>
                </a:solidFill>
                <a:latin typeface="Verdana"/>
                <a:cs typeface="Verdana"/>
              </a:rPr>
              <a:t>à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55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400" spc="-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32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9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400" spc="-85" dirty="0">
                <a:solidFill>
                  <a:srgbClr val="FFFFFF"/>
                </a:solidFill>
                <a:latin typeface="Verdana"/>
                <a:cs typeface="Verdana"/>
              </a:rPr>
              <a:t>mm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13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400" spc="-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b="1" spc="-250" dirty="0">
                <a:solidFill>
                  <a:srgbClr val="FFFFFF"/>
                </a:solidFill>
                <a:latin typeface="Tahoma"/>
                <a:cs typeface="Tahoma"/>
              </a:rPr>
              <a:t>j</a:t>
            </a:r>
            <a:r>
              <a:rPr sz="2400" b="1" spc="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32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-13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400" spc="-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ég</a:t>
            </a:r>
            <a:r>
              <a:rPr sz="2400" spc="18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180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400" spc="-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21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45" dirty="0">
                <a:solidFill>
                  <a:srgbClr val="FFFFFF"/>
                </a:solidFill>
                <a:latin typeface="Verdana"/>
                <a:cs typeface="Verdana"/>
              </a:rPr>
              <a:t>u  </a:t>
            </a:r>
            <a:r>
              <a:rPr sz="2400" spc="305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400" spc="9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85" dirty="0">
                <a:solidFill>
                  <a:srgbClr val="FFFFFF"/>
                </a:solidFill>
                <a:latin typeface="Verdana"/>
                <a:cs typeface="Verdana"/>
              </a:rPr>
              <a:t>f</a:t>
            </a:r>
            <a:r>
              <a:rPr sz="2400" spc="-105" dirty="0">
                <a:solidFill>
                  <a:srgbClr val="FFFFFF"/>
                </a:solidFill>
                <a:latin typeface="Verdana"/>
                <a:cs typeface="Verdana"/>
              </a:rPr>
              <a:t>f</a:t>
            </a:r>
            <a:r>
              <a:rPr sz="2400" spc="-16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400" spc="280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400" spc="-16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400" spc="-13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400" spc="-2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b="1" spc="-35" dirty="0">
                <a:solidFill>
                  <a:srgbClr val="66FF33"/>
                </a:solidFill>
                <a:latin typeface="Tahoma"/>
                <a:cs typeface="Tahoma"/>
              </a:rPr>
              <a:t>m</a:t>
            </a:r>
            <a:r>
              <a:rPr sz="1400" b="1" spc="-90" dirty="0">
                <a:solidFill>
                  <a:srgbClr val="66FF33"/>
                </a:solidFill>
                <a:latin typeface="Tahoma"/>
                <a:cs typeface="Tahoma"/>
              </a:rPr>
              <a:t>i</a:t>
            </a:r>
            <a:r>
              <a:rPr sz="1400" b="1" spc="-145" dirty="0">
                <a:solidFill>
                  <a:srgbClr val="66FF33"/>
                </a:solidFill>
                <a:latin typeface="Tahoma"/>
                <a:cs typeface="Tahoma"/>
              </a:rPr>
              <a:t>j</a:t>
            </a:r>
            <a:r>
              <a:rPr sz="1400" b="1" dirty="0">
                <a:solidFill>
                  <a:srgbClr val="66FF33"/>
                </a:solidFill>
                <a:latin typeface="Tahoma"/>
                <a:cs typeface="Tahoma"/>
              </a:rPr>
              <a:t> </a:t>
            </a:r>
            <a:r>
              <a:rPr sz="1400" b="1" spc="-170" dirty="0">
                <a:solidFill>
                  <a:srgbClr val="66FF33"/>
                </a:solidFill>
                <a:latin typeface="Tahoma"/>
                <a:cs typeface="Tahoma"/>
              </a:rPr>
              <a:t> </a:t>
            </a:r>
            <a:r>
              <a:rPr sz="2400" spc="15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400" spc="18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400" spc="-32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8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400" spc="19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85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400" spc="21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13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400" spc="-33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400" spc="-16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400" spc="305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2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b="1" spc="25" dirty="0">
                <a:solidFill>
                  <a:srgbClr val="66FF33"/>
                </a:solidFill>
                <a:latin typeface="Tahoma"/>
                <a:cs typeface="Tahoma"/>
              </a:rPr>
              <a:t>M</a:t>
            </a:r>
            <a:r>
              <a:rPr sz="2700" b="1" spc="-112" baseline="49382" dirty="0">
                <a:solidFill>
                  <a:srgbClr val="66FF33"/>
                </a:solidFill>
                <a:latin typeface="Tahoma"/>
                <a:cs typeface="Tahoma"/>
              </a:rPr>
              <a:t>n</a:t>
            </a:r>
            <a:endParaRPr sz="2700" baseline="49382">
              <a:latin typeface="Tahoma"/>
              <a:cs typeface="Tahoma"/>
            </a:endParaRPr>
          </a:p>
          <a:p>
            <a:pPr marL="206375">
              <a:lnSpc>
                <a:spcPct val="100000"/>
              </a:lnSpc>
              <a:spcBef>
                <a:spcPts val="2505"/>
              </a:spcBef>
            </a:pPr>
            <a:r>
              <a:rPr sz="2400" b="1" spc="-35" dirty="0">
                <a:solidFill>
                  <a:srgbClr val="FFBF00"/>
                </a:solidFill>
                <a:latin typeface="Tahoma"/>
                <a:cs typeface="Tahoma"/>
              </a:rPr>
              <a:t>Exemple</a:t>
            </a: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850">
              <a:latin typeface="Tahoma"/>
              <a:cs typeface="Tahoma"/>
            </a:endParaRPr>
          </a:p>
          <a:p>
            <a:pPr marL="367665" marR="3651250" indent="-342900">
              <a:lnSpc>
                <a:spcPct val="150000"/>
              </a:lnSpc>
              <a:buAutoNum type="arabicPeriod"/>
              <a:tabLst>
                <a:tab pos="369570" algn="l"/>
              </a:tabLst>
            </a:pPr>
            <a:r>
              <a:rPr sz="2000" spc="35" dirty="0">
                <a:solidFill>
                  <a:srgbClr val="FFFFFF"/>
                </a:solidFill>
                <a:latin typeface="Verdana"/>
                <a:cs typeface="Verdana"/>
              </a:rPr>
              <a:t>Combien</a:t>
            </a:r>
            <a:r>
              <a:rPr sz="2000" spc="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40" dirty="0">
                <a:solidFill>
                  <a:srgbClr val="FFFFFF"/>
                </a:solidFill>
                <a:latin typeface="Verdana"/>
                <a:cs typeface="Verdana"/>
              </a:rPr>
              <a:t>y-a-t-il</a:t>
            </a:r>
            <a:r>
              <a:rPr sz="2000" spc="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2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2000" spc="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35" dirty="0">
                <a:solidFill>
                  <a:srgbClr val="FFFFFF"/>
                </a:solidFill>
                <a:latin typeface="Verdana"/>
                <a:cs typeface="Verdana"/>
              </a:rPr>
              <a:t>chemins</a:t>
            </a:r>
            <a:r>
              <a:rPr sz="2000" spc="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20" dirty="0">
                <a:solidFill>
                  <a:srgbClr val="FFFFFF"/>
                </a:solidFill>
                <a:latin typeface="Verdana"/>
                <a:cs typeface="Verdana"/>
              </a:rPr>
              <a:t>de </a:t>
            </a:r>
            <a:r>
              <a:rPr sz="2000" spc="-6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000" spc="10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000" spc="90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2000" spc="-5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5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000" spc="-254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0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65" dirty="0">
                <a:solidFill>
                  <a:srgbClr val="FFFFFF"/>
                </a:solidFill>
                <a:latin typeface="Verdana"/>
                <a:cs typeface="Verdana"/>
              </a:rPr>
              <a:t>3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000" spc="-9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-26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225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1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229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35" dirty="0">
                <a:solidFill>
                  <a:srgbClr val="FFFFFF"/>
                </a:solidFill>
                <a:latin typeface="Segoe UI Symbol"/>
                <a:cs typeface="Segoe UI Symbol"/>
              </a:rPr>
              <a:t>?</a:t>
            </a:r>
            <a:endParaRPr sz="2000">
              <a:latin typeface="Segoe UI Symbol"/>
              <a:cs typeface="Segoe UI Symbol"/>
            </a:endParaRPr>
          </a:p>
          <a:p>
            <a:pPr marL="367665" marR="3651250" indent="-342900">
              <a:lnSpc>
                <a:spcPct val="150000"/>
              </a:lnSpc>
              <a:buAutoNum type="arabicPeriod"/>
              <a:tabLst>
                <a:tab pos="369570" algn="l"/>
                <a:tab pos="1684655" algn="l"/>
                <a:tab pos="2590165" algn="l"/>
                <a:tab pos="3089275" algn="l"/>
                <a:tab pos="4025900" algn="l"/>
              </a:tabLst>
            </a:pPr>
            <a:r>
              <a:rPr sz="2000" spc="220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000" spc="8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000" spc="-7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000" spc="135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sz="2000" spc="-17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000" spc="-125" dirty="0">
                <a:solidFill>
                  <a:srgbClr val="FFFFFF"/>
                </a:solidFill>
                <a:latin typeface="Verdana"/>
                <a:cs typeface="Verdana"/>
              </a:rPr>
              <a:t>y</a:t>
            </a:r>
            <a:r>
              <a:rPr sz="2000" spc="-250" dirty="0">
                <a:solidFill>
                  <a:srgbClr val="FFFFFF"/>
                </a:solidFill>
                <a:latin typeface="Verdana"/>
                <a:cs typeface="Verdana"/>
              </a:rPr>
              <a:t>-</a:t>
            </a:r>
            <a:r>
              <a:rPr sz="2000" spc="15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-270" dirty="0">
                <a:solidFill>
                  <a:srgbClr val="FFFFFF"/>
                </a:solidFill>
                <a:latin typeface="Verdana"/>
                <a:cs typeface="Verdana"/>
              </a:rPr>
              <a:t>-</a:t>
            </a:r>
            <a:r>
              <a:rPr sz="2000" spc="-9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-250" dirty="0">
                <a:solidFill>
                  <a:srgbClr val="FFFFFF"/>
                </a:solidFill>
                <a:latin typeface="Verdana"/>
                <a:cs typeface="Verdana"/>
              </a:rPr>
              <a:t>-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-150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000" spc="235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000" spc="-105" dirty="0">
                <a:solidFill>
                  <a:srgbClr val="FFFFFF"/>
                </a:solidFill>
                <a:latin typeface="Verdana"/>
                <a:cs typeface="Verdana"/>
              </a:rPr>
              <a:t>y</a:t>
            </a:r>
            <a:r>
              <a:rPr sz="2000" spc="235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000" spc="-13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000" spc="13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000" spc="80" dirty="0">
                <a:solidFill>
                  <a:srgbClr val="FFFFFF"/>
                </a:solidFill>
                <a:latin typeface="Verdana"/>
                <a:cs typeface="Verdana"/>
              </a:rPr>
              <a:t>e  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000" spc="10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000" spc="90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2000" spc="-5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5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000" spc="-254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0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65" dirty="0">
                <a:solidFill>
                  <a:srgbClr val="FFFFFF"/>
                </a:solidFill>
                <a:latin typeface="Verdana"/>
                <a:cs typeface="Verdana"/>
              </a:rPr>
              <a:t>3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000" spc="15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235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2000" spc="-26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000" spc="15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114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35" dirty="0">
                <a:solidFill>
                  <a:srgbClr val="FFFFFF"/>
                </a:solidFill>
                <a:latin typeface="Segoe UI Symbol"/>
                <a:cs typeface="Segoe UI Symbol"/>
              </a:rPr>
              <a:t>?</a:t>
            </a:r>
            <a:endParaRPr sz="2000">
              <a:latin typeface="Segoe UI Symbol"/>
              <a:cs typeface="Segoe UI Symbo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100" dirty="0"/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3635742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88480" y="432815"/>
            <a:ext cx="2980943" cy="2218943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772668" y="2694432"/>
            <a:ext cx="9144000" cy="4514215"/>
            <a:chOff x="772668" y="2694432"/>
            <a:chExt cx="9144000" cy="451421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01268" y="2694432"/>
              <a:ext cx="1866899" cy="108508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25596" y="2694432"/>
              <a:ext cx="2115311" cy="108508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2668" y="3779519"/>
              <a:ext cx="9143999" cy="34290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3781043"/>
              <a:ext cx="5925311" cy="102412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1812" y="6414515"/>
              <a:ext cx="8974835" cy="67665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01268" y="3779519"/>
              <a:ext cx="1866899" cy="105156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625596" y="3779519"/>
              <a:ext cx="2115311" cy="96012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874798" y="492413"/>
            <a:ext cx="6205220" cy="185420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0"/>
              </a:spcBef>
            </a:pPr>
            <a:r>
              <a:rPr sz="2000" b="1" spc="-70" dirty="0">
                <a:solidFill>
                  <a:srgbClr val="FFBF00"/>
                </a:solidFill>
                <a:latin typeface="Tahoma"/>
                <a:cs typeface="Tahoma"/>
              </a:rPr>
              <a:t>La</a:t>
            </a:r>
            <a:r>
              <a:rPr sz="2000" b="1" spc="-50" dirty="0">
                <a:solidFill>
                  <a:srgbClr val="FFBF00"/>
                </a:solidFill>
                <a:latin typeface="Tahoma"/>
                <a:cs typeface="Tahoma"/>
              </a:rPr>
              <a:t> </a:t>
            </a:r>
            <a:r>
              <a:rPr sz="2000" b="1" spc="-85" dirty="0">
                <a:solidFill>
                  <a:srgbClr val="FFBF00"/>
                </a:solidFill>
                <a:latin typeface="Tahoma"/>
                <a:cs typeface="Tahoma"/>
              </a:rPr>
              <a:t>résolution</a:t>
            </a:r>
            <a:r>
              <a:rPr sz="2000" b="1" spc="-65" dirty="0">
                <a:solidFill>
                  <a:srgbClr val="FFBF00"/>
                </a:solidFill>
                <a:latin typeface="Tahoma"/>
                <a:cs typeface="Tahoma"/>
              </a:rPr>
              <a:t> </a:t>
            </a:r>
            <a:r>
              <a:rPr sz="2000" b="1" spc="-50" dirty="0">
                <a:solidFill>
                  <a:srgbClr val="FFBF00"/>
                </a:solidFill>
                <a:latin typeface="Tahoma"/>
                <a:cs typeface="Tahoma"/>
              </a:rPr>
              <a:t>passer</a:t>
            </a:r>
            <a:r>
              <a:rPr sz="2000" b="1" spc="-25" dirty="0">
                <a:solidFill>
                  <a:srgbClr val="FFBF00"/>
                </a:solidFill>
                <a:latin typeface="Tahoma"/>
                <a:cs typeface="Tahoma"/>
              </a:rPr>
              <a:t> </a:t>
            </a:r>
            <a:r>
              <a:rPr sz="2000" b="1" spc="-20" dirty="0">
                <a:solidFill>
                  <a:srgbClr val="FFBF00"/>
                </a:solidFill>
                <a:latin typeface="Tahoma"/>
                <a:cs typeface="Tahoma"/>
              </a:rPr>
              <a:t>par </a:t>
            </a:r>
            <a:r>
              <a:rPr sz="2000" b="1" spc="-65" dirty="0">
                <a:solidFill>
                  <a:srgbClr val="FFBF00"/>
                </a:solidFill>
                <a:latin typeface="Tahoma"/>
                <a:cs typeface="Tahoma"/>
              </a:rPr>
              <a:t>les</a:t>
            </a:r>
            <a:r>
              <a:rPr sz="2000" b="1" spc="-40" dirty="0">
                <a:solidFill>
                  <a:srgbClr val="FFBF00"/>
                </a:solidFill>
                <a:latin typeface="Tahoma"/>
                <a:cs typeface="Tahoma"/>
              </a:rPr>
              <a:t> </a:t>
            </a:r>
            <a:r>
              <a:rPr sz="2000" b="1" spc="-145" dirty="0">
                <a:solidFill>
                  <a:srgbClr val="FFBF00"/>
                </a:solidFill>
                <a:latin typeface="Tahoma"/>
                <a:cs typeface="Tahoma"/>
              </a:rPr>
              <a:t>trois</a:t>
            </a:r>
            <a:r>
              <a:rPr sz="2000" b="1" spc="-25" dirty="0">
                <a:solidFill>
                  <a:srgbClr val="FFBF00"/>
                </a:solidFill>
                <a:latin typeface="Tahoma"/>
                <a:cs typeface="Tahoma"/>
              </a:rPr>
              <a:t> </a:t>
            </a:r>
            <a:r>
              <a:rPr sz="2000" b="1" spc="-5" dirty="0">
                <a:solidFill>
                  <a:srgbClr val="FFBF00"/>
                </a:solidFill>
                <a:latin typeface="Tahoma"/>
                <a:cs typeface="Tahoma"/>
              </a:rPr>
              <a:t>étapes</a:t>
            </a:r>
            <a:r>
              <a:rPr sz="2000" b="1" spc="-40" dirty="0">
                <a:solidFill>
                  <a:srgbClr val="FFBF00"/>
                </a:solidFill>
                <a:latin typeface="Tahoma"/>
                <a:cs typeface="Tahoma"/>
              </a:rPr>
              <a:t> </a:t>
            </a:r>
            <a:r>
              <a:rPr sz="2000" b="1" spc="-75" dirty="0">
                <a:solidFill>
                  <a:srgbClr val="FFBF00"/>
                </a:solidFill>
                <a:latin typeface="Tahoma"/>
                <a:cs typeface="Tahoma"/>
              </a:rPr>
              <a:t>suivantes</a:t>
            </a:r>
            <a:r>
              <a:rPr sz="2000" b="1" spc="-25" dirty="0">
                <a:solidFill>
                  <a:srgbClr val="FFBF00"/>
                </a:solidFill>
                <a:latin typeface="Tahoma"/>
                <a:cs typeface="Tahoma"/>
              </a:rPr>
              <a:t> </a:t>
            </a:r>
            <a:r>
              <a:rPr sz="2000" b="1" spc="-170" dirty="0">
                <a:solidFill>
                  <a:srgbClr val="FFBF00"/>
                </a:solidFill>
                <a:latin typeface="Tahoma"/>
                <a:cs typeface="Tahoma"/>
              </a:rPr>
              <a:t>:</a:t>
            </a:r>
            <a:endParaRPr sz="2000">
              <a:latin typeface="Tahoma"/>
              <a:cs typeface="Tahoma"/>
            </a:endParaRPr>
          </a:p>
          <a:p>
            <a:pPr marL="192405" indent="-154940">
              <a:lnSpc>
                <a:spcPct val="100000"/>
              </a:lnSpc>
              <a:spcBef>
                <a:spcPts val="1200"/>
              </a:spcBef>
              <a:buSzPct val="95000"/>
              <a:buChar char="•"/>
              <a:tabLst>
                <a:tab pos="193040" algn="l"/>
              </a:tabLst>
            </a:pPr>
            <a:r>
              <a:rPr sz="2000" spc="-190" dirty="0">
                <a:solidFill>
                  <a:srgbClr val="FFFFFF"/>
                </a:solidFill>
                <a:latin typeface="Verdana"/>
                <a:cs typeface="Verdana"/>
              </a:rPr>
              <a:t>É</a:t>
            </a:r>
            <a:r>
              <a:rPr sz="2000" spc="254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000" spc="-26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-26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3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000" spc="16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7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000" spc="15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-9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-26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235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55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0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3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000" spc="160" dirty="0">
                <a:solidFill>
                  <a:srgbClr val="FFFFFF"/>
                </a:solidFill>
                <a:latin typeface="Verdana"/>
                <a:cs typeface="Verdana"/>
              </a:rPr>
              <a:t>’</a:t>
            </a:r>
            <a:r>
              <a:rPr sz="2000" spc="15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13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000" spc="-295" dirty="0">
                <a:solidFill>
                  <a:srgbClr val="FFFFFF"/>
                </a:solidFill>
                <a:latin typeface="Verdana"/>
                <a:cs typeface="Verdana"/>
              </a:rPr>
              <a:t>j</a:t>
            </a:r>
            <a:r>
              <a:rPr sz="2000" spc="15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254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000" spc="254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000" spc="-5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0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90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2000" spc="-26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000" spc="15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114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2000" spc="-25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175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2000">
              <a:latin typeface="Verdana"/>
              <a:cs typeface="Verdana"/>
            </a:endParaRPr>
          </a:p>
          <a:p>
            <a:pPr marL="192405" indent="-154940">
              <a:lnSpc>
                <a:spcPct val="100000"/>
              </a:lnSpc>
              <a:spcBef>
                <a:spcPts val="1200"/>
              </a:spcBef>
              <a:buSzPct val="95000"/>
              <a:buChar char="•"/>
              <a:tabLst>
                <a:tab pos="193040" algn="l"/>
              </a:tabLst>
            </a:pPr>
            <a:r>
              <a:rPr sz="2000" spc="-190" dirty="0">
                <a:solidFill>
                  <a:srgbClr val="FFFFFF"/>
                </a:solidFill>
                <a:latin typeface="Verdana"/>
                <a:cs typeface="Verdana"/>
              </a:rPr>
              <a:t>É</a:t>
            </a:r>
            <a:r>
              <a:rPr sz="2000" spc="-13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65" dirty="0">
                <a:solidFill>
                  <a:srgbClr val="FFFFFF"/>
                </a:solidFill>
                <a:latin typeface="Verdana"/>
                <a:cs typeface="Verdana"/>
              </a:rPr>
              <a:t>v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254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00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254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9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-1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7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000" spc="15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-9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-26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235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65" dirty="0">
                <a:solidFill>
                  <a:srgbClr val="FFFFFF"/>
                </a:solidFill>
                <a:latin typeface="Verdana"/>
                <a:cs typeface="Verdana"/>
              </a:rPr>
              <a:t>à</a:t>
            </a:r>
            <a:r>
              <a:rPr sz="20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3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000" spc="16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-1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35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2000" spc="-5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-28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17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000" spc="235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3</a:t>
            </a:r>
            <a:r>
              <a:rPr sz="2000" spc="-175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2000">
              <a:latin typeface="Verdana"/>
              <a:cs typeface="Verdana"/>
            </a:endParaRPr>
          </a:p>
          <a:p>
            <a:pPr marL="259079" indent="-221615">
              <a:lnSpc>
                <a:spcPct val="100000"/>
              </a:lnSpc>
              <a:spcBef>
                <a:spcPts val="1200"/>
              </a:spcBef>
              <a:buSzPct val="95000"/>
              <a:buChar char="•"/>
              <a:tabLst>
                <a:tab pos="259715" algn="l"/>
              </a:tabLst>
            </a:pPr>
            <a:r>
              <a:rPr sz="2000" spc="-175" dirty="0">
                <a:solidFill>
                  <a:srgbClr val="FFFFFF"/>
                </a:solidFill>
                <a:latin typeface="Verdana"/>
                <a:cs typeface="Verdana"/>
              </a:rPr>
              <a:t>Li</a:t>
            </a:r>
            <a:r>
              <a:rPr sz="2000" spc="-26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3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000" spc="15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000" spc="16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7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000" spc="15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-9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-26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235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7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100" spc="-172" baseline="29761" dirty="0">
                <a:solidFill>
                  <a:srgbClr val="FFFFFF"/>
                </a:solidFill>
                <a:latin typeface="Verdana"/>
                <a:cs typeface="Verdana"/>
              </a:rPr>
              <a:t>3</a:t>
            </a:r>
            <a:r>
              <a:rPr sz="2100" spc="82" baseline="29761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000" spc="16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8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000" spc="-13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000" spc="-5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000" spc="-9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-17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10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00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75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100" dirty="0"/>
              <a:t>28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171483" y="4020482"/>
            <a:ext cx="8348345" cy="2844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11125" algn="just">
              <a:lnSpc>
                <a:spcPct val="150000"/>
              </a:lnSpc>
              <a:spcBef>
                <a:spcPts val="100"/>
              </a:spcBef>
            </a:pPr>
            <a:r>
              <a:rPr sz="2000" spc="60" dirty="0">
                <a:solidFill>
                  <a:srgbClr val="FFFFFF"/>
                </a:solidFill>
                <a:latin typeface="Verdana"/>
                <a:cs typeface="Verdana"/>
              </a:rPr>
              <a:t>On</a:t>
            </a:r>
            <a:r>
              <a:rPr sz="20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5" dirty="0">
                <a:solidFill>
                  <a:srgbClr val="FFFFFF"/>
                </a:solidFill>
                <a:latin typeface="Verdana"/>
                <a:cs typeface="Verdana"/>
              </a:rPr>
              <a:t>remarque</a:t>
            </a:r>
            <a:r>
              <a:rPr sz="200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55" dirty="0">
                <a:solidFill>
                  <a:srgbClr val="FFFFFF"/>
                </a:solidFill>
                <a:latin typeface="Verdana"/>
                <a:cs typeface="Verdana"/>
              </a:rPr>
              <a:t>que</a:t>
            </a:r>
            <a:r>
              <a:rPr sz="20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5" dirty="0">
                <a:solidFill>
                  <a:srgbClr val="FFFFFF"/>
                </a:solidFill>
                <a:latin typeface="Verdana"/>
                <a:cs typeface="Verdana"/>
              </a:rPr>
              <a:t>le</a:t>
            </a:r>
            <a:r>
              <a:rPr sz="20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Verdana"/>
                <a:cs typeface="Verdana"/>
              </a:rPr>
              <a:t>nombre</a:t>
            </a:r>
            <a:r>
              <a:rPr sz="20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20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50" dirty="0">
                <a:solidFill>
                  <a:srgbClr val="FFFFFF"/>
                </a:solidFill>
                <a:latin typeface="Verdana"/>
                <a:cs typeface="Verdana"/>
              </a:rPr>
              <a:t>chaîne</a:t>
            </a:r>
            <a:r>
              <a:rPr sz="20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20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30" dirty="0">
                <a:solidFill>
                  <a:srgbClr val="FFFFFF"/>
                </a:solidFill>
                <a:latin typeface="Verdana"/>
                <a:cs typeface="Verdana"/>
              </a:rPr>
              <a:t>longueur</a:t>
            </a:r>
            <a:r>
              <a:rPr sz="20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65" dirty="0">
                <a:solidFill>
                  <a:srgbClr val="FFFFFF"/>
                </a:solidFill>
                <a:latin typeface="Verdana"/>
                <a:cs typeface="Verdana"/>
              </a:rPr>
              <a:t>3</a:t>
            </a:r>
            <a:r>
              <a:rPr sz="20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30" dirty="0">
                <a:solidFill>
                  <a:srgbClr val="FFFFFF"/>
                </a:solidFill>
                <a:latin typeface="Verdana"/>
                <a:cs typeface="Verdana"/>
              </a:rPr>
              <a:t>entre</a:t>
            </a:r>
            <a:r>
              <a:rPr sz="20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225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et</a:t>
            </a:r>
            <a:r>
              <a:rPr sz="20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229" dirty="0">
                <a:solidFill>
                  <a:srgbClr val="FFFFFF"/>
                </a:solidFill>
                <a:latin typeface="Verdana"/>
                <a:cs typeface="Verdana"/>
              </a:rPr>
              <a:t>C </a:t>
            </a:r>
            <a:r>
              <a:rPr sz="2000" spc="-6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90" dirty="0">
                <a:solidFill>
                  <a:srgbClr val="FFFFFF"/>
                </a:solidFill>
                <a:latin typeface="Verdana"/>
                <a:cs typeface="Verdana"/>
              </a:rPr>
              <a:t>est</a:t>
            </a:r>
            <a:r>
              <a:rPr sz="20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55" dirty="0">
                <a:solidFill>
                  <a:srgbClr val="FFFFFF"/>
                </a:solidFill>
                <a:latin typeface="Verdana"/>
                <a:cs typeface="Verdana"/>
              </a:rPr>
              <a:t>égal</a:t>
            </a:r>
            <a:r>
              <a:rPr sz="2000" spc="-165" dirty="0">
                <a:solidFill>
                  <a:srgbClr val="FFFFFF"/>
                </a:solidFill>
                <a:latin typeface="Verdana"/>
                <a:cs typeface="Verdana"/>
              </a:rPr>
              <a:t> 4.</a:t>
            </a:r>
            <a:endParaRPr sz="2000" dirty="0">
              <a:latin typeface="Verdana"/>
              <a:cs typeface="Verdana"/>
            </a:endParaRPr>
          </a:p>
          <a:p>
            <a:pPr marL="12700" algn="just">
              <a:lnSpc>
                <a:spcPct val="100000"/>
              </a:lnSpc>
              <a:spcBef>
                <a:spcPts val="1200"/>
              </a:spcBef>
            </a:pPr>
            <a:r>
              <a:rPr sz="2000" spc="-235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sz="2000" spc="-250" dirty="0">
                <a:solidFill>
                  <a:srgbClr val="FFFFFF"/>
                </a:solidFill>
                <a:latin typeface="Verdana"/>
                <a:cs typeface="Verdana"/>
              </a:rPr>
              <a:t>-</a:t>
            </a:r>
            <a:r>
              <a:rPr sz="2000" spc="240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000" spc="-250" dirty="0">
                <a:solidFill>
                  <a:srgbClr val="FFFFFF"/>
                </a:solidFill>
                <a:latin typeface="Verdana"/>
                <a:cs typeface="Verdana"/>
              </a:rPr>
              <a:t>-</a:t>
            </a:r>
            <a:r>
              <a:rPr sz="2000" spc="-235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sz="2000" spc="-250" dirty="0">
                <a:solidFill>
                  <a:srgbClr val="FFFFFF"/>
                </a:solidFill>
                <a:latin typeface="Verdana"/>
                <a:cs typeface="Verdana"/>
              </a:rPr>
              <a:t>-</a:t>
            </a:r>
            <a:r>
              <a:rPr sz="2000" spc="240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000" spc="-355" dirty="0">
                <a:solidFill>
                  <a:srgbClr val="FFFFFF"/>
                </a:solidFill>
                <a:latin typeface="Verdana"/>
                <a:cs typeface="Verdana"/>
              </a:rPr>
              <a:t>;</a:t>
            </a:r>
            <a:r>
              <a:rPr sz="20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235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sz="2000" spc="-250" dirty="0">
                <a:solidFill>
                  <a:srgbClr val="FFFFFF"/>
                </a:solidFill>
                <a:latin typeface="Verdana"/>
                <a:cs typeface="Verdana"/>
              </a:rPr>
              <a:t>-</a:t>
            </a:r>
            <a:r>
              <a:rPr sz="2000" spc="114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-250" dirty="0">
                <a:solidFill>
                  <a:srgbClr val="FFFFFF"/>
                </a:solidFill>
                <a:latin typeface="Verdana"/>
                <a:cs typeface="Verdana"/>
              </a:rPr>
              <a:t>-</a:t>
            </a:r>
            <a:r>
              <a:rPr sz="2000" spc="-235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sz="2000" spc="-250" dirty="0">
                <a:solidFill>
                  <a:srgbClr val="FFFFFF"/>
                </a:solidFill>
                <a:latin typeface="Verdana"/>
                <a:cs typeface="Verdana"/>
              </a:rPr>
              <a:t>-</a:t>
            </a:r>
            <a:r>
              <a:rPr sz="2000" spc="220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000" spc="-355" dirty="0">
                <a:solidFill>
                  <a:srgbClr val="FFFFFF"/>
                </a:solidFill>
                <a:latin typeface="Verdana"/>
                <a:cs typeface="Verdana"/>
              </a:rPr>
              <a:t>;</a:t>
            </a:r>
            <a:r>
              <a:rPr sz="20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235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sz="2000" spc="-250" dirty="0">
                <a:solidFill>
                  <a:srgbClr val="FFFFFF"/>
                </a:solidFill>
                <a:latin typeface="Verdana"/>
                <a:cs typeface="Verdana"/>
              </a:rPr>
              <a:t>-</a:t>
            </a:r>
            <a:r>
              <a:rPr sz="2000" spc="-4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000" spc="-270" dirty="0">
                <a:solidFill>
                  <a:srgbClr val="FFFFFF"/>
                </a:solidFill>
                <a:latin typeface="Verdana"/>
                <a:cs typeface="Verdana"/>
              </a:rPr>
              <a:t>-</a:t>
            </a:r>
            <a:r>
              <a:rPr sz="2000" spc="-215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sz="2000" spc="-250" dirty="0">
                <a:solidFill>
                  <a:srgbClr val="FFFFFF"/>
                </a:solidFill>
                <a:latin typeface="Verdana"/>
                <a:cs typeface="Verdana"/>
              </a:rPr>
              <a:t>-</a:t>
            </a:r>
            <a:r>
              <a:rPr sz="2000" spc="220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000" spc="-355" dirty="0">
                <a:solidFill>
                  <a:srgbClr val="FFFFFF"/>
                </a:solidFill>
                <a:latin typeface="Verdana"/>
                <a:cs typeface="Verdana"/>
              </a:rPr>
              <a:t>;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3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215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sz="2000" spc="-250" dirty="0">
                <a:solidFill>
                  <a:srgbClr val="FFFFFF"/>
                </a:solidFill>
                <a:latin typeface="Verdana"/>
                <a:cs typeface="Verdana"/>
              </a:rPr>
              <a:t>-</a:t>
            </a:r>
            <a:r>
              <a:rPr sz="2000" spc="220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000" spc="-250" dirty="0">
                <a:solidFill>
                  <a:srgbClr val="FFFFFF"/>
                </a:solidFill>
                <a:latin typeface="Verdana"/>
                <a:cs typeface="Verdana"/>
              </a:rPr>
              <a:t>-</a:t>
            </a:r>
            <a:r>
              <a:rPr sz="2000" spc="114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-250" dirty="0">
                <a:solidFill>
                  <a:srgbClr val="FFFFFF"/>
                </a:solidFill>
                <a:latin typeface="Verdana"/>
                <a:cs typeface="Verdana"/>
              </a:rPr>
              <a:t>-</a:t>
            </a:r>
            <a:r>
              <a:rPr sz="2000" spc="229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endParaRPr sz="2000" dirty="0">
              <a:latin typeface="Verdana"/>
              <a:cs typeface="Verdana"/>
            </a:endParaRPr>
          </a:p>
          <a:p>
            <a:pPr marL="12700" marR="5080" algn="just">
              <a:lnSpc>
                <a:spcPct val="150000"/>
              </a:lnSpc>
              <a:spcBef>
                <a:spcPts val="595"/>
              </a:spcBef>
            </a:pPr>
            <a:r>
              <a:rPr sz="2000" b="1" spc="-265" dirty="0">
                <a:solidFill>
                  <a:srgbClr val="FFFFFF"/>
                </a:solidFill>
                <a:latin typeface="Tahoma"/>
                <a:cs typeface="Tahoma"/>
              </a:rPr>
              <a:t>Il</a:t>
            </a:r>
            <a:r>
              <a:rPr sz="2000" b="1" spc="-2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Tahoma"/>
                <a:cs typeface="Tahoma"/>
              </a:rPr>
              <a:t>y </a:t>
            </a:r>
            <a:r>
              <a:rPr sz="2000" b="1" spc="125" dirty="0">
                <a:solidFill>
                  <a:srgbClr val="FFFFFF"/>
                </a:solidFill>
                <a:latin typeface="Tahoma"/>
                <a:cs typeface="Tahoma"/>
              </a:rPr>
              <a:t>a </a:t>
            </a:r>
            <a:r>
              <a:rPr lang="fr-FR" sz="2000" b="1" spc="-155" dirty="0">
                <a:solidFill>
                  <a:srgbClr val="FFFFFF"/>
                </a:solidFill>
                <a:latin typeface="Tahoma"/>
                <a:cs typeface="Tahoma"/>
              </a:rPr>
              <a:t>6</a:t>
            </a:r>
            <a:r>
              <a:rPr sz="2000" b="1" spc="-155" dirty="0" smtClean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40" dirty="0">
                <a:solidFill>
                  <a:srgbClr val="FFFFFF"/>
                </a:solidFill>
                <a:latin typeface="Tahoma"/>
                <a:cs typeface="Tahoma"/>
              </a:rPr>
              <a:t>cycles 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de </a:t>
            </a:r>
            <a:r>
              <a:rPr sz="2000" spc="-35" dirty="0">
                <a:solidFill>
                  <a:srgbClr val="FFFFFF"/>
                </a:solidFill>
                <a:latin typeface="Verdana"/>
                <a:cs typeface="Verdana"/>
              </a:rPr>
              <a:t>longueur </a:t>
            </a:r>
            <a:r>
              <a:rPr sz="2000" spc="-165" dirty="0">
                <a:solidFill>
                  <a:srgbClr val="FFFFFF"/>
                </a:solidFill>
                <a:latin typeface="Verdana"/>
                <a:cs typeface="Verdana"/>
              </a:rPr>
              <a:t>3 </a:t>
            </a:r>
            <a:r>
              <a:rPr sz="2000" spc="-10" dirty="0">
                <a:solidFill>
                  <a:srgbClr val="FFFFFF"/>
                </a:solidFill>
                <a:latin typeface="Verdana"/>
                <a:cs typeface="Verdana"/>
              </a:rPr>
              <a:t>dans </a:t>
            </a:r>
            <a:r>
              <a:rPr sz="2000" spc="175" dirty="0">
                <a:solidFill>
                  <a:srgbClr val="FFFFFF"/>
                </a:solidFill>
                <a:latin typeface="Verdana"/>
                <a:cs typeface="Verdana"/>
              </a:rPr>
              <a:t>ce </a:t>
            </a:r>
            <a:r>
              <a:rPr sz="2000" spc="-25" dirty="0">
                <a:solidFill>
                  <a:srgbClr val="FFFFFF"/>
                </a:solidFill>
                <a:latin typeface="Verdana"/>
                <a:cs typeface="Verdana"/>
              </a:rPr>
              <a:t>graphe: </a:t>
            </a:r>
            <a:r>
              <a:rPr sz="2000" spc="-165" dirty="0">
                <a:solidFill>
                  <a:srgbClr val="FFFFFF"/>
                </a:solidFill>
                <a:latin typeface="Verdana"/>
                <a:cs typeface="Verdana"/>
              </a:rPr>
              <a:t>2 </a:t>
            </a:r>
            <a:r>
              <a:rPr sz="2000" spc="10" dirty="0">
                <a:solidFill>
                  <a:srgbClr val="FFFFFF"/>
                </a:solidFill>
                <a:latin typeface="Verdana"/>
                <a:cs typeface="Verdana"/>
              </a:rPr>
              <a:t>cycles </a:t>
            </a:r>
            <a:r>
              <a:rPr sz="2000" spc="-20" dirty="0">
                <a:solidFill>
                  <a:srgbClr val="FFFFFF"/>
                </a:solidFill>
                <a:latin typeface="Verdana"/>
                <a:cs typeface="Verdana"/>
              </a:rPr>
              <a:t>partant </a:t>
            </a:r>
            <a:r>
              <a:rPr sz="2000" spc="-10" dirty="0">
                <a:solidFill>
                  <a:srgbClr val="FFFFFF"/>
                </a:solidFill>
                <a:latin typeface="Verdana"/>
                <a:cs typeface="Verdana"/>
              </a:rPr>
              <a:t>et </a:t>
            </a:r>
            <a:r>
              <a:rPr sz="2000" spc="-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75" dirty="0">
                <a:solidFill>
                  <a:srgbClr val="FFFFFF"/>
                </a:solidFill>
                <a:latin typeface="Verdana"/>
                <a:cs typeface="Verdana"/>
              </a:rPr>
              <a:t>arrivant </a:t>
            </a:r>
            <a:r>
              <a:rPr sz="2000" spc="165" dirty="0">
                <a:solidFill>
                  <a:srgbClr val="FFFFFF"/>
                </a:solidFill>
                <a:latin typeface="Verdana"/>
                <a:cs typeface="Verdana"/>
              </a:rPr>
              <a:t>à </a:t>
            </a:r>
            <a:r>
              <a:rPr sz="2000" spc="-40" dirty="0">
                <a:solidFill>
                  <a:srgbClr val="FFFFFF"/>
                </a:solidFill>
                <a:latin typeface="Verdana"/>
                <a:cs typeface="Verdana"/>
              </a:rPr>
              <a:t>A, </a:t>
            </a:r>
            <a:r>
              <a:rPr sz="2000" spc="-85" dirty="0">
                <a:solidFill>
                  <a:srgbClr val="FFFFFF"/>
                </a:solidFill>
                <a:latin typeface="Verdana"/>
                <a:cs typeface="Verdana"/>
              </a:rPr>
              <a:t>plus </a:t>
            </a:r>
            <a:r>
              <a:rPr sz="2000" spc="-165" dirty="0">
                <a:solidFill>
                  <a:srgbClr val="FFFFFF"/>
                </a:solidFill>
                <a:latin typeface="Verdana"/>
                <a:cs typeface="Verdana"/>
              </a:rPr>
              <a:t>2 </a:t>
            </a:r>
            <a:r>
              <a:rPr sz="2000" spc="10" dirty="0">
                <a:solidFill>
                  <a:srgbClr val="FFFFFF"/>
                </a:solidFill>
                <a:latin typeface="Verdana"/>
                <a:cs typeface="Verdana"/>
              </a:rPr>
              <a:t>cycles </a:t>
            </a:r>
            <a:r>
              <a:rPr sz="2000" spc="-20" dirty="0">
                <a:solidFill>
                  <a:srgbClr val="FFFFFF"/>
                </a:solidFill>
                <a:latin typeface="Verdana"/>
                <a:cs typeface="Verdana"/>
              </a:rPr>
              <a:t>pour </a:t>
            </a:r>
            <a:r>
              <a:rPr sz="2000" spc="-25" dirty="0">
                <a:solidFill>
                  <a:srgbClr val="FFFFFF"/>
                </a:solidFill>
                <a:latin typeface="Verdana"/>
                <a:cs typeface="Verdana"/>
              </a:rPr>
              <a:t>le </a:t>
            </a:r>
            <a:r>
              <a:rPr sz="2000" spc="-55" dirty="0">
                <a:solidFill>
                  <a:srgbClr val="FFFFFF"/>
                </a:solidFill>
                <a:latin typeface="Verdana"/>
                <a:cs typeface="Verdana"/>
              </a:rPr>
              <a:t>sommet </a:t>
            </a:r>
            <a:r>
              <a:rPr sz="2000" spc="-225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sz="2000" spc="-2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et </a:t>
            </a:r>
            <a:r>
              <a:rPr sz="2000" spc="-165" dirty="0">
                <a:solidFill>
                  <a:srgbClr val="FFFFFF"/>
                </a:solidFill>
                <a:latin typeface="Verdana"/>
                <a:cs typeface="Verdana"/>
              </a:rPr>
              <a:t>2 </a:t>
            </a:r>
            <a:r>
              <a:rPr sz="2000" spc="10" dirty="0">
                <a:solidFill>
                  <a:srgbClr val="FFFFFF"/>
                </a:solidFill>
                <a:latin typeface="Verdana"/>
                <a:cs typeface="Verdana"/>
              </a:rPr>
              <a:t>cycles </a:t>
            </a:r>
            <a:r>
              <a:rPr sz="2000" spc="-25" dirty="0">
                <a:solidFill>
                  <a:srgbClr val="FFFFFF"/>
                </a:solidFill>
                <a:latin typeface="Verdana"/>
                <a:cs typeface="Verdana"/>
              </a:rPr>
              <a:t>pour </a:t>
            </a:r>
            <a:r>
              <a:rPr sz="2000" spc="-15" dirty="0">
                <a:solidFill>
                  <a:srgbClr val="FFFFFF"/>
                </a:solidFill>
                <a:latin typeface="Verdana"/>
                <a:cs typeface="Verdana"/>
              </a:rPr>
              <a:t>le </a:t>
            </a:r>
            <a:r>
              <a:rPr sz="2000" spc="-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8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000" spc="-70" dirty="0">
                <a:solidFill>
                  <a:srgbClr val="FFFFFF"/>
                </a:solidFill>
                <a:latin typeface="Verdana"/>
                <a:cs typeface="Verdana"/>
              </a:rPr>
              <a:t>mm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1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229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0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210" dirty="0">
                <a:solidFill>
                  <a:srgbClr val="FFFFFF"/>
                </a:solidFill>
                <a:latin typeface="Verdana"/>
                <a:cs typeface="Verdana"/>
              </a:rPr>
              <a:t>(</a:t>
            </a:r>
            <a:r>
              <a:rPr sz="2000" spc="-165" dirty="0">
                <a:solidFill>
                  <a:srgbClr val="FFFFFF"/>
                </a:solidFill>
                <a:latin typeface="Verdana"/>
                <a:cs typeface="Verdana"/>
              </a:rPr>
              <a:t>0</a:t>
            </a:r>
            <a:r>
              <a:rPr sz="20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254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000" spc="-125" dirty="0">
                <a:solidFill>
                  <a:srgbClr val="FFFFFF"/>
                </a:solidFill>
                <a:latin typeface="Verdana"/>
                <a:cs typeface="Verdana"/>
              </a:rPr>
              <a:t>y</a:t>
            </a:r>
            <a:r>
              <a:rPr sz="2000" spc="254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20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000" spc="8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2000" spc="-5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5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000" spc="-254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0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65" dirty="0">
                <a:solidFill>
                  <a:srgbClr val="FFFFFF"/>
                </a:solidFill>
                <a:latin typeface="Verdana"/>
                <a:cs typeface="Verdana"/>
              </a:rPr>
              <a:t>3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14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2000" spc="8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000" spc="-3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000" spc="-254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0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3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10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000" spc="-70" dirty="0">
                <a:solidFill>
                  <a:srgbClr val="FFFFFF"/>
                </a:solidFill>
                <a:latin typeface="Verdana"/>
                <a:cs typeface="Verdana"/>
              </a:rPr>
              <a:t>mm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1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6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000" spc="-170" dirty="0">
                <a:solidFill>
                  <a:srgbClr val="FFFFFF"/>
                </a:solidFill>
                <a:latin typeface="Verdana"/>
                <a:cs typeface="Verdana"/>
              </a:rPr>
              <a:t>)</a:t>
            </a:r>
            <a:endParaRPr sz="2000" dirty="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130690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7834" marR="5080" indent="-384175">
              <a:lnSpc>
                <a:spcPct val="100000"/>
              </a:lnSpc>
              <a:spcBef>
                <a:spcPts val="100"/>
              </a:spcBef>
              <a:buClr>
                <a:srgbClr val="FF388C"/>
              </a:buClr>
              <a:buSzPct val="79166"/>
              <a:buFont typeface="Times New Roman"/>
              <a:buChar char="◉"/>
              <a:tabLst>
                <a:tab pos="457834" algn="l"/>
                <a:tab pos="458470" algn="l"/>
              </a:tabLst>
            </a:pPr>
            <a:r>
              <a:rPr b="1" spc="-320" dirty="0">
                <a:solidFill>
                  <a:srgbClr val="FFFF00"/>
                </a:solidFill>
                <a:latin typeface="Tahoma"/>
                <a:cs typeface="Tahoma"/>
              </a:rPr>
              <a:t>L</a:t>
            </a:r>
            <a:r>
              <a:rPr b="1" spc="145" dirty="0">
                <a:solidFill>
                  <a:srgbClr val="FFFF00"/>
                </a:solidFill>
                <a:latin typeface="Tahoma"/>
                <a:cs typeface="Tahoma"/>
              </a:rPr>
              <a:t>a</a:t>
            </a:r>
            <a:r>
              <a:rPr b="1" spc="15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b="1" spc="65" dirty="0">
                <a:solidFill>
                  <a:srgbClr val="FFFF00"/>
                </a:solidFill>
                <a:latin typeface="Tahoma"/>
                <a:cs typeface="Tahoma"/>
              </a:rPr>
              <a:t>d</a:t>
            </a:r>
            <a:r>
              <a:rPr b="1" spc="-130" dirty="0">
                <a:solidFill>
                  <a:srgbClr val="FFFF00"/>
                </a:solidFill>
                <a:latin typeface="Tahoma"/>
                <a:cs typeface="Tahoma"/>
              </a:rPr>
              <a:t>i</a:t>
            </a:r>
            <a:r>
              <a:rPr b="1" spc="-180" dirty="0">
                <a:solidFill>
                  <a:srgbClr val="FFFF00"/>
                </a:solidFill>
                <a:latin typeface="Tahoma"/>
                <a:cs typeface="Tahoma"/>
              </a:rPr>
              <a:t>s</a:t>
            </a:r>
            <a:r>
              <a:rPr b="1" spc="-305" dirty="0">
                <a:solidFill>
                  <a:srgbClr val="FFFF00"/>
                </a:solidFill>
                <a:latin typeface="Tahoma"/>
                <a:cs typeface="Tahoma"/>
              </a:rPr>
              <a:t>t</a:t>
            </a:r>
            <a:r>
              <a:rPr b="1" spc="165" dirty="0">
                <a:solidFill>
                  <a:srgbClr val="FFFF00"/>
                </a:solidFill>
                <a:latin typeface="Tahoma"/>
                <a:cs typeface="Tahoma"/>
              </a:rPr>
              <a:t>a</a:t>
            </a:r>
            <a:r>
              <a:rPr b="1" spc="-105" dirty="0">
                <a:solidFill>
                  <a:srgbClr val="FFFF00"/>
                </a:solidFill>
                <a:latin typeface="Tahoma"/>
                <a:cs typeface="Tahoma"/>
              </a:rPr>
              <a:t>n</a:t>
            </a:r>
            <a:r>
              <a:rPr b="1" spc="245" dirty="0">
                <a:solidFill>
                  <a:srgbClr val="FFFF00"/>
                </a:solidFill>
                <a:latin typeface="Tahoma"/>
                <a:cs typeface="Tahoma"/>
              </a:rPr>
              <a:t>c</a:t>
            </a:r>
            <a:r>
              <a:rPr b="1" spc="110" dirty="0">
                <a:solidFill>
                  <a:srgbClr val="FFFF00"/>
                </a:solidFill>
                <a:latin typeface="Tahoma"/>
                <a:cs typeface="Tahoma"/>
              </a:rPr>
              <a:t>e</a:t>
            </a:r>
            <a:r>
              <a:rPr b="1" spc="40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b="1" spc="105" dirty="0">
                <a:solidFill>
                  <a:srgbClr val="FFFF00"/>
                </a:solidFill>
                <a:latin typeface="Tahoma"/>
                <a:cs typeface="Tahoma"/>
              </a:rPr>
              <a:t>e</a:t>
            </a:r>
            <a:r>
              <a:rPr b="1" spc="-105" dirty="0">
                <a:solidFill>
                  <a:srgbClr val="FFFF00"/>
                </a:solidFill>
                <a:latin typeface="Tahoma"/>
                <a:cs typeface="Tahoma"/>
              </a:rPr>
              <a:t>n</a:t>
            </a:r>
            <a:r>
              <a:rPr b="1" spc="-280" dirty="0">
                <a:solidFill>
                  <a:srgbClr val="FFFF00"/>
                </a:solidFill>
                <a:latin typeface="Tahoma"/>
                <a:cs typeface="Tahoma"/>
              </a:rPr>
              <a:t>t</a:t>
            </a:r>
            <a:r>
              <a:rPr b="1" spc="-275" dirty="0">
                <a:solidFill>
                  <a:srgbClr val="FFFF00"/>
                </a:solidFill>
                <a:latin typeface="Tahoma"/>
                <a:cs typeface="Tahoma"/>
              </a:rPr>
              <a:t>r</a:t>
            </a:r>
            <a:r>
              <a:rPr b="1" spc="110" dirty="0">
                <a:solidFill>
                  <a:srgbClr val="FFFF00"/>
                </a:solidFill>
                <a:latin typeface="Tahoma"/>
                <a:cs typeface="Tahoma"/>
              </a:rPr>
              <a:t>e</a:t>
            </a:r>
            <a:r>
              <a:rPr b="1" spc="15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b="1" spc="65" dirty="0">
                <a:solidFill>
                  <a:srgbClr val="FFFF00"/>
                </a:solidFill>
                <a:latin typeface="Tahoma"/>
                <a:cs typeface="Tahoma"/>
              </a:rPr>
              <a:t>d</a:t>
            </a:r>
            <a:r>
              <a:rPr b="1" spc="130" dirty="0">
                <a:solidFill>
                  <a:srgbClr val="FFFF00"/>
                </a:solidFill>
                <a:latin typeface="Tahoma"/>
                <a:cs typeface="Tahoma"/>
              </a:rPr>
              <a:t>e</a:t>
            </a:r>
            <a:r>
              <a:rPr b="1" spc="-105" dirty="0">
                <a:solidFill>
                  <a:srgbClr val="FFFF00"/>
                </a:solidFill>
                <a:latin typeface="Tahoma"/>
                <a:cs typeface="Tahoma"/>
              </a:rPr>
              <a:t>u</a:t>
            </a:r>
            <a:r>
              <a:rPr b="1" spc="-110" dirty="0">
                <a:solidFill>
                  <a:srgbClr val="FFFF00"/>
                </a:solidFill>
                <a:latin typeface="Tahoma"/>
                <a:cs typeface="Tahoma"/>
              </a:rPr>
              <a:t>x</a:t>
            </a:r>
            <a:r>
              <a:rPr b="1" spc="15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b="1" spc="-180" dirty="0">
                <a:solidFill>
                  <a:srgbClr val="FFFF00"/>
                </a:solidFill>
                <a:latin typeface="Tahoma"/>
                <a:cs typeface="Tahoma"/>
              </a:rPr>
              <a:t>s</a:t>
            </a:r>
            <a:r>
              <a:rPr b="1" spc="50" dirty="0">
                <a:solidFill>
                  <a:srgbClr val="FFFF00"/>
                </a:solidFill>
                <a:latin typeface="Tahoma"/>
                <a:cs typeface="Tahoma"/>
              </a:rPr>
              <a:t>o</a:t>
            </a:r>
            <a:r>
              <a:rPr b="1" spc="-35" dirty="0">
                <a:solidFill>
                  <a:srgbClr val="FFFF00"/>
                </a:solidFill>
                <a:latin typeface="Tahoma"/>
                <a:cs typeface="Tahoma"/>
              </a:rPr>
              <a:t>mm</a:t>
            </a:r>
            <a:r>
              <a:rPr b="1" spc="105" dirty="0">
                <a:solidFill>
                  <a:srgbClr val="FFFF00"/>
                </a:solidFill>
                <a:latin typeface="Tahoma"/>
                <a:cs typeface="Tahoma"/>
              </a:rPr>
              <a:t>e</a:t>
            </a:r>
            <a:r>
              <a:rPr b="1" spc="-280" dirty="0">
                <a:solidFill>
                  <a:srgbClr val="FFFF00"/>
                </a:solidFill>
                <a:latin typeface="Tahoma"/>
                <a:cs typeface="Tahoma"/>
              </a:rPr>
              <a:t>t</a:t>
            </a:r>
            <a:r>
              <a:rPr b="1" spc="-180" dirty="0">
                <a:solidFill>
                  <a:srgbClr val="FFFF00"/>
                </a:solidFill>
                <a:latin typeface="Tahoma"/>
                <a:cs typeface="Tahoma"/>
              </a:rPr>
              <a:t>s</a:t>
            </a:r>
            <a:r>
              <a:rPr b="1" spc="25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pc="130" dirty="0"/>
              <a:t>e</a:t>
            </a:r>
            <a:r>
              <a:rPr spc="-320" dirty="0"/>
              <a:t>s</a:t>
            </a:r>
            <a:r>
              <a:rPr spc="-135" dirty="0"/>
              <a:t>t</a:t>
            </a:r>
            <a:r>
              <a:rPr spc="-100" dirty="0"/>
              <a:t> </a:t>
            </a:r>
            <a:r>
              <a:rPr spc="-204" dirty="0"/>
              <a:t>l</a:t>
            </a:r>
            <a:r>
              <a:rPr spc="195" dirty="0"/>
              <a:t>a</a:t>
            </a:r>
            <a:r>
              <a:rPr spc="-85" dirty="0"/>
              <a:t> </a:t>
            </a:r>
            <a:r>
              <a:rPr spc="-185" dirty="0"/>
              <a:t>l</a:t>
            </a:r>
            <a:r>
              <a:rPr spc="95" dirty="0"/>
              <a:t>o</a:t>
            </a:r>
            <a:r>
              <a:rPr spc="-85" dirty="0"/>
              <a:t>n</a:t>
            </a:r>
            <a:r>
              <a:rPr spc="130" dirty="0"/>
              <a:t>g</a:t>
            </a:r>
            <a:r>
              <a:rPr spc="-55" dirty="0"/>
              <a:t>u</a:t>
            </a:r>
            <a:r>
              <a:rPr spc="130" dirty="0"/>
              <a:t>e</a:t>
            </a:r>
            <a:r>
              <a:rPr spc="-55" dirty="0"/>
              <a:t>u</a:t>
            </a:r>
            <a:r>
              <a:rPr spc="-305" dirty="0"/>
              <a:t>r</a:t>
            </a:r>
            <a:r>
              <a:rPr spc="-130" dirty="0"/>
              <a:t> </a:t>
            </a:r>
            <a:r>
              <a:rPr spc="155" dirty="0"/>
              <a:t>d</a:t>
            </a:r>
            <a:r>
              <a:rPr spc="90" dirty="0"/>
              <a:t>e  </a:t>
            </a:r>
            <a:r>
              <a:rPr spc="130" dirty="0"/>
              <a:t>p</a:t>
            </a:r>
            <a:r>
              <a:rPr spc="-185" dirty="0"/>
              <a:t>l</a:t>
            </a:r>
            <a:r>
              <a:rPr spc="-55" dirty="0"/>
              <a:t>u</a:t>
            </a:r>
            <a:r>
              <a:rPr spc="-320" dirty="0"/>
              <a:t>s</a:t>
            </a:r>
            <a:r>
              <a:rPr spc="-195" dirty="0"/>
              <a:t> </a:t>
            </a:r>
            <a:r>
              <a:rPr spc="280" dirty="0"/>
              <a:t>c</a:t>
            </a:r>
            <a:r>
              <a:rPr spc="120" dirty="0"/>
              <a:t>o</a:t>
            </a:r>
            <a:r>
              <a:rPr spc="-55" dirty="0"/>
              <a:t>u</a:t>
            </a:r>
            <a:r>
              <a:rPr spc="-310" dirty="0"/>
              <a:t>r</a:t>
            </a:r>
            <a:r>
              <a:rPr spc="-135" dirty="0"/>
              <a:t>t</a:t>
            </a:r>
            <a:r>
              <a:rPr spc="130" dirty="0"/>
              <a:t>e</a:t>
            </a:r>
            <a:r>
              <a:rPr spc="-175" dirty="0"/>
              <a:t> </a:t>
            </a:r>
            <a:r>
              <a:rPr spc="280" dirty="0"/>
              <a:t>c</a:t>
            </a:r>
            <a:r>
              <a:rPr spc="-60" dirty="0"/>
              <a:t>h</a:t>
            </a:r>
            <a:r>
              <a:rPr spc="210" dirty="0"/>
              <a:t>a</a:t>
            </a:r>
            <a:r>
              <a:rPr spc="-185" dirty="0"/>
              <a:t>î</a:t>
            </a:r>
            <a:r>
              <a:rPr spc="-60" dirty="0"/>
              <a:t>n</a:t>
            </a:r>
            <a:r>
              <a:rPr spc="130" dirty="0"/>
              <a:t>e</a:t>
            </a:r>
            <a:r>
              <a:rPr spc="-200" dirty="0"/>
              <a:t> </a:t>
            </a:r>
            <a:r>
              <a:rPr spc="130" dirty="0"/>
              <a:t>q</a:t>
            </a:r>
            <a:r>
              <a:rPr spc="-55" dirty="0"/>
              <a:t>u</a:t>
            </a:r>
            <a:r>
              <a:rPr spc="-180" dirty="0"/>
              <a:t>i</a:t>
            </a:r>
            <a:r>
              <a:rPr spc="-175" dirty="0"/>
              <a:t> </a:t>
            </a:r>
            <a:r>
              <a:rPr spc="-310" dirty="0"/>
              <a:t>r</a:t>
            </a:r>
            <a:r>
              <a:rPr spc="130" dirty="0"/>
              <a:t>e</a:t>
            </a:r>
            <a:r>
              <a:rPr spc="-185" dirty="0"/>
              <a:t>l</a:t>
            </a:r>
            <a:r>
              <a:rPr spc="-160" dirty="0"/>
              <a:t>i</a:t>
            </a:r>
            <a:r>
              <a:rPr spc="130" dirty="0"/>
              <a:t>e</a:t>
            </a:r>
            <a:r>
              <a:rPr spc="-220" dirty="0"/>
              <a:t> </a:t>
            </a:r>
            <a:r>
              <a:rPr spc="305" dirty="0"/>
              <a:t>c</a:t>
            </a:r>
            <a:r>
              <a:rPr spc="130" dirty="0"/>
              <a:t>e</a:t>
            </a:r>
            <a:r>
              <a:rPr spc="-320" dirty="0"/>
              <a:t>s</a:t>
            </a:r>
            <a:r>
              <a:rPr spc="-170" dirty="0"/>
              <a:t> </a:t>
            </a:r>
            <a:r>
              <a:rPr spc="155" dirty="0"/>
              <a:t>d</a:t>
            </a:r>
            <a:r>
              <a:rPr spc="130" dirty="0"/>
              <a:t>e</a:t>
            </a:r>
            <a:r>
              <a:rPr spc="-80" dirty="0"/>
              <a:t>u</a:t>
            </a:r>
            <a:r>
              <a:rPr spc="-270" dirty="0"/>
              <a:t>x</a:t>
            </a:r>
            <a:r>
              <a:rPr spc="-175" dirty="0"/>
              <a:t> </a:t>
            </a:r>
            <a:r>
              <a:rPr spc="-320" dirty="0"/>
              <a:t>s</a:t>
            </a:r>
            <a:r>
              <a:rPr spc="120" dirty="0"/>
              <a:t>o</a:t>
            </a:r>
            <a:r>
              <a:rPr spc="-85" dirty="0"/>
              <a:t>mm</a:t>
            </a:r>
            <a:r>
              <a:rPr spc="105" dirty="0"/>
              <a:t>e</a:t>
            </a:r>
            <a:r>
              <a:rPr spc="-135" dirty="0"/>
              <a:t>t</a:t>
            </a:r>
            <a:r>
              <a:rPr spc="-320" dirty="0"/>
              <a:t>s</a:t>
            </a:r>
            <a:r>
              <a:rPr spc="-210" dirty="0"/>
              <a:t>.</a:t>
            </a:r>
          </a:p>
          <a:p>
            <a:pPr marL="457834" marR="6350" indent="-384175">
              <a:lnSpc>
                <a:spcPct val="100000"/>
              </a:lnSpc>
              <a:spcBef>
                <a:spcPts val="575"/>
              </a:spcBef>
              <a:buClr>
                <a:srgbClr val="FF388C"/>
              </a:buClr>
              <a:buSzPct val="79166"/>
              <a:buFont typeface="Times New Roman"/>
              <a:buChar char="◉"/>
              <a:tabLst>
                <a:tab pos="457834" algn="l"/>
                <a:tab pos="458470" algn="l"/>
                <a:tab pos="1049020" algn="l"/>
                <a:tab pos="2652395" algn="l"/>
                <a:tab pos="3566795" algn="l"/>
                <a:tab pos="4907915" algn="l"/>
                <a:tab pos="5590540" algn="l"/>
                <a:tab pos="6121400" algn="l"/>
                <a:tab pos="6956425" algn="l"/>
              </a:tabLst>
            </a:pPr>
            <a:r>
              <a:rPr b="1" spc="-320" dirty="0">
                <a:solidFill>
                  <a:srgbClr val="FFFF00"/>
                </a:solidFill>
                <a:latin typeface="Tahoma"/>
                <a:cs typeface="Tahoma"/>
              </a:rPr>
              <a:t>L</a:t>
            </a:r>
            <a:r>
              <a:rPr b="1" spc="110" dirty="0">
                <a:solidFill>
                  <a:srgbClr val="FFFF00"/>
                </a:solidFill>
                <a:latin typeface="Tahoma"/>
                <a:cs typeface="Tahoma"/>
              </a:rPr>
              <a:t>e	</a:t>
            </a:r>
            <a:r>
              <a:rPr b="1" spc="65" dirty="0">
                <a:solidFill>
                  <a:srgbClr val="FFFF00"/>
                </a:solidFill>
                <a:latin typeface="Tahoma"/>
                <a:cs typeface="Tahoma"/>
              </a:rPr>
              <a:t>d</a:t>
            </a:r>
            <a:r>
              <a:rPr b="1" spc="-150" dirty="0">
                <a:solidFill>
                  <a:srgbClr val="FFFF00"/>
                </a:solidFill>
                <a:latin typeface="Tahoma"/>
                <a:cs typeface="Tahoma"/>
              </a:rPr>
              <a:t>i</a:t>
            </a:r>
            <a:r>
              <a:rPr b="1" spc="140" dirty="0">
                <a:solidFill>
                  <a:srgbClr val="FFFF00"/>
                </a:solidFill>
                <a:latin typeface="Tahoma"/>
                <a:cs typeface="Tahoma"/>
              </a:rPr>
              <a:t>a</a:t>
            </a:r>
            <a:r>
              <a:rPr b="1" spc="-35" dirty="0">
                <a:solidFill>
                  <a:srgbClr val="FFFF00"/>
                </a:solidFill>
                <a:latin typeface="Tahoma"/>
                <a:cs typeface="Tahoma"/>
              </a:rPr>
              <a:t>m</a:t>
            </a:r>
            <a:r>
              <a:rPr b="1" spc="105" dirty="0">
                <a:solidFill>
                  <a:srgbClr val="FFFF00"/>
                </a:solidFill>
                <a:latin typeface="Tahoma"/>
                <a:cs typeface="Tahoma"/>
              </a:rPr>
              <a:t>è</a:t>
            </a:r>
            <a:r>
              <a:rPr b="1" spc="-280" dirty="0">
                <a:solidFill>
                  <a:srgbClr val="FFFF00"/>
                </a:solidFill>
                <a:latin typeface="Tahoma"/>
                <a:cs typeface="Tahoma"/>
              </a:rPr>
              <a:t>t</a:t>
            </a:r>
            <a:r>
              <a:rPr b="1" spc="-275" dirty="0">
                <a:solidFill>
                  <a:srgbClr val="FFFF00"/>
                </a:solidFill>
                <a:latin typeface="Tahoma"/>
                <a:cs typeface="Tahoma"/>
              </a:rPr>
              <a:t>r</a:t>
            </a:r>
            <a:r>
              <a:rPr b="1" spc="110" dirty="0">
                <a:solidFill>
                  <a:srgbClr val="FFFF00"/>
                </a:solidFill>
                <a:latin typeface="Tahoma"/>
                <a:cs typeface="Tahoma"/>
              </a:rPr>
              <a:t>e</a:t>
            </a:r>
            <a:r>
              <a:rPr b="1" dirty="0">
                <a:solidFill>
                  <a:srgbClr val="FFFF00"/>
                </a:solidFill>
                <a:latin typeface="Tahoma"/>
                <a:cs typeface="Tahoma"/>
              </a:rPr>
              <a:t>	</a:t>
            </a:r>
            <a:r>
              <a:rPr b="1" spc="65" dirty="0">
                <a:solidFill>
                  <a:srgbClr val="FFFF00"/>
                </a:solidFill>
                <a:latin typeface="Tahoma"/>
                <a:cs typeface="Tahoma"/>
              </a:rPr>
              <a:t>d</a:t>
            </a:r>
            <a:r>
              <a:rPr b="1" spc="10" dirty="0">
                <a:solidFill>
                  <a:srgbClr val="FFFF00"/>
                </a:solidFill>
                <a:latin typeface="Tahoma"/>
                <a:cs typeface="Tahoma"/>
              </a:rPr>
              <a:t>’</a:t>
            </a:r>
            <a:r>
              <a:rPr b="1" spc="-105" dirty="0">
                <a:solidFill>
                  <a:srgbClr val="FFFF00"/>
                </a:solidFill>
                <a:latin typeface="Tahoma"/>
                <a:cs typeface="Tahoma"/>
              </a:rPr>
              <a:t>u</a:t>
            </a:r>
            <a:r>
              <a:rPr b="1" spc="-100" dirty="0">
                <a:solidFill>
                  <a:srgbClr val="FFFF00"/>
                </a:solidFill>
                <a:latin typeface="Tahoma"/>
                <a:cs typeface="Tahoma"/>
              </a:rPr>
              <a:t>n</a:t>
            </a:r>
            <a:r>
              <a:rPr b="1" dirty="0">
                <a:solidFill>
                  <a:srgbClr val="FFFF00"/>
                </a:solidFill>
                <a:latin typeface="Tahoma"/>
                <a:cs typeface="Tahoma"/>
              </a:rPr>
              <a:t>	</a:t>
            </a:r>
            <a:r>
              <a:rPr b="1" spc="65" dirty="0">
                <a:solidFill>
                  <a:srgbClr val="FFFF00"/>
                </a:solidFill>
                <a:latin typeface="Tahoma"/>
                <a:cs typeface="Tahoma"/>
              </a:rPr>
              <a:t>g</a:t>
            </a:r>
            <a:r>
              <a:rPr b="1" spc="-275" dirty="0">
                <a:solidFill>
                  <a:srgbClr val="FFFF00"/>
                </a:solidFill>
                <a:latin typeface="Tahoma"/>
                <a:cs typeface="Tahoma"/>
              </a:rPr>
              <a:t>r</a:t>
            </a:r>
            <a:r>
              <a:rPr b="1" spc="140" dirty="0">
                <a:solidFill>
                  <a:srgbClr val="FFFF00"/>
                </a:solidFill>
                <a:latin typeface="Tahoma"/>
                <a:cs typeface="Tahoma"/>
              </a:rPr>
              <a:t>a</a:t>
            </a:r>
            <a:r>
              <a:rPr b="1" spc="65" dirty="0">
                <a:solidFill>
                  <a:srgbClr val="FFFF00"/>
                </a:solidFill>
                <a:latin typeface="Tahoma"/>
                <a:cs typeface="Tahoma"/>
              </a:rPr>
              <a:t>p</a:t>
            </a:r>
            <a:r>
              <a:rPr b="1" spc="-105" dirty="0">
                <a:solidFill>
                  <a:srgbClr val="FFFF00"/>
                </a:solidFill>
                <a:latin typeface="Tahoma"/>
                <a:cs typeface="Tahoma"/>
              </a:rPr>
              <a:t>h</a:t>
            </a:r>
            <a:r>
              <a:rPr b="1" spc="110" dirty="0">
                <a:solidFill>
                  <a:srgbClr val="FFFF00"/>
                </a:solidFill>
                <a:latin typeface="Tahoma"/>
                <a:cs typeface="Tahoma"/>
              </a:rPr>
              <a:t>e</a:t>
            </a:r>
            <a:r>
              <a:rPr b="1" dirty="0">
                <a:solidFill>
                  <a:srgbClr val="FFFF00"/>
                </a:solidFill>
                <a:latin typeface="Tahoma"/>
                <a:cs typeface="Tahoma"/>
              </a:rPr>
              <a:t>	</a:t>
            </a:r>
            <a:r>
              <a:rPr spc="130" dirty="0"/>
              <a:t>e</a:t>
            </a:r>
            <a:r>
              <a:rPr spc="-320" dirty="0"/>
              <a:t>s</a:t>
            </a:r>
            <a:r>
              <a:rPr spc="-135" dirty="0"/>
              <a:t>t</a:t>
            </a:r>
            <a:r>
              <a:rPr dirty="0"/>
              <a:t>	</a:t>
            </a:r>
            <a:r>
              <a:rPr spc="-185" dirty="0"/>
              <a:t>l</a:t>
            </a:r>
            <a:r>
              <a:rPr spc="195" dirty="0"/>
              <a:t>a</a:t>
            </a:r>
            <a:r>
              <a:rPr dirty="0"/>
              <a:t>	</a:t>
            </a:r>
            <a:r>
              <a:rPr spc="130" dirty="0"/>
              <a:t>p</a:t>
            </a:r>
            <a:r>
              <a:rPr spc="-185" dirty="0"/>
              <a:t>l</a:t>
            </a:r>
            <a:r>
              <a:rPr spc="-55" dirty="0"/>
              <a:t>u</a:t>
            </a:r>
            <a:r>
              <a:rPr spc="-320" dirty="0"/>
              <a:t>s</a:t>
            </a:r>
            <a:r>
              <a:rPr dirty="0"/>
              <a:t>	</a:t>
            </a:r>
            <a:r>
              <a:rPr spc="130" dirty="0"/>
              <a:t>g</a:t>
            </a:r>
            <a:r>
              <a:rPr spc="-335" dirty="0"/>
              <a:t>r</a:t>
            </a:r>
            <a:r>
              <a:rPr spc="210" dirty="0"/>
              <a:t>a</a:t>
            </a:r>
            <a:r>
              <a:rPr spc="-85" dirty="0"/>
              <a:t>n</a:t>
            </a:r>
            <a:r>
              <a:rPr spc="155" dirty="0"/>
              <a:t>d</a:t>
            </a:r>
            <a:r>
              <a:rPr spc="90" dirty="0"/>
              <a:t>e  </a:t>
            </a:r>
            <a:r>
              <a:rPr spc="10" dirty="0"/>
              <a:t>distance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484876" y="3538727"/>
            <a:ext cx="3736975" cy="241300"/>
            <a:chOff x="5484876" y="3538727"/>
            <a:chExt cx="3736975" cy="241300"/>
          </a:xfrm>
        </p:grpSpPr>
        <p:sp>
          <p:nvSpPr>
            <p:cNvPr id="4" name="object 4"/>
            <p:cNvSpPr/>
            <p:nvPr/>
          </p:nvSpPr>
          <p:spPr>
            <a:xfrm>
              <a:off x="5507507" y="3579875"/>
              <a:ext cx="3650615" cy="200025"/>
            </a:xfrm>
            <a:custGeom>
              <a:avLst/>
              <a:gdLst/>
              <a:ahLst/>
              <a:cxnLst/>
              <a:rect l="l" t="t" r="r" b="b"/>
              <a:pathLst>
                <a:path w="3650615" h="200025">
                  <a:moveTo>
                    <a:pt x="3650208" y="35052"/>
                  </a:moveTo>
                  <a:lnTo>
                    <a:pt x="3638004" y="18796"/>
                  </a:lnTo>
                  <a:lnTo>
                    <a:pt x="3638004" y="1524"/>
                  </a:lnTo>
                  <a:lnTo>
                    <a:pt x="18503" y="0"/>
                  </a:lnTo>
                  <a:lnTo>
                    <a:pt x="18503" y="19824"/>
                  </a:lnTo>
                  <a:lnTo>
                    <a:pt x="228" y="19824"/>
                  </a:lnTo>
                  <a:lnTo>
                    <a:pt x="0" y="199644"/>
                  </a:lnTo>
                  <a:lnTo>
                    <a:pt x="38100" y="199644"/>
                  </a:lnTo>
                  <a:lnTo>
                    <a:pt x="38303" y="38112"/>
                  </a:lnTo>
                  <a:lnTo>
                    <a:pt x="1854555" y="38887"/>
                  </a:lnTo>
                  <a:lnTo>
                    <a:pt x="1613611" y="199644"/>
                  </a:lnTo>
                  <a:lnTo>
                    <a:pt x="1682623" y="199644"/>
                  </a:lnTo>
                  <a:lnTo>
                    <a:pt x="1900605" y="54381"/>
                  </a:lnTo>
                  <a:lnTo>
                    <a:pt x="1900428" y="199644"/>
                  </a:lnTo>
                  <a:lnTo>
                    <a:pt x="1938528" y="199644"/>
                  </a:lnTo>
                  <a:lnTo>
                    <a:pt x="1938731" y="38912"/>
                  </a:lnTo>
                  <a:lnTo>
                    <a:pt x="3579787" y="39611"/>
                  </a:lnTo>
                  <a:lnTo>
                    <a:pt x="3362553" y="199644"/>
                  </a:lnTo>
                  <a:lnTo>
                    <a:pt x="3426790" y="199644"/>
                  </a:lnTo>
                  <a:lnTo>
                    <a:pt x="3650208" y="3505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84876" y="3538727"/>
              <a:ext cx="134112" cy="13258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68539" y="3544823"/>
              <a:ext cx="132588" cy="13258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087612" y="3540251"/>
              <a:ext cx="134112" cy="134112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5424907" y="3265380"/>
            <a:ext cx="20485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12620" algn="l"/>
              </a:tabLst>
            </a:pPr>
            <a:r>
              <a:rPr sz="2700" spc="-75" baseline="1543" dirty="0">
                <a:solidFill>
                  <a:srgbClr val="FFFFFF"/>
                </a:solidFill>
                <a:latin typeface="Verdana"/>
                <a:cs typeface="Verdana"/>
              </a:rPr>
              <a:t>D	</a:t>
            </a:r>
            <a:r>
              <a:rPr sz="1800" spc="-17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044421" y="3279109"/>
            <a:ext cx="1365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65" dirty="0">
                <a:solidFill>
                  <a:srgbClr val="FFFFFF"/>
                </a:solidFill>
                <a:latin typeface="Verdana"/>
                <a:cs typeface="Verdana"/>
              </a:rPr>
              <a:t>F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081482" y="641085"/>
            <a:ext cx="305435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135" dirty="0">
                <a:solidFill>
                  <a:srgbClr val="FF5697"/>
                </a:solidFill>
              </a:rPr>
              <a:t>D</a:t>
            </a:r>
            <a:r>
              <a:rPr sz="2200" spc="-450" dirty="0">
                <a:solidFill>
                  <a:srgbClr val="FF5697"/>
                </a:solidFill>
              </a:rPr>
              <a:t>I</a:t>
            </a:r>
            <a:r>
              <a:rPr sz="2200" spc="-254" dirty="0">
                <a:solidFill>
                  <a:srgbClr val="FF5697"/>
                </a:solidFill>
              </a:rPr>
              <a:t>S</a:t>
            </a:r>
            <a:r>
              <a:rPr sz="2200" spc="-425" dirty="0">
                <a:solidFill>
                  <a:srgbClr val="FF5697"/>
                </a:solidFill>
              </a:rPr>
              <a:t>T</a:t>
            </a:r>
            <a:r>
              <a:rPr sz="2200" spc="114" dirty="0">
                <a:solidFill>
                  <a:srgbClr val="FF5697"/>
                </a:solidFill>
              </a:rPr>
              <a:t>A</a:t>
            </a:r>
            <a:r>
              <a:rPr sz="2200" spc="-100" dirty="0">
                <a:solidFill>
                  <a:srgbClr val="FF5697"/>
                </a:solidFill>
              </a:rPr>
              <a:t>N</a:t>
            </a:r>
            <a:r>
              <a:rPr sz="2200" spc="240" dirty="0">
                <a:solidFill>
                  <a:srgbClr val="FF5697"/>
                </a:solidFill>
              </a:rPr>
              <a:t>C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10" dirty="0">
                <a:solidFill>
                  <a:srgbClr val="FF5697"/>
                </a:solidFill>
              </a:rPr>
              <a:t> 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425" dirty="0">
                <a:solidFill>
                  <a:srgbClr val="FF5697"/>
                </a:solidFill>
              </a:rPr>
              <a:t>T</a:t>
            </a:r>
            <a:r>
              <a:rPr sz="2200" spc="-30" dirty="0">
                <a:solidFill>
                  <a:srgbClr val="FF5697"/>
                </a:solidFill>
              </a:rPr>
              <a:t> </a:t>
            </a:r>
            <a:r>
              <a:rPr sz="2200" spc="-135" dirty="0">
                <a:solidFill>
                  <a:srgbClr val="FF5697"/>
                </a:solidFill>
              </a:rPr>
              <a:t>D</a:t>
            </a:r>
            <a:r>
              <a:rPr sz="2200" spc="-450" dirty="0">
                <a:solidFill>
                  <a:srgbClr val="FF5697"/>
                </a:solidFill>
              </a:rPr>
              <a:t>I</a:t>
            </a:r>
            <a:r>
              <a:rPr sz="2200" spc="114" dirty="0">
                <a:solidFill>
                  <a:srgbClr val="FF5697"/>
                </a:solidFill>
              </a:rPr>
              <a:t>A</a:t>
            </a:r>
            <a:r>
              <a:rPr sz="2200" spc="10" dirty="0">
                <a:solidFill>
                  <a:srgbClr val="FF5697"/>
                </a:solidFill>
              </a:rPr>
              <a:t>M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425" dirty="0">
                <a:solidFill>
                  <a:srgbClr val="FF5697"/>
                </a:solidFill>
              </a:rPr>
              <a:t>T</a:t>
            </a:r>
            <a:r>
              <a:rPr sz="2200" spc="-330" dirty="0">
                <a:solidFill>
                  <a:srgbClr val="FF5697"/>
                </a:solidFill>
              </a:rPr>
              <a:t>R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endParaRPr sz="2200"/>
          </a:p>
        </p:txBody>
      </p:sp>
      <p:grpSp>
        <p:nvGrpSpPr>
          <p:cNvPr id="11" name="object 11"/>
          <p:cNvGrpSpPr/>
          <p:nvPr/>
        </p:nvGrpSpPr>
        <p:grpSpPr>
          <a:xfrm>
            <a:off x="772668" y="3779519"/>
            <a:ext cx="9144000" cy="3429000"/>
            <a:chOff x="772668" y="3779519"/>
            <a:chExt cx="9144000" cy="3429000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2668" y="3779520"/>
              <a:ext cx="9143999" cy="342900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3781044"/>
              <a:ext cx="5925311" cy="1024127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506212" y="3779520"/>
              <a:ext cx="3639820" cy="1104900"/>
            </a:xfrm>
            <a:custGeom>
              <a:avLst/>
              <a:gdLst/>
              <a:ahLst/>
              <a:cxnLst/>
              <a:rect l="l" t="t" r="r" b="b"/>
              <a:pathLst>
                <a:path w="3639820" h="1104900">
                  <a:moveTo>
                    <a:pt x="1683918" y="0"/>
                  </a:moveTo>
                  <a:lnTo>
                    <a:pt x="1614906" y="0"/>
                  </a:lnTo>
                  <a:lnTo>
                    <a:pt x="38138" y="1052042"/>
                  </a:lnTo>
                  <a:lnTo>
                    <a:pt x="39395" y="0"/>
                  </a:lnTo>
                  <a:lnTo>
                    <a:pt x="1295" y="0"/>
                  </a:lnTo>
                  <a:lnTo>
                    <a:pt x="0" y="1086624"/>
                  </a:lnTo>
                  <a:lnTo>
                    <a:pt x="20383" y="1087450"/>
                  </a:lnTo>
                  <a:lnTo>
                    <a:pt x="30480" y="1101852"/>
                  </a:lnTo>
                  <a:lnTo>
                    <a:pt x="1683918" y="0"/>
                  </a:lnTo>
                  <a:close/>
                </a:path>
                <a:path w="3639820" h="1104900">
                  <a:moveTo>
                    <a:pt x="3639299" y="1066800"/>
                  </a:moveTo>
                  <a:lnTo>
                    <a:pt x="1981974" y="1065352"/>
                  </a:lnTo>
                  <a:lnTo>
                    <a:pt x="3428085" y="0"/>
                  </a:lnTo>
                  <a:lnTo>
                    <a:pt x="3363849" y="0"/>
                  </a:lnTo>
                  <a:lnTo>
                    <a:pt x="1938553" y="1050036"/>
                  </a:lnTo>
                  <a:lnTo>
                    <a:pt x="1939823" y="0"/>
                  </a:lnTo>
                  <a:lnTo>
                    <a:pt x="1901723" y="0"/>
                  </a:lnTo>
                  <a:lnTo>
                    <a:pt x="1900428" y="1086624"/>
                  </a:lnTo>
                  <a:lnTo>
                    <a:pt x="1920227" y="1086624"/>
                  </a:lnTo>
                  <a:lnTo>
                    <a:pt x="1920227" y="1103388"/>
                  </a:lnTo>
                  <a:lnTo>
                    <a:pt x="3639299" y="1104900"/>
                  </a:lnTo>
                  <a:lnTo>
                    <a:pt x="3639299" y="10668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483351" y="4786884"/>
              <a:ext cx="132588" cy="134112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382256" y="4792980"/>
              <a:ext cx="134112" cy="134112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084563" y="4808220"/>
              <a:ext cx="134112" cy="132588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5424907" y="4894597"/>
            <a:ext cx="1949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100" dirty="0"/>
              <a:t>28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7324568" y="4894597"/>
            <a:ext cx="1568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4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226515" y="4894597"/>
            <a:ext cx="21145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204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262947" y="3353815"/>
            <a:ext cx="3683635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  <a:buSzPct val="95000"/>
              <a:buFont typeface="Wingdings"/>
              <a:buChar char=""/>
              <a:tabLst>
                <a:tab pos="130175" algn="l"/>
              </a:tabLst>
            </a:pPr>
            <a:r>
              <a:rPr sz="2000" spc="-19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000" spc="16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-1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17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000" spc="235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000" spc="-5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0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8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000" spc="-70" dirty="0">
                <a:solidFill>
                  <a:srgbClr val="FFFFFF"/>
                </a:solidFill>
                <a:latin typeface="Verdana"/>
                <a:cs typeface="Verdana"/>
              </a:rPr>
              <a:t>mm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1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14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5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-35" dirty="0">
                <a:solidFill>
                  <a:srgbClr val="FFFFFF"/>
                </a:solidFill>
                <a:latin typeface="Verdana"/>
                <a:cs typeface="Verdana"/>
              </a:rPr>
              <a:t>u  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8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000" spc="-70" dirty="0">
                <a:solidFill>
                  <a:srgbClr val="FFFFFF"/>
                </a:solidFill>
                <a:latin typeface="Verdana"/>
                <a:cs typeface="Verdana"/>
              </a:rPr>
              <a:t>mm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1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225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-1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2</a:t>
            </a:r>
            <a:r>
              <a:rPr sz="2000" spc="-175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262947" y="4268205"/>
            <a:ext cx="3703954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  <a:buSzPct val="95000"/>
              <a:buFont typeface="Wingdings"/>
              <a:buChar char=""/>
              <a:tabLst>
                <a:tab pos="130175" algn="l"/>
              </a:tabLst>
            </a:pPr>
            <a:r>
              <a:rPr sz="2000" spc="-19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000" spc="16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-1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17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000" spc="235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000" spc="-5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0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8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000" spc="-70" dirty="0">
                <a:solidFill>
                  <a:srgbClr val="FFFFFF"/>
                </a:solidFill>
                <a:latin typeface="Verdana"/>
                <a:cs typeface="Verdana"/>
              </a:rPr>
              <a:t>mm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1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229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0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5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-35" dirty="0">
                <a:solidFill>
                  <a:srgbClr val="FFFFFF"/>
                </a:solidFill>
                <a:latin typeface="Verdana"/>
                <a:cs typeface="Verdana"/>
              </a:rPr>
              <a:t>u  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8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000" spc="-70" dirty="0">
                <a:solidFill>
                  <a:srgbClr val="FFFFFF"/>
                </a:solidFill>
                <a:latin typeface="Verdana"/>
                <a:cs typeface="Verdana"/>
              </a:rPr>
              <a:t>mm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1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229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0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-1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0</a:t>
            </a:r>
            <a:r>
              <a:rPr sz="2000" spc="-175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262947" y="5182595"/>
            <a:ext cx="3634104" cy="9410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  <a:buFont typeface="Wingdings"/>
              <a:buChar char=""/>
              <a:tabLst>
                <a:tab pos="197485" algn="l"/>
              </a:tabLst>
            </a:pPr>
            <a:r>
              <a:rPr sz="2000" spc="-19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3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000" spc="-17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17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-7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è</a:t>
            </a:r>
            <a:r>
              <a:rPr sz="2000" spc="-9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-26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-1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30" dirty="0">
                <a:solidFill>
                  <a:srgbClr val="FFFFFF"/>
                </a:solidFill>
                <a:latin typeface="Verdana"/>
                <a:cs typeface="Verdana"/>
              </a:rPr>
              <a:t>é</a:t>
            </a:r>
            <a:r>
              <a:rPr sz="2000" spc="90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2000" spc="15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-150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0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65" dirty="0">
                <a:solidFill>
                  <a:srgbClr val="FFFFFF"/>
                </a:solidFill>
                <a:latin typeface="Verdana"/>
                <a:cs typeface="Verdana"/>
              </a:rPr>
              <a:t>à</a:t>
            </a:r>
            <a:r>
              <a:rPr sz="20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75" dirty="0">
                <a:solidFill>
                  <a:srgbClr val="FFFFFF"/>
                </a:solidFill>
                <a:latin typeface="Verdana"/>
                <a:cs typeface="Verdana"/>
              </a:rPr>
              <a:t>3</a:t>
            </a:r>
            <a:r>
              <a:rPr sz="2000" spc="-305" dirty="0">
                <a:solidFill>
                  <a:srgbClr val="FFFFFF"/>
                </a:solidFill>
                <a:latin typeface="Verdana"/>
                <a:cs typeface="Verdana"/>
              </a:rPr>
              <a:t>:  </a:t>
            </a:r>
            <a:r>
              <a:rPr sz="2000" spc="254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000" spc="160" dirty="0">
                <a:solidFill>
                  <a:srgbClr val="FFFFFF"/>
                </a:solidFill>
                <a:latin typeface="Verdana"/>
                <a:cs typeface="Verdana"/>
              </a:rPr>
              <a:t>’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-1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000" spc="16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-9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15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000" spc="254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3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14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65" dirty="0">
                <a:solidFill>
                  <a:srgbClr val="FFFFFF"/>
                </a:solidFill>
                <a:latin typeface="Verdana"/>
                <a:cs typeface="Verdana"/>
              </a:rPr>
              <a:t>à</a:t>
            </a:r>
            <a:r>
              <a:rPr sz="20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229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0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8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000" spc="-35" dirty="0">
                <a:solidFill>
                  <a:srgbClr val="FFFFFF"/>
                </a:solidFill>
                <a:latin typeface="Verdana"/>
                <a:cs typeface="Verdana"/>
              </a:rPr>
              <a:t>u  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20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65" dirty="0">
                <a:solidFill>
                  <a:srgbClr val="FFFFFF"/>
                </a:solidFill>
                <a:latin typeface="Verdana"/>
                <a:cs typeface="Verdana"/>
              </a:rPr>
              <a:t>à</a:t>
            </a:r>
            <a:r>
              <a:rPr sz="20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240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000" spc="-175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81482" y="641085"/>
            <a:ext cx="463867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204" dirty="0">
                <a:solidFill>
                  <a:srgbClr val="FF5697"/>
                </a:solidFill>
              </a:rPr>
              <a:t>G</a:t>
            </a:r>
            <a:r>
              <a:rPr sz="2200" spc="-330" dirty="0">
                <a:solidFill>
                  <a:srgbClr val="FF5697"/>
                </a:solidFill>
              </a:rPr>
              <a:t>R</a:t>
            </a:r>
            <a:r>
              <a:rPr sz="2200" spc="114" dirty="0">
                <a:solidFill>
                  <a:srgbClr val="FF5697"/>
                </a:solidFill>
              </a:rPr>
              <a:t>A</a:t>
            </a:r>
            <a:r>
              <a:rPr sz="2200" spc="-225" dirty="0">
                <a:solidFill>
                  <a:srgbClr val="FF5697"/>
                </a:solidFill>
              </a:rPr>
              <a:t>P</a:t>
            </a:r>
            <a:r>
              <a:rPr sz="2200" spc="-215" dirty="0">
                <a:solidFill>
                  <a:srgbClr val="FF5697"/>
                </a:solidFill>
              </a:rPr>
              <a:t>HE</a:t>
            </a:r>
            <a:r>
              <a:rPr sz="2200" spc="10" dirty="0">
                <a:solidFill>
                  <a:srgbClr val="FF5697"/>
                </a:solidFill>
              </a:rPr>
              <a:t> 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225" dirty="0">
                <a:solidFill>
                  <a:srgbClr val="FF5697"/>
                </a:solidFill>
              </a:rPr>
              <a:t>U</a:t>
            </a:r>
            <a:r>
              <a:rPr sz="2200" spc="-295" dirty="0">
                <a:solidFill>
                  <a:srgbClr val="FF5697"/>
                </a:solidFill>
              </a:rPr>
              <a:t>L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330" dirty="0">
                <a:solidFill>
                  <a:srgbClr val="FF5697"/>
                </a:solidFill>
              </a:rPr>
              <a:t>R</a:t>
            </a:r>
            <a:r>
              <a:rPr sz="2200" spc="-450" dirty="0">
                <a:solidFill>
                  <a:srgbClr val="FF5697"/>
                </a:solidFill>
              </a:rPr>
              <a:t>I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75" dirty="0">
                <a:solidFill>
                  <a:srgbClr val="FF5697"/>
                </a:solidFill>
              </a:rPr>
              <a:t>N</a:t>
            </a:r>
            <a:r>
              <a:rPr sz="2200" spc="-10" dirty="0">
                <a:solidFill>
                  <a:srgbClr val="FF5697"/>
                </a:solidFill>
              </a:rPr>
              <a:t> 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425" dirty="0">
                <a:solidFill>
                  <a:srgbClr val="FF5697"/>
                </a:solidFill>
              </a:rPr>
              <a:t>T</a:t>
            </a:r>
            <a:r>
              <a:rPr sz="2200" spc="-30" dirty="0">
                <a:solidFill>
                  <a:srgbClr val="FF5697"/>
                </a:solidFill>
              </a:rPr>
              <a:t> </a:t>
            </a:r>
            <a:r>
              <a:rPr sz="2200" spc="-195" dirty="0">
                <a:solidFill>
                  <a:srgbClr val="FF5697"/>
                </a:solidFill>
              </a:rPr>
              <a:t>H</a:t>
            </a:r>
            <a:r>
              <a:rPr sz="2200" spc="114" dirty="0">
                <a:solidFill>
                  <a:srgbClr val="FF5697"/>
                </a:solidFill>
              </a:rPr>
              <a:t>A</a:t>
            </a:r>
            <a:r>
              <a:rPr sz="2200" spc="10" dirty="0">
                <a:solidFill>
                  <a:srgbClr val="FF5697"/>
                </a:solidFill>
              </a:rPr>
              <a:t>M</a:t>
            </a:r>
            <a:r>
              <a:rPr sz="2200" spc="-450" dirty="0">
                <a:solidFill>
                  <a:srgbClr val="FF5697"/>
                </a:solidFill>
              </a:rPr>
              <a:t>I</a:t>
            </a:r>
            <a:r>
              <a:rPr sz="2200" spc="-295" dirty="0">
                <a:solidFill>
                  <a:srgbClr val="FF5697"/>
                </a:solidFill>
              </a:rPr>
              <a:t>L</a:t>
            </a:r>
            <a:r>
              <a:rPr sz="2200" spc="-425" dirty="0">
                <a:solidFill>
                  <a:srgbClr val="FF5697"/>
                </a:solidFill>
              </a:rPr>
              <a:t>T</a:t>
            </a:r>
            <a:r>
              <a:rPr sz="2200" spc="150" dirty="0">
                <a:solidFill>
                  <a:srgbClr val="FF5697"/>
                </a:solidFill>
              </a:rPr>
              <a:t>O</a:t>
            </a:r>
            <a:r>
              <a:rPr sz="2200" spc="-75" dirty="0">
                <a:solidFill>
                  <a:srgbClr val="FF5697"/>
                </a:solidFill>
              </a:rPr>
              <a:t>N</a:t>
            </a:r>
            <a:r>
              <a:rPr sz="2200" spc="-450" dirty="0">
                <a:solidFill>
                  <a:srgbClr val="FF5697"/>
                </a:solidFill>
              </a:rPr>
              <a:t>I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75" dirty="0">
                <a:solidFill>
                  <a:srgbClr val="FF5697"/>
                </a:solidFill>
              </a:rPr>
              <a:t>N</a:t>
            </a:r>
            <a:endParaRPr sz="2200"/>
          </a:p>
        </p:txBody>
      </p:sp>
      <p:grpSp>
        <p:nvGrpSpPr>
          <p:cNvPr id="3" name="object 3"/>
          <p:cNvGrpSpPr/>
          <p:nvPr/>
        </p:nvGrpSpPr>
        <p:grpSpPr>
          <a:xfrm>
            <a:off x="772668" y="3779519"/>
            <a:ext cx="9144000" cy="3429000"/>
            <a:chOff x="772668" y="3779519"/>
            <a:chExt cx="9144000" cy="3429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2668" y="3779520"/>
              <a:ext cx="9143999" cy="34290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1812" y="3781044"/>
              <a:ext cx="5925311" cy="10241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620768" y="3960876"/>
              <a:ext cx="3529583" cy="2987040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1171485" y="1363424"/>
            <a:ext cx="8209280" cy="4112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8805" marR="5080" indent="-384175">
              <a:lnSpc>
                <a:spcPct val="100000"/>
              </a:lnSpc>
              <a:spcBef>
                <a:spcPts val="100"/>
              </a:spcBef>
              <a:buClr>
                <a:srgbClr val="FF388C"/>
              </a:buClr>
              <a:buSzPct val="79166"/>
              <a:buFont typeface="Times New Roman"/>
              <a:buChar char="◉"/>
              <a:tabLst>
                <a:tab pos="598805" algn="l"/>
                <a:tab pos="599440" algn="l"/>
              </a:tabLst>
            </a:pPr>
            <a:r>
              <a:rPr sz="2400" b="1" spc="-80" dirty="0">
                <a:solidFill>
                  <a:srgbClr val="FFFF00"/>
                </a:solidFill>
                <a:latin typeface="Tahoma"/>
                <a:cs typeface="Tahoma"/>
              </a:rPr>
              <a:t>Une</a:t>
            </a:r>
            <a:r>
              <a:rPr sz="2400" b="1" spc="80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2400" b="1" spc="30" dirty="0">
                <a:solidFill>
                  <a:srgbClr val="FFFF00"/>
                </a:solidFill>
                <a:latin typeface="Tahoma"/>
                <a:cs typeface="Tahoma"/>
              </a:rPr>
              <a:t>chaîne</a:t>
            </a:r>
            <a:r>
              <a:rPr sz="2400" b="1" spc="55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2400" b="1" spc="-45" dirty="0">
                <a:solidFill>
                  <a:srgbClr val="FFFF00"/>
                </a:solidFill>
                <a:latin typeface="Tahoma"/>
                <a:cs typeface="Tahoma"/>
              </a:rPr>
              <a:t>eulérienne</a:t>
            </a:r>
            <a:r>
              <a:rPr sz="2400" b="1" spc="100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2400" spc="-110" dirty="0">
                <a:solidFill>
                  <a:srgbClr val="FFFFFF"/>
                </a:solidFill>
                <a:latin typeface="Verdana"/>
                <a:cs typeface="Verdana"/>
              </a:rPr>
              <a:t>est</a:t>
            </a:r>
            <a:r>
              <a:rPr sz="2400" spc="-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0" dirty="0">
                <a:solidFill>
                  <a:srgbClr val="FFFFFF"/>
                </a:solidFill>
                <a:latin typeface="Verdana"/>
                <a:cs typeface="Verdana"/>
              </a:rPr>
              <a:t>une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50" dirty="0">
                <a:solidFill>
                  <a:srgbClr val="FFFFFF"/>
                </a:solidFill>
                <a:latin typeface="Verdana"/>
                <a:cs typeface="Verdana"/>
              </a:rPr>
              <a:t>chaîne</a:t>
            </a:r>
            <a:r>
              <a:rPr sz="2400" spc="-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80" dirty="0">
                <a:solidFill>
                  <a:srgbClr val="FFFFFF"/>
                </a:solidFill>
                <a:latin typeface="Verdana"/>
                <a:cs typeface="Verdana"/>
              </a:rPr>
              <a:t>satisfaisante </a:t>
            </a:r>
            <a:r>
              <a:rPr sz="2400" spc="-8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21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8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400" spc="-270" dirty="0">
                <a:solidFill>
                  <a:srgbClr val="FFFFFF"/>
                </a:solidFill>
                <a:latin typeface="Verdana"/>
                <a:cs typeface="Verdana"/>
              </a:rPr>
              <a:t>x</a:t>
            </a:r>
            <a:r>
              <a:rPr sz="24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305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400" spc="9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400" spc="-16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400" spc="-1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400" spc="-16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400" spc="9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400" spc="-32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-2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32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-55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400" spc="-16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400" spc="-85" dirty="0">
                <a:solidFill>
                  <a:srgbClr val="FFFFFF"/>
                </a:solidFill>
                <a:latin typeface="Verdana"/>
                <a:cs typeface="Verdana"/>
              </a:rPr>
              <a:t>v</a:t>
            </a:r>
            <a:r>
              <a:rPr sz="2400" spc="18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400" spc="-13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32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-2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430" dirty="0">
                <a:solidFill>
                  <a:srgbClr val="FFFFFF"/>
                </a:solidFill>
                <a:latin typeface="Verdana"/>
                <a:cs typeface="Verdana"/>
              </a:rPr>
              <a:t>:</a:t>
            </a:r>
            <a:endParaRPr sz="2400">
              <a:latin typeface="Verdana"/>
              <a:cs typeface="Verdana"/>
            </a:endParaRPr>
          </a:p>
          <a:p>
            <a:pPr marL="598805" indent="-384175">
              <a:lnSpc>
                <a:spcPct val="100000"/>
              </a:lnSpc>
              <a:spcBef>
                <a:spcPts val="575"/>
              </a:spcBef>
              <a:buClr>
                <a:srgbClr val="FF388C"/>
              </a:buClr>
              <a:buSzPct val="79166"/>
              <a:buFont typeface="Wingdings"/>
              <a:buChar char=""/>
              <a:tabLst>
                <a:tab pos="598805" algn="l"/>
                <a:tab pos="599440" algn="l"/>
              </a:tabLst>
            </a:pP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185" dirty="0">
                <a:solidFill>
                  <a:srgbClr val="FFFFFF"/>
                </a:solidFill>
                <a:latin typeface="Verdana"/>
                <a:cs typeface="Verdana"/>
              </a:rPr>
              <a:t>ll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280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400" spc="120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400" spc="-13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400" spc="-16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400" spc="-13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400" spc="-2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u="heavy" spc="-13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t</a:t>
            </a:r>
            <a:r>
              <a:rPr sz="2400" u="heavy" spc="1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o</a:t>
            </a:r>
            <a:r>
              <a:rPr sz="2400" u="heavy" spc="-5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u</a:t>
            </a:r>
            <a:r>
              <a:rPr sz="2400" u="heavy" spc="-16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t</a:t>
            </a:r>
            <a:r>
              <a:rPr sz="2400" u="heavy" spc="13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e</a:t>
            </a:r>
            <a:r>
              <a:rPr sz="2400" u="heavy" spc="-3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s</a:t>
            </a:r>
            <a:r>
              <a:rPr sz="2400" u="heavy" spc="-17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 </a:t>
            </a:r>
            <a:r>
              <a:rPr sz="2400" u="heavy" spc="-18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l</a:t>
            </a:r>
            <a:r>
              <a:rPr sz="2400" u="heavy" spc="13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e</a:t>
            </a:r>
            <a:r>
              <a:rPr sz="2400" u="heavy" spc="-3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s</a:t>
            </a:r>
            <a:r>
              <a:rPr sz="2400" u="heavy" spc="-17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 </a:t>
            </a:r>
            <a:r>
              <a:rPr sz="2400" u="heavy" spc="18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a</a:t>
            </a:r>
            <a:r>
              <a:rPr sz="2400" u="heavy" spc="-28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r</a:t>
            </a:r>
            <a:r>
              <a:rPr sz="2400" u="heavy" spc="13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ê</a:t>
            </a:r>
            <a:r>
              <a:rPr sz="2400" u="heavy" spc="-16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t</a:t>
            </a:r>
            <a:r>
              <a:rPr sz="2400" u="heavy" spc="13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e</a:t>
            </a:r>
            <a:r>
              <a:rPr sz="2400" u="heavy" spc="-3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s</a:t>
            </a:r>
            <a:r>
              <a:rPr sz="24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5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4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05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2400" spc="-31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400" spc="18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155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2400" spc="-85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endParaRPr sz="2400">
              <a:latin typeface="Verdana"/>
              <a:cs typeface="Verdana"/>
            </a:endParaRPr>
          </a:p>
          <a:p>
            <a:pPr marL="598805" indent="-384175">
              <a:lnSpc>
                <a:spcPct val="100000"/>
              </a:lnSpc>
              <a:spcBef>
                <a:spcPts val="575"/>
              </a:spcBef>
              <a:buClr>
                <a:srgbClr val="FF388C"/>
              </a:buClr>
              <a:buSzPct val="79166"/>
              <a:buFont typeface="Wingdings"/>
              <a:buChar char=""/>
              <a:tabLst>
                <a:tab pos="598805" algn="l"/>
                <a:tab pos="599440" algn="l"/>
              </a:tabLst>
            </a:pPr>
            <a:r>
              <a:rPr sz="2400" spc="105" dirty="0">
                <a:solidFill>
                  <a:srgbClr val="FFFFFF"/>
                </a:solidFill>
                <a:latin typeface="Verdana"/>
                <a:cs typeface="Verdana"/>
              </a:rPr>
              <a:t>chaque</a:t>
            </a:r>
            <a:r>
              <a:rPr sz="24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5" dirty="0">
                <a:solidFill>
                  <a:srgbClr val="FFFFFF"/>
                </a:solidFill>
                <a:latin typeface="Verdana"/>
                <a:cs typeface="Verdana"/>
              </a:rPr>
              <a:t>arête</a:t>
            </a:r>
            <a:r>
              <a:rPr sz="24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40" dirty="0">
                <a:solidFill>
                  <a:srgbClr val="FFFFFF"/>
                </a:solidFill>
                <a:latin typeface="Verdana"/>
                <a:cs typeface="Verdana"/>
              </a:rPr>
              <a:t>n’est</a:t>
            </a:r>
            <a:r>
              <a:rPr sz="24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0" dirty="0">
                <a:solidFill>
                  <a:srgbClr val="FFFFFF"/>
                </a:solidFill>
                <a:latin typeface="Verdana"/>
                <a:cs typeface="Verdana"/>
              </a:rPr>
              <a:t>décrite</a:t>
            </a:r>
            <a:r>
              <a:rPr sz="24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u="heavy" spc="4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qu’une</a:t>
            </a:r>
            <a:r>
              <a:rPr sz="2400" u="heavy" spc="-14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 </a:t>
            </a:r>
            <a:r>
              <a:rPr sz="2400" u="heavy" spc="-6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seule</a:t>
            </a:r>
            <a:r>
              <a:rPr sz="2400" u="heavy" spc="-20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 </a:t>
            </a:r>
            <a:r>
              <a:rPr sz="2400" u="heavy" spc="-114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fois</a:t>
            </a:r>
            <a:endParaRPr sz="2400">
              <a:latin typeface="Verdana"/>
              <a:cs typeface="Verdana"/>
            </a:endParaRPr>
          </a:p>
          <a:p>
            <a:pPr marL="598805" marR="6350" indent="-384175">
              <a:lnSpc>
                <a:spcPct val="100000"/>
              </a:lnSpc>
              <a:spcBef>
                <a:spcPts val="575"/>
              </a:spcBef>
            </a:pPr>
            <a:r>
              <a:rPr sz="2400" b="1" spc="-45" dirty="0">
                <a:solidFill>
                  <a:srgbClr val="FFFFFF"/>
                </a:solidFill>
                <a:latin typeface="Tahoma"/>
                <a:cs typeface="Tahoma"/>
              </a:rPr>
              <a:t>Remarque</a:t>
            </a:r>
            <a:r>
              <a:rPr sz="2400" b="1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430" dirty="0">
                <a:solidFill>
                  <a:srgbClr val="FFFFFF"/>
                </a:solidFill>
                <a:latin typeface="Verdana"/>
                <a:cs typeface="Verdana"/>
              </a:rPr>
              <a:t>:</a:t>
            </a:r>
            <a:r>
              <a:rPr sz="24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70" dirty="0">
                <a:solidFill>
                  <a:srgbClr val="FFFFFF"/>
                </a:solidFill>
                <a:latin typeface="Verdana"/>
                <a:cs typeface="Verdana"/>
              </a:rPr>
              <a:t>On</a:t>
            </a:r>
            <a:r>
              <a:rPr sz="2400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5" dirty="0">
                <a:solidFill>
                  <a:srgbClr val="FFFFFF"/>
                </a:solidFill>
                <a:latin typeface="Verdana"/>
                <a:cs typeface="Verdana"/>
              </a:rPr>
              <a:t>peut</a:t>
            </a:r>
            <a:r>
              <a:rPr sz="24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85" dirty="0">
                <a:solidFill>
                  <a:srgbClr val="FFFFFF"/>
                </a:solidFill>
                <a:latin typeface="Verdana"/>
                <a:cs typeface="Verdana"/>
              </a:rPr>
              <a:t>passer</a:t>
            </a:r>
            <a:r>
              <a:rPr sz="24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30" dirty="0">
                <a:solidFill>
                  <a:srgbClr val="FFFFFF"/>
                </a:solidFill>
                <a:latin typeface="Verdana"/>
                <a:cs typeface="Verdana"/>
              </a:rPr>
              <a:t>plusieurs</a:t>
            </a:r>
            <a:r>
              <a:rPr sz="24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20" dirty="0">
                <a:solidFill>
                  <a:srgbClr val="FFFFFF"/>
                </a:solidFill>
                <a:latin typeface="Verdana"/>
                <a:cs typeface="Verdana"/>
              </a:rPr>
              <a:t>fois</a:t>
            </a:r>
            <a:r>
              <a:rPr sz="24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0" dirty="0">
                <a:solidFill>
                  <a:srgbClr val="FFFFFF"/>
                </a:solidFill>
                <a:latin typeface="Verdana"/>
                <a:cs typeface="Verdana"/>
              </a:rPr>
              <a:t>par</a:t>
            </a:r>
            <a:r>
              <a:rPr sz="24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Verdana"/>
                <a:cs typeface="Verdana"/>
              </a:rPr>
              <a:t>le</a:t>
            </a:r>
            <a:r>
              <a:rPr sz="24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20" dirty="0">
                <a:solidFill>
                  <a:srgbClr val="FFFFFF"/>
                </a:solidFill>
                <a:latin typeface="Verdana"/>
                <a:cs typeface="Verdana"/>
              </a:rPr>
              <a:t>même </a:t>
            </a:r>
            <a:r>
              <a:rPr sz="2400" spc="-8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32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9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400" spc="-85" dirty="0">
                <a:solidFill>
                  <a:srgbClr val="FFFFFF"/>
                </a:solidFill>
                <a:latin typeface="Verdana"/>
                <a:cs typeface="Verdana"/>
              </a:rPr>
              <a:t>mm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1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400" spc="-210" dirty="0">
                <a:solidFill>
                  <a:srgbClr val="FFFFFF"/>
                </a:solidFill>
                <a:latin typeface="Verdana"/>
                <a:cs typeface="Verdana"/>
              </a:rPr>
              <a:t>,</a:t>
            </a:r>
            <a:r>
              <a:rPr sz="2400" spc="-2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85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400" spc="21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18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400" spc="-32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2400" spc="21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32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-1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2400" spc="18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30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4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8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400" spc="19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85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ê</a:t>
            </a:r>
            <a:r>
              <a:rPr sz="2400" spc="-85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1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21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33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400" spc="150" dirty="0">
                <a:solidFill>
                  <a:srgbClr val="FFFFFF"/>
                </a:solidFill>
                <a:latin typeface="Verdana"/>
                <a:cs typeface="Verdana"/>
              </a:rPr>
              <a:t>ê</a:t>
            </a:r>
            <a:r>
              <a:rPr sz="2400" spc="-13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400" spc="114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210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2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380"/>
              </a:spcBef>
            </a:pP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La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40" dirty="0">
                <a:solidFill>
                  <a:srgbClr val="FFFFFF"/>
                </a:solidFill>
                <a:latin typeface="Verdana"/>
                <a:cs typeface="Verdana"/>
              </a:rPr>
              <a:t>chaîne</a:t>
            </a:r>
            <a:r>
              <a:rPr sz="18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35" dirty="0">
                <a:solidFill>
                  <a:srgbClr val="FFFFFF"/>
                </a:solidFill>
                <a:latin typeface="Verdana"/>
                <a:cs typeface="Verdana"/>
              </a:rPr>
              <a:t>entre</a:t>
            </a:r>
            <a:r>
              <a:rPr sz="18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le</a:t>
            </a:r>
            <a:r>
              <a:rPr sz="180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5" dirty="0">
                <a:solidFill>
                  <a:srgbClr val="FFFFFF"/>
                </a:solidFill>
                <a:latin typeface="Verdana"/>
                <a:cs typeface="Verdana"/>
              </a:rPr>
              <a:t>sommet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800" b="1" spc="-185" dirty="0">
                <a:solidFill>
                  <a:srgbClr val="CCFF33"/>
                </a:solidFill>
                <a:latin typeface="Tahoma"/>
                <a:cs typeface="Tahoma"/>
              </a:rPr>
              <a:t>f</a:t>
            </a:r>
            <a:r>
              <a:rPr sz="1800" b="1" spc="-50" dirty="0">
                <a:solidFill>
                  <a:srgbClr val="CCFF33"/>
                </a:solidFill>
                <a:latin typeface="Tahoma"/>
                <a:cs typeface="Tahoma"/>
              </a:rPr>
              <a:t> 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10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8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b="1" spc="55" dirty="0">
                <a:solidFill>
                  <a:srgbClr val="CCFF33"/>
                </a:solidFill>
                <a:latin typeface="Tahoma"/>
                <a:cs typeface="Tahoma"/>
              </a:rPr>
              <a:t>d</a:t>
            </a:r>
            <a:r>
              <a:rPr sz="1800" b="1" spc="-25" dirty="0">
                <a:solidFill>
                  <a:srgbClr val="CCFF33"/>
                </a:solidFill>
                <a:latin typeface="Tahoma"/>
                <a:cs typeface="Tahoma"/>
              </a:rPr>
              <a:t> 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254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1800" spc="-10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6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é</a:t>
            </a:r>
            <a:r>
              <a:rPr sz="1800" spc="-23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6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320" dirty="0">
                <a:solidFill>
                  <a:srgbClr val="FFFFFF"/>
                </a:solidFill>
                <a:latin typeface="Verdana"/>
                <a:cs typeface="Verdana"/>
              </a:rPr>
              <a:t>:</a:t>
            </a:r>
            <a:endParaRPr sz="1800">
              <a:latin typeface="Verdana"/>
              <a:cs typeface="Verdana"/>
            </a:endParaRPr>
          </a:p>
          <a:p>
            <a:pPr marL="12700" marR="5205730" indent="62230">
              <a:lnSpc>
                <a:spcPct val="100000"/>
              </a:lnSpc>
              <a:tabLst>
                <a:tab pos="1235075" algn="l"/>
                <a:tab pos="1527810" algn="l"/>
                <a:tab pos="1873250" algn="l"/>
                <a:tab pos="2709545" algn="l"/>
              </a:tabLst>
            </a:pPr>
            <a:r>
              <a:rPr sz="1800" b="1" dirty="0">
                <a:solidFill>
                  <a:srgbClr val="CCFF33"/>
                </a:solidFill>
                <a:latin typeface="Tahoma"/>
                <a:cs typeface="Tahoma"/>
              </a:rPr>
              <a:t>f-a-b-f-e-d-b-c-d </a:t>
            </a:r>
            <a:r>
              <a:rPr sz="1800" b="1" spc="5" dirty="0">
                <a:solidFill>
                  <a:srgbClr val="CCFF33"/>
                </a:solidFill>
                <a:latin typeface="Tahoma"/>
                <a:cs typeface="Tahoma"/>
              </a:rPr>
              <a:t> </a:t>
            </a:r>
            <a:r>
              <a:rPr sz="1800" spc="-190" dirty="0">
                <a:solidFill>
                  <a:srgbClr val="FFFFFF"/>
                </a:solidFill>
                <a:latin typeface="Verdana"/>
                <a:cs typeface="Verdana"/>
              </a:rPr>
              <a:t>(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1800" spc="90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6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1800" spc="-229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1800" spc="-385" dirty="0">
                <a:solidFill>
                  <a:srgbClr val="FFFFFF"/>
                </a:solidFill>
                <a:latin typeface="Verdana"/>
                <a:cs typeface="Verdana"/>
              </a:rPr>
              <a:t>=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1800" spc="-140" dirty="0">
                <a:solidFill>
                  <a:srgbClr val="FFFFFF"/>
                </a:solidFill>
                <a:latin typeface="Verdana"/>
                <a:cs typeface="Verdana"/>
              </a:rPr>
              <a:t>8</a:t>
            </a:r>
            <a:r>
              <a:rPr sz="1800" spc="-160" dirty="0">
                <a:solidFill>
                  <a:srgbClr val="FFFFFF"/>
                </a:solidFill>
                <a:latin typeface="Verdana"/>
                <a:cs typeface="Verdana"/>
              </a:rPr>
              <a:t>,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800" spc="90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1800" spc="-25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1800" spc="-10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800" spc="7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24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190" dirty="0">
                <a:solidFill>
                  <a:srgbClr val="FFFFFF"/>
                </a:solidFill>
                <a:latin typeface="Verdana"/>
                <a:cs typeface="Verdana"/>
              </a:rPr>
              <a:t>s  </a:t>
            </a:r>
            <a:r>
              <a:rPr sz="1800" spc="13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800" spc="-23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ê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24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0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75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1800" spc="-23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800" spc="13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800" spc="100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155" dirty="0">
                <a:solidFill>
                  <a:srgbClr val="FFFFFF"/>
                </a:solidFill>
                <a:latin typeface="Verdana"/>
                <a:cs typeface="Verdana"/>
              </a:rPr>
              <a:t>)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518618" y="6888581"/>
            <a:ext cx="193675" cy="212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105" dirty="0">
                <a:solidFill>
                  <a:srgbClr val="FFFFFF"/>
                </a:solidFill>
                <a:latin typeface="Verdana"/>
                <a:cs typeface="Verdana"/>
              </a:rPr>
              <a:t>2</a:t>
            </a:r>
            <a:r>
              <a:rPr sz="1200" spc="-100" dirty="0">
                <a:solidFill>
                  <a:srgbClr val="FFFFFF"/>
                </a:solidFill>
                <a:latin typeface="Verdana"/>
                <a:cs typeface="Verdana"/>
              </a:rPr>
              <a:t>9</a:t>
            </a:r>
            <a:endParaRPr sz="1200"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81482" y="641085"/>
            <a:ext cx="463867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204" dirty="0">
                <a:solidFill>
                  <a:srgbClr val="FF5697"/>
                </a:solidFill>
              </a:rPr>
              <a:t>G</a:t>
            </a:r>
            <a:r>
              <a:rPr sz="2200" spc="-330" dirty="0">
                <a:solidFill>
                  <a:srgbClr val="FF5697"/>
                </a:solidFill>
              </a:rPr>
              <a:t>R</a:t>
            </a:r>
            <a:r>
              <a:rPr sz="2200" spc="114" dirty="0">
                <a:solidFill>
                  <a:srgbClr val="FF5697"/>
                </a:solidFill>
              </a:rPr>
              <a:t>A</a:t>
            </a:r>
            <a:r>
              <a:rPr sz="2200" spc="-225" dirty="0">
                <a:solidFill>
                  <a:srgbClr val="FF5697"/>
                </a:solidFill>
              </a:rPr>
              <a:t>P</a:t>
            </a:r>
            <a:r>
              <a:rPr sz="2200" spc="-215" dirty="0">
                <a:solidFill>
                  <a:srgbClr val="FF5697"/>
                </a:solidFill>
              </a:rPr>
              <a:t>HE</a:t>
            </a:r>
            <a:r>
              <a:rPr sz="2200" spc="10" dirty="0">
                <a:solidFill>
                  <a:srgbClr val="FF5697"/>
                </a:solidFill>
              </a:rPr>
              <a:t> 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225" dirty="0">
                <a:solidFill>
                  <a:srgbClr val="FF5697"/>
                </a:solidFill>
              </a:rPr>
              <a:t>U</a:t>
            </a:r>
            <a:r>
              <a:rPr sz="2200" spc="-295" dirty="0">
                <a:solidFill>
                  <a:srgbClr val="FF5697"/>
                </a:solidFill>
              </a:rPr>
              <a:t>L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330" dirty="0">
                <a:solidFill>
                  <a:srgbClr val="FF5697"/>
                </a:solidFill>
              </a:rPr>
              <a:t>R</a:t>
            </a:r>
            <a:r>
              <a:rPr sz="2200" spc="-450" dirty="0">
                <a:solidFill>
                  <a:srgbClr val="FF5697"/>
                </a:solidFill>
              </a:rPr>
              <a:t>I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75" dirty="0">
                <a:solidFill>
                  <a:srgbClr val="FF5697"/>
                </a:solidFill>
              </a:rPr>
              <a:t>N</a:t>
            </a:r>
            <a:r>
              <a:rPr sz="2200" spc="-10" dirty="0">
                <a:solidFill>
                  <a:srgbClr val="FF5697"/>
                </a:solidFill>
              </a:rPr>
              <a:t> 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425" dirty="0">
                <a:solidFill>
                  <a:srgbClr val="FF5697"/>
                </a:solidFill>
              </a:rPr>
              <a:t>T</a:t>
            </a:r>
            <a:r>
              <a:rPr sz="2200" spc="-30" dirty="0">
                <a:solidFill>
                  <a:srgbClr val="FF5697"/>
                </a:solidFill>
              </a:rPr>
              <a:t> </a:t>
            </a:r>
            <a:r>
              <a:rPr sz="2200" spc="-195" dirty="0">
                <a:solidFill>
                  <a:srgbClr val="FF5697"/>
                </a:solidFill>
              </a:rPr>
              <a:t>H</a:t>
            </a:r>
            <a:r>
              <a:rPr sz="2200" spc="114" dirty="0">
                <a:solidFill>
                  <a:srgbClr val="FF5697"/>
                </a:solidFill>
              </a:rPr>
              <a:t>A</a:t>
            </a:r>
            <a:r>
              <a:rPr sz="2200" spc="10" dirty="0">
                <a:solidFill>
                  <a:srgbClr val="FF5697"/>
                </a:solidFill>
              </a:rPr>
              <a:t>M</a:t>
            </a:r>
            <a:r>
              <a:rPr sz="2200" spc="-450" dirty="0">
                <a:solidFill>
                  <a:srgbClr val="FF5697"/>
                </a:solidFill>
              </a:rPr>
              <a:t>I</a:t>
            </a:r>
            <a:r>
              <a:rPr sz="2200" spc="-295" dirty="0">
                <a:solidFill>
                  <a:srgbClr val="FF5697"/>
                </a:solidFill>
              </a:rPr>
              <a:t>L</a:t>
            </a:r>
            <a:r>
              <a:rPr sz="2200" spc="-425" dirty="0">
                <a:solidFill>
                  <a:srgbClr val="FF5697"/>
                </a:solidFill>
              </a:rPr>
              <a:t>T</a:t>
            </a:r>
            <a:r>
              <a:rPr sz="2200" spc="150" dirty="0">
                <a:solidFill>
                  <a:srgbClr val="FF5697"/>
                </a:solidFill>
              </a:rPr>
              <a:t>O</a:t>
            </a:r>
            <a:r>
              <a:rPr sz="2200" spc="-75" dirty="0">
                <a:solidFill>
                  <a:srgbClr val="FF5697"/>
                </a:solidFill>
              </a:rPr>
              <a:t>N</a:t>
            </a:r>
            <a:r>
              <a:rPr sz="2200" spc="-450" dirty="0">
                <a:solidFill>
                  <a:srgbClr val="FF5697"/>
                </a:solidFill>
              </a:rPr>
              <a:t>I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75" dirty="0">
                <a:solidFill>
                  <a:srgbClr val="FF5697"/>
                </a:solidFill>
              </a:rPr>
              <a:t>N</a:t>
            </a:r>
            <a:endParaRPr sz="2200"/>
          </a:p>
        </p:txBody>
      </p:sp>
      <p:grpSp>
        <p:nvGrpSpPr>
          <p:cNvPr id="3" name="object 3"/>
          <p:cNvGrpSpPr/>
          <p:nvPr/>
        </p:nvGrpSpPr>
        <p:grpSpPr>
          <a:xfrm>
            <a:off x="772668" y="3779519"/>
            <a:ext cx="9144000" cy="3429000"/>
            <a:chOff x="772668" y="3779519"/>
            <a:chExt cx="9144000" cy="3429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2668" y="3779520"/>
              <a:ext cx="9143999" cy="34290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1812" y="3781044"/>
              <a:ext cx="5925311" cy="10241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620768" y="3960876"/>
              <a:ext cx="3529583" cy="2987040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1171485" y="1363424"/>
            <a:ext cx="8209280" cy="4112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8805" marR="5080" indent="-384175">
              <a:lnSpc>
                <a:spcPct val="100000"/>
              </a:lnSpc>
              <a:spcBef>
                <a:spcPts val="100"/>
              </a:spcBef>
              <a:buClr>
                <a:srgbClr val="FF388C"/>
              </a:buClr>
              <a:buSzPct val="79166"/>
              <a:buFont typeface="Times New Roman"/>
              <a:buChar char="◉"/>
              <a:tabLst>
                <a:tab pos="598805" algn="l"/>
                <a:tab pos="599440" algn="l"/>
              </a:tabLst>
            </a:pPr>
            <a:r>
              <a:rPr sz="2400" b="1" spc="-80" dirty="0">
                <a:solidFill>
                  <a:srgbClr val="FFFF00"/>
                </a:solidFill>
                <a:latin typeface="Tahoma"/>
                <a:cs typeface="Tahoma"/>
              </a:rPr>
              <a:t>Une</a:t>
            </a:r>
            <a:r>
              <a:rPr sz="2400" b="1" spc="80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2400" b="1" spc="30" dirty="0">
                <a:solidFill>
                  <a:srgbClr val="FFFF00"/>
                </a:solidFill>
                <a:latin typeface="Tahoma"/>
                <a:cs typeface="Tahoma"/>
              </a:rPr>
              <a:t>chaîne</a:t>
            </a:r>
            <a:r>
              <a:rPr sz="2400" b="1" spc="55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2400" b="1" spc="-45" dirty="0">
                <a:solidFill>
                  <a:srgbClr val="FFFF00"/>
                </a:solidFill>
                <a:latin typeface="Tahoma"/>
                <a:cs typeface="Tahoma"/>
              </a:rPr>
              <a:t>eulérienne</a:t>
            </a:r>
            <a:r>
              <a:rPr sz="2400" b="1" spc="100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2400" spc="-110" dirty="0">
                <a:solidFill>
                  <a:srgbClr val="FFFFFF"/>
                </a:solidFill>
                <a:latin typeface="Verdana"/>
                <a:cs typeface="Verdana"/>
              </a:rPr>
              <a:t>est</a:t>
            </a:r>
            <a:r>
              <a:rPr sz="2400" spc="-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0" dirty="0">
                <a:solidFill>
                  <a:srgbClr val="FFFFFF"/>
                </a:solidFill>
                <a:latin typeface="Verdana"/>
                <a:cs typeface="Verdana"/>
              </a:rPr>
              <a:t>une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50" dirty="0">
                <a:solidFill>
                  <a:srgbClr val="FFFFFF"/>
                </a:solidFill>
                <a:latin typeface="Verdana"/>
                <a:cs typeface="Verdana"/>
              </a:rPr>
              <a:t>chaîne</a:t>
            </a:r>
            <a:r>
              <a:rPr sz="2400" spc="-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80" dirty="0">
                <a:solidFill>
                  <a:srgbClr val="FFFFFF"/>
                </a:solidFill>
                <a:latin typeface="Verdana"/>
                <a:cs typeface="Verdana"/>
              </a:rPr>
              <a:t>satisfaisante </a:t>
            </a:r>
            <a:r>
              <a:rPr sz="2400" spc="-8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21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8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400" spc="-270" dirty="0">
                <a:solidFill>
                  <a:srgbClr val="FFFFFF"/>
                </a:solidFill>
                <a:latin typeface="Verdana"/>
                <a:cs typeface="Verdana"/>
              </a:rPr>
              <a:t>x</a:t>
            </a:r>
            <a:r>
              <a:rPr sz="24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305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400" spc="9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400" spc="-16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400" spc="-1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400" spc="-16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400" spc="9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400" spc="-32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-2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32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-55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400" spc="-16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400" spc="-85" dirty="0">
                <a:solidFill>
                  <a:srgbClr val="FFFFFF"/>
                </a:solidFill>
                <a:latin typeface="Verdana"/>
                <a:cs typeface="Verdana"/>
              </a:rPr>
              <a:t>v</a:t>
            </a:r>
            <a:r>
              <a:rPr sz="2400" spc="18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400" spc="-13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32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-2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430" dirty="0">
                <a:solidFill>
                  <a:srgbClr val="FFFFFF"/>
                </a:solidFill>
                <a:latin typeface="Verdana"/>
                <a:cs typeface="Verdana"/>
              </a:rPr>
              <a:t>:</a:t>
            </a:r>
            <a:endParaRPr sz="2400">
              <a:latin typeface="Verdana"/>
              <a:cs typeface="Verdana"/>
            </a:endParaRPr>
          </a:p>
          <a:p>
            <a:pPr marL="598805" indent="-384175">
              <a:lnSpc>
                <a:spcPct val="100000"/>
              </a:lnSpc>
              <a:spcBef>
                <a:spcPts val="575"/>
              </a:spcBef>
              <a:buClr>
                <a:srgbClr val="FF388C"/>
              </a:buClr>
              <a:buSzPct val="79166"/>
              <a:buFont typeface="Wingdings"/>
              <a:buChar char=""/>
              <a:tabLst>
                <a:tab pos="598805" algn="l"/>
                <a:tab pos="599440" algn="l"/>
              </a:tabLst>
            </a:pP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185" dirty="0">
                <a:solidFill>
                  <a:srgbClr val="FFFFFF"/>
                </a:solidFill>
                <a:latin typeface="Verdana"/>
                <a:cs typeface="Verdana"/>
              </a:rPr>
              <a:t>ll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280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400" spc="120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400" spc="-13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400" spc="-16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400" spc="-13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400" spc="-2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u="heavy" spc="-13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t</a:t>
            </a:r>
            <a:r>
              <a:rPr sz="2400" u="heavy" spc="1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o</a:t>
            </a:r>
            <a:r>
              <a:rPr sz="2400" u="heavy" spc="-5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u</a:t>
            </a:r>
            <a:r>
              <a:rPr sz="2400" u="heavy" spc="-16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t</a:t>
            </a:r>
            <a:r>
              <a:rPr sz="2400" u="heavy" spc="13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e</a:t>
            </a:r>
            <a:r>
              <a:rPr sz="2400" u="heavy" spc="-3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s</a:t>
            </a:r>
            <a:r>
              <a:rPr sz="2400" u="heavy" spc="-17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 </a:t>
            </a:r>
            <a:r>
              <a:rPr sz="2400" u="heavy" spc="-18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l</a:t>
            </a:r>
            <a:r>
              <a:rPr sz="2400" u="heavy" spc="13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e</a:t>
            </a:r>
            <a:r>
              <a:rPr sz="2400" u="heavy" spc="-3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s</a:t>
            </a:r>
            <a:r>
              <a:rPr sz="2400" u="heavy" spc="-17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 </a:t>
            </a:r>
            <a:r>
              <a:rPr sz="2400" u="heavy" spc="18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a</a:t>
            </a:r>
            <a:r>
              <a:rPr sz="2400" u="heavy" spc="-28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r</a:t>
            </a:r>
            <a:r>
              <a:rPr sz="2400" u="heavy" spc="13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ê</a:t>
            </a:r>
            <a:r>
              <a:rPr sz="2400" u="heavy" spc="-16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t</a:t>
            </a:r>
            <a:r>
              <a:rPr sz="2400" u="heavy" spc="13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e</a:t>
            </a:r>
            <a:r>
              <a:rPr sz="2400" u="heavy" spc="-3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s</a:t>
            </a:r>
            <a:r>
              <a:rPr sz="24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5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4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05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2400" spc="-31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400" spc="18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155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2400" spc="-85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endParaRPr sz="2400">
              <a:latin typeface="Verdana"/>
              <a:cs typeface="Verdana"/>
            </a:endParaRPr>
          </a:p>
          <a:p>
            <a:pPr marL="598805" indent="-384175">
              <a:lnSpc>
                <a:spcPct val="100000"/>
              </a:lnSpc>
              <a:spcBef>
                <a:spcPts val="575"/>
              </a:spcBef>
              <a:buClr>
                <a:srgbClr val="FF388C"/>
              </a:buClr>
              <a:buSzPct val="79166"/>
              <a:buFont typeface="Wingdings"/>
              <a:buChar char=""/>
              <a:tabLst>
                <a:tab pos="598805" algn="l"/>
                <a:tab pos="599440" algn="l"/>
              </a:tabLst>
            </a:pPr>
            <a:r>
              <a:rPr sz="2400" spc="105" dirty="0">
                <a:solidFill>
                  <a:srgbClr val="FFFFFF"/>
                </a:solidFill>
                <a:latin typeface="Verdana"/>
                <a:cs typeface="Verdana"/>
              </a:rPr>
              <a:t>chaque</a:t>
            </a:r>
            <a:r>
              <a:rPr sz="24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5" dirty="0">
                <a:solidFill>
                  <a:srgbClr val="FFFFFF"/>
                </a:solidFill>
                <a:latin typeface="Verdana"/>
                <a:cs typeface="Verdana"/>
              </a:rPr>
              <a:t>arête</a:t>
            </a:r>
            <a:r>
              <a:rPr sz="24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40" dirty="0">
                <a:solidFill>
                  <a:srgbClr val="FFFFFF"/>
                </a:solidFill>
                <a:latin typeface="Verdana"/>
                <a:cs typeface="Verdana"/>
              </a:rPr>
              <a:t>n’est</a:t>
            </a:r>
            <a:r>
              <a:rPr sz="24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0" dirty="0">
                <a:solidFill>
                  <a:srgbClr val="FFFFFF"/>
                </a:solidFill>
                <a:latin typeface="Verdana"/>
                <a:cs typeface="Verdana"/>
              </a:rPr>
              <a:t>décrite</a:t>
            </a:r>
            <a:r>
              <a:rPr sz="24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u="heavy" spc="4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qu’une</a:t>
            </a:r>
            <a:r>
              <a:rPr sz="2400" u="heavy" spc="-14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 </a:t>
            </a:r>
            <a:r>
              <a:rPr sz="2400" u="heavy" spc="-6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seule</a:t>
            </a:r>
            <a:r>
              <a:rPr sz="2400" u="heavy" spc="-20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 </a:t>
            </a:r>
            <a:r>
              <a:rPr sz="2400" u="heavy" spc="-114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fois</a:t>
            </a:r>
            <a:endParaRPr sz="2400">
              <a:latin typeface="Verdana"/>
              <a:cs typeface="Verdana"/>
            </a:endParaRPr>
          </a:p>
          <a:p>
            <a:pPr marL="598805" marR="6350" indent="-384175">
              <a:lnSpc>
                <a:spcPct val="100000"/>
              </a:lnSpc>
              <a:spcBef>
                <a:spcPts val="575"/>
              </a:spcBef>
            </a:pPr>
            <a:r>
              <a:rPr sz="2400" b="1" spc="-45" dirty="0">
                <a:solidFill>
                  <a:srgbClr val="FFFFFF"/>
                </a:solidFill>
                <a:latin typeface="Tahoma"/>
                <a:cs typeface="Tahoma"/>
              </a:rPr>
              <a:t>Remarque</a:t>
            </a:r>
            <a:r>
              <a:rPr sz="2400" b="1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430" dirty="0">
                <a:solidFill>
                  <a:srgbClr val="FFFFFF"/>
                </a:solidFill>
                <a:latin typeface="Verdana"/>
                <a:cs typeface="Verdana"/>
              </a:rPr>
              <a:t>:</a:t>
            </a:r>
            <a:r>
              <a:rPr sz="24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70" dirty="0">
                <a:solidFill>
                  <a:srgbClr val="FFFFFF"/>
                </a:solidFill>
                <a:latin typeface="Verdana"/>
                <a:cs typeface="Verdana"/>
              </a:rPr>
              <a:t>On</a:t>
            </a:r>
            <a:r>
              <a:rPr sz="2400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5" dirty="0">
                <a:solidFill>
                  <a:srgbClr val="FFFFFF"/>
                </a:solidFill>
                <a:latin typeface="Verdana"/>
                <a:cs typeface="Verdana"/>
              </a:rPr>
              <a:t>peut</a:t>
            </a:r>
            <a:r>
              <a:rPr sz="24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85" dirty="0">
                <a:solidFill>
                  <a:srgbClr val="FFFFFF"/>
                </a:solidFill>
                <a:latin typeface="Verdana"/>
                <a:cs typeface="Verdana"/>
              </a:rPr>
              <a:t>passer</a:t>
            </a:r>
            <a:r>
              <a:rPr sz="24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30" dirty="0">
                <a:solidFill>
                  <a:srgbClr val="FFFFFF"/>
                </a:solidFill>
                <a:latin typeface="Verdana"/>
                <a:cs typeface="Verdana"/>
              </a:rPr>
              <a:t>plusieurs</a:t>
            </a:r>
            <a:r>
              <a:rPr sz="24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20" dirty="0">
                <a:solidFill>
                  <a:srgbClr val="FFFFFF"/>
                </a:solidFill>
                <a:latin typeface="Verdana"/>
                <a:cs typeface="Verdana"/>
              </a:rPr>
              <a:t>fois</a:t>
            </a:r>
            <a:r>
              <a:rPr sz="24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0" dirty="0">
                <a:solidFill>
                  <a:srgbClr val="FFFFFF"/>
                </a:solidFill>
                <a:latin typeface="Verdana"/>
                <a:cs typeface="Verdana"/>
              </a:rPr>
              <a:t>par</a:t>
            </a:r>
            <a:r>
              <a:rPr sz="24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Verdana"/>
                <a:cs typeface="Verdana"/>
              </a:rPr>
              <a:t>le</a:t>
            </a:r>
            <a:r>
              <a:rPr sz="24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20" dirty="0">
                <a:solidFill>
                  <a:srgbClr val="FFFFFF"/>
                </a:solidFill>
                <a:latin typeface="Verdana"/>
                <a:cs typeface="Verdana"/>
              </a:rPr>
              <a:t>même </a:t>
            </a:r>
            <a:r>
              <a:rPr sz="2400" spc="-8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32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9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400" spc="-85" dirty="0">
                <a:solidFill>
                  <a:srgbClr val="FFFFFF"/>
                </a:solidFill>
                <a:latin typeface="Verdana"/>
                <a:cs typeface="Verdana"/>
              </a:rPr>
              <a:t>mm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1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400" spc="-210" dirty="0">
                <a:solidFill>
                  <a:srgbClr val="FFFFFF"/>
                </a:solidFill>
                <a:latin typeface="Verdana"/>
                <a:cs typeface="Verdana"/>
              </a:rPr>
              <a:t>,</a:t>
            </a:r>
            <a:r>
              <a:rPr sz="2400" spc="-2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85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400" spc="21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18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400" spc="-32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2400" spc="21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32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-1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2400" spc="18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30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4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8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400" spc="19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85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ê</a:t>
            </a:r>
            <a:r>
              <a:rPr sz="2400" spc="-85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1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21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33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400" spc="150" dirty="0">
                <a:solidFill>
                  <a:srgbClr val="FFFFFF"/>
                </a:solidFill>
                <a:latin typeface="Verdana"/>
                <a:cs typeface="Verdana"/>
              </a:rPr>
              <a:t>ê</a:t>
            </a:r>
            <a:r>
              <a:rPr sz="2400" spc="-13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400" spc="114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210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2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380"/>
              </a:spcBef>
            </a:pP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La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40" dirty="0">
                <a:solidFill>
                  <a:srgbClr val="FFFFFF"/>
                </a:solidFill>
                <a:latin typeface="Verdana"/>
                <a:cs typeface="Verdana"/>
              </a:rPr>
              <a:t>chaîne</a:t>
            </a:r>
            <a:r>
              <a:rPr sz="18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35" dirty="0">
                <a:solidFill>
                  <a:srgbClr val="FFFFFF"/>
                </a:solidFill>
                <a:latin typeface="Verdana"/>
                <a:cs typeface="Verdana"/>
              </a:rPr>
              <a:t>entre</a:t>
            </a:r>
            <a:r>
              <a:rPr sz="18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le</a:t>
            </a:r>
            <a:r>
              <a:rPr sz="180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5" dirty="0">
                <a:solidFill>
                  <a:srgbClr val="FFFFFF"/>
                </a:solidFill>
                <a:latin typeface="Verdana"/>
                <a:cs typeface="Verdana"/>
              </a:rPr>
              <a:t>sommet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800" b="1" spc="-185" dirty="0">
                <a:solidFill>
                  <a:srgbClr val="CCFF33"/>
                </a:solidFill>
                <a:latin typeface="Tahoma"/>
                <a:cs typeface="Tahoma"/>
              </a:rPr>
              <a:t>f</a:t>
            </a:r>
            <a:r>
              <a:rPr sz="1800" b="1" spc="-50" dirty="0">
                <a:solidFill>
                  <a:srgbClr val="CCFF33"/>
                </a:solidFill>
                <a:latin typeface="Tahoma"/>
                <a:cs typeface="Tahoma"/>
              </a:rPr>
              <a:t> 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10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8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b="1" spc="55" dirty="0">
                <a:solidFill>
                  <a:srgbClr val="CCFF33"/>
                </a:solidFill>
                <a:latin typeface="Tahoma"/>
                <a:cs typeface="Tahoma"/>
              </a:rPr>
              <a:t>d</a:t>
            </a:r>
            <a:r>
              <a:rPr sz="1800" b="1" spc="-25" dirty="0">
                <a:solidFill>
                  <a:srgbClr val="CCFF33"/>
                </a:solidFill>
                <a:latin typeface="Tahoma"/>
                <a:cs typeface="Tahoma"/>
              </a:rPr>
              <a:t> 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254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1800" spc="-10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6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é</a:t>
            </a:r>
            <a:r>
              <a:rPr sz="1800" spc="-23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6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320" dirty="0">
                <a:solidFill>
                  <a:srgbClr val="FFFFFF"/>
                </a:solidFill>
                <a:latin typeface="Verdana"/>
                <a:cs typeface="Verdana"/>
              </a:rPr>
              <a:t>:</a:t>
            </a:r>
            <a:endParaRPr sz="1800">
              <a:latin typeface="Verdana"/>
              <a:cs typeface="Verdana"/>
            </a:endParaRPr>
          </a:p>
          <a:p>
            <a:pPr marL="12700" marR="5205730" indent="62230">
              <a:lnSpc>
                <a:spcPct val="100000"/>
              </a:lnSpc>
              <a:tabLst>
                <a:tab pos="1235075" algn="l"/>
                <a:tab pos="1527810" algn="l"/>
                <a:tab pos="1873250" algn="l"/>
                <a:tab pos="2709545" algn="l"/>
              </a:tabLst>
            </a:pPr>
            <a:r>
              <a:rPr sz="1800" b="1" dirty="0">
                <a:solidFill>
                  <a:srgbClr val="CCFF33"/>
                </a:solidFill>
                <a:latin typeface="Tahoma"/>
                <a:cs typeface="Tahoma"/>
              </a:rPr>
              <a:t>f-a-b-f-e-d-b-c-d </a:t>
            </a:r>
            <a:r>
              <a:rPr sz="1800" b="1" spc="5" dirty="0">
                <a:solidFill>
                  <a:srgbClr val="CCFF33"/>
                </a:solidFill>
                <a:latin typeface="Tahoma"/>
                <a:cs typeface="Tahoma"/>
              </a:rPr>
              <a:t> </a:t>
            </a:r>
            <a:r>
              <a:rPr sz="1800" spc="-190" dirty="0">
                <a:solidFill>
                  <a:srgbClr val="FFFFFF"/>
                </a:solidFill>
                <a:latin typeface="Verdana"/>
                <a:cs typeface="Verdana"/>
              </a:rPr>
              <a:t>(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1800" spc="90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6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1800" spc="-229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1800" spc="-385" dirty="0">
                <a:solidFill>
                  <a:srgbClr val="FFFFFF"/>
                </a:solidFill>
                <a:latin typeface="Verdana"/>
                <a:cs typeface="Verdana"/>
              </a:rPr>
              <a:t>=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1800" spc="-140" dirty="0">
                <a:solidFill>
                  <a:srgbClr val="FFFFFF"/>
                </a:solidFill>
                <a:latin typeface="Verdana"/>
                <a:cs typeface="Verdana"/>
              </a:rPr>
              <a:t>8</a:t>
            </a:r>
            <a:r>
              <a:rPr sz="1800" spc="-160" dirty="0">
                <a:solidFill>
                  <a:srgbClr val="FFFFFF"/>
                </a:solidFill>
                <a:latin typeface="Verdana"/>
                <a:cs typeface="Verdana"/>
              </a:rPr>
              <a:t>,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800" spc="90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1800" spc="-25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1800" spc="-10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800" spc="7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24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190" dirty="0">
                <a:solidFill>
                  <a:srgbClr val="FFFFFF"/>
                </a:solidFill>
                <a:latin typeface="Verdana"/>
                <a:cs typeface="Verdana"/>
              </a:rPr>
              <a:t>s  </a:t>
            </a:r>
            <a:r>
              <a:rPr sz="1800" spc="13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800" spc="-23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ê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24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0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75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1800" spc="-23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800" spc="13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800" spc="100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155" dirty="0">
                <a:solidFill>
                  <a:srgbClr val="FFFFFF"/>
                </a:solidFill>
                <a:latin typeface="Verdana"/>
                <a:cs typeface="Verdana"/>
              </a:rPr>
              <a:t>)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126223" y="4565903"/>
            <a:ext cx="600710" cy="510540"/>
          </a:xfrm>
          <a:custGeom>
            <a:avLst/>
            <a:gdLst/>
            <a:ahLst/>
            <a:cxnLst/>
            <a:rect l="l" t="t" r="r" b="b"/>
            <a:pathLst>
              <a:path w="600709" h="510539">
                <a:moveTo>
                  <a:pt x="332232" y="509015"/>
                </a:moveTo>
                <a:lnTo>
                  <a:pt x="271272" y="509015"/>
                </a:lnTo>
                <a:lnTo>
                  <a:pt x="242316" y="504444"/>
                </a:lnTo>
                <a:lnTo>
                  <a:pt x="185928" y="490727"/>
                </a:lnTo>
                <a:lnTo>
                  <a:pt x="135636" y="467868"/>
                </a:lnTo>
                <a:lnTo>
                  <a:pt x="91440" y="437388"/>
                </a:lnTo>
                <a:lnTo>
                  <a:pt x="54864" y="400812"/>
                </a:lnTo>
                <a:lnTo>
                  <a:pt x="32004" y="367284"/>
                </a:lnTo>
                <a:lnTo>
                  <a:pt x="25908" y="356616"/>
                </a:lnTo>
                <a:lnTo>
                  <a:pt x="10668" y="320040"/>
                </a:lnTo>
                <a:lnTo>
                  <a:pt x="1524" y="281939"/>
                </a:lnTo>
                <a:lnTo>
                  <a:pt x="1524" y="269747"/>
                </a:lnTo>
                <a:lnTo>
                  <a:pt x="0" y="256031"/>
                </a:lnTo>
                <a:lnTo>
                  <a:pt x="1524" y="242315"/>
                </a:lnTo>
                <a:lnTo>
                  <a:pt x="1524" y="228599"/>
                </a:lnTo>
                <a:lnTo>
                  <a:pt x="4572" y="216407"/>
                </a:lnTo>
                <a:lnTo>
                  <a:pt x="6096" y="202691"/>
                </a:lnTo>
                <a:lnTo>
                  <a:pt x="10668" y="190499"/>
                </a:lnTo>
                <a:lnTo>
                  <a:pt x="13716" y="178307"/>
                </a:lnTo>
                <a:lnTo>
                  <a:pt x="18288" y="166115"/>
                </a:lnTo>
                <a:lnTo>
                  <a:pt x="24384" y="155447"/>
                </a:lnTo>
                <a:lnTo>
                  <a:pt x="30480" y="143255"/>
                </a:lnTo>
                <a:lnTo>
                  <a:pt x="38100" y="132587"/>
                </a:lnTo>
                <a:lnTo>
                  <a:pt x="51816" y="111251"/>
                </a:lnTo>
                <a:lnTo>
                  <a:pt x="70104" y="91439"/>
                </a:lnTo>
                <a:lnTo>
                  <a:pt x="111252" y="57912"/>
                </a:lnTo>
                <a:lnTo>
                  <a:pt x="158495" y="30479"/>
                </a:lnTo>
                <a:lnTo>
                  <a:pt x="211836" y="12191"/>
                </a:lnTo>
                <a:lnTo>
                  <a:pt x="269748" y="1524"/>
                </a:lnTo>
                <a:lnTo>
                  <a:pt x="284988" y="0"/>
                </a:lnTo>
                <a:lnTo>
                  <a:pt x="315467" y="0"/>
                </a:lnTo>
                <a:lnTo>
                  <a:pt x="358139" y="4571"/>
                </a:lnTo>
                <a:lnTo>
                  <a:pt x="414528" y="19812"/>
                </a:lnTo>
                <a:lnTo>
                  <a:pt x="464820" y="42671"/>
                </a:lnTo>
                <a:lnTo>
                  <a:pt x="489813" y="57912"/>
                </a:lnTo>
                <a:lnTo>
                  <a:pt x="275843" y="57912"/>
                </a:lnTo>
                <a:lnTo>
                  <a:pt x="251460" y="60959"/>
                </a:lnTo>
                <a:lnTo>
                  <a:pt x="205740" y="73151"/>
                </a:lnTo>
                <a:lnTo>
                  <a:pt x="163068" y="91439"/>
                </a:lnTo>
                <a:lnTo>
                  <a:pt x="128016" y="115823"/>
                </a:lnTo>
                <a:lnTo>
                  <a:pt x="99060" y="144779"/>
                </a:lnTo>
                <a:lnTo>
                  <a:pt x="76200" y="179831"/>
                </a:lnTo>
                <a:lnTo>
                  <a:pt x="71628" y="187451"/>
                </a:lnTo>
                <a:lnTo>
                  <a:pt x="62484" y="214883"/>
                </a:lnTo>
                <a:lnTo>
                  <a:pt x="60960" y="225551"/>
                </a:lnTo>
                <a:lnTo>
                  <a:pt x="57912" y="243839"/>
                </a:lnTo>
                <a:lnTo>
                  <a:pt x="57912" y="263651"/>
                </a:lnTo>
                <a:lnTo>
                  <a:pt x="59436" y="274319"/>
                </a:lnTo>
                <a:lnTo>
                  <a:pt x="59436" y="283463"/>
                </a:lnTo>
                <a:lnTo>
                  <a:pt x="62484" y="292607"/>
                </a:lnTo>
                <a:lnTo>
                  <a:pt x="64008" y="301751"/>
                </a:lnTo>
                <a:lnTo>
                  <a:pt x="67056" y="310895"/>
                </a:lnTo>
                <a:lnTo>
                  <a:pt x="85344" y="345948"/>
                </a:lnTo>
                <a:lnTo>
                  <a:pt x="109728" y="377952"/>
                </a:lnTo>
                <a:lnTo>
                  <a:pt x="143256" y="405384"/>
                </a:lnTo>
                <a:lnTo>
                  <a:pt x="181356" y="426720"/>
                </a:lnTo>
                <a:lnTo>
                  <a:pt x="225552" y="443484"/>
                </a:lnTo>
                <a:lnTo>
                  <a:pt x="286512" y="452627"/>
                </a:lnTo>
                <a:lnTo>
                  <a:pt x="490728" y="452627"/>
                </a:lnTo>
                <a:lnTo>
                  <a:pt x="467868" y="466344"/>
                </a:lnTo>
                <a:lnTo>
                  <a:pt x="443484" y="480060"/>
                </a:lnTo>
                <a:lnTo>
                  <a:pt x="416052" y="489204"/>
                </a:lnTo>
                <a:lnTo>
                  <a:pt x="390144" y="498348"/>
                </a:lnTo>
                <a:lnTo>
                  <a:pt x="361187" y="504444"/>
                </a:lnTo>
                <a:lnTo>
                  <a:pt x="332232" y="509015"/>
                </a:lnTo>
                <a:close/>
              </a:path>
              <a:path w="600709" h="510539">
                <a:moveTo>
                  <a:pt x="490728" y="452627"/>
                </a:moveTo>
                <a:lnTo>
                  <a:pt x="312419" y="452627"/>
                </a:lnTo>
                <a:lnTo>
                  <a:pt x="348996" y="448056"/>
                </a:lnTo>
                <a:lnTo>
                  <a:pt x="373380" y="443484"/>
                </a:lnTo>
                <a:lnTo>
                  <a:pt x="417576" y="428244"/>
                </a:lnTo>
                <a:lnTo>
                  <a:pt x="455676" y="406908"/>
                </a:lnTo>
                <a:lnTo>
                  <a:pt x="489204" y="379476"/>
                </a:lnTo>
                <a:lnTo>
                  <a:pt x="515112" y="347472"/>
                </a:lnTo>
                <a:lnTo>
                  <a:pt x="533400" y="312419"/>
                </a:lnTo>
                <a:lnTo>
                  <a:pt x="537972" y="294131"/>
                </a:lnTo>
                <a:lnTo>
                  <a:pt x="541020" y="284987"/>
                </a:lnTo>
                <a:lnTo>
                  <a:pt x="542544" y="275843"/>
                </a:lnTo>
                <a:lnTo>
                  <a:pt x="542544" y="265175"/>
                </a:lnTo>
                <a:lnTo>
                  <a:pt x="544068" y="256031"/>
                </a:lnTo>
                <a:lnTo>
                  <a:pt x="542544" y="245363"/>
                </a:lnTo>
                <a:lnTo>
                  <a:pt x="542544" y="236219"/>
                </a:lnTo>
                <a:lnTo>
                  <a:pt x="541020" y="227075"/>
                </a:lnTo>
                <a:lnTo>
                  <a:pt x="530352" y="188975"/>
                </a:lnTo>
                <a:lnTo>
                  <a:pt x="504444" y="147827"/>
                </a:lnTo>
                <a:lnTo>
                  <a:pt x="475487" y="117347"/>
                </a:lnTo>
                <a:lnTo>
                  <a:pt x="438912" y="92963"/>
                </a:lnTo>
                <a:lnTo>
                  <a:pt x="397763" y="74675"/>
                </a:lnTo>
                <a:lnTo>
                  <a:pt x="352044" y="62483"/>
                </a:lnTo>
                <a:lnTo>
                  <a:pt x="326136" y="57912"/>
                </a:lnTo>
                <a:lnTo>
                  <a:pt x="489813" y="57912"/>
                </a:lnTo>
                <a:lnTo>
                  <a:pt x="528828" y="89915"/>
                </a:lnTo>
                <a:lnTo>
                  <a:pt x="569976" y="141731"/>
                </a:lnTo>
                <a:lnTo>
                  <a:pt x="580644" y="164591"/>
                </a:lnTo>
                <a:lnTo>
                  <a:pt x="586739" y="176783"/>
                </a:lnTo>
                <a:lnTo>
                  <a:pt x="589787" y="188975"/>
                </a:lnTo>
                <a:lnTo>
                  <a:pt x="594360" y="201167"/>
                </a:lnTo>
                <a:lnTo>
                  <a:pt x="597408" y="214883"/>
                </a:lnTo>
                <a:lnTo>
                  <a:pt x="598932" y="227075"/>
                </a:lnTo>
                <a:lnTo>
                  <a:pt x="600456" y="240791"/>
                </a:lnTo>
                <a:lnTo>
                  <a:pt x="600456" y="268223"/>
                </a:lnTo>
                <a:lnTo>
                  <a:pt x="598932" y="280415"/>
                </a:lnTo>
                <a:lnTo>
                  <a:pt x="597408" y="294131"/>
                </a:lnTo>
                <a:lnTo>
                  <a:pt x="582168" y="342900"/>
                </a:lnTo>
                <a:lnTo>
                  <a:pt x="563880" y="377952"/>
                </a:lnTo>
                <a:lnTo>
                  <a:pt x="531876" y="417575"/>
                </a:lnTo>
                <a:lnTo>
                  <a:pt x="512063" y="435863"/>
                </a:lnTo>
                <a:lnTo>
                  <a:pt x="490728" y="452627"/>
                </a:lnTo>
                <a:close/>
              </a:path>
              <a:path w="600709" h="510539">
                <a:moveTo>
                  <a:pt x="301752" y="510539"/>
                </a:moveTo>
                <a:lnTo>
                  <a:pt x="286512" y="509015"/>
                </a:lnTo>
                <a:lnTo>
                  <a:pt x="316991" y="509015"/>
                </a:lnTo>
                <a:lnTo>
                  <a:pt x="301752" y="5105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8518618" y="6888581"/>
            <a:ext cx="193675" cy="212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105" dirty="0">
                <a:solidFill>
                  <a:srgbClr val="FFFFFF"/>
                </a:solidFill>
                <a:latin typeface="Verdana"/>
                <a:cs typeface="Verdana"/>
              </a:rPr>
              <a:t>2</a:t>
            </a:r>
            <a:r>
              <a:rPr sz="1200" spc="-100" dirty="0">
                <a:solidFill>
                  <a:srgbClr val="FFFFFF"/>
                </a:solidFill>
                <a:latin typeface="Verdana"/>
                <a:cs typeface="Verdana"/>
              </a:rPr>
              <a:t>9</a:t>
            </a:r>
            <a:endParaRPr sz="1200"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81482" y="641085"/>
            <a:ext cx="463867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204" dirty="0">
                <a:solidFill>
                  <a:srgbClr val="FF5697"/>
                </a:solidFill>
              </a:rPr>
              <a:t>G</a:t>
            </a:r>
            <a:r>
              <a:rPr sz="2200" spc="-330" dirty="0">
                <a:solidFill>
                  <a:srgbClr val="FF5697"/>
                </a:solidFill>
              </a:rPr>
              <a:t>R</a:t>
            </a:r>
            <a:r>
              <a:rPr sz="2200" spc="114" dirty="0">
                <a:solidFill>
                  <a:srgbClr val="FF5697"/>
                </a:solidFill>
              </a:rPr>
              <a:t>A</a:t>
            </a:r>
            <a:r>
              <a:rPr sz="2200" spc="-225" dirty="0">
                <a:solidFill>
                  <a:srgbClr val="FF5697"/>
                </a:solidFill>
              </a:rPr>
              <a:t>P</a:t>
            </a:r>
            <a:r>
              <a:rPr sz="2200" spc="-215" dirty="0">
                <a:solidFill>
                  <a:srgbClr val="FF5697"/>
                </a:solidFill>
              </a:rPr>
              <a:t>HE</a:t>
            </a:r>
            <a:r>
              <a:rPr sz="2200" spc="10" dirty="0">
                <a:solidFill>
                  <a:srgbClr val="FF5697"/>
                </a:solidFill>
              </a:rPr>
              <a:t> 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225" dirty="0">
                <a:solidFill>
                  <a:srgbClr val="FF5697"/>
                </a:solidFill>
              </a:rPr>
              <a:t>U</a:t>
            </a:r>
            <a:r>
              <a:rPr sz="2200" spc="-295" dirty="0">
                <a:solidFill>
                  <a:srgbClr val="FF5697"/>
                </a:solidFill>
              </a:rPr>
              <a:t>L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330" dirty="0">
                <a:solidFill>
                  <a:srgbClr val="FF5697"/>
                </a:solidFill>
              </a:rPr>
              <a:t>R</a:t>
            </a:r>
            <a:r>
              <a:rPr sz="2200" spc="-450" dirty="0">
                <a:solidFill>
                  <a:srgbClr val="FF5697"/>
                </a:solidFill>
              </a:rPr>
              <a:t>I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75" dirty="0">
                <a:solidFill>
                  <a:srgbClr val="FF5697"/>
                </a:solidFill>
              </a:rPr>
              <a:t>N</a:t>
            </a:r>
            <a:r>
              <a:rPr sz="2200" spc="-10" dirty="0">
                <a:solidFill>
                  <a:srgbClr val="FF5697"/>
                </a:solidFill>
              </a:rPr>
              <a:t> 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425" dirty="0">
                <a:solidFill>
                  <a:srgbClr val="FF5697"/>
                </a:solidFill>
              </a:rPr>
              <a:t>T</a:t>
            </a:r>
            <a:r>
              <a:rPr sz="2200" spc="-30" dirty="0">
                <a:solidFill>
                  <a:srgbClr val="FF5697"/>
                </a:solidFill>
              </a:rPr>
              <a:t> </a:t>
            </a:r>
            <a:r>
              <a:rPr sz="2200" spc="-195" dirty="0">
                <a:solidFill>
                  <a:srgbClr val="FF5697"/>
                </a:solidFill>
              </a:rPr>
              <a:t>H</a:t>
            </a:r>
            <a:r>
              <a:rPr sz="2200" spc="114" dirty="0">
                <a:solidFill>
                  <a:srgbClr val="FF5697"/>
                </a:solidFill>
              </a:rPr>
              <a:t>A</a:t>
            </a:r>
            <a:r>
              <a:rPr sz="2200" spc="10" dirty="0">
                <a:solidFill>
                  <a:srgbClr val="FF5697"/>
                </a:solidFill>
              </a:rPr>
              <a:t>M</a:t>
            </a:r>
            <a:r>
              <a:rPr sz="2200" spc="-450" dirty="0">
                <a:solidFill>
                  <a:srgbClr val="FF5697"/>
                </a:solidFill>
              </a:rPr>
              <a:t>I</a:t>
            </a:r>
            <a:r>
              <a:rPr sz="2200" spc="-295" dirty="0">
                <a:solidFill>
                  <a:srgbClr val="FF5697"/>
                </a:solidFill>
              </a:rPr>
              <a:t>L</a:t>
            </a:r>
            <a:r>
              <a:rPr sz="2200" spc="-425" dirty="0">
                <a:solidFill>
                  <a:srgbClr val="FF5697"/>
                </a:solidFill>
              </a:rPr>
              <a:t>T</a:t>
            </a:r>
            <a:r>
              <a:rPr sz="2200" spc="150" dirty="0">
                <a:solidFill>
                  <a:srgbClr val="FF5697"/>
                </a:solidFill>
              </a:rPr>
              <a:t>O</a:t>
            </a:r>
            <a:r>
              <a:rPr sz="2200" spc="-75" dirty="0">
                <a:solidFill>
                  <a:srgbClr val="FF5697"/>
                </a:solidFill>
              </a:rPr>
              <a:t>N</a:t>
            </a:r>
            <a:r>
              <a:rPr sz="2200" spc="-450" dirty="0">
                <a:solidFill>
                  <a:srgbClr val="FF5697"/>
                </a:solidFill>
              </a:rPr>
              <a:t>I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75" dirty="0">
                <a:solidFill>
                  <a:srgbClr val="FF5697"/>
                </a:solidFill>
              </a:rPr>
              <a:t>N</a:t>
            </a:r>
            <a:endParaRPr sz="2200"/>
          </a:p>
        </p:txBody>
      </p:sp>
      <p:grpSp>
        <p:nvGrpSpPr>
          <p:cNvPr id="3" name="object 3"/>
          <p:cNvGrpSpPr/>
          <p:nvPr/>
        </p:nvGrpSpPr>
        <p:grpSpPr>
          <a:xfrm>
            <a:off x="772668" y="3779519"/>
            <a:ext cx="9144000" cy="3429000"/>
            <a:chOff x="772668" y="3779519"/>
            <a:chExt cx="9144000" cy="3429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2668" y="3779520"/>
              <a:ext cx="9143999" cy="34290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1812" y="3781044"/>
              <a:ext cx="5925311" cy="10241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620768" y="3960876"/>
              <a:ext cx="3529583" cy="2987040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1171485" y="1363424"/>
            <a:ext cx="8209280" cy="4112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8805" marR="5080" indent="-384175">
              <a:lnSpc>
                <a:spcPct val="100000"/>
              </a:lnSpc>
              <a:spcBef>
                <a:spcPts val="100"/>
              </a:spcBef>
              <a:buClr>
                <a:srgbClr val="FF388C"/>
              </a:buClr>
              <a:buSzPct val="79166"/>
              <a:buFont typeface="Times New Roman"/>
              <a:buChar char="◉"/>
              <a:tabLst>
                <a:tab pos="598805" algn="l"/>
                <a:tab pos="599440" algn="l"/>
              </a:tabLst>
            </a:pPr>
            <a:r>
              <a:rPr sz="2400" b="1" spc="-80" dirty="0">
                <a:solidFill>
                  <a:srgbClr val="FFFF00"/>
                </a:solidFill>
                <a:latin typeface="Tahoma"/>
                <a:cs typeface="Tahoma"/>
              </a:rPr>
              <a:t>Une</a:t>
            </a:r>
            <a:r>
              <a:rPr sz="2400" b="1" spc="80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2400" b="1" spc="30" dirty="0">
                <a:solidFill>
                  <a:srgbClr val="FFFF00"/>
                </a:solidFill>
                <a:latin typeface="Tahoma"/>
                <a:cs typeface="Tahoma"/>
              </a:rPr>
              <a:t>chaîne</a:t>
            </a:r>
            <a:r>
              <a:rPr sz="2400" b="1" spc="55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2400" b="1" spc="-45" dirty="0">
                <a:solidFill>
                  <a:srgbClr val="FFFF00"/>
                </a:solidFill>
                <a:latin typeface="Tahoma"/>
                <a:cs typeface="Tahoma"/>
              </a:rPr>
              <a:t>eulérienne</a:t>
            </a:r>
            <a:r>
              <a:rPr sz="2400" b="1" spc="100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2400" spc="-110" dirty="0">
                <a:solidFill>
                  <a:srgbClr val="FFFFFF"/>
                </a:solidFill>
                <a:latin typeface="Verdana"/>
                <a:cs typeface="Verdana"/>
              </a:rPr>
              <a:t>est</a:t>
            </a:r>
            <a:r>
              <a:rPr sz="2400" spc="-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0" dirty="0">
                <a:solidFill>
                  <a:srgbClr val="FFFFFF"/>
                </a:solidFill>
                <a:latin typeface="Verdana"/>
                <a:cs typeface="Verdana"/>
              </a:rPr>
              <a:t>une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50" dirty="0">
                <a:solidFill>
                  <a:srgbClr val="FFFFFF"/>
                </a:solidFill>
                <a:latin typeface="Verdana"/>
                <a:cs typeface="Verdana"/>
              </a:rPr>
              <a:t>chaîne</a:t>
            </a:r>
            <a:r>
              <a:rPr sz="2400" spc="-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80" dirty="0">
                <a:solidFill>
                  <a:srgbClr val="FFFFFF"/>
                </a:solidFill>
                <a:latin typeface="Verdana"/>
                <a:cs typeface="Verdana"/>
              </a:rPr>
              <a:t>satisfaisante </a:t>
            </a:r>
            <a:r>
              <a:rPr sz="2400" spc="-8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21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8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400" spc="-270" dirty="0">
                <a:solidFill>
                  <a:srgbClr val="FFFFFF"/>
                </a:solidFill>
                <a:latin typeface="Verdana"/>
                <a:cs typeface="Verdana"/>
              </a:rPr>
              <a:t>x</a:t>
            </a:r>
            <a:r>
              <a:rPr sz="24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305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400" spc="9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400" spc="-16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400" spc="-1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400" spc="-16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400" spc="9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400" spc="-32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-2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32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-55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400" spc="-16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400" spc="-85" dirty="0">
                <a:solidFill>
                  <a:srgbClr val="FFFFFF"/>
                </a:solidFill>
                <a:latin typeface="Verdana"/>
                <a:cs typeface="Verdana"/>
              </a:rPr>
              <a:t>v</a:t>
            </a:r>
            <a:r>
              <a:rPr sz="2400" spc="18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400" spc="-13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32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-2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430" dirty="0">
                <a:solidFill>
                  <a:srgbClr val="FFFFFF"/>
                </a:solidFill>
                <a:latin typeface="Verdana"/>
                <a:cs typeface="Verdana"/>
              </a:rPr>
              <a:t>:</a:t>
            </a:r>
            <a:endParaRPr sz="2400">
              <a:latin typeface="Verdana"/>
              <a:cs typeface="Verdana"/>
            </a:endParaRPr>
          </a:p>
          <a:p>
            <a:pPr marL="598805" indent="-384175">
              <a:lnSpc>
                <a:spcPct val="100000"/>
              </a:lnSpc>
              <a:spcBef>
                <a:spcPts val="575"/>
              </a:spcBef>
              <a:buClr>
                <a:srgbClr val="FF388C"/>
              </a:buClr>
              <a:buSzPct val="79166"/>
              <a:buFont typeface="Wingdings"/>
              <a:buChar char=""/>
              <a:tabLst>
                <a:tab pos="598805" algn="l"/>
                <a:tab pos="599440" algn="l"/>
              </a:tabLst>
            </a:pP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185" dirty="0">
                <a:solidFill>
                  <a:srgbClr val="FFFFFF"/>
                </a:solidFill>
                <a:latin typeface="Verdana"/>
                <a:cs typeface="Verdana"/>
              </a:rPr>
              <a:t>ll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280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400" spc="120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400" spc="-13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400" spc="-16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400" spc="-13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400" spc="-2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u="heavy" spc="-13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t</a:t>
            </a:r>
            <a:r>
              <a:rPr sz="2400" u="heavy" spc="1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o</a:t>
            </a:r>
            <a:r>
              <a:rPr sz="2400" u="heavy" spc="-5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u</a:t>
            </a:r>
            <a:r>
              <a:rPr sz="2400" u="heavy" spc="-16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t</a:t>
            </a:r>
            <a:r>
              <a:rPr sz="2400" u="heavy" spc="13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e</a:t>
            </a:r>
            <a:r>
              <a:rPr sz="2400" u="heavy" spc="-3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s</a:t>
            </a:r>
            <a:r>
              <a:rPr sz="2400" u="heavy" spc="-17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 </a:t>
            </a:r>
            <a:r>
              <a:rPr sz="2400" u="heavy" spc="-18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l</a:t>
            </a:r>
            <a:r>
              <a:rPr sz="2400" u="heavy" spc="13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e</a:t>
            </a:r>
            <a:r>
              <a:rPr sz="2400" u="heavy" spc="-3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s</a:t>
            </a:r>
            <a:r>
              <a:rPr sz="2400" u="heavy" spc="-17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 </a:t>
            </a:r>
            <a:r>
              <a:rPr sz="2400" u="heavy" spc="18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a</a:t>
            </a:r>
            <a:r>
              <a:rPr sz="2400" u="heavy" spc="-28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r</a:t>
            </a:r>
            <a:r>
              <a:rPr sz="2400" u="heavy" spc="13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ê</a:t>
            </a:r>
            <a:r>
              <a:rPr sz="2400" u="heavy" spc="-16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t</a:t>
            </a:r>
            <a:r>
              <a:rPr sz="2400" u="heavy" spc="13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e</a:t>
            </a:r>
            <a:r>
              <a:rPr sz="2400" u="heavy" spc="-3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s</a:t>
            </a:r>
            <a:r>
              <a:rPr sz="24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5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4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05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2400" spc="-31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400" spc="18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155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2400" spc="-85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endParaRPr sz="2400">
              <a:latin typeface="Verdana"/>
              <a:cs typeface="Verdana"/>
            </a:endParaRPr>
          </a:p>
          <a:p>
            <a:pPr marL="598805" indent="-384175">
              <a:lnSpc>
                <a:spcPct val="100000"/>
              </a:lnSpc>
              <a:spcBef>
                <a:spcPts val="575"/>
              </a:spcBef>
              <a:buClr>
                <a:srgbClr val="FF388C"/>
              </a:buClr>
              <a:buSzPct val="79166"/>
              <a:buFont typeface="Wingdings"/>
              <a:buChar char=""/>
              <a:tabLst>
                <a:tab pos="598805" algn="l"/>
                <a:tab pos="599440" algn="l"/>
              </a:tabLst>
            </a:pPr>
            <a:r>
              <a:rPr sz="2400" spc="105" dirty="0">
                <a:solidFill>
                  <a:srgbClr val="FFFFFF"/>
                </a:solidFill>
                <a:latin typeface="Verdana"/>
                <a:cs typeface="Verdana"/>
              </a:rPr>
              <a:t>chaque</a:t>
            </a:r>
            <a:r>
              <a:rPr sz="24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5" dirty="0">
                <a:solidFill>
                  <a:srgbClr val="FFFFFF"/>
                </a:solidFill>
                <a:latin typeface="Verdana"/>
                <a:cs typeface="Verdana"/>
              </a:rPr>
              <a:t>arête</a:t>
            </a:r>
            <a:r>
              <a:rPr sz="24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40" dirty="0">
                <a:solidFill>
                  <a:srgbClr val="FFFFFF"/>
                </a:solidFill>
                <a:latin typeface="Verdana"/>
                <a:cs typeface="Verdana"/>
              </a:rPr>
              <a:t>n’est</a:t>
            </a:r>
            <a:r>
              <a:rPr sz="24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0" dirty="0">
                <a:solidFill>
                  <a:srgbClr val="FFFFFF"/>
                </a:solidFill>
                <a:latin typeface="Verdana"/>
                <a:cs typeface="Verdana"/>
              </a:rPr>
              <a:t>décrite</a:t>
            </a:r>
            <a:r>
              <a:rPr sz="24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u="heavy" spc="4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qu’une</a:t>
            </a:r>
            <a:r>
              <a:rPr sz="2400" u="heavy" spc="-14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 </a:t>
            </a:r>
            <a:r>
              <a:rPr sz="2400" u="heavy" spc="-6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seule</a:t>
            </a:r>
            <a:r>
              <a:rPr sz="2400" u="heavy" spc="-20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 </a:t>
            </a:r>
            <a:r>
              <a:rPr sz="2400" u="heavy" spc="-114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fois</a:t>
            </a:r>
            <a:endParaRPr sz="2400">
              <a:latin typeface="Verdana"/>
              <a:cs typeface="Verdana"/>
            </a:endParaRPr>
          </a:p>
          <a:p>
            <a:pPr marL="598805" marR="6350" indent="-384175">
              <a:lnSpc>
                <a:spcPct val="100000"/>
              </a:lnSpc>
              <a:spcBef>
                <a:spcPts val="575"/>
              </a:spcBef>
            </a:pPr>
            <a:r>
              <a:rPr sz="2400" b="1" spc="-45" dirty="0">
                <a:solidFill>
                  <a:srgbClr val="FFFFFF"/>
                </a:solidFill>
                <a:latin typeface="Tahoma"/>
                <a:cs typeface="Tahoma"/>
              </a:rPr>
              <a:t>Remarque</a:t>
            </a:r>
            <a:r>
              <a:rPr sz="2400" b="1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430" dirty="0">
                <a:solidFill>
                  <a:srgbClr val="FFFFFF"/>
                </a:solidFill>
                <a:latin typeface="Verdana"/>
                <a:cs typeface="Verdana"/>
              </a:rPr>
              <a:t>:</a:t>
            </a:r>
            <a:r>
              <a:rPr sz="24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70" dirty="0">
                <a:solidFill>
                  <a:srgbClr val="FFFFFF"/>
                </a:solidFill>
                <a:latin typeface="Verdana"/>
                <a:cs typeface="Verdana"/>
              </a:rPr>
              <a:t>On</a:t>
            </a:r>
            <a:r>
              <a:rPr sz="2400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5" dirty="0">
                <a:solidFill>
                  <a:srgbClr val="FFFFFF"/>
                </a:solidFill>
                <a:latin typeface="Verdana"/>
                <a:cs typeface="Verdana"/>
              </a:rPr>
              <a:t>peut</a:t>
            </a:r>
            <a:r>
              <a:rPr sz="24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85" dirty="0">
                <a:solidFill>
                  <a:srgbClr val="FFFFFF"/>
                </a:solidFill>
                <a:latin typeface="Verdana"/>
                <a:cs typeface="Verdana"/>
              </a:rPr>
              <a:t>passer</a:t>
            </a:r>
            <a:r>
              <a:rPr sz="24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30" dirty="0">
                <a:solidFill>
                  <a:srgbClr val="FFFFFF"/>
                </a:solidFill>
                <a:latin typeface="Verdana"/>
                <a:cs typeface="Verdana"/>
              </a:rPr>
              <a:t>plusieurs</a:t>
            </a:r>
            <a:r>
              <a:rPr sz="24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20" dirty="0">
                <a:solidFill>
                  <a:srgbClr val="FFFFFF"/>
                </a:solidFill>
                <a:latin typeface="Verdana"/>
                <a:cs typeface="Verdana"/>
              </a:rPr>
              <a:t>fois</a:t>
            </a:r>
            <a:r>
              <a:rPr sz="24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0" dirty="0">
                <a:solidFill>
                  <a:srgbClr val="FFFFFF"/>
                </a:solidFill>
                <a:latin typeface="Verdana"/>
                <a:cs typeface="Verdana"/>
              </a:rPr>
              <a:t>par</a:t>
            </a:r>
            <a:r>
              <a:rPr sz="24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Verdana"/>
                <a:cs typeface="Verdana"/>
              </a:rPr>
              <a:t>le</a:t>
            </a:r>
            <a:r>
              <a:rPr sz="24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20" dirty="0">
                <a:solidFill>
                  <a:srgbClr val="FFFFFF"/>
                </a:solidFill>
                <a:latin typeface="Verdana"/>
                <a:cs typeface="Verdana"/>
              </a:rPr>
              <a:t>même </a:t>
            </a:r>
            <a:r>
              <a:rPr sz="2400" spc="-8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32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9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400" spc="-85" dirty="0">
                <a:solidFill>
                  <a:srgbClr val="FFFFFF"/>
                </a:solidFill>
                <a:latin typeface="Verdana"/>
                <a:cs typeface="Verdana"/>
              </a:rPr>
              <a:t>mm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1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400" spc="-210" dirty="0">
                <a:solidFill>
                  <a:srgbClr val="FFFFFF"/>
                </a:solidFill>
                <a:latin typeface="Verdana"/>
                <a:cs typeface="Verdana"/>
              </a:rPr>
              <a:t>,</a:t>
            </a:r>
            <a:r>
              <a:rPr sz="2400" spc="-2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85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400" spc="21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18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400" spc="-32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2400" spc="21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32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-1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2400" spc="18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30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4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8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400" spc="19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85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ê</a:t>
            </a:r>
            <a:r>
              <a:rPr sz="2400" spc="-85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1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21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33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400" spc="150" dirty="0">
                <a:solidFill>
                  <a:srgbClr val="FFFFFF"/>
                </a:solidFill>
                <a:latin typeface="Verdana"/>
                <a:cs typeface="Verdana"/>
              </a:rPr>
              <a:t>ê</a:t>
            </a:r>
            <a:r>
              <a:rPr sz="2400" spc="-13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400" spc="114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210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2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380"/>
              </a:spcBef>
            </a:pP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La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40" dirty="0">
                <a:solidFill>
                  <a:srgbClr val="FFFFFF"/>
                </a:solidFill>
                <a:latin typeface="Verdana"/>
                <a:cs typeface="Verdana"/>
              </a:rPr>
              <a:t>chaîne</a:t>
            </a:r>
            <a:r>
              <a:rPr sz="18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35" dirty="0">
                <a:solidFill>
                  <a:srgbClr val="FFFFFF"/>
                </a:solidFill>
                <a:latin typeface="Verdana"/>
                <a:cs typeface="Verdana"/>
              </a:rPr>
              <a:t>entre</a:t>
            </a:r>
            <a:r>
              <a:rPr sz="18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le</a:t>
            </a:r>
            <a:r>
              <a:rPr sz="180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5" dirty="0">
                <a:solidFill>
                  <a:srgbClr val="FFFFFF"/>
                </a:solidFill>
                <a:latin typeface="Verdana"/>
                <a:cs typeface="Verdana"/>
              </a:rPr>
              <a:t>sommet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800" b="1" spc="-185" dirty="0">
                <a:solidFill>
                  <a:srgbClr val="CCFF33"/>
                </a:solidFill>
                <a:latin typeface="Tahoma"/>
                <a:cs typeface="Tahoma"/>
              </a:rPr>
              <a:t>f</a:t>
            </a:r>
            <a:r>
              <a:rPr sz="1800" b="1" spc="-50" dirty="0">
                <a:solidFill>
                  <a:srgbClr val="CCFF33"/>
                </a:solidFill>
                <a:latin typeface="Tahoma"/>
                <a:cs typeface="Tahoma"/>
              </a:rPr>
              <a:t> 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10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8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b="1" spc="55" dirty="0">
                <a:solidFill>
                  <a:srgbClr val="CCFF33"/>
                </a:solidFill>
                <a:latin typeface="Tahoma"/>
                <a:cs typeface="Tahoma"/>
              </a:rPr>
              <a:t>d</a:t>
            </a:r>
            <a:r>
              <a:rPr sz="1800" b="1" spc="-25" dirty="0">
                <a:solidFill>
                  <a:srgbClr val="CCFF33"/>
                </a:solidFill>
                <a:latin typeface="Tahoma"/>
                <a:cs typeface="Tahoma"/>
              </a:rPr>
              <a:t> 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254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1800" spc="-10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6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é</a:t>
            </a:r>
            <a:r>
              <a:rPr sz="1800" spc="-23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6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320" dirty="0">
                <a:solidFill>
                  <a:srgbClr val="FFFFFF"/>
                </a:solidFill>
                <a:latin typeface="Verdana"/>
                <a:cs typeface="Verdana"/>
              </a:rPr>
              <a:t>:</a:t>
            </a:r>
            <a:endParaRPr sz="1800">
              <a:latin typeface="Verdana"/>
              <a:cs typeface="Verdana"/>
            </a:endParaRPr>
          </a:p>
          <a:p>
            <a:pPr marL="12700" marR="5205730" indent="62230">
              <a:lnSpc>
                <a:spcPct val="100000"/>
              </a:lnSpc>
              <a:tabLst>
                <a:tab pos="1235075" algn="l"/>
                <a:tab pos="1527810" algn="l"/>
                <a:tab pos="1873250" algn="l"/>
                <a:tab pos="2709545" algn="l"/>
              </a:tabLst>
            </a:pPr>
            <a:r>
              <a:rPr sz="1800" b="1" dirty="0">
                <a:solidFill>
                  <a:srgbClr val="CCFF33"/>
                </a:solidFill>
                <a:latin typeface="Tahoma"/>
                <a:cs typeface="Tahoma"/>
              </a:rPr>
              <a:t>f-a-b-f-e-d-b-c-d </a:t>
            </a:r>
            <a:r>
              <a:rPr sz="1800" b="1" spc="5" dirty="0">
                <a:solidFill>
                  <a:srgbClr val="CCFF33"/>
                </a:solidFill>
                <a:latin typeface="Tahoma"/>
                <a:cs typeface="Tahoma"/>
              </a:rPr>
              <a:t> </a:t>
            </a:r>
            <a:r>
              <a:rPr sz="1800" spc="-190" dirty="0">
                <a:solidFill>
                  <a:srgbClr val="FFFFFF"/>
                </a:solidFill>
                <a:latin typeface="Verdana"/>
                <a:cs typeface="Verdana"/>
              </a:rPr>
              <a:t>(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1800" spc="90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6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1800" spc="-229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1800" spc="-385" dirty="0">
                <a:solidFill>
                  <a:srgbClr val="FFFFFF"/>
                </a:solidFill>
                <a:latin typeface="Verdana"/>
                <a:cs typeface="Verdana"/>
              </a:rPr>
              <a:t>=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1800" spc="-140" dirty="0">
                <a:solidFill>
                  <a:srgbClr val="FFFFFF"/>
                </a:solidFill>
                <a:latin typeface="Verdana"/>
                <a:cs typeface="Verdana"/>
              </a:rPr>
              <a:t>8</a:t>
            </a:r>
            <a:r>
              <a:rPr sz="1800" spc="-160" dirty="0">
                <a:solidFill>
                  <a:srgbClr val="FFFFFF"/>
                </a:solidFill>
                <a:latin typeface="Verdana"/>
                <a:cs typeface="Verdana"/>
              </a:rPr>
              <a:t>,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800" spc="90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1800" spc="-25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1800" spc="-10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800" spc="7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24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190" dirty="0">
                <a:solidFill>
                  <a:srgbClr val="FFFFFF"/>
                </a:solidFill>
                <a:latin typeface="Verdana"/>
                <a:cs typeface="Verdana"/>
              </a:rPr>
              <a:t>s  </a:t>
            </a:r>
            <a:r>
              <a:rPr sz="1800" spc="13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800" spc="-23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ê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24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0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75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1800" spc="-23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800" spc="13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800" spc="100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155" dirty="0">
                <a:solidFill>
                  <a:srgbClr val="FFFFFF"/>
                </a:solidFill>
                <a:latin typeface="Verdana"/>
                <a:cs typeface="Verdana"/>
              </a:rPr>
              <a:t>)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263627" y="4565903"/>
            <a:ext cx="1463040" cy="1880870"/>
          </a:xfrm>
          <a:custGeom>
            <a:avLst/>
            <a:gdLst/>
            <a:ahLst/>
            <a:cxnLst/>
            <a:rect l="l" t="t" r="r" b="b"/>
            <a:pathLst>
              <a:path w="1463040" h="1880870">
                <a:moveTo>
                  <a:pt x="600456" y="1612392"/>
                </a:moveTo>
                <a:lnTo>
                  <a:pt x="598932" y="1598676"/>
                </a:lnTo>
                <a:lnTo>
                  <a:pt x="595884" y="1586484"/>
                </a:lnTo>
                <a:lnTo>
                  <a:pt x="594360" y="1572768"/>
                </a:lnTo>
                <a:lnTo>
                  <a:pt x="589788" y="1560576"/>
                </a:lnTo>
                <a:lnTo>
                  <a:pt x="586740" y="1548384"/>
                </a:lnTo>
                <a:lnTo>
                  <a:pt x="580644" y="1536192"/>
                </a:lnTo>
                <a:lnTo>
                  <a:pt x="562356" y="1501140"/>
                </a:lnTo>
                <a:lnTo>
                  <a:pt x="542544" y="1476375"/>
                </a:lnTo>
                <a:lnTo>
                  <a:pt x="542544" y="1607820"/>
                </a:lnTo>
                <a:lnTo>
                  <a:pt x="542544" y="1647444"/>
                </a:lnTo>
                <a:lnTo>
                  <a:pt x="541020" y="1656588"/>
                </a:lnTo>
                <a:lnTo>
                  <a:pt x="537972" y="1665732"/>
                </a:lnTo>
                <a:lnTo>
                  <a:pt x="536448" y="1674876"/>
                </a:lnTo>
                <a:lnTo>
                  <a:pt x="531876" y="1684020"/>
                </a:lnTo>
                <a:lnTo>
                  <a:pt x="528828" y="1693164"/>
                </a:lnTo>
                <a:lnTo>
                  <a:pt x="519684" y="1711452"/>
                </a:lnTo>
                <a:lnTo>
                  <a:pt x="489204" y="1751076"/>
                </a:lnTo>
                <a:lnTo>
                  <a:pt x="455676" y="1778508"/>
                </a:lnTo>
                <a:lnTo>
                  <a:pt x="416052" y="1799844"/>
                </a:lnTo>
                <a:lnTo>
                  <a:pt x="373380" y="1815084"/>
                </a:lnTo>
                <a:lnTo>
                  <a:pt x="312420" y="1824228"/>
                </a:lnTo>
                <a:lnTo>
                  <a:pt x="286512" y="1824228"/>
                </a:lnTo>
                <a:lnTo>
                  <a:pt x="225552" y="1815084"/>
                </a:lnTo>
                <a:lnTo>
                  <a:pt x="181356" y="1798320"/>
                </a:lnTo>
                <a:lnTo>
                  <a:pt x="143256" y="1776984"/>
                </a:lnTo>
                <a:lnTo>
                  <a:pt x="109728" y="1749552"/>
                </a:lnTo>
                <a:lnTo>
                  <a:pt x="85344" y="1717548"/>
                </a:lnTo>
                <a:lnTo>
                  <a:pt x="79248" y="1709928"/>
                </a:lnTo>
                <a:lnTo>
                  <a:pt x="74676" y="1700784"/>
                </a:lnTo>
                <a:lnTo>
                  <a:pt x="71628" y="1691640"/>
                </a:lnTo>
                <a:lnTo>
                  <a:pt x="67056" y="1682496"/>
                </a:lnTo>
                <a:lnTo>
                  <a:pt x="64008" y="1673352"/>
                </a:lnTo>
                <a:lnTo>
                  <a:pt x="62484" y="1664208"/>
                </a:lnTo>
                <a:lnTo>
                  <a:pt x="59436" y="1655064"/>
                </a:lnTo>
                <a:lnTo>
                  <a:pt x="57912" y="1645920"/>
                </a:lnTo>
                <a:lnTo>
                  <a:pt x="57912" y="1615440"/>
                </a:lnTo>
                <a:lnTo>
                  <a:pt x="59436" y="1606296"/>
                </a:lnTo>
                <a:lnTo>
                  <a:pt x="60960" y="1595628"/>
                </a:lnTo>
                <a:lnTo>
                  <a:pt x="62484" y="1586484"/>
                </a:lnTo>
                <a:lnTo>
                  <a:pt x="71628" y="1559052"/>
                </a:lnTo>
                <a:lnTo>
                  <a:pt x="76200" y="1549908"/>
                </a:lnTo>
                <a:lnTo>
                  <a:pt x="80772" y="1542288"/>
                </a:lnTo>
                <a:lnTo>
                  <a:pt x="85344" y="1533144"/>
                </a:lnTo>
                <a:lnTo>
                  <a:pt x="112776" y="1501140"/>
                </a:lnTo>
                <a:lnTo>
                  <a:pt x="144780" y="1475232"/>
                </a:lnTo>
                <a:lnTo>
                  <a:pt x="184404" y="1452372"/>
                </a:lnTo>
                <a:lnTo>
                  <a:pt x="228600" y="1437132"/>
                </a:lnTo>
                <a:lnTo>
                  <a:pt x="275844" y="1429512"/>
                </a:lnTo>
                <a:lnTo>
                  <a:pt x="288036" y="1429512"/>
                </a:lnTo>
                <a:lnTo>
                  <a:pt x="300228" y="1427988"/>
                </a:lnTo>
                <a:lnTo>
                  <a:pt x="313944" y="1429512"/>
                </a:lnTo>
                <a:lnTo>
                  <a:pt x="326136" y="1429512"/>
                </a:lnTo>
                <a:lnTo>
                  <a:pt x="352044" y="1432560"/>
                </a:lnTo>
                <a:lnTo>
                  <a:pt x="397764" y="1444752"/>
                </a:lnTo>
                <a:lnTo>
                  <a:pt x="438912" y="1464564"/>
                </a:lnTo>
                <a:lnTo>
                  <a:pt x="475488" y="1488948"/>
                </a:lnTo>
                <a:lnTo>
                  <a:pt x="504444" y="1519428"/>
                </a:lnTo>
                <a:lnTo>
                  <a:pt x="521208" y="1543812"/>
                </a:lnTo>
                <a:lnTo>
                  <a:pt x="525780" y="1551432"/>
                </a:lnTo>
                <a:lnTo>
                  <a:pt x="528828" y="1560576"/>
                </a:lnTo>
                <a:lnTo>
                  <a:pt x="533400" y="1569720"/>
                </a:lnTo>
                <a:lnTo>
                  <a:pt x="539496" y="1588008"/>
                </a:lnTo>
                <a:lnTo>
                  <a:pt x="541020" y="1597152"/>
                </a:lnTo>
                <a:lnTo>
                  <a:pt x="542544" y="1607820"/>
                </a:lnTo>
                <a:lnTo>
                  <a:pt x="542544" y="1476375"/>
                </a:lnTo>
                <a:lnTo>
                  <a:pt x="509016" y="1443228"/>
                </a:lnTo>
                <a:lnTo>
                  <a:pt x="464820" y="1412748"/>
                </a:lnTo>
                <a:lnTo>
                  <a:pt x="414528" y="1389888"/>
                </a:lnTo>
                <a:lnTo>
                  <a:pt x="358140" y="1376172"/>
                </a:lnTo>
                <a:lnTo>
                  <a:pt x="315468" y="1371600"/>
                </a:lnTo>
                <a:lnTo>
                  <a:pt x="284988" y="1371600"/>
                </a:lnTo>
                <a:lnTo>
                  <a:pt x="239268" y="1376172"/>
                </a:lnTo>
                <a:lnTo>
                  <a:pt x="184404" y="1391412"/>
                </a:lnTo>
                <a:lnTo>
                  <a:pt x="134112" y="1414272"/>
                </a:lnTo>
                <a:lnTo>
                  <a:pt x="88392" y="1444752"/>
                </a:lnTo>
                <a:lnTo>
                  <a:pt x="51816" y="1482852"/>
                </a:lnTo>
                <a:lnTo>
                  <a:pt x="24384" y="1525524"/>
                </a:lnTo>
                <a:lnTo>
                  <a:pt x="10668" y="1562100"/>
                </a:lnTo>
                <a:lnTo>
                  <a:pt x="6096" y="1574292"/>
                </a:lnTo>
                <a:lnTo>
                  <a:pt x="3048" y="1588008"/>
                </a:lnTo>
                <a:lnTo>
                  <a:pt x="1524" y="1600200"/>
                </a:lnTo>
                <a:lnTo>
                  <a:pt x="0" y="1613916"/>
                </a:lnTo>
                <a:lnTo>
                  <a:pt x="0" y="1627632"/>
                </a:lnTo>
                <a:lnTo>
                  <a:pt x="1524" y="1639824"/>
                </a:lnTo>
                <a:lnTo>
                  <a:pt x="1524" y="1653540"/>
                </a:lnTo>
                <a:lnTo>
                  <a:pt x="4572" y="1667256"/>
                </a:lnTo>
                <a:lnTo>
                  <a:pt x="10668" y="1691640"/>
                </a:lnTo>
                <a:lnTo>
                  <a:pt x="24384" y="1728216"/>
                </a:lnTo>
                <a:lnTo>
                  <a:pt x="32004" y="1738884"/>
                </a:lnTo>
                <a:lnTo>
                  <a:pt x="38100" y="1751076"/>
                </a:lnTo>
                <a:lnTo>
                  <a:pt x="71628" y="1790700"/>
                </a:lnTo>
                <a:lnTo>
                  <a:pt x="112776" y="1825752"/>
                </a:lnTo>
                <a:lnTo>
                  <a:pt x="160020" y="1851660"/>
                </a:lnTo>
                <a:lnTo>
                  <a:pt x="213360" y="1869948"/>
                </a:lnTo>
                <a:lnTo>
                  <a:pt x="271272" y="1880616"/>
                </a:lnTo>
                <a:lnTo>
                  <a:pt x="315468" y="1880616"/>
                </a:lnTo>
                <a:lnTo>
                  <a:pt x="361188" y="1876044"/>
                </a:lnTo>
                <a:lnTo>
                  <a:pt x="416052" y="1860804"/>
                </a:lnTo>
                <a:lnTo>
                  <a:pt x="467868" y="1837944"/>
                </a:lnTo>
                <a:lnTo>
                  <a:pt x="512064" y="1807464"/>
                </a:lnTo>
                <a:lnTo>
                  <a:pt x="548640" y="1769364"/>
                </a:lnTo>
                <a:lnTo>
                  <a:pt x="569976" y="1737360"/>
                </a:lnTo>
                <a:lnTo>
                  <a:pt x="576072" y="1726692"/>
                </a:lnTo>
                <a:lnTo>
                  <a:pt x="582168" y="1714500"/>
                </a:lnTo>
                <a:lnTo>
                  <a:pt x="591312" y="1690116"/>
                </a:lnTo>
                <a:lnTo>
                  <a:pt x="597408" y="1665732"/>
                </a:lnTo>
                <a:lnTo>
                  <a:pt x="600456" y="1638300"/>
                </a:lnTo>
                <a:lnTo>
                  <a:pt x="600456" y="1612392"/>
                </a:lnTo>
                <a:close/>
              </a:path>
              <a:path w="1463040" h="1880870">
                <a:moveTo>
                  <a:pt x="1463040" y="240792"/>
                </a:moveTo>
                <a:lnTo>
                  <a:pt x="1461516" y="227076"/>
                </a:lnTo>
                <a:lnTo>
                  <a:pt x="1459992" y="214884"/>
                </a:lnTo>
                <a:lnTo>
                  <a:pt x="1456944" y="201168"/>
                </a:lnTo>
                <a:lnTo>
                  <a:pt x="1452372" y="188976"/>
                </a:lnTo>
                <a:lnTo>
                  <a:pt x="1449324" y="176784"/>
                </a:lnTo>
                <a:lnTo>
                  <a:pt x="1443228" y="164592"/>
                </a:lnTo>
                <a:lnTo>
                  <a:pt x="1438656" y="153924"/>
                </a:lnTo>
                <a:lnTo>
                  <a:pt x="1432560" y="141732"/>
                </a:lnTo>
                <a:lnTo>
                  <a:pt x="1409700" y="109728"/>
                </a:lnTo>
                <a:lnTo>
                  <a:pt x="1406652" y="106426"/>
                </a:lnTo>
                <a:lnTo>
                  <a:pt x="1406652" y="256032"/>
                </a:lnTo>
                <a:lnTo>
                  <a:pt x="1405128" y="265176"/>
                </a:lnTo>
                <a:lnTo>
                  <a:pt x="1405128" y="275844"/>
                </a:lnTo>
                <a:lnTo>
                  <a:pt x="1403604" y="284988"/>
                </a:lnTo>
                <a:lnTo>
                  <a:pt x="1400556" y="294132"/>
                </a:lnTo>
                <a:lnTo>
                  <a:pt x="1399032" y="303276"/>
                </a:lnTo>
                <a:lnTo>
                  <a:pt x="1382268" y="339852"/>
                </a:lnTo>
                <a:lnTo>
                  <a:pt x="1351788" y="379476"/>
                </a:lnTo>
                <a:lnTo>
                  <a:pt x="1318260" y="406908"/>
                </a:lnTo>
                <a:lnTo>
                  <a:pt x="1280160" y="428244"/>
                </a:lnTo>
                <a:lnTo>
                  <a:pt x="1235964" y="443484"/>
                </a:lnTo>
                <a:lnTo>
                  <a:pt x="1175004" y="452628"/>
                </a:lnTo>
                <a:lnTo>
                  <a:pt x="1149096" y="452628"/>
                </a:lnTo>
                <a:lnTo>
                  <a:pt x="1088136" y="443484"/>
                </a:lnTo>
                <a:lnTo>
                  <a:pt x="1043940" y="426720"/>
                </a:lnTo>
                <a:lnTo>
                  <a:pt x="1005840" y="405384"/>
                </a:lnTo>
                <a:lnTo>
                  <a:pt x="972312" y="377952"/>
                </a:lnTo>
                <a:lnTo>
                  <a:pt x="947928" y="345948"/>
                </a:lnTo>
                <a:lnTo>
                  <a:pt x="929640" y="310896"/>
                </a:lnTo>
                <a:lnTo>
                  <a:pt x="925068" y="292608"/>
                </a:lnTo>
                <a:lnTo>
                  <a:pt x="922020" y="283464"/>
                </a:lnTo>
                <a:lnTo>
                  <a:pt x="922020" y="274320"/>
                </a:lnTo>
                <a:lnTo>
                  <a:pt x="920496" y="263652"/>
                </a:lnTo>
                <a:lnTo>
                  <a:pt x="920496" y="243840"/>
                </a:lnTo>
                <a:lnTo>
                  <a:pt x="923544" y="225552"/>
                </a:lnTo>
                <a:lnTo>
                  <a:pt x="925068" y="214884"/>
                </a:lnTo>
                <a:lnTo>
                  <a:pt x="934212" y="187452"/>
                </a:lnTo>
                <a:lnTo>
                  <a:pt x="938784" y="179832"/>
                </a:lnTo>
                <a:lnTo>
                  <a:pt x="947928" y="161544"/>
                </a:lnTo>
                <a:lnTo>
                  <a:pt x="961644" y="144780"/>
                </a:lnTo>
                <a:lnTo>
                  <a:pt x="990600" y="115824"/>
                </a:lnTo>
                <a:lnTo>
                  <a:pt x="1025652" y="91440"/>
                </a:lnTo>
                <a:lnTo>
                  <a:pt x="1068324" y="73152"/>
                </a:lnTo>
                <a:lnTo>
                  <a:pt x="1114044" y="60960"/>
                </a:lnTo>
                <a:lnTo>
                  <a:pt x="1138428" y="57912"/>
                </a:lnTo>
                <a:lnTo>
                  <a:pt x="1188720" y="57912"/>
                </a:lnTo>
                <a:lnTo>
                  <a:pt x="1237488" y="67056"/>
                </a:lnTo>
                <a:lnTo>
                  <a:pt x="1281684" y="82296"/>
                </a:lnTo>
                <a:lnTo>
                  <a:pt x="1321308" y="105156"/>
                </a:lnTo>
                <a:lnTo>
                  <a:pt x="1353312" y="132588"/>
                </a:lnTo>
                <a:lnTo>
                  <a:pt x="1379220" y="164592"/>
                </a:lnTo>
                <a:lnTo>
                  <a:pt x="1402080" y="216408"/>
                </a:lnTo>
                <a:lnTo>
                  <a:pt x="1403604" y="227076"/>
                </a:lnTo>
                <a:lnTo>
                  <a:pt x="1405128" y="236220"/>
                </a:lnTo>
                <a:lnTo>
                  <a:pt x="1405128" y="245364"/>
                </a:lnTo>
                <a:lnTo>
                  <a:pt x="1406652" y="256032"/>
                </a:lnTo>
                <a:lnTo>
                  <a:pt x="1406652" y="106426"/>
                </a:lnTo>
                <a:lnTo>
                  <a:pt x="1391412" y="89916"/>
                </a:lnTo>
                <a:lnTo>
                  <a:pt x="1371600" y="71628"/>
                </a:lnTo>
                <a:lnTo>
                  <a:pt x="1352397" y="57912"/>
                </a:lnTo>
                <a:lnTo>
                  <a:pt x="1350264" y="56388"/>
                </a:lnTo>
                <a:lnTo>
                  <a:pt x="1303020" y="28956"/>
                </a:lnTo>
                <a:lnTo>
                  <a:pt x="1249680" y="10668"/>
                </a:lnTo>
                <a:lnTo>
                  <a:pt x="1193292" y="1524"/>
                </a:lnTo>
                <a:lnTo>
                  <a:pt x="1178052" y="0"/>
                </a:lnTo>
                <a:lnTo>
                  <a:pt x="1147572" y="0"/>
                </a:lnTo>
                <a:lnTo>
                  <a:pt x="1101852" y="6096"/>
                </a:lnTo>
                <a:lnTo>
                  <a:pt x="1046988" y="19812"/>
                </a:lnTo>
                <a:lnTo>
                  <a:pt x="996696" y="42672"/>
                </a:lnTo>
                <a:lnTo>
                  <a:pt x="952500" y="74676"/>
                </a:lnTo>
                <a:lnTo>
                  <a:pt x="914400" y="111252"/>
                </a:lnTo>
                <a:lnTo>
                  <a:pt x="900684" y="132588"/>
                </a:lnTo>
                <a:lnTo>
                  <a:pt x="893064" y="143256"/>
                </a:lnTo>
                <a:lnTo>
                  <a:pt x="886968" y="155448"/>
                </a:lnTo>
                <a:lnTo>
                  <a:pt x="880872" y="166116"/>
                </a:lnTo>
                <a:lnTo>
                  <a:pt x="876300" y="178308"/>
                </a:lnTo>
                <a:lnTo>
                  <a:pt x="873252" y="190500"/>
                </a:lnTo>
                <a:lnTo>
                  <a:pt x="868680" y="202692"/>
                </a:lnTo>
                <a:lnTo>
                  <a:pt x="867156" y="216408"/>
                </a:lnTo>
                <a:lnTo>
                  <a:pt x="864108" y="228600"/>
                </a:lnTo>
                <a:lnTo>
                  <a:pt x="864108" y="242316"/>
                </a:lnTo>
                <a:lnTo>
                  <a:pt x="862584" y="256032"/>
                </a:lnTo>
                <a:lnTo>
                  <a:pt x="864108" y="269748"/>
                </a:lnTo>
                <a:lnTo>
                  <a:pt x="864108" y="281940"/>
                </a:lnTo>
                <a:lnTo>
                  <a:pt x="867156" y="295656"/>
                </a:lnTo>
                <a:lnTo>
                  <a:pt x="877824" y="333756"/>
                </a:lnTo>
                <a:lnTo>
                  <a:pt x="894588" y="367284"/>
                </a:lnTo>
                <a:lnTo>
                  <a:pt x="900684" y="379476"/>
                </a:lnTo>
                <a:lnTo>
                  <a:pt x="934212" y="420624"/>
                </a:lnTo>
                <a:lnTo>
                  <a:pt x="975360" y="454152"/>
                </a:lnTo>
                <a:lnTo>
                  <a:pt x="1022604" y="480060"/>
                </a:lnTo>
                <a:lnTo>
                  <a:pt x="1075944" y="498348"/>
                </a:lnTo>
                <a:lnTo>
                  <a:pt x="1133856" y="509016"/>
                </a:lnTo>
                <a:lnTo>
                  <a:pt x="1149096" y="509016"/>
                </a:lnTo>
                <a:lnTo>
                  <a:pt x="1164336" y="510540"/>
                </a:lnTo>
                <a:lnTo>
                  <a:pt x="1179576" y="509016"/>
                </a:lnTo>
                <a:lnTo>
                  <a:pt x="1194816" y="509016"/>
                </a:lnTo>
                <a:lnTo>
                  <a:pt x="1223772" y="504444"/>
                </a:lnTo>
                <a:lnTo>
                  <a:pt x="1252728" y="498348"/>
                </a:lnTo>
                <a:lnTo>
                  <a:pt x="1278636" y="489204"/>
                </a:lnTo>
                <a:lnTo>
                  <a:pt x="1306068" y="480060"/>
                </a:lnTo>
                <a:lnTo>
                  <a:pt x="1353312" y="452628"/>
                </a:lnTo>
                <a:lnTo>
                  <a:pt x="1394460" y="417576"/>
                </a:lnTo>
                <a:lnTo>
                  <a:pt x="1426464" y="377952"/>
                </a:lnTo>
                <a:lnTo>
                  <a:pt x="1444752" y="342900"/>
                </a:lnTo>
                <a:lnTo>
                  <a:pt x="1459992" y="294132"/>
                </a:lnTo>
                <a:lnTo>
                  <a:pt x="1461516" y="280416"/>
                </a:lnTo>
                <a:lnTo>
                  <a:pt x="1463040" y="268224"/>
                </a:lnTo>
                <a:lnTo>
                  <a:pt x="1463040" y="24079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8518618" y="6888581"/>
            <a:ext cx="193675" cy="212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105" dirty="0">
                <a:solidFill>
                  <a:srgbClr val="FFFFFF"/>
                </a:solidFill>
                <a:latin typeface="Verdana"/>
                <a:cs typeface="Verdana"/>
              </a:rPr>
              <a:t>2</a:t>
            </a:r>
            <a:r>
              <a:rPr sz="1200" spc="-100" dirty="0">
                <a:solidFill>
                  <a:srgbClr val="FFFFFF"/>
                </a:solidFill>
                <a:latin typeface="Verdana"/>
                <a:cs typeface="Verdana"/>
              </a:rPr>
              <a:t>9</a:t>
            </a:r>
            <a:endParaRPr sz="1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81482" y="641085"/>
            <a:ext cx="463867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204" dirty="0">
                <a:solidFill>
                  <a:srgbClr val="FF5697"/>
                </a:solidFill>
              </a:rPr>
              <a:t>G</a:t>
            </a:r>
            <a:r>
              <a:rPr sz="2200" spc="-330" dirty="0">
                <a:solidFill>
                  <a:srgbClr val="FF5697"/>
                </a:solidFill>
              </a:rPr>
              <a:t>R</a:t>
            </a:r>
            <a:r>
              <a:rPr sz="2200" spc="114" dirty="0">
                <a:solidFill>
                  <a:srgbClr val="FF5697"/>
                </a:solidFill>
              </a:rPr>
              <a:t>A</a:t>
            </a:r>
            <a:r>
              <a:rPr sz="2200" spc="-225" dirty="0">
                <a:solidFill>
                  <a:srgbClr val="FF5697"/>
                </a:solidFill>
              </a:rPr>
              <a:t>P</a:t>
            </a:r>
            <a:r>
              <a:rPr sz="2200" spc="-215" dirty="0">
                <a:solidFill>
                  <a:srgbClr val="FF5697"/>
                </a:solidFill>
              </a:rPr>
              <a:t>HE</a:t>
            </a:r>
            <a:r>
              <a:rPr sz="2200" spc="10" dirty="0">
                <a:solidFill>
                  <a:srgbClr val="FF5697"/>
                </a:solidFill>
              </a:rPr>
              <a:t> 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225" dirty="0">
                <a:solidFill>
                  <a:srgbClr val="FF5697"/>
                </a:solidFill>
              </a:rPr>
              <a:t>U</a:t>
            </a:r>
            <a:r>
              <a:rPr sz="2200" spc="-295" dirty="0">
                <a:solidFill>
                  <a:srgbClr val="FF5697"/>
                </a:solidFill>
              </a:rPr>
              <a:t>L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330" dirty="0">
                <a:solidFill>
                  <a:srgbClr val="FF5697"/>
                </a:solidFill>
              </a:rPr>
              <a:t>R</a:t>
            </a:r>
            <a:r>
              <a:rPr sz="2200" spc="-450" dirty="0">
                <a:solidFill>
                  <a:srgbClr val="FF5697"/>
                </a:solidFill>
              </a:rPr>
              <a:t>I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75" dirty="0">
                <a:solidFill>
                  <a:srgbClr val="FF5697"/>
                </a:solidFill>
              </a:rPr>
              <a:t>N</a:t>
            </a:r>
            <a:r>
              <a:rPr sz="2200" spc="-10" dirty="0">
                <a:solidFill>
                  <a:srgbClr val="FF5697"/>
                </a:solidFill>
              </a:rPr>
              <a:t> 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425" dirty="0">
                <a:solidFill>
                  <a:srgbClr val="FF5697"/>
                </a:solidFill>
              </a:rPr>
              <a:t>T</a:t>
            </a:r>
            <a:r>
              <a:rPr sz="2200" spc="-30" dirty="0">
                <a:solidFill>
                  <a:srgbClr val="FF5697"/>
                </a:solidFill>
              </a:rPr>
              <a:t> </a:t>
            </a:r>
            <a:r>
              <a:rPr sz="2200" spc="-195" dirty="0">
                <a:solidFill>
                  <a:srgbClr val="FF5697"/>
                </a:solidFill>
              </a:rPr>
              <a:t>H</a:t>
            </a:r>
            <a:r>
              <a:rPr sz="2200" spc="114" dirty="0">
                <a:solidFill>
                  <a:srgbClr val="FF5697"/>
                </a:solidFill>
              </a:rPr>
              <a:t>A</a:t>
            </a:r>
            <a:r>
              <a:rPr sz="2200" spc="10" dirty="0">
                <a:solidFill>
                  <a:srgbClr val="FF5697"/>
                </a:solidFill>
              </a:rPr>
              <a:t>M</a:t>
            </a:r>
            <a:r>
              <a:rPr sz="2200" spc="-450" dirty="0">
                <a:solidFill>
                  <a:srgbClr val="FF5697"/>
                </a:solidFill>
              </a:rPr>
              <a:t>I</a:t>
            </a:r>
            <a:r>
              <a:rPr sz="2200" spc="-295" dirty="0">
                <a:solidFill>
                  <a:srgbClr val="FF5697"/>
                </a:solidFill>
              </a:rPr>
              <a:t>L</a:t>
            </a:r>
            <a:r>
              <a:rPr sz="2200" spc="-425" dirty="0">
                <a:solidFill>
                  <a:srgbClr val="FF5697"/>
                </a:solidFill>
              </a:rPr>
              <a:t>T</a:t>
            </a:r>
            <a:r>
              <a:rPr sz="2200" spc="150" dirty="0">
                <a:solidFill>
                  <a:srgbClr val="FF5697"/>
                </a:solidFill>
              </a:rPr>
              <a:t>O</a:t>
            </a:r>
            <a:r>
              <a:rPr sz="2200" spc="-75" dirty="0">
                <a:solidFill>
                  <a:srgbClr val="FF5697"/>
                </a:solidFill>
              </a:rPr>
              <a:t>N</a:t>
            </a:r>
            <a:r>
              <a:rPr sz="2200" spc="-450" dirty="0">
                <a:solidFill>
                  <a:srgbClr val="FF5697"/>
                </a:solidFill>
              </a:rPr>
              <a:t>I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75" dirty="0">
                <a:solidFill>
                  <a:srgbClr val="FF5697"/>
                </a:solidFill>
              </a:rPr>
              <a:t>N</a:t>
            </a:r>
            <a:endParaRPr sz="2200"/>
          </a:p>
        </p:txBody>
      </p:sp>
      <p:grpSp>
        <p:nvGrpSpPr>
          <p:cNvPr id="3" name="object 3"/>
          <p:cNvGrpSpPr/>
          <p:nvPr/>
        </p:nvGrpSpPr>
        <p:grpSpPr>
          <a:xfrm>
            <a:off x="772668" y="3779519"/>
            <a:ext cx="9144000" cy="3429000"/>
            <a:chOff x="772668" y="3779519"/>
            <a:chExt cx="9144000" cy="3429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2668" y="3779520"/>
              <a:ext cx="9143999" cy="34290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1812" y="3781044"/>
              <a:ext cx="5925311" cy="10241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620768" y="3960876"/>
              <a:ext cx="3529583" cy="2987040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1171485" y="1363424"/>
            <a:ext cx="8209280" cy="4112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8805" marR="5080" indent="-384175">
              <a:lnSpc>
                <a:spcPct val="100000"/>
              </a:lnSpc>
              <a:spcBef>
                <a:spcPts val="100"/>
              </a:spcBef>
              <a:buClr>
                <a:srgbClr val="FF388C"/>
              </a:buClr>
              <a:buSzPct val="79166"/>
              <a:buFont typeface="Times New Roman"/>
              <a:buChar char="◉"/>
              <a:tabLst>
                <a:tab pos="598805" algn="l"/>
                <a:tab pos="599440" algn="l"/>
              </a:tabLst>
            </a:pPr>
            <a:r>
              <a:rPr sz="2400" b="1" spc="-80" dirty="0">
                <a:solidFill>
                  <a:srgbClr val="FFFF00"/>
                </a:solidFill>
                <a:latin typeface="Tahoma"/>
                <a:cs typeface="Tahoma"/>
              </a:rPr>
              <a:t>Une</a:t>
            </a:r>
            <a:r>
              <a:rPr sz="2400" b="1" spc="80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2400" b="1" spc="30" dirty="0">
                <a:solidFill>
                  <a:srgbClr val="FFFF00"/>
                </a:solidFill>
                <a:latin typeface="Tahoma"/>
                <a:cs typeface="Tahoma"/>
              </a:rPr>
              <a:t>chaîne</a:t>
            </a:r>
            <a:r>
              <a:rPr sz="2400" b="1" spc="55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2400" b="1" spc="-45" dirty="0">
                <a:solidFill>
                  <a:srgbClr val="FFFF00"/>
                </a:solidFill>
                <a:latin typeface="Tahoma"/>
                <a:cs typeface="Tahoma"/>
              </a:rPr>
              <a:t>eulérienne</a:t>
            </a:r>
            <a:r>
              <a:rPr sz="2400" b="1" spc="100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2400" spc="-110" dirty="0">
                <a:solidFill>
                  <a:srgbClr val="FFFFFF"/>
                </a:solidFill>
                <a:latin typeface="Verdana"/>
                <a:cs typeface="Verdana"/>
              </a:rPr>
              <a:t>est</a:t>
            </a:r>
            <a:r>
              <a:rPr sz="2400" spc="-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0" dirty="0">
                <a:solidFill>
                  <a:srgbClr val="FFFFFF"/>
                </a:solidFill>
                <a:latin typeface="Verdana"/>
                <a:cs typeface="Verdana"/>
              </a:rPr>
              <a:t>une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50" dirty="0">
                <a:solidFill>
                  <a:srgbClr val="FFFFFF"/>
                </a:solidFill>
                <a:latin typeface="Verdana"/>
                <a:cs typeface="Verdana"/>
              </a:rPr>
              <a:t>chaîne</a:t>
            </a:r>
            <a:r>
              <a:rPr sz="2400" spc="-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80" dirty="0">
                <a:solidFill>
                  <a:srgbClr val="FFFFFF"/>
                </a:solidFill>
                <a:latin typeface="Verdana"/>
                <a:cs typeface="Verdana"/>
              </a:rPr>
              <a:t>satisfaisante </a:t>
            </a:r>
            <a:r>
              <a:rPr sz="2400" spc="-8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21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8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400" spc="-270" dirty="0">
                <a:solidFill>
                  <a:srgbClr val="FFFFFF"/>
                </a:solidFill>
                <a:latin typeface="Verdana"/>
                <a:cs typeface="Verdana"/>
              </a:rPr>
              <a:t>x</a:t>
            </a:r>
            <a:r>
              <a:rPr sz="24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305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400" spc="9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400" spc="-16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400" spc="-1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400" spc="-16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400" spc="9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400" spc="-32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-2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32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-55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400" spc="-16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400" spc="-85" dirty="0">
                <a:solidFill>
                  <a:srgbClr val="FFFFFF"/>
                </a:solidFill>
                <a:latin typeface="Verdana"/>
                <a:cs typeface="Verdana"/>
              </a:rPr>
              <a:t>v</a:t>
            </a:r>
            <a:r>
              <a:rPr sz="2400" spc="18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400" spc="-13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32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-2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430" dirty="0">
                <a:solidFill>
                  <a:srgbClr val="FFFFFF"/>
                </a:solidFill>
                <a:latin typeface="Verdana"/>
                <a:cs typeface="Verdana"/>
              </a:rPr>
              <a:t>:</a:t>
            </a:r>
            <a:endParaRPr sz="2400">
              <a:latin typeface="Verdana"/>
              <a:cs typeface="Verdana"/>
            </a:endParaRPr>
          </a:p>
          <a:p>
            <a:pPr marL="598805" indent="-384175">
              <a:lnSpc>
                <a:spcPct val="100000"/>
              </a:lnSpc>
              <a:spcBef>
                <a:spcPts val="575"/>
              </a:spcBef>
              <a:buClr>
                <a:srgbClr val="FF388C"/>
              </a:buClr>
              <a:buSzPct val="79166"/>
              <a:buFont typeface="Wingdings"/>
              <a:buChar char=""/>
              <a:tabLst>
                <a:tab pos="598805" algn="l"/>
                <a:tab pos="599440" algn="l"/>
              </a:tabLst>
            </a:pP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185" dirty="0">
                <a:solidFill>
                  <a:srgbClr val="FFFFFF"/>
                </a:solidFill>
                <a:latin typeface="Verdana"/>
                <a:cs typeface="Verdana"/>
              </a:rPr>
              <a:t>ll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280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400" spc="120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400" spc="-13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400" spc="-16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400" spc="-13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400" spc="-2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u="heavy" spc="-13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t</a:t>
            </a:r>
            <a:r>
              <a:rPr sz="2400" u="heavy" spc="1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o</a:t>
            </a:r>
            <a:r>
              <a:rPr sz="2400" u="heavy" spc="-5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u</a:t>
            </a:r>
            <a:r>
              <a:rPr sz="2400" u="heavy" spc="-16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t</a:t>
            </a:r>
            <a:r>
              <a:rPr sz="2400" u="heavy" spc="13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e</a:t>
            </a:r>
            <a:r>
              <a:rPr sz="2400" u="heavy" spc="-3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s</a:t>
            </a:r>
            <a:r>
              <a:rPr sz="2400" u="heavy" spc="-17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 </a:t>
            </a:r>
            <a:r>
              <a:rPr sz="2400" u="heavy" spc="-18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l</a:t>
            </a:r>
            <a:r>
              <a:rPr sz="2400" u="heavy" spc="13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e</a:t>
            </a:r>
            <a:r>
              <a:rPr sz="2400" u="heavy" spc="-3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s</a:t>
            </a:r>
            <a:r>
              <a:rPr sz="2400" u="heavy" spc="-17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 </a:t>
            </a:r>
            <a:r>
              <a:rPr sz="2400" u="heavy" spc="18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a</a:t>
            </a:r>
            <a:r>
              <a:rPr sz="2400" u="heavy" spc="-28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r</a:t>
            </a:r>
            <a:r>
              <a:rPr sz="2400" u="heavy" spc="13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ê</a:t>
            </a:r>
            <a:r>
              <a:rPr sz="2400" u="heavy" spc="-16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t</a:t>
            </a:r>
            <a:r>
              <a:rPr sz="2400" u="heavy" spc="13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e</a:t>
            </a:r>
            <a:r>
              <a:rPr sz="2400" u="heavy" spc="-3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s</a:t>
            </a:r>
            <a:r>
              <a:rPr sz="24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5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4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05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2400" spc="-31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400" spc="18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155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2400" spc="-85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endParaRPr sz="2400">
              <a:latin typeface="Verdana"/>
              <a:cs typeface="Verdana"/>
            </a:endParaRPr>
          </a:p>
          <a:p>
            <a:pPr marL="598805" indent="-384175">
              <a:lnSpc>
                <a:spcPct val="100000"/>
              </a:lnSpc>
              <a:spcBef>
                <a:spcPts val="575"/>
              </a:spcBef>
              <a:buClr>
                <a:srgbClr val="FF388C"/>
              </a:buClr>
              <a:buSzPct val="79166"/>
              <a:buFont typeface="Wingdings"/>
              <a:buChar char=""/>
              <a:tabLst>
                <a:tab pos="598805" algn="l"/>
                <a:tab pos="599440" algn="l"/>
              </a:tabLst>
            </a:pPr>
            <a:r>
              <a:rPr sz="2400" spc="105" dirty="0">
                <a:solidFill>
                  <a:srgbClr val="FFFFFF"/>
                </a:solidFill>
                <a:latin typeface="Verdana"/>
                <a:cs typeface="Verdana"/>
              </a:rPr>
              <a:t>chaque</a:t>
            </a:r>
            <a:r>
              <a:rPr sz="24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5" dirty="0">
                <a:solidFill>
                  <a:srgbClr val="FFFFFF"/>
                </a:solidFill>
                <a:latin typeface="Verdana"/>
                <a:cs typeface="Verdana"/>
              </a:rPr>
              <a:t>arête</a:t>
            </a:r>
            <a:r>
              <a:rPr sz="24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40" dirty="0">
                <a:solidFill>
                  <a:srgbClr val="FFFFFF"/>
                </a:solidFill>
                <a:latin typeface="Verdana"/>
                <a:cs typeface="Verdana"/>
              </a:rPr>
              <a:t>n’est</a:t>
            </a:r>
            <a:r>
              <a:rPr sz="24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0" dirty="0">
                <a:solidFill>
                  <a:srgbClr val="FFFFFF"/>
                </a:solidFill>
                <a:latin typeface="Verdana"/>
                <a:cs typeface="Verdana"/>
              </a:rPr>
              <a:t>décrite</a:t>
            </a:r>
            <a:r>
              <a:rPr sz="24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u="heavy" spc="4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qu’une</a:t>
            </a:r>
            <a:r>
              <a:rPr sz="2400" u="heavy" spc="-14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 </a:t>
            </a:r>
            <a:r>
              <a:rPr sz="2400" u="heavy" spc="-6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seule</a:t>
            </a:r>
            <a:r>
              <a:rPr sz="2400" u="heavy" spc="-20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 </a:t>
            </a:r>
            <a:r>
              <a:rPr sz="2400" u="heavy" spc="-114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fois</a:t>
            </a:r>
            <a:endParaRPr sz="2400">
              <a:latin typeface="Verdana"/>
              <a:cs typeface="Verdana"/>
            </a:endParaRPr>
          </a:p>
          <a:p>
            <a:pPr marL="598805" marR="6350" indent="-384175">
              <a:lnSpc>
                <a:spcPct val="100000"/>
              </a:lnSpc>
              <a:spcBef>
                <a:spcPts val="575"/>
              </a:spcBef>
            </a:pPr>
            <a:r>
              <a:rPr sz="2400" b="1" spc="-45" dirty="0">
                <a:solidFill>
                  <a:srgbClr val="FFFFFF"/>
                </a:solidFill>
                <a:latin typeface="Tahoma"/>
                <a:cs typeface="Tahoma"/>
              </a:rPr>
              <a:t>Remarque</a:t>
            </a:r>
            <a:r>
              <a:rPr sz="2400" b="1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430" dirty="0">
                <a:solidFill>
                  <a:srgbClr val="FFFFFF"/>
                </a:solidFill>
                <a:latin typeface="Verdana"/>
                <a:cs typeface="Verdana"/>
              </a:rPr>
              <a:t>:</a:t>
            </a:r>
            <a:r>
              <a:rPr sz="24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70" dirty="0">
                <a:solidFill>
                  <a:srgbClr val="FFFFFF"/>
                </a:solidFill>
                <a:latin typeface="Verdana"/>
                <a:cs typeface="Verdana"/>
              </a:rPr>
              <a:t>On</a:t>
            </a:r>
            <a:r>
              <a:rPr sz="2400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5" dirty="0">
                <a:solidFill>
                  <a:srgbClr val="FFFFFF"/>
                </a:solidFill>
                <a:latin typeface="Verdana"/>
                <a:cs typeface="Verdana"/>
              </a:rPr>
              <a:t>peut</a:t>
            </a:r>
            <a:r>
              <a:rPr sz="24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85" dirty="0">
                <a:solidFill>
                  <a:srgbClr val="FFFFFF"/>
                </a:solidFill>
                <a:latin typeface="Verdana"/>
                <a:cs typeface="Verdana"/>
              </a:rPr>
              <a:t>passer</a:t>
            </a:r>
            <a:r>
              <a:rPr sz="24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30" dirty="0">
                <a:solidFill>
                  <a:srgbClr val="FFFFFF"/>
                </a:solidFill>
                <a:latin typeface="Verdana"/>
                <a:cs typeface="Verdana"/>
              </a:rPr>
              <a:t>plusieurs</a:t>
            </a:r>
            <a:r>
              <a:rPr sz="24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20" dirty="0">
                <a:solidFill>
                  <a:srgbClr val="FFFFFF"/>
                </a:solidFill>
                <a:latin typeface="Verdana"/>
                <a:cs typeface="Verdana"/>
              </a:rPr>
              <a:t>fois</a:t>
            </a:r>
            <a:r>
              <a:rPr sz="24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0" dirty="0">
                <a:solidFill>
                  <a:srgbClr val="FFFFFF"/>
                </a:solidFill>
                <a:latin typeface="Verdana"/>
                <a:cs typeface="Verdana"/>
              </a:rPr>
              <a:t>par</a:t>
            </a:r>
            <a:r>
              <a:rPr sz="24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Verdana"/>
                <a:cs typeface="Verdana"/>
              </a:rPr>
              <a:t>le</a:t>
            </a:r>
            <a:r>
              <a:rPr sz="24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20" dirty="0">
                <a:solidFill>
                  <a:srgbClr val="FFFFFF"/>
                </a:solidFill>
                <a:latin typeface="Verdana"/>
                <a:cs typeface="Verdana"/>
              </a:rPr>
              <a:t>même </a:t>
            </a:r>
            <a:r>
              <a:rPr sz="2400" spc="-8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32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9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400" spc="-85" dirty="0">
                <a:solidFill>
                  <a:srgbClr val="FFFFFF"/>
                </a:solidFill>
                <a:latin typeface="Verdana"/>
                <a:cs typeface="Verdana"/>
              </a:rPr>
              <a:t>mm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1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400" spc="-210" dirty="0">
                <a:solidFill>
                  <a:srgbClr val="FFFFFF"/>
                </a:solidFill>
                <a:latin typeface="Verdana"/>
                <a:cs typeface="Verdana"/>
              </a:rPr>
              <a:t>,</a:t>
            </a:r>
            <a:r>
              <a:rPr sz="2400" spc="-2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85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400" spc="21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18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400" spc="-32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2400" spc="21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32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-1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2400" spc="18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30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4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8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400" spc="19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85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ê</a:t>
            </a:r>
            <a:r>
              <a:rPr sz="2400" spc="-85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1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21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33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400" spc="150" dirty="0">
                <a:solidFill>
                  <a:srgbClr val="FFFFFF"/>
                </a:solidFill>
                <a:latin typeface="Verdana"/>
                <a:cs typeface="Verdana"/>
              </a:rPr>
              <a:t>ê</a:t>
            </a:r>
            <a:r>
              <a:rPr sz="2400" spc="-13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400" spc="114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210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2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380"/>
              </a:spcBef>
            </a:pP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La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40" dirty="0">
                <a:solidFill>
                  <a:srgbClr val="FFFFFF"/>
                </a:solidFill>
                <a:latin typeface="Verdana"/>
                <a:cs typeface="Verdana"/>
              </a:rPr>
              <a:t>chaîne</a:t>
            </a:r>
            <a:r>
              <a:rPr sz="18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35" dirty="0">
                <a:solidFill>
                  <a:srgbClr val="FFFFFF"/>
                </a:solidFill>
                <a:latin typeface="Verdana"/>
                <a:cs typeface="Verdana"/>
              </a:rPr>
              <a:t>entre</a:t>
            </a:r>
            <a:r>
              <a:rPr sz="18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le</a:t>
            </a:r>
            <a:r>
              <a:rPr sz="180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5" dirty="0">
                <a:solidFill>
                  <a:srgbClr val="FFFFFF"/>
                </a:solidFill>
                <a:latin typeface="Verdana"/>
                <a:cs typeface="Verdana"/>
              </a:rPr>
              <a:t>sommet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800" b="1" spc="-185" dirty="0">
                <a:solidFill>
                  <a:srgbClr val="CCFF33"/>
                </a:solidFill>
                <a:latin typeface="Tahoma"/>
                <a:cs typeface="Tahoma"/>
              </a:rPr>
              <a:t>f</a:t>
            </a:r>
            <a:r>
              <a:rPr sz="1800" b="1" spc="-50" dirty="0">
                <a:solidFill>
                  <a:srgbClr val="CCFF33"/>
                </a:solidFill>
                <a:latin typeface="Tahoma"/>
                <a:cs typeface="Tahoma"/>
              </a:rPr>
              <a:t> 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10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8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b="1" spc="55" dirty="0">
                <a:solidFill>
                  <a:srgbClr val="CCFF33"/>
                </a:solidFill>
                <a:latin typeface="Tahoma"/>
                <a:cs typeface="Tahoma"/>
              </a:rPr>
              <a:t>d</a:t>
            </a:r>
            <a:r>
              <a:rPr sz="1800" b="1" spc="-25" dirty="0">
                <a:solidFill>
                  <a:srgbClr val="CCFF33"/>
                </a:solidFill>
                <a:latin typeface="Tahoma"/>
                <a:cs typeface="Tahoma"/>
              </a:rPr>
              <a:t> 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254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1800" spc="-10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6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é</a:t>
            </a:r>
            <a:r>
              <a:rPr sz="1800" spc="-23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6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320" dirty="0">
                <a:solidFill>
                  <a:srgbClr val="FFFFFF"/>
                </a:solidFill>
                <a:latin typeface="Verdana"/>
                <a:cs typeface="Verdana"/>
              </a:rPr>
              <a:t>:</a:t>
            </a:r>
            <a:endParaRPr sz="1800">
              <a:latin typeface="Verdana"/>
              <a:cs typeface="Verdana"/>
            </a:endParaRPr>
          </a:p>
          <a:p>
            <a:pPr marL="12700" marR="5205730" indent="62230">
              <a:lnSpc>
                <a:spcPct val="100000"/>
              </a:lnSpc>
              <a:tabLst>
                <a:tab pos="1235075" algn="l"/>
                <a:tab pos="1527810" algn="l"/>
                <a:tab pos="1873250" algn="l"/>
                <a:tab pos="2709545" algn="l"/>
              </a:tabLst>
            </a:pPr>
            <a:r>
              <a:rPr sz="1800" b="1" dirty="0">
                <a:solidFill>
                  <a:srgbClr val="CCFF33"/>
                </a:solidFill>
                <a:latin typeface="Tahoma"/>
                <a:cs typeface="Tahoma"/>
              </a:rPr>
              <a:t>f-a-b-f-e-d-b-c-d </a:t>
            </a:r>
            <a:r>
              <a:rPr sz="1800" b="1" spc="5" dirty="0">
                <a:solidFill>
                  <a:srgbClr val="CCFF33"/>
                </a:solidFill>
                <a:latin typeface="Tahoma"/>
                <a:cs typeface="Tahoma"/>
              </a:rPr>
              <a:t> </a:t>
            </a:r>
            <a:r>
              <a:rPr sz="1800" spc="-190" dirty="0">
                <a:solidFill>
                  <a:srgbClr val="FFFFFF"/>
                </a:solidFill>
                <a:latin typeface="Verdana"/>
                <a:cs typeface="Verdana"/>
              </a:rPr>
              <a:t>(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1800" spc="90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6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1800" spc="-229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1800" spc="-385" dirty="0">
                <a:solidFill>
                  <a:srgbClr val="FFFFFF"/>
                </a:solidFill>
                <a:latin typeface="Verdana"/>
                <a:cs typeface="Verdana"/>
              </a:rPr>
              <a:t>=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1800" spc="-140" dirty="0">
                <a:solidFill>
                  <a:srgbClr val="FFFFFF"/>
                </a:solidFill>
                <a:latin typeface="Verdana"/>
                <a:cs typeface="Verdana"/>
              </a:rPr>
              <a:t>8</a:t>
            </a:r>
            <a:r>
              <a:rPr sz="1800" spc="-160" dirty="0">
                <a:solidFill>
                  <a:srgbClr val="FFFFFF"/>
                </a:solidFill>
                <a:latin typeface="Verdana"/>
                <a:cs typeface="Verdana"/>
              </a:rPr>
              <a:t>,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800" spc="90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1800" spc="-25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1800" spc="-10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800" spc="7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24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190" dirty="0">
                <a:solidFill>
                  <a:srgbClr val="FFFFFF"/>
                </a:solidFill>
                <a:latin typeface="Verdana"/>
                <a:cs typeface="Verdana"/>
              </a:rPr>
              <a:t>s  </a:t>
            </a:r>
            <a:r>
              <a:rPr sz="1800" spc="13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800" spc="-23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ê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24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0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75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1800" spc="-23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800" spc="13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800" spc="100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155" dirty="0">
                <a:solidFill>
                  <a:srgbClr val="FFFFFF"/>
                </a:solidFill>
                <a:latin typeface="Verdana"/>
                <a:cs typeface="Verdana"/>
              </a:rPr>
              <a:t>)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225796" y="4475988"/>
            <a:ext cx="2501265" cy="2136775"/>
            <a:chOff x="5225796" y="4475988"/>
            <a:chExt cx="2501265" cy="2136775"/>
          </a:xfrm>
        </p:grpSpPr>
        <p:sp>
          <p:nvSpPr>
            <p:cNvPr id="15" name="object 15"/>
            <p:cNvSpPr/>
            <p:nvPr/>
          </p:nvSpPr>
          <p:spPr>
            <a:xfrm>
              <a:off x="5521439" y="4476000"/>
              <a:ext cx="1730375" cy="771525"/>
            </a:xfrm>
            <a:custGeom>
              <a:avLst/>
              <a:gdLst/>
              <a:ahLst/>
              <a:cxnLst/>
              <a:rect l="l" t="t" r="r" b="b"/>
              <a:pathLst>
                <a:path w="1730375" h="771525">
                  <a:moveTo>
                    <a:pt x="1729752" y="318503"/>
                  </a:moveTo>
                  <a:lnTo>
                    <a:pt x="1719072" y="281927"/>
                  </a:lnTo>
                  <a:lnTo>
                    <a:pt x="1632508" y="304647"/>
                  </a:lnTo>
                  <a:lnTo>
                    <a:pt x="1641360" y="272783"/>
                  </a:lnTo>
                  <a:lnTo>
                    <a:pt x="646188" y="0"/>
                  </a:lnTo>
                  <a:lnTo>
                    <a:pt x="630936" y="56375"/>
                  </a:lnTo>
                  <a:lnTo>
                    <a:pt x="1586242" y="316788"/>
                  </a:lnTo>
                  <a:lnTo>
                    <a:pt x="0" y="733031"/>
                  </a:lnTo>
                  <a:lnTo>
                    <a:pt x="9156" y="771131"/>
                  </a:lnTo>
                  <a:lnTo>
                    <a:pt x="1729752" y="318503"/>
                  </a:lnTo>
                  <a:close/>
                </a:path>
              </a:pathLst>
            </a:custGeom>
            <a:solidFill>
              <a:srgbClr val="FF238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263627" y="4565903"/>
              <a:ext cx="1463040" cy="1880870"/>
            </a:xfrm>
            <a:custGeom>
              <a:avLst/>
              <a:gdLst/>
              <a:ahLst/>
              <a:cxnLst/>
              <a:rect l="l" t="t" r="r" b="b"/>
              <a:pathLst>
                <a:path w="1463040" h="1880870">
                  <a:moveTo>
                    <a:pt x="600456" y="1612392"/>
                  </a:moveTo>
                  <a:lnTo>
                    <a:pt x="598932" y="1598676"/>
                  </a:lnTo>
                  <a:lnTo>
                    <a:pt x="595884" y="1586484"/>
                  </a:lnTo>
                  <a:lnTo>
                    <a:pt x="594360" y="1572768"/>
                  </a:lnTo>
                  <a:lnTo>
                    <a:pt x="589788" y="1560576"/>
                  </a:lnTo>
                  <a:lnTo>
                    <a:pt x="586740" y="1548384"/>
                  </a:lnTo>
                  <a:lnTo>
                    <a:pt x="580644" y="1536192"/>
                  </a:lnTo>
                  <a:lnTo>
                    <a:pt x="562356" y="1501140"/>
                  </a:lnTo>
                  <a:lnTo>
                    <a:pt x="542544" y="1476375"/>
                  </a:lnTo>
                  <a:lnTo>
                    <a:pt x="542544" y="1607820"/>
                  </a:lnTo>
                  <a:lnTo>
                    <a:pt x="542544" y="1647444"/>
                  </a:lnTo>
                  <a:lnTo>
                    <a:pt x="541020" y="1656588"/>
                  </a:lnTo>
                  <a:lnTo>
                    <a:pt x="537972" y="1665732"/>
                  </a:lnTo>
                  <a:lnTo>
                    <a:pt x="536448" y="1674876"/>
                  </a:lnTo>
                  <a:lnTo>
                    <a:pt x="531876" y="1684020"/>
                  </a:lnTo>
                  <a:lnTo>
                    <a:pt x="528828" y="1693164"/>
                  </a:lnTo>
                  <a:lnTo>
                    <a:pt x="519684" y="1711452"/>
                  </a:lnTo>
                  <a:lnTo>
                    <a:pt x="489204" y="1751076"/>
                  </a:lnTo>
                  <a:lnTo>
                    <a:pt x="455676" y="1778508"/>
                  </a:lnTo>
                  <a:lnTo>
                    <a:pt x="416052" y="1799844"/>
                  </a:lnTo>
                  <a:lnTo>
                    <a:pt x="373380" y="1815084"/>
                  </a:lnTo>
                  <a:lnTo>
                    <a:pt x="312420" y="1824228"/>
                  </a:lnTo>
                  <a:lnTo>
                    <a:pt x="286512" y="1824228"/>
                  </a:lnTo>
                  <a:lnTo>
                    <a:pt x="225552" y="1815084"/>
                  </a:lnTo>
                  <a:lnTo>
                    <a:pt x="181356" y="1798320"/>
                  </a:lnTo>
                  <a:lnTo>
                    <a:pt x="143256" y="1776984"/>
                  </a:lnTo>
                  <a:lnTo>
                    <a:pt x="109728" y="1749552"/>
                  </a:lnTo>
                  <a:lnTo>
                    <a:pt x="85344" y="1717548"/>
                  </a:lnTo>
                  <a:lnTo>
                    <a:pt x="79248" y="1709928"/>
                  </a:lnTo>
                  <a:lnTo>
                    <a:pt x="74676" y="1700784"/>
                  </a:lnTo>
                  <a:lnTo>
                    <a:pt x="71628" y="1691640"/>
                  </a:lnTo>
                  <a:lnTo>
                    <a:pt x="67056" y="1682496"/>
                  </a:lnTo>
                  <a:lnTo>
                    <a:pt x="64008" y="1673352"/>
                  </a:lnTo>
                  <a:lnTo>
                    <a:pt x="62484" y="1664208"/>
                  </a:lnTo>
                  <a:lnTo>
                    <a:pt x="59436" y="1655064"/>
                  </a:lnTo>
                  <a:lnTo>
                    <a:pt x="57912" y="1645920"/>
                  </a:lnTo>
                  <a:lnTo>
                    <a:pt x="57912" y="1615440"/>
                  </a:lnTo>
                  <a:lnTo>
                    <a:pt x="59436" y="1606296"/>
                  </a:lnTo>
                  <a:lnTo>
                    <a:pt x="60960" y="1595628"/>
                  </a:lnTo>
                  <a:lnTo>
                    <a:pt x="62484" y="1586484"/>
                  </a:lnTo>
                  <a:lnTo>
                    <a:pt x="71628" y="1559052"/>
                  </a:lnTo>
                  <a:lnTo>
                    <a:pt x="76200" y="1549908"/>
                  </a:lnTo>
                  <a:lnTo>
                    <a:pt x="80772" y="1542288"/>
                  </a:lnTo>
                  <a:lnTo>
                    <a:pt x="85344" y="1533144"/>
                  </a:lnTo>
                  <a:lnTo>
                    <a:pt x="112776" y="1501140"/>
                  </a:lnTo>
                  <a:lnTo>
                    <a:pt x="144780" y="1475232"/>
                  </a:lnTo>
                  <a:lnTo>
                    <a:pt x="184404" y="1452372"/>
                  </a:lnTo>
                  <a:lnTo>
                    <a:pt x="228600" y="1437132"/>
                  </a:lnTo>
                  <a:lnTo>
                    <a:pt x="275844" y="1429512"/>
                  </a:lnTo>
                  <a:lnTo>
                    <a:pt x="288036" y="1429512"/>
                  </a:lnTo>
                  <a:lnTo>
                    <a:pt x="300228" y="1427988"/>
                  </a:lnTo>
                  <a:lnTo>
                    <a:pt x="313944" y="1429512"/>
                  </a:lnTo>
                  <a:lnTo>
                    <a:pt x="326136" y="1429512"/>
                  </a:lnTo>
                  <a:lnTo>
                    <a:pt x="352044" y="1432560"/>
                  </a:lnTo>
                  <a:lnTo>
                    <a:pt x="397764" y="1444752"/>
                  </a:lnTo>
                  <a:lnTo>
                    <a:pt x="438912" y="1464564"/>
                  </a:lnTo>
                  <a:lnTo>
                    <a:pt x="475488" y="1488948"/>
                  </a:lnTo>
                  <a:lnTo>
                    <a:pt x="504444" y="1519428"/>
                  </a:lnTo>
                  <a:lnTo>
                    <a:pt x="521208" y="1543812"/>
                  </a:lnTo>
                  <a:lnTo>
                    <a:pt x="525780" y="1551432"/>
                  </a:lnTo>
                  <a:lnTo>
                    <a:pt x="528828" y="1560576"/>
                  </a:lnTo>
                  <a:lnTo>
                    <a:pt x="533400" y="1569720"/>
                  </a:lnTo>
                  <a:lnTo>
                    <a:pt x="539496" y="1588008"/>
                  </a:lnTo>
                  <a:lnTo>
                    <a:pt x="541020" y="1597152"/>
                  </a:lnTo>
                  <a:lnTo>
                    <a:pt x="542544" y="1607820"/>
                  </a:lnTo>
                  <a:lnTo>
                    <a:pt x="542544" y="1476375"/>
                  </a:lnTo>
                  <a:lnTo>
                    <a:pt x="509016" y="1443228"/>
                  </a:lnTo>
                  <a:lnTo>
                    <a:pt x="464820" y="1412748"/>
                  </a:lnTo>
                  <a:lnTo>
                    <a:pt x="414528" y="1389888"/>
                  </a:lnTo>
                  <a:lnTo>
                    <a:pt x="358140" y="1376172"/>
                  </a:lnTo>
                  <a:lnTo>
                    <a:pt x="315468" y="1371600"/>
                  </a:lnTo>
                  <a:lnTo>
                    <a:pt x="284988" y="1371600"/>
                  </a:lnTo>
                  <a:lnTo>
                    <a:pt x="239268" y="1376172"/>
                  </a:lnTo>
                  <a:lnTo>
                    <a:pt x="184404" y="1391412"/>
                  </a:lnTo>
                  <a:lnTo>
                    <a:pt x="134112" y="1414272"/>
                  </a:lnTo>
                  <a:lnTo>
                    <a:pt x="88392" y="1444752"/>
                  </a:lnTo>
                  <a:lnTo>
                    <a:pt x="51816" y="1482852"/>
                  </a:lnTo>
                  <a:lnTo>
                    <a:pt x="24384" y="1525524"/>
                  </a:lnTo>
                  <a:lnTo>
                    <a:pt x="10668" y="1562100"/>
                  </a:lnTo>
                  <a:lnTo>
                    <a:pt x="6096" y="1574292"/>
                  </a:lnTo>
                  <a:lnTo>
                    <a:pt x="3048" y="1588008"/>
                  </a:lnTo>
                  <a:lnTo>
                    <a:pt x="1524" y="1600200"/>
                  </a:lnTo>
                  <a:lnTo>
                    <a:pt x="0" y="1613916"/>
                  </a:lnTo>
                  <a:lnTo>
                    <a:pt x="0" y="1627632"/>
                  </a:lnTo>
                  <a:lnTo>
                    <a:pt x="1524" y="1639824"/>
                  </a:lnTo>
                  <a:lnTo>
                    <a:pt x="1524" y="1653540"/>
                  </a:lnTo>
                  <a:lnTo>
                    <a:pt x="4572" y="1667256"/>
                  </a:lnTo>
                  <a:lnTo>
                    <a:pt x="10668" y="1691640"/>
                  </a:lnTo>
                  <a:lnTo>
                    <a:pt x="24384" y="1728216"/>
                  </a:lnTo>
                  <a:lnTo>
                    <a:pt x="32004" y="1738884"/>
                  </a:lnTo>
                  <a:lnTo>
                    <a:pt x="38100" y="1751076"/>
                  </a:lnTo>
                  <a:lnTo>
                    <a:pt x="71628" y="1790700"/>
                  </a:lnTo>
                  <a:lnTo>
                    <a:pt x="112776" y="1825752"/>
                  </a:lnTo>
                  <a:lnTo>
                    <a:pt x="160020" y="1851660"/>
                  </a:lnTo>
                  <a:lnTo>
                    <a:pt x="213360" y="1869948"/>
                  </a:lnTo>
                  <a:lnTo>
                    <a:pt x="271272" y="1880616"/>
                  </a:lnTo>
                  <a:lnTo>
                    <a:pt x="315468" y="1880616"/>
                  </a:lnTo>
                  <a:lnTo>
                    <a:pt x="361188" y="1876044"/>
                  </a:lnTo>
                  <a:lnTo>
                    <a:pt x="416052" y="1860804"/>
                  </a:lnTo>
                  <a:lnTo>
                    <a:pt x="467868" y="1837944"/>
                  </a:lnTo>
                  <a:lnTo>
                    <a:pt x="512064" y="1807464"/>
                  </a:lnTo>
                  <a:lnTo>
                    <a:pt x="548640" y="1769364"/>
                  </a:lnTo>
                  <a:lnTo>
                    <a:pt x="569976" y="1737360"/>
                  </a:lnTo>
                  <a:lnTo>
                    <a:pt x="576072" y="1726692"/>
                  </a:lnTo>
                  <a:lnTo>
                    <a:pt x="582168" y="1714500"/>
                  </a:lnTo>
                  <a:lnTo>
                    <a:pt x="591312" y="1690116"/>
                  </a:lnTo>
                  <a:lnTo>
                    <a:pt x="597408" y="1665732"/>
                  </a:lnTo>
                  <a:lnTo>
                    <a:pt x="600456" y="1638300"/>
                  </a:lnTo>
                  <a:lnTo>
                    <a:pt x="600456" y="1612392"/>
                  </a:lnTo>
                  <a:close/>
                </a:path>
                <a:path w="1463040" h="1880870">
                  <a:moveTo>
                    <a:pt x="1463040" y="240792"/>
                  </a:moveTo>
                  <a:lnTo>
                    <a:pt x="1461516" y="227076"/>
                  </a:lnTo>
                  <a:lnTo>
                    <a:pt x="1459992" y="214884"/>
                  </a:lnTo>
                  <a:lnTo>
                    <a:pt x="1456944" y="201168"/>
                  </a:lnTo>
                  <a:lnTo>
                    <a:pt x="1452372" y="188976"/>
                  </a:lnTo>
                  <a:lnTo>
                    <a:pt x="1449324" y="176784"/>
                  </a:lnTo>
                  <a:lnTo>
                    <a:pt x="1443228" y="164592"/>
                  </a:lnTo>
                  <a:lnTo>
                    <a:pt x="1438656" y="153924"/>
                  </a:lnTo>
                  <a:lnTo>
                    <a:pt x="1432560" y="141732"/>
                  </a:lnTo>
                  <a:lnTo>
                    <a:pt x="1409700" y="109728"/>
                  </a:lnTo>
                  <a:lnTo>
                    <a:pt x="1406652" y="106426"/>
                  </a:lnTo>
                  <a:lnTo>
                    <a:pt x="1406652" y="256032"/>
                  </a:lnTo>
                  <a:lnTo>
                    <a:pt x="1405128" y="265176"/>
                  </a:lnTo>
                  <a:lnTo>
                    <a:pt x="1405128" y="275844"/>
                  </a:lnTo>
                  <a:lnTo>
                    <a:pt x="1403604" y="284988"/>
                  </a:lnTo>
                  <a:lnTo>
                    <a:pt x="1400556" y="294132"/>
                  </a:lnTo>
                  <a:lnTo>
                    <a:pt x="1399032" y="303276"/>
                  </a:lnTo>
                  <a:lnTo>
                    <a:pt x="1382268" y="339852"/>
                  </a:lnTo>
                  <a:lnTo>
                    <a:pt x="1351788" y="379476"/>
                  </a:lnTo>
                  <a:lnTo>
                    <a:pt x="1318260" y="406908"/>
                  </a:lnTo>
                  <a:lnTo>
                    <a:pt x="1280160" y="428244"/>
                  </a:lnTo>
                  <a:lnTo>
                    <a:pt x="1235964" y="443484"/>
                  </a:lnTo>
                  <a:lnTo>
                    <a:pt x="1175004" y="452628"/>
                  </a:lnTo>
                  <a:lnTo>
                    <a:pt x="1149096" y="452628"/>
                  </a:lnTo>
                  <a:lnTo>
                    <a:pt x="1088136" y="443484"/>
                  </a:lnTo>
                  <a:lnTo>
                    <a:pt x="1043940" y="426720"/>
                  </a:lnTo>
                  <a:lnTo>
                    <a:pt x="1005840" y="405384"/>
                  </a:lnTo>
                  <a:lnTo>
                    <a:pt x="972312" y="377952"/>
                  </a:lnTo>
                  <a:lnTo>
                    <a:pt x="947928" y="345948"/>
                  </a:lnTo>
                  <a:lnTo>
                    <a:pt x="929640" y="310896"/>
                  </a:lnTo>
                  <a:lnTo>
                    <a:pt x="925068" y="292608"/>
                  </a:lnTo>
                  <a:lnTo>
                    <a:pt x="922020" y="283464"/>
                  </a:lnTo>
                  <a:lnTo>
                    <a:pt x="922020" y="274320"/>
                  </a:lnTo>
                  <a:lnTo>
                    <a:pt x="920496" y="263652"/>
                  </a:lnTo>
                  <a:lnTo>
                    <a:pt x="920496" y="243840"/>
                  </a:lnTo>
                  <a:lnTo>
                    <a:pt x="923544" y="225552"/>
                  </a:lnTo>
                  <a:lnTo>
                    <a:pt x="925068" y="214884"/>
                  </a:lnTo>
                  <a:lnTo>
                    <a:pt x="934212" y="187452"/>
                  </a:lnTo>
                  <a:lnTo>
                    <a:pt x="938784" y="179832"/>
                  </a:lnTo>
                  <a:lnTo>
                    <a:pt x="947928" y="161544"/>
                  </a:lnTo>
                  <a:lnTo>
                    <a:pt x="961644" y="144780"/>
                  </a:lnTo>
                  <a:lnTo>
                    <a:pt x="990600" y="115824"/>
                  </a:lnTo>
                  <a:lnTo>
                    <a:pt x="1025652" y="91440"/>
                  </a:lnTo>
                  <a:lnTo>
                    <a:pt x="1068324" y="73152"/>
                  </a:lnTo>
                  <a:lnTo>
                    <a:pt x="1114044" y="60960"/>
                  </a:lnTo>
                  <a:lnTo>
                    <a:pt x="1138428" y="57912"/>
                  </a:lnTo>
                  <a:lnTo>
                    <a:pt x="1188720" y="57912"/>
                  </a:lnTo>
                  <a:lnTo>
                    <a:pt x="1237488" y="67056"/>
                  </a:lnTo>
                  <a:lnTo>
                    <a:pt x="1281684" y="82296"/>
                  </a:lnTo>
                  <a:lnTo>
                    <a:pt x="1321308" y="105156"/>
                  </a:lnTo>
                  <a:lnTo>
                    <a:pt x="1353312" y="132588"/>
                  </a:lnTo>
                  <a:lnTo>
                    <a:pt x="1379220" y="164592"/>
                  </a:lnTo>
                  <a:lnTo>
                    <a:pt x="1402080" y="216408"/>
                  </a:lnTo>
                  <a:lnTo>
                    <a:pt x="1403604" y="227076"/>
                  </a:lnTo>
                  <a:lnTo>
                    <a:pt x="1405128" y="236220"/>
                  </a:lnTo>
                  <a:lnTo>
                    <a:pt x="1405128" y="245364"/>
                  </a:lnTo>
                  <a:lnTo>
                    <a:pt x="1406652" y="256032"/>
                  </a:lnTo>
                  <a:lnTo>
                    <a:pt x="1406652" y="106426"/>
                  </a:lnTo>
                  <a:lnTo>
                    <a:pt x="1391412" y="89916"/>
                  </a:lnTo>
                  <a:lnTo>
                    <a:pt x="1371600" y="71628"/>
                  </a:lnTo>
                  <a:lnTo>
                    <a:pt x="1352397" y="57912"/>
                  </a:lnTo>
                  <a:lnTo>
                    <a:pt x="1350264" y="56388"/>
                  </a:lnTo>
                  <a:lnTo>
                    <a:pt x="1303020" y="28956"/>
                  </a:lnTo>
                  <a:lnTo>
                    <a:pt x="1249680" y="10668"/>
                  </a:lnTo>
                  <a:lnTo>
                    <a:pt x="1193292" y="1524"/>
                  </a:lnTo>
                  <a:lnTo>
                    <a:pt x="1178052" y="0"/>
                  </a:lnTo>
                  <a:lnTo>
                    <a:pt x="1147572" y="0"/>
                  </a:lnTo>
                  <a:lnTo>
                    <a:pt x="1101852" y="6096"/>
                  </a:lnTo>
                  <a:lnTo>
                    <a:pt x="1046988" y="19812"/>
                  </a:lnTo>
                  <a:lnTo>
                    <a:pt x="996696" y="42672"/>
                  </a:lnTo>
                  <a:lnTo>
                    <a:pt x="952500" y="74676"/>
                  </a:lnTo>
                  <a:lnTo>
                    <a:pt x="914400" y="111252"/>
                  </a:lnTo>
                  <a:lnTo>
                    <a:pt x="900684" y="132588"/>
                  </a:lnTo>
                  <a:lnTo>
                    <a:pt x="893064" y="143256"/>
                  </a:lnTo>
                  <a:lnTo>
                    <a:pt x="886968" y="155448"/>
                  </a:lnTo>
                  <a:lnTo>
                    <a:pt x="880872" y="166116"/>
                  </a:lnTo>
                  <a:lnTo>
                    <a:pt x="876300" y="178308"/>
                  </a:lnTo>
                  <a:lnTo>
                    <a:pt x="873252" y="190500"/>
                  </a:lnTo>
                  <a:lnTo>
                    <a:pt x="868680" y="202692"/>
                  </a:lnTo>
                  <a:lnTo>
                    <a:pt x="867156" y="216408"/>
                  </a:lnTo>
                  <a:lnTo>
                    <a:pt x="864108" y="228600"/>
                  </a:lnTo>
                  <a:lnTo>
                    <a:pt x="864108" y="242316"/>
                  </a:lnTo>
                  <a:lnTo>
                    <a:pt x="862584" y="256032"/>
                  </a:lnTo>
                  <a:lnTo>
                    <a:pt x="864108" y="269748"/>
                  </a:lnTo>
                  <a:lnTo>
                    <a:pt x="864108" y="281940"/>
                  </a:lnTo>
                  <a:lnTo>
                    <a:pt x="867156" y="295656"/>
                  </a:lnTo>
                  <a:lnTo>
                    <a:pt x="877824" y="333756"/>
                  </a:lnTo>
                  <a:lnTo>
                    <a:pt x="894588" y="367284"/>
                  </a:lnTo>
                  <a:lnTo>
                    <a:pt x="900684" y="379476"/>
                  </a:lnTo>
                  <a:lnTo>
                    <a:pt x="934212" y="420624"/>
                  </a:lnTo>
                  <a:lnTo>
                    <a:pt x="975360" y="454152"/>
                  </a:lnTo>
                  <a:lnTo>
                    <a:pt x="1022604" y="480060"/>
                  </a:lnTo>
                  <a:lnTo>
                    <a:pt x="1075944" y="498348"/>
                  </a:lnTo>
                  <a:lnTo>
                    <a:pt x="1133856" y="509016"/>
                  </a:lnTo>
                  <a:lnTo>
                    <a:pt x="1149096" y="509016"/>
                  </a:lnTo>
                  <a:lnTo>
                    <a:pt x="1164336" y="510540"/>
                  </a:lnTo>
                  <a:lnTo>
                    <a:pt x="1179576" y="509016"/>
                  </a:lnTo>
                  <a:lnTo>
                    <a:pt x="1194816" y="509016"/>
                  </a:lnTo>
                  <a:lnTo>
                    <a:pt x="1223772" y="504444"/>
                  </a:lnTo>
                  <a:lnTo>
                    <a:pt x="1252728" y="498348"/>
                  </a:lnTo>
                  <a:lnTo>
                    <a:pt x="1278636" y="489204"/>
                  </a:lnTo>
                  <a:lnTo>
                    <a:pt x="1306068" y="480060"/>
                  </a:lnTo>
                  <a:lnTo>
                    <a:pt x="1353312" y="452628"/>
                  </a:lnTo>
                  <a:lnTo>
                    <a:pt x="1394460" y="417576"/>
                  </a:lnTo>
                  <a:lnTo>
                    <a:pt x="1426464" y="377952"/>
                  </a:lnTo>
                  <a:lnTo>
                    <a:pt x="1444752" y="342900"/>
                  </a:lnTo>
                  <a:lnTo>
                    <a:pt x="1459992" y="294132"/>
                  </a:lnTo>
                  <a:lnTo>
                    <a:pt x="1461516" y="280416"/>
                  </a:lnTo>
                  <a:lnTo>
                    <a:pt x="1463040" y="268224"/>
                  </a:lnTo>
                  <a:lnTo>
                    <a:pt x="1463040" y="240792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225796" y="4482083"/>
              <a:ext cx="2217420" cy="2131060"/>
            </a:xfrm>
            <a:custGeom>
              <a:avLst/>
              <a:gdLst/>
              <a:ahLst/>
              <a:cxnLst/>
              <a:rect l="l" t="t" r="r" b="b"/>
              <a:pathLst>
                <a:path w="2217420" h="2131059">
                  <a:moveTo>
                    <a:pt x="57899" y="928116"/>
                  </a:moveTo>
                  <a:lnTo>
                    <a:pt x="1511" y="928116"/>
                  </a:lnTo>
                  <a:lnTo>
                    <a:pt x="0" y="2013204"/>
                  </a:lnTo>
                  <a:lnTo>
                    <a:pt x="56375" y="2013204"/>
                  </a:lnTo>
                  <a:lnTo>
                    <a:pt x="57899" y="928116"/>
                  </a:lnTo>
                  <a:close/>
                </a:path>
                <a:path w="2217420" h="2131059">
                  <a:moveTo>
                    <a:pt x="771131" y="44208"/>
                  </a:moveTo>
                  <a:lnTo>
                    <a:pt x="734568" y="0"/>
                  </a:lnTo>
                  <a:lnTo>
                    <a:pt x="100584" y="542556"/>
                  </a:lnTo>
                  <a:lnTo>
                    <a:pt x="138684" y="586740"/>
                  </a:lnTo>
                  <a:lnTo>
                    <a:pt x="771131" y="44208"/>
                  </a:lnTo>
                  <a:close/>
                </a:path>
                <a:path w="2217420" h="2131059">
                  <a:moveTo>
                    <a:pt x="1132332" y="1627632"/>
                  </a:moveTo>
                  <a:lnTo>
                    <a:pt x="135636" y="903732"/>
                  </a:lnTo>
                  <a:lnTo>
                    <a:pt x="102095" y="949452"/>
                  </a:lnTo>
                  <a:lnTo>
                    <a:pt x="1098804" y="1673352"/>
                  </a:lnTo>
                  <a:lnTo>
                    <a:pt x="1132332" y="1627632"/>
                  </a:lnTo>
                  <a:close/>
                </a:path>
                <a:path w="2217420" h="2131059">
                  <a:moveTo>
                    <a:pt x="1392936" y="1859292"/>
                  </a:moveTo>
                  <a:lnTo>
                    <a:pt x="1379220" y="1804416"/>
                  </a:lnTo>
                  <a:lnTo>
                    <a:pt x="294132" y="2075688"/>
                  </a:lnTo>
                  <a:lnTo>
                    <a:pt x="307848" y="2130552"/>
                  </a:lnTo>
                  <a:lnTo>
                    <a:pt x="1392936" y="1859292"/>
                  </a:lnTo>
                  <a:close/>
                </a:path>
                <a:path w="2217420" h="2131059">
                  <a:moveTo>
                    <a:pt x="2215896" y="475488"/>
                  </a:moveTo>
                  <a:lnTo>
                    <a:pt x="2159495" y="475488"/>
                  </a:lnTo>
                  <a:lnTo>
                    <a:pt x="2157984" y="928116"/>
                  </a:lnTo>
                  <a:lnTo>
                    <a:pt x="2214359" y="928116"/>
                  </a:lnTo>
                  <a:lnTo>
                    <a:pt x="2215896" y="475488"/>
                  </a:lnTo>
                  <a:close/>
                </a:path>
                <a:path w="2217420" h="2131059">
                  <a:moveTo>
                    <a:pt x="2217420" y="1222248"/>
                  </a:moveTo>
                  <a:lnTo>
                    <a:pt x="2183879" y="1175004"/>
                  </a:lnTo>
                  <a:lnTo>
                    <a:pt x="1551432" y="1627632"/>
                  </a:lnTo>
                  <a:lnTo>
                    <a:pt x="1583436" y="1673352"/>
                  </a:lnTo>
                  <a:lnTo>
                    <a:pt x="2217420" y="1222248"/>
                  </a:lnTo>
                  <a:close/>
                </a:path>
              </a:pathLst>
            </a:custGeom>
            <a:solidFill>
              <a:srgbClr val="FF238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8518618" y="6888581"/>
            <a:ext cx="193675" cy="212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105" dirty="0">
                <a:solidFill>
                  <a:srgbClr val="FFFFFF"/>
                </a:solidFill>
                <a:latin typeface="Verdana"/>
                <a:cs typeface="Verdana"/>
              </a:rPr>
              <a:t>2</a:t>
            </a:r>
            <a:r>
              <a:rPr sz="1200" spc="-100" dirty="0">
                <a:solidFill>
                  <a:srgbClr val="FFFFFF"/>
                </a:solidFill>
                <a:latin typeface="Verdana"/>
                <a:cs typeface="Verdana"/>
              </a:rPr>
              <a:t>9</a:t>
            </a:r>
            <a:endParaRPr sz="1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81482" y="641085"/>
            <a:ext cx="463867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204" dirty="0">
                <a:solidFill>
                  <a:srgbClr val="FF5697"/>
                </a:solidFill>
              </a:rPr>
              <a:t>G</a:t>
            </a:r>
            <a:r>
              <a:rPr sz="2200" spc="-330" dirty="0">
                <a:solidFill>
                  <a:srgbClr val="FF5697"/>
                </a:solidFill>
              </a:rPr>
              <a:t>R</a:t>
            </a:r>
            <a:r>
              <a:rPr sz="2200" spc="114" dirty="0">
                <a:solidFill>
                  <a:srgbClr val="FF5697"/>
                </a:solidFill>
              </a:rPr>
              <a:t>A</a:t>
            </a:r>
            <a:r>
              <a:rPr sz="2200" spc="-225" dirty="0">
                <a:solidFill>
                  <a:srgbClr val="FF5697"/>
                </a:solidFill>
              </a:rPr>
              <a:t>P</a:t>
            </a:r>
            <a:r>
              <a:rPr sz="2200" spc="-215" dirty="0">
                <a:solidFill>
                  <a:srgbClr val="FF5697"/>
                </a:solidFill>
              </a:rPr>
              <a:t>HE</a:t>
            </a:r>
            <a:r>
              <a:rPr sz="2200" spc="10" dirty="0">
                <a:solidFill>
                  <a:srgbClr val="FF5697"/>
                </a:solidFill>
              </a:rPr>
              <a:t> 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225" dirty="0">
                <a:solidFill>
                  <a:srgbClr val="FF5697"/>
                </a:solidFill>
              </a:rPr>
              <a:t>U</a:t>
            </a:r>
            <a:r>
              <a:rPr sz="2200" spc="-295" dirty="0">
                <a:solidFill>
                  <a:srgbClr val="FF5697"/>
                </a:solidFill>
              </a:rPr>
              <a:t>L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330" dirty="0">
                <a:solidFill>
                  <a:srgbClr val="FF5697"/>
                </a:solidFill>
              </a:rPr>
              <a:t>R</a:t>
            </a:r>
            <a:r>
              <a:rPr sz="2200" spc="-450" dirty="0">
                <a:solidFill>
                  <a:srgbClr val="FF5697"/>
                </a:solidFill>
              </a:rPr>
              <a:t>I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75" dirty="0">
                <a:solidFill>
                  <a:srgbClr val="FF5697"/>
                </a:solidFill>
              </a:rPr>
              <a:t>N</a:t>
            </a:r>
            <a:r>
              <a:rPr sz="2200" spc="-10" dirty="0">
                <a:solidFill>
                  <a:srgbClr val="FF5697"/>
                </a:solidFill>
              </a:rPr>
              <a:t> 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425" dirty="0">
                <a:solidFill>
                  <a:srgbClr val="FF5697"/>
                </a:solidFill>
              </a:rPr>
              <a:t>T</a:t>
            </a:r>
            <a:r>
              <a:rPr sz="2200" spc="-30" dirty="0">
                <a:solidFill>
                  <a:srgbClr val="FF5697"/>
                </a:solidFill>
              </a:rPr>
              <a:t> </a:t>
            </a:r>
            <a:r>
              <a:rPr sz="2200" spc="-195" dirty="0">
                <a:solidFill>
                  <a:srgbClr val="FF5697"/>
                </a:solidFill>
              </a:rPr>
              <a:t>H</a:t>
            </a:r>
            <a:r>
              <a:rPr sz="2200" spc="114" dirty="0">
                <a:solidFill>
                  <a:srgbClr val="FF5697"/>
                </a:solidFill>
              </a:rPr>
              <a:t>A</a:t>
            </a:r>
            <a:r>
              <a:rPr sz="2200" spc="10" dirty="0">
                <a:solidFill>
                  <a:srgbClr val="FF5697"/>
                </a:solidFill>
              </a:rPr>
              <a:t>M</a:t>
            </a:r>
            <a:r>
              <a:rPr sz="2200" spc="-450" dirty="0">
                <a:solidFill>
                  <a:srgbClr val="FF5697"/>
                </a:solidFill>
              </a:rPr>
              <a:t>I</a:t>
            </a:r>
            <a:r>
              <a:rPr sz="2200" spc="-295" dirty="0">
                <a:solidFill>
                  <a:srgbClr val="FF5697"/>
                </a:solidFill>
              </a:rPr>
              <a:t>L</a:t>
            </a:r>
            <a:r>
              <a:rPr sz="2200" spc="-425" dirty="0">
                <a:solidFill>
                  <a:srgbClr val="FF5697"/>
                </a:solidFill>
              </a:rPr>
              <a:t>T</a:t>
            </a:r>
            <a:r>
              <a:rPr sz="2200" spc="150" dirty="0">
                <a:solidFill>
                  <a:srgbClr val="FF5697"/>
                </a:solidFill>
              </a:rPr>
              <a:t>O</a:t>
            </a:r>
            <a:r>
              <a:rPr sz="2200" spc="-75" dirty="0">
                <a:solidFill>
                  <a:srgbClr val="FF5697"/>
                </a:solidFill>
              </a:rPr>
              <a:t>N</a:t>
            </a:r>
            <a:r>
              <a:rPr sz="2200" spc="-450" dirty="0">
                <a:solidFill>
                  <a:srgbClr val="FF5697"/>
                </a:solidFill>
              </a:rPr>
              <a:t>I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75" dirty="0">
                <a:solidFill>
                  <a:srgbClr val="FF5697"/>
                </a:solidFill>
              </a:rPr>
              <a:t>N</a:t>
            </a:r>
            <a:endParaRPr sz="22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07379" y="2694432"/>
            <a:ext cx="3861816" cy="108508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55592" y="1180583"/>
            <a:ext cx="8007350" cy="18345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96240" marR="5080" indent="-384175" algn="just">
              <a:lnSpc>
                <a:spcPct val="100000"/>
              </a:lnSpc>
              <a:spcBef>
                <a:spcPts val="95"/>
              </a:spcBef>
              <a:buClr>
                <a:srgbClr val="FF388C"/>
              </a:buClr>
              <a:buSzPct val="80357"/>
              <a:buFont typeface="Times New Roman"/>
              <a:buChar char="◉"/>
              <a:tabLst>
                <a:tab pos="396875" algn="l"/>
              </a:tabLst>
            </a:pPr>
            <a:r>
              <a:rPr sz="2800" b="1" spc="-285" dirty="0">
                <a:solidFill>
                  <a:srgbClr val="FFFF00"/>
                </a:solidFill>
                <a:latin typeface="Tahoma"/>
                <a:cs typeface="Tahoma"/>
              </a:rPr>
              <a:t>U</a:t>
            </a:r>
            <a:r>
              <a:rPr sz="2800" b="1" spc="-114" dirty="0">
                <a:solidFill>
                  <a:srgbClr val="FFFF00"/>
                </a:solidFill>
                <a:latin typeface="Tahoma"/>
                <a:cs typeface="Tahoma"/>
              </a:rPr>
              <a:t>n</a:t>
            </a:r>
            <a:r>
              <a:rPr sz="2800" b="1" spc="-40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2800" b="1" spc="305" dirty="0">
                <a:solidFill>
                  <a:srgbClr val="FFFF00"/>
                </a:solidFill>
                <a:latin typeface="Tahoma"/>
                <a:cs typeface="Tahoma"/>
              </a:rPr>
              <a:t>c</a:t>
            </a:r>
            <a:r>
              <a:rPr sz="2800" b="1" spc="5" dirty="0">
                <a:solidFill>
                  <a:srgbClr val="FFFF00"/>
                </a:solidFill>
                <a:latin typeface="Tahoma"/>
                <a:cs typeface="Tahoma"/>
              </a:rPr>
              <a:t>y</a:t>
            </a:r>
            <a:r>
              <a:rPr sz="2800" b="1" spc="305" dirty="0">
                <a:solidFill>
                  <a:srgbClr val="FFFF00"/>
                </a:solidFill>
                <a:latin typeface="Tahoma"/>
                <a:cs typeface="Tahoma"/>
              </a:rPr>
              <a:t>c</a:t>
            </a:r>
            <a:r>
              <a:rPr sz="2800" b="1" spc="-175" dirty="0">
                <a:solidFill>
                  <a:srgbClr val="FFFF00"/>
                </a:solidFill>
                <a:latin typeface="Tahoma"/>
                <a:cs typeface="Tahoma"/>
              </a:rPr>
              <a:t>l</a:t>
            </a:r>
            <a:r>
              <a:rPr sz="2800" b="1" spc="125" dirty="0">
                <a:solidFill>
                  <a:srgbClr val="FFFF00"/>
                </a:solidFill>
                <a:latin typeface="Tahoma"/>
                <a:cs typeface="Tahoma"/>
              </a:rPr>
              <a:t>e</a:t>
            </a:r>
            <a:r>
              <a:rPr sz="2800" b="1" spc="-40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2800" b="1" spc="120" dirty="0">
                <a:solidFill>
                  <a:srgbClr val="FFFF00"/>
                </a:solidFill>
                <a:latin typeface="Tahoma"/>
                <a:cs typeface="Tahoma"/>
              </a:rPr>
              <a:t>e</a:t>
            </a:r>
            <a:r>
              <a:rPr sz="2800" b="1" spc="-120" dirty="0">
                <a:solidFill>
                  <a:srgbClr val="FFFF00"/>
                </a:solidFill>
                <a:latin typeface="Tahoma"/>
                <a:cs typeface="Tahoma"/>
              </a:rPr>
              <a:t>u</a:t>
            </a:r>
            <a:r>
              <a:rPr sz="2800" b="1" spc="-175" dirty="0">
                <a:solidFill>
                  <a:srgbClr val="FFFF00"/>
                </a:solidFill>
                <a:latin typeface="Tahoma"/>
                <a:cs typeface="Tahoma"/>
              </a:rPr>
              <a:t>l</a:t>
            </a:r>
            <a:r>
              <a:rPr sz="2800" b="1" spc="120" dirty="0">
                <a:solidFill>
                  <a:srgbClr val="FFFF00"/>
                </a:solidFill>
                <a:latin typeface="Tahoma"/>
                <a:cs typeface="Tahoma"/>
              </a:rPr>
              <a:t>é</a:t>
            </a:r>
            <a:r>
              <a:rPr sz="2800" b="1" spc="-320" dirty="0">
                <a:solidFill>
                  <a:srgbClr val="FFFF00"/>
                </a:solidFill>
                <a:latin typeface="Tahoma"/>
                <a:cs typeface="Tahoma"/>
              </a:rPr>
              <a:t>r</a:t>
            </a:r>
            <a:r>
              <a:rPr sz="2800" b="1" spc="-175" dirty="0">
                <a:solidFill>
                  <a:srgbClr val="FFFF00"/>
                </a:solidFill>
                <a:latin typeface="Tahoma"/>
                <a:cs typeface="Tahoma"/>
              </a:rPr>
              <a:t>i</a:t>
            </a:r>
            <a:r>
              <a:rPr sz="2800" b="1" spc="120" dirty="0">
                <a:solidFill>
                  <a:srgbClr val="FFFF00"/>
                </a:solidFill>
                <a:latin typeface="Tahoma"/>
                <a:cs typeface="Tahoma"/>
              </a:rPr>
              <a:t>e</a:t>
            </a:r>
            <a:r>
              <a:rPr sz="2800" b="1" spc="-114" dirty="0">
                <a:solidFill>
                  <a:srgbClr val="FFFF00"/>
                </a:solidFill>
                <a:latin typeface="Tahoma"/>
                <a:cs typeface="Tahoma"/>
              </a:rPr>
              <a:t>n</a:t>
            </a:r>
            <a:r>
              <a:rPr sz="2800" b="1" spc="-20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2800" spc="14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800" spc="-40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800" spc="-16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8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-70" dirty="0">
                <a:solidFill>
                  <a:srgbClr val="FFFFFF"/>
                </a:solidFill>
                <a:latin typeface="Verdana"/>
                <a:cs typeface="Verdana"/>
              </a:rPr>
              <a:t>un</a:t>
            </a:r>
            <a:r>
              <a:rPr sz="2800" spc="14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8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330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800" spc="-70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2800" spc="24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800" spc="-215" dirty="0">
                <a:solidFill>
                  <a:srgbClr val="FFFFFF"/>
                </a:solidFill>
                <a:latin typeface="Verdana"/>
                <a:cs typeface="Verdana"/>
              </a:rPr>
              <a:t>î</a:t>
            </a:r>
            <a:r>
              <a:rPr sz="28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800" spc="14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80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14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800" spc="-7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800" spc="-21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800" spc="145" dirty="0">
                <a:solidFill>
                  <a:srgbClr val="FFFFFF"/>
                </a:solidFill>
                <a:latin typeface="Verdana"/>
                <a:cs typeface="Verdana"/>
              </a:rPr>
              <a:t>é</a:t>
            </a:r>
            <a:r>
              <a:rPr sz="2800" spc="-36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800" spc="-21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800" spc="14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8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800" spc="-7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800" spc="105" dirty="0">
                <a:solidFill>
                  <a:srgbClr val="FFFFFF"/>
                </a:solidFill>
                <a:latin typeface="Verdana"/>
                <a:cs typeface="Verdana"/>
              </a:rPr>
              <a:t>e  </a:t>
            </a:r>
            <a:r>
              <a:rPr sz="2800" spc="-20" dirty="0">
                <a:solidFill>
                  <a:srgbClr val="FFFFFF"/>
                </a:solidFill>
                <a:latin typeface="Verdana"/>
                <a:cs typeface="Verdana"/>
              </a:rPr>
              <a:t>fermée </a:t>
            </a:r>
            <a:r>
              <a:rPr sz="2800" spc="-95" dirty="0">
                <a:solidFill>
                  <a:srgbClr val="FFFFFF"/>
                </a:solidFill>
                <a:latin typeface="Verdana"/>
                <a:cs typeface="Verdana"/>
              </a:rPr>
              <a:t>(sommet </a:t>
            </a:r>
            <a:r>
              <a:rPr sz="2800" spc="165" dirty="0">
                <a:solidFill>
                  <a:srgbClr val="FFFFFF"/>
                </a:solidFill>
                <a:latin typeface="Verdana"/>
                <a:cs typeface="Verdana"/>
              </a:rPr>
              <a:t>de </a:t>
            </a:r>
            <a:r>
              <a:rPr sz="2800" spc="30" dirty="0">
                <a:solidFill>
                  <a:srgbClr val="FFFFFF"/>
                </a:solidFill>
                <a:latin typeface="Verdana"/>
                <a:cs typeface="Verdana"/>
              </a:rPr>
              <a:t>départ </a:t>
            </a:r>
            <a:r>
              <a:rPr sz="2800" spc="-5" dirty="0">
                <a:solidFill>
                  <a:srgbClr val="FFFFFF"/>
                </a:solidFill>
                <a:latin typeface="Verdana"/>
                <a:cs typeface="Verdana"/>
              </a:rPr>
              <a:t>et </a:t>
            </a:r>
            <a:r>
              <a:rPr sz="2800" spc="-20" dirty="0">
                <a:solidFill>
                  <a:srgbClr val="FFFFFF"/>
                </a:solidFill>
                <a:latin typeface="Verdana"/>
                <a:cs typeface="Verdana"/>
              </a:rPr>
              <a:t>le </a:t>
            </a:r>
            <a:r>
              <a:rPr sz="2800" spc="-80" dirty="0">
                <a:solidFill>
                  <a:srgbClr val="FFFFFF"/>
                </a:solidFill>
                <a:latin typeface="Verdana"/>
                <a:cs typeface="Verdana"/>
              </a:rPr>
              <a:t>sommet </a:t>
            </a:r>
            <a:r>
              <a:rPr sz="2800" spc="-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18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800" spc="220" dirty="0">
                <a:solidFill>
                  <a:srgbClr val="FFFFFF"/>
                </a:solidFill>
                <a:latin typeface="Verdana"/>
                <a:cs typeface="Verdana"/>
              </a:rPr>
              <a:t>’</a:t>
            </a:r>
            <a:r>
              <a:rPr sz="2800" spc="21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800" spc="-360" dirty="0">
                <a:solidFill>
                  <a:srgbClr val="FFFFFF"/>
                </a:solidFill>
                <a:latin typeface="Verdana"/>
                <a:cs typeface="Verdana"/>
              </a:rPr>
              <a:t>rr</a:t>
            </a:r>
            <a:r>
              <a:rPr sz="2800" spc="-18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800" spc="-125" dirty="0">
                <a:solidFill>
                  <a:srgbClr val="FFFFFF"/>
                </a:solidFill>
                <a:latin typeface="Verdana"/>
                <a:cs typeface="Verdana"/>
              </a:rPr>
              <a:t>v</a:t>
            </a:r>
            <a:r>
              <a:rPr sz="2800" spc="145" dirty="0">
                <a:solidFill>
                  <a:srgbClr val="FFFFFF"/>
                </a:solidFill>
                <a:latin typeface="Verdana"/>
                <a:cs typeface="Verdana"/>
              </a:rPr>
              <a:t>é</a:t>
            </a:r>
            <a:r>
              <a:rPr sz="2800" spc="-229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-37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800" spc="114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800" spc="-7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800" spc="-16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8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-21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800" spc="14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800" spc="-37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8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-10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800" spc="145" dirty="0">
                <a:solidFill>
                  <a:srgbClr val="FFFFFF"/>
                </a:solidFill>
                <a:latin typeface="Verdana"/>
                <a:cs typeface="Verdana"/>
              </a:rPr>
              <a:t>ê</a:t>
            </a:r>
            <a:r>
              <a:rPr sz="2800" spc="-10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800" spc="114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800" spc="-37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800" spc="-240" dirty="0">
                <a:solidFill>
                  <a:srgbClr val="FFFFFF"/>
                </a:solidFill>
                <a:latin typeface="Verdana"/>
                <a:cs typeface="Verdana"/>
              </a:rPr>
              <a:t>)</a:t>
            </a:r>
            <a:r>
              <a:rPr sz="2800" spc="-245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2800">
              <a:latin typeface="Verdana"/>
              <a:cs typeface="Verdana"/>
            </a:endParaRPr>
          </a:p>
          <a:p>
            <a:pPr marR="1095375" algn="r">
              <a:lnSpc>
                <a:spcPct val="100000"/>
              </a:lnSpc>
              <a:spcBef>
                <a:spcPts val="2005"/>
              </a:spcBef>
            </a:pPr>
            <a:r>
              <a:rPr sz="1800" b="1" spc="95" dirty="0">
                <a:solidFill>
                  <a:srgbClr val="000099"/>
                </a:solidFill>
                <a:latin typeface="Tahoma"/>
                <a:cs typeface="Tahoma"/>
              </a:rPr>
              <a:t>A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72668" y="3779519"/>
            <a:ext cx="9144000" cy="3429000"/>
            <a:chOff x="772668" y="3779519"/>
            <a:chExt cx="9144000" cy="342900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3779520"/>
              <a:ext cx="9143999" cy="34290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1812" y="3781044"/>
              <a:ext cx="5925311" cy="102412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707380" y="3779520"/>
              <a:ext cx="3861816" cy="2880359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9225805" y="3800378"/>
            <a:ext cx="1581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95" dirty="0">
                <a:solidFill>
                  <a:srgbClr val="000099"/>
                </a:solidFill>
                <a:latin typeface="Tahoma"/>
                <a:cs typeface="Tahoma"/>
              </a:rPr>
              <a:t>B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518618" y="6888581"/>
            <a:ext cx="193675" cy="212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105" dirty="0">
                <a:solidFill>
                  <a:srgbClr val="FFFFFF"/>
                </a:solidFill>
                <a:latin typeface="Verdana"/>
                <a:cs typeface="Verdana"/>
              </a:rPr>
              <a:t>3</a:t>
            </a:r>
            <a:r>
              <a:rPr sz="1200" spc="-100" dirty="0">
                <a:solidFill>
                  <a:srgbClr val="FFFFFF"/>
                </a:solidFill>
                <a:latin typeface="Verdana"/>
                <a:cs typeface="Verdana"/>
              </a:rPr>
              <a:t>0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863038" y="6243311"/>
            <a:ext cx="2038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200" dirty="0">
                <a:solidFill>
                  <a:srgbClr val="000099"/>
                </a:solidFill>
                <a:latin typeface="Tahoma"/>
                <a:cs typeface="Tahoma"/>
              </a:rPr>
              <a:t>C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420118" y="6250901"/>
            <a:ext cx="1860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5" dirty="0">
                <a:solidFill>
                  <a:srgbClr val="000099"/>
                </a:solidFill>
                <a:latin typeface="Tahoma"/>
                <a:cs typeface="Tahoma"/>
              </a:rPr>
              <a:t>D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834891" y="3850607"/>
            <a:ext cx="1447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75" dirty="0">
                <a:solidFill>
                  <a:srgbClr val="000099"/>
                </a:solidFill>
                <a:latin typeface="Tahoma"/>
                <a:cs typeface="Tahoma"/>
              </a:rPr>
              <a:t>E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171485" y="4253000"/>
            <a:ext cx="37566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80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210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1800" spc="-100" dirty="0">
                <a:solidFill>
                  <a:srgbClr val="FFFFFF"/>
                </a:solidFill>
                <a:latin typeface="Verdana"/>
                <a:cs typeface="Verdana"/>
              </a:rPr>
              <a:t>y</a:t>
            </a:r>
            <a:r>
              <a:rPr sz="1800" spc="210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b="1" spc="9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800" b="1" spc="-25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r>
              <a:rPr sz="1800" b="1" spc="200" dirty="0">
                <a:solidFill>
                  <a:srgbClr val="FFFFFF"/>
                </a:solidFill>
                <a:latin typeface="Tahoma"/>
                <a:cs typeface="Tahoma"/>
              </a:rPr>
              <a:t>C</a:t>
            </a:r>
            <a:r>
              <a:rPr sz="1800" b="1" spc="-25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r>
              <a:rPr sz="1800" b="1" spc="-175" dirty="0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sz="1800" b="1" spc="-25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r>
              <a:rPr sz="1800" b="1" spc="-200" dirty="0">
                <a:solidFill>
                  <a:srgbClr val="FFFFFF"/>
                </a:solidFill>
                <a:latin typeface="Tahoma"/>
                <a:cs typeface="Tahoma"/>
              </a:rPr>
              <a:t>B</a:t>
            </a:r>
            <a:r>
              <a:rPr sz="1800" b="1" spc="-25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r>
              <a:rPr sz="1800" b="1" spc="-110" dirty="0">
                <a:solidFill>
                  <a:srgbClr val="FFFFFF"/>
                </a:solidFill>
                <a:latin typeface="Tahoma"/>
                <a:cs typeface="Tahoma"/>
              </a:rPr>
              <a:t>D</a:t>
            </a:r>
            <a:r>
              <a:rPr sz="1800" b="1" spc="-25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r>
              <a:rPr sz="1800" b="1" spc="9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800" b="1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254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1800" spc="-10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6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é</a:t>
            </a:r>
            <a:r>
              <a:rPr sz="1800" spc="-23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81482" y="641085"/>
            <a:ext cx="463867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204" dirty="0">
                <a:solidFill>
                  <a:srgbClr val="FF5697"/>
                </a:solidFill>
              </a:rPr>
              <a:t>G</a:t>
            </a:r>
            <a:r>
              <a:rPr sz="2200" spc="-330" dirty="0">
                <a:solidFill>
                  <a:srgbClr val="FF5697"/>
                </a:solidFill>
              </a:rPr>
              <a:t>R</a:t>
            </a:r>
            <a:r>
              <a:rPr sz="2200" spc="114" dirty="0">
                <a:solidFill>
                  <a:srgbClr val="FF5697"/>
                </a:solidFill>
              </a:rPr>
              <a:t>A</a:t>
            </a:r>
            <a:r>
              <a:rPr sz="2200" spc="-225" dirty="0">
                <a:solidFill>
                  <a:srgbClr val="FF5697"/>
                </a:solidFill>
              </a:rPr>
              <a:t>P</a:t>
            </a:r>
            <a:r>
              <a:rPr sz="2200" spc="-215" dirty="0">
                <a:solidFill>
                  <a:srgbClr val="FF5697"/>
                </a:solidFill>
              </a:rPr>
              <a:t>HE</a:t>
            </a:r>
            <a:r>
              <a:rPr sz="2200" spc="10" dirty="0">
                <a:solidFill>
                  <a:srgbClr val="FF5697"/>
                </a:solidFill>
              </a:rPr>
              <a:t> 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225" dirty="0">
                <a:solidFill>
                  <a:srgbClr val="FF5697"/>
                </a:solidFill>
              </a:rPr>
              <a:t>U</a:t>
            </a:r>
            <a:r>
              <a:rPr sz="2200" spc="-295" dirty="0">
                <a:solidFill>
                  <a:srgbClr val="FF5697"/>
                </a:solidFill>
              </a:rPr>
              <a:t>L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330" dirty="0">
                <a:solidFill>
                  <a:srgbClr val="FF5697"/>
                </a:solidFill>
              </a:rPr>
              <a:t>R</a:t>
            </a:r>
            <a:r>
              <a:rPr sz="2200" spc="-450" dirty="0">
                <a:solidFill>
                  <a:srgbClr val="FF5697"/>
                </a:solidFill>
              </a:rPr>
              <a:t>I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75" dirty="0">
                <a:solidFill>
                  <a:srgbClr val="FF5697"/>
                </a:solidFill>
              </a:rPr>
              <a:t>N</a:t>
            </a:r>
            <a:r>
              <a:rPr sz="2200" spc="-10" dirty="0">
                <a:solidFill>
                  <a:srgbClr val="FF5697"/>
                </a:solidFill>
              </a:rPr>
              <a:t> 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425" dirty="0">
                <a:solidFill>
                  <a:srgbClr val="FF5697"/>
                </a:solidFill>
              </a:rPr>
              <a:t>T</a:t>
            </a:r>
            <a:r>
              <a:rPr sz="2200" spc="-30" dirty="0">
                <a:solidFill>
                  <a:srgbClr val="FF5697"/>
                </a:solidFill>
              </a:rPr>
              <a:t> </a:t>
            </a:r>
            <a:r>
              <a:rPr sz="2200" spc="-195" dirty="0">
                <a:solidFill>
                  <a:srgbClr val="FF5697"/>
                </a:solidFill>
              </a:rPr>
              <a:t>H</a:t>
            </a:r>
            <a:r>
              <a:rPr sz="2200" spc="114" dirty="0">
                <a:solidFill>
                  <a:srgbClr val="FF5697"/>
                </a:solidFill>
              </a:rPr>
              <a:t>A</a:t>
            </a:r>
            <a:r>
              <a:rPr sz="2200" spc="10" dirty="0">
                <a:solidFill>
                  <a:srgbClr val="FF5697"/>
                </a:solidFill>
              </a:rPr>
              <a:t>M</a:t>
            </a:r>
            <a:r>
              <a:rPr sz="2200" spc="-450" dirty="0">
                <a:solidFill>
                  <a:srgbClr val="FF5697"/>
                </a:solidFill>
              </a:rPr>
              <a:t>I</a:t>
            </a:r>
            <a:r>
              <a:rPr sz="2200" spc="-295" dirty="0">
                <a:solidFill>
                  <a:srgbClr val="FF5697"/>
                </a:solidFill>
              </a:rPr>
              <a:t>L</a:t>
            </a:r>
            <a:r>
              <a:rPr sz="2200" spc="-425" dirty="0">
                <a:solidFill>
                  <a:srgbClr val="FF5697"/>
                </a:solidFill>
              </a:rPr>
              <a:t>T</a:t>
            </a:r>
            <a:r>
              <a:rPr sz="2200" spc="150" dirty="0">
                <a:solidFill>
                  <a:srgbClr val="FF5697"/>
                </a:solidFill>
              </a:rPr>
              <a:t>O</a:t>
            </a:r>
            <a:r>
              <a:rPr sz="2200" spc="-75" dirty="0">
                <a:solidFill>
                  <a:srgbClr val="FF5697"/>
                </a:solidFill>
              </a:rPr>
              <a:t>N</a:t>
            </a:r>
            <a:r>
              <a:rPr sz="2200" spc="-450" dirty="0">
                <a:solidFill>
                  <a:srgbClr val="FF5697"/>
                </a:solidFill>
              </a:rPr>
              <a:t>I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75" dirty="0">
                <a:solidFill>
                  <a:srgbClr val="FF5697"/>
                </a:solidFill>
              </a:rPr>
              <a:t>N</a:t>
            </a:r>
            <a:endParaRPr sz="22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07379" y="2694432"/>
            <a:ext cx="3861816" cy="108508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55592" y="1180583"/>
            <a:ext cx="8007350" cy="18345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96240" marR="5080" indent="-384175" algn="just">
              <a:lnSpc>
                <a:spcPct val="100000"/>
              </a:lnSpc>
              <a:spcBef>
                <a:spcPts val="95"/>
              </a:spcBef>
              <a:buClr>
                <a:srgbClr val="FF388C"/>
              </a:buClr>
              <a:buSzPct val="80357"/>
              <a:buFont typeface="Times New Roman"/>
              <a:buChar char="◉"/>
              <a:tabLst>
                <a:tab pos="396875" algn="l"/>
              </a:tabLst>
            </a:pPr>
            <a:r>
              <a:rPr sz="2800" b="1" spc="-285" dirty="0">
                <a:solidFill>
                  <a:srgbClr val="FFFF00"/>
                </a:solidFill>
                <a:latin typeface="Tahoma"/>
                <a:cs typeface="Tahoma"/>
              </a:rPr>
              <a:t>U</a:t>
            </a:r>
            <a:r>
              <a:rPr sz="2800" b="1" spc="-114" dirty="0">
                <a:solidFill>
                  <a:srgbClr val="FFFF00"/>
                </a:solidFill>
                <a:latin typeface="Tahoma"/>
                <a:cs typeface="Tahoma"/>
              </a:rPr>
              <a:t>n</a:t>
            </a:r>
            <a:r>
              <a:rPr sz="2800" b="1" spc="-40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2800" b="1" spc="305" dirty="0">
                <a:solidFill>
                  <a:srgbClr val="FFFF00"/>
                </a:solidFill>
                <a:latin typeface="Tahoma"/>
                <a:cs typeface="Tahoma"/>
              </a:rPr>
              <a:t>c</a:t>
            </a:r>
            <a:r>
              <a:rPr sz="2800" b="1" spc="5" dirty="0">
                <a:solidFill>
                  <a:srgbClr val="FFFF00"/>
                </a:solidFill>
                <a:latin typeface="Tahoma"/>
                <a:cs typeface="Tahoma"/>
              </a:rPr>
              <a:t>y</a:t>
            </a:r>
            <a:r>
              <a:rPr sz="2800" b="1" spc="305" dirty="0">
                <a:solidFill>
                  <a:srgbClr val="FFFF00"/>
                </a:solidFill>
                <a:latin typeface="Tahoma"/>
                <a:cs typeface="Tahoma"/>
              </a:rPr>
              <a:t>c</a:t>
            </a:r>
            <a:r>
              <a:rPr sz="2800" b="1" spc="-175" dirty="0">
                <a:solidFill>
                  <a:srgbClr val="FFFF00"/>
                </a:solidFill>
                <a:latin typeface="Tahoma"/>
                <a:cs typeface="Tahoma"/>
              </a:rPr>
              <a:t>l</a:t>
            </a:r>
            <a:r>
              <a:rPr sz="2800" b="1" spc="125" dirty="0">
                <a:solidFill>
                  <a:srgbClr val="FFFF00"/>
                </a:solidFill>
                <a:latin typeface="Tahoma"/>
                <a:cs typeface="Tahoma"/>
              </a:rPr>
              <a:t>e</a:t>
            </a:r>
            <a:r>
              <a:rPr sz="2800" b="1" spc="-40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2800" b="1" spc="120" dirty="0">
                <a:solidFill>
                  <a:srgbClr val="FFFF00"/>
                </a:solidFill>
                <a:latin typeface="Tahoma"/>
                <a:cs typeface="Tahoma"/>
              </a:rPr>
              <a:t>e</a:t>
            </a:r>
            <a:r>
              <a:rPr sz="2800" b="1" spc="-120" dirty="0">
                <a:solidFill>
                  <a:srgbClr val="FFFF00"/>
                </a:solidFill>
                <a:latin typeface="Tahoma"/>
                <a:cs typeface="Tahoma"/>
              </a:rPr>
              <a:t>u</a:t>
            </a:r>
            <a:r>
              <a:rPr sz="2800" b="1" spc="-175" dirty="0">
                <a:solidFill>
                  <a:srgbClr val="FFFF00"/>
                </a:solidFill>
                <a:latin typeface="Tahoma"/>
                <a:cs typeface="Tahoma"/>
              </a:rPr>
              <a:t>l</a:t>
            </a:r>
            <a:r>
              <a:rPr sz="2800" b="1" spc="120" dirty="0">
                <a:solidFill>
                  <a:srgbClr val="FFFF00"/>
                </a:solidFill>
                <a:latin typeface="Tahoma"/>
                <a:cs typeface="Tahoma"/>
              </a:rPr>
              <a:t>é</a:t>
            </a:r>
            <a:r>
              <a:rPr sz="2800" b="1" spc="-320" dirty="0">
                <a:solidFill>
                  <a:srgbClr val="FFFF00"/>
                </a:solidFill>
                <a:latin typeface="Tahoma"/>
                <a:cs typeface="Tahoma"/>
              </a:rPr>
              <a:t>r</a:t>
            </a:r>
            <a:r>
              <a:rPr sz="2800" b="1" spc="-175" dirty="0">
                <a:solidFill>
                  <a:srgbClr val="FFFF00"/>
                </a:solidFill>
                <a:latin typeface="Tahoma"/>
                <a:cs typeface="Tahoma"/>
              </a:rPr>
              <a:t>i</a:t>
            </a:r>
            <a:r>
              <a:rPr sz="2800" b="1" spc="120" dirty="0">
                <a:solidFill>
                  <a:srgbClr val="FFFF00"/>
                </a:solidFill>
                <a:latin typeface="Tahoma"/>
                <a:cs typeface="Tahoma"/>
              </a:rPr>
              <a:t>e</a:t>
            </a:r>
            <a:r>
              <a:rPr sz="2800" b="1" spc="-114" dirty="0">
                <a:solidFill>
                  <a:srgbClr val="FFFF00"/>
                </a:solidFill>
                <a:latin typeface="Tahoma"/>
                <a:cs typeface="Tahoma"/>
              </a:rPr>
              <a:t>n</a:t>
            </a:r>
            <a:r>
              <a:rPr sz="2800" b="1" spc="-20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2800" spc="14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800" spc="-40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800" spc="-16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8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-70" dirty="0">
                <a:solidFill>
                  <a:srgbClr val="FFFFFF"/>
                </a:solidFill>
                <a:latin typeface="Verdana"/>
                <a:cs typeface="Verdana"/>
              </a:rPr>
              <a:t>un</a:t>
            </a:r>
            <a:r>
              <a:rPr sz="2800" spc="14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8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330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800" spc="-70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2800" spc="24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800" spc="-215" dirty="0">
                <a:solidFill>
                  <a:srgbClr val="FFFFFF"/>
                </a:solidFill>
                <a:latin typeface="Verdana"/>
                <a:cs typeface="Verdana"/>
              </a:rPr>
              <a:t>î</a:t>
            </a:r>
            <a:r>
              <a:rPr sz="28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800" spc="14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80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14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800" spc="-7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800" spc="-21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800" spc="145" dirty="0">
                <a:solidFill>
                  <a:srgbClr val="FFFFFF"/>
                </a:solidFill>
                <a:latin typeface="Verdana"/>
                <a:cs typeface="Verdana"/>
              </a:rPr>
              <a:t>é</a:t>
            </a:r>
            <a:r>
              <a:rPr sz="2800" spc="-36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800" spc="-21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800" spc="14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8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800" spc="-7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800" spc="105" dirty="0">
                <a:solidFill>
                  <a:srgbClr val="FFFFFF"/>
                </a:solidFill>
                <a:latin typeface="Verdana"/>
                <a:cs typeface="Verdana"/>
              </a:rPr>
              <a:t>e  </a:t>
            </a:r>
            <a:r>
              <a:rPr sz="2800" spc="-20" dirty="0">
                <a:solidFill>
                  <a:srgbClr val="FFFFFF"/>
                </a:solidFill>
                <a:latin typeface="Verdana"/>
                <a:cs typeface="Verdana"/>
              </a:rPr>
              <a:t>fermée </a:t>
            </a:r>
            <a:r>
              <a:rPr sz="2800" spc="-95" dirty="0">
                <a:solidFill>
                  <a:srgbClr val="FFFFFF"/>
                </a:solidFill>
                <a:latin typeface="Verdana"/>
                <a:cs typeface="Verdana"/>
              </a:rPr>
              <a:t>(sommet </a:t>
            </a:r>
            <a:r>
              <a:rPr sz="2800" spc="165" dirty="0">
                <a:solidFill>
                  <a:srgbClr val="FFFFFF"/>
                </a:solidFill>
                <a:latin typeface="Verdana"/>
                <a:cs typeface="Verdana"/>
              </a:rPr>
              <a:t>de </a:t>
            </a:r>
            <a:r>
              <a:rPr sz="2800" spc="30" dirty="0">
                <a:solidFill>
                  <a:srgbClr val="FFFFFF"/>
                </a:solidFill>
                <a:latin typeface="Verdana"/>
                <a:cs typeface="Verdana"/>
              </a:rPr>
              <a:t>départ </a:t>
            </a:r>
            <a:r>
              <a:rPr sz="2800" spc="-5" dirty="0">
                <a:solidFill>
                  <a:srgbClr val="FFFFFF"/>
                </a:solidFill>
                <a:latin typeface="Verdana"/>
                <a:cs typeface="Verdana"/>
              </a:rPr>
              <a:t>et </a:t>
            </a:r>
            <a:r>
              <a:rPr sz="2800" spc="-20" dirty="0">
                <a:solidFill>
                  <a:srgbClr val="FFFFFF"/>
                </a:solidFill>
                <a:latin typeface="Verdana"/>
                <a:cs typeface="Verdana"/>
              </a:rPr>
              <a:t>le </a:t>
            </a:r>
            <a:r>
              <a:rPr sz="2800" spc="-80" dirty="0">
                <a:solidFill>
                  <a:srgbClr val="FFFFFF"/>
                </a:solidFill>
                <a:latin typeface="Verdana"/>
                <a:cs typeface="Verdana"/>
              </a:rPr>
              <a:t>sommet </a:t>
            </a:r>
            <a:r>
              <a:rPr sz="2800" spc="-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18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800" spc="220" dirty="0">
                <a:solidFill>
                  <a:srgbClr val="FFFFFF"/>
                </a:solidFill>
                <a:latin typeface="Verdana"/>
                <a:cs typeface="Verdana"/>
              </a:rPr>
              <a:t>’</a:t>
            </a:r>
            <a:r>
              <a:rPr sz="2800" spc="21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800" spc="-360" dirty="0">
                <a:solidFill>
                  <a:srgbClr val="FFFFFF"/>
                </a:solidFill>
                <a:latin typeface="Verdana"/>
                <a:cs typeface="Verdana"/>
              </a:rPr>
              <a:t>rr</a:t>
            </a:r>
            <a:r>
              <a:rPr sz="2800" spc="-18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800" spc="-125" dirty="0">
                <a:solidFill>
                  <a:srgbClr val="FFFFFF"/>
                </a:solidFill>
                <a:latin typeface="Verdana"/>
                <a:cs typeface="Verdana"/>
              </a:rPr>
              <a:t>v</a:t>
            </a:r>
            <a:r>
              <a:rPr sz="2800" spc="145" dirty="0">
                <a:solidFill>
                  <a:srgbClr val="FFFFFF"/>
                </a:solidFill>
                <a:latin typeface="Verdana"/>
                <a:cs typeface="Verdana"/>
              </a:rPr>
              <a:t>é</a:t>
            </a:r>
            <a:r>
              <a:rPr sz="2800" spc="-229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-37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800" spc="114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800" spc="-7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800" spc="-16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8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-21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800" spc="14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800" spc="-37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8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-10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800" spc="145" dirty="0">
                <a:solidFill>
                  <a:srgbClr val="FFFFFF"/>
                </a:solidFill>
                <a:latin typeface="Verdana"/>
                <a:cs typeface="Verdana"/>
              </a:rPr>
              <a:t>ê</a:t>
            </a:r>
            <a:r>
              <a:rPr sz="2800" spc="-10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800" spc="114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800" spc="-37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800" spc="-240" dirty="0">
                <a:solidFill>
                  <a:srgbClr val="FFFFFF"/>
                </a:solidFill>
                <a:latin typeface="Verdana"/>
                <a:cs typeface="Verdana"/>
              </a:rPr>
              <a:t>)</a:t>
            </a:r>
            <a:r>
              <a:rPr sz="2800" spc="-245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2800">
              <a:latin typeface="Verdana"/>
              <a:cs typeface="Verdana"/>
            </a:endParaRPr>
          </a:p>
          <a:p>
            <a:pPr marR="1095375" algn="r">
              <a:lnSpc>
                <a:spcPct val="100000"/>
              </a:lnSpc>
              <a:spcBef>
                <a:spcPts val="2005"/>
              </a:spcBef>
            </a:pPr>
            <a:r>
              <a:rPr sz="1800" b="1" spc="95" dirty="0">
                <a:solidFill>
                  <a:srgbClr val="000099"/>
                </a:solidFill>
                <a:latin typeface="Tahoma"/>
                <a:cs typeface="Tahoma"/>
              </a:rPr>
              <a:t>A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72668" y="3048000"/>
            <a:ext cx="9144000" cy="4160520"/>
            <a:chOff x="772668" y="3048000"/>
            <a:chExt cx="9144000" cy="4160520"/>
          </a:xfrm>
        </p:grpSpPr>
        <p:sp>
          <p:nvSpPr>
            <p:cNvPr id="6" name="object 6"/>
            <p:cNvSpPr/>
            <p:nvPr/>
          </p:nvSpPr>
          <p:spPr>
            <a:xfrm>
              <a:off x="7343660" y="3047999"/>
              <a:ext cx="528320" cy="731520"/>
            </a:xfrm>
            <a:custGeom>
              <a:avLst/>
              <a:gdLst/>
              <a:ahLst/>
              <a:cxnLst/>
              <a:rect l="l" t="t" r="r" b="b"/>
              <a:pathLst>
                <a:path w="528320" h="731520">
                  <a:moveTo>
                    <a:pt x="528281" y="731520"/>
                  </a:moveTo>
                  <a:lnTo>
                    <a:pt x="291566" y="12"/>
                  </a:lnTo>
                  <a:lnTo>
                    <a:pt x="264147" y="8394"/>
                  </a:lnTo>
                  <a:lnTo>
                    <a:pt x="236715" y="0"/>
                  </a:lnTo>
                  <a:lnTo>
                    <a:pt x="0" y="731520"/>
                  </a:lnTo>
                  <a:lnTo>
                    <a:pt x="60401" y="731520"/>
                  </a:lnTo>
                  <a:lnTo>
                    <a:pt x="264134" y="101574"/>
                  </a:lnTo>
                  <a:lnTo>
                    <a:pt x="467880" y="731520"/>
                  </a:lnTo>
                  <a:lnTo>
                    <a:pt x="528281" y="731520"/>
                  </a:lnTo>
                  <a:close/>
                </a:path>
              </a:pathLst>
            </a:custGeom>
            <a:solidFill>
              <a:srgbClr val="CC6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3779519"/>
              <a:ext cx="9143999" cy="34290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1812" y="3781043"/>
              <a:ext cx="5925311" cy="102412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6414515"/>
              <a:ext cx="8974835" cy="67665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707380" y="3779519"/>
              <a:ext cx="3861816" cy="2880359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9225805" y="3800378"/>
            <a:ext cx="1581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95" dirty="0">
                <a:solidFill>
                  <a:srgbClr val="000099"/>
                </a:solidFill>
                <a:latin typeface="Tahoma"/>
                <a:cs typeface="Tahoma"/>
              </a:rPr>
              <a:t>B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863038" y="6243311"/>
            <a:ext cx="2038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200" dirty="0">
                <a:solidFill>
                  <a:srgbClr val="000099"/>
                </a:solidFill>
                <a:latin typeface="Tahoma"/>
                <a:cs typeface="Tahoma"/>
              </a:rPr>
              <a:t>C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420118" y="6250901"/>
            <a:ext cx="1860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5" dirty="0">
                <a:solidFill>
                  <a:srgbClr val="000099"/>
                </a:solidFill>
                <a:latin typeface="Tahoma"/>
                <a:cs typeface="Tahoma"/>
              </a:rPr>
              <a:t>D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834891" y="3850607"/>
            <a:ext cx="1447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75" dirty="0">
                <a:solidFill>
                  <a:srgbClr val="000099"/>
                </a:solidFill>
                <a:latin typeface="Tahoma"/>
                <a:cs typeface="Tahoma"/>
              </a:rPr>
              <a:t>E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171485" y="4253000"/>
            <a:ext cx="37566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80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210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1800" spc="-100" dirty="0">
                <a:solidFill>
                  <a:srgbClr val="FFFFFF"/>
                </a:solidFill>
                <a:latin typeface="Verdana"/>
                <a:cs typeface="Verdana"/>
              </a:rPr>
              <a:t>y</a:t>
            </a:r>
            <a:r>
              <a:rPr sz="1800" spc="210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b="1" spc="9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800" b="1" spc="-25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r>
              <a:rPr sz="1800" b="1" spc="200" dirty="0">
                <a:solidFill>
                  <a:srgbClr val="FFFFFF"/>
                </a:solidFill>
                <a:latin typeface="Tahoma"/>
                <a:cs typeface="Tahoma"/>
              </a:rPr>
              <a:t>C</a:t>
            </a:r>
            <a:r>
              <a:rPr sz="1800" b="1" spc="-25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r>
              <a:rPr sz="1800" b="1" spc="-175" dirty="0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sz="1800" b="1" spc="-25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r>
              <a:rPr sz="1800" b="1" spc="-200" dirty="0">
                <a:solidFill>
                  <a:srgbClr val="FFFFFF"/>
                </a:solidFill>
                <a:latin typeface="Tahoma"/>
                <a:cs typeface="Tahoma"/>
              </a:rPr>
              <a:t>B</a:t>
            </a:r>
            <a:r>
              <a:rPr sz="1800" b="1" spc="-25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r>
              <a:rPr sz="1800" b="1" spc="-110" dirty="0">
                <a:solidFill>
                  <a:srgbClr val="FFFFFF"/>
                </a:solidFill>
                <a:latin typeface="Tahoma"/>
                <a:cs typeface="Tahoma"/>
              </a:rPr>
              <a:t>D</a:t>
            </a:r>
            <a:r>
              <a:rPr sz="1800" b="1" spc="-25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r>
              <a:rPr sz="1800" b="1" spc="9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800" b="1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254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1800" spc="-10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6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é</a:t>
            </a:r>
            <a:r>
              <a:rPr sz="1800" spc="-23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961875" y="3779520"/>
            <a:ext cx="3382010" cy="2378075"/>
          </a:xfrm>
          <a:custGeom>
            <a:avLst/>
            <a:gdLst/>
            <a:ahLst/>
            <a:cxnLst/>
            <a:rect l="l" t="t" r="r" b="b"/>
            <a:pathLst>
              <a:path w="3382009" h="2378075">
                <a:moveTo>
                  <a:pt x="3381768" y="477012"/>
                </a:moveTo>
                <a:lnTo>
                  <a:pt x="3365004" y="453402"/>
                </a:lnTo>
                <a:lnTo>
                  <a:pt x="3365004" y="426720"/>
                </a:lnTo>
                <a:lnTo>
                  <a:pt x="3272129" y="426681"/>
                </a:lnTo>
                <a:lnTo>
                  <a:pt x="3272129" y="483069"/>
                </a:lnTo>
                <a:lnTo>
                  <a:pt x="2289098" y="1171359"/>
                </a:lnTo>
                <a:lnTo>
                  <a:pt x="2239683" y="1018654"/>
                </a:lnTo>
                <a:lnTo>
                  <a:pt x="2239683" y="1205941"/>
                </a:lnTo>
                <a:lnTo>
                  <a:pt x="1662963" y="1609750"/>
                </a:lnTo>
                <a:lnTo>
                  <a:pt x="1613408" y="1573872"/>
                </a:lnTo>
                <a:lnTo>
                  <a:pt x="1613408" y="1644446"/>
                </a:lnTo>
                <a:lnTo>
                  <a:pt x="704507" y="2280818"/>
                </a:lnTo>
                <a:lnTo>
                  <a:pt x="1043660" y="1232192"/>
                </a:lnTo>
                <a:lnTo>
                  <a:pt x="1613408" y="1644446"/>
                </a:lnTo>
                <a:lnTo>
                  <a:pt x="1613408" y="1573872"/>
                </a:lnTo>
                <a:lnTo>
                  <a:pt x="1062240" y="1174750"/>
                </a:lnTo>
                <a:lnTo>
                  <a:pt x="1286230" y="482180"/>
                </a:lnTo>
                <a:lnTo>
                  <a:pt x="2005711" y="482498"/>
                </a:lnTo>
                <a:lnTo>
                  <a:pt x="2239683" y="1205941"/>
                </a:lnTo>
                <a:lnTo>
                  <a:pt x="2239683" y="1018654"/>
                </a:lnTo>
                <a:lnTo>
                  <a:pt x="2066201" y="482523"/>
                </a:lnTo>
                <a:lnTo>
                  <a:pt x="3272129" y="483069"/>
                </a:lnTo>
                <a:lnTo>
                  <a:pt x="3272129" y="426681"/>
                </a:lnTo>
                <a:lnTo>
                  <a:pt x="2047951" y="426123"/>
                </a:lnTo>
                <a:lnTo>
                  <a:pt x="1910067" y="0"/>
                </a:lnTo>
                <a:lnTo>
                  <a:pt x="1849666" y="0"/>
                </a:lnTo>
                <a:lnTo>
                  <a:pt x="1987473" y="426097"/>
                </a:lnTo>
                <a:lnTo>
                  <a:pt x="1304467" y="425792"/>
                </a:lnTo>
                <a:lnTo>
                  <a:pt x="1442186" y="0"/>
                </a:lnTo>
                <a:lnTo>
                  <a:pt x="1381785" y="0"/>
                </a:lnTo>
                <a:lnTo>
                  <a:pt x="1244015" y="425767"/>
                </a:lnTo>
                <a:lnTo>
                  <a:pt x="1225765" y="425767"/>
                </a:lnTo>
                <a:lnTo>
                  <a:pt x="1225765" y="482155"/>
                </a:lnTo>
                <a:lnTo>
                  <a:pt x="1013155" y="1139202"/>
                </a:lnTo>
                <a:lnTo>
                  <a:pt x="105130" y="481634"/>
                </a:lnTo>
                <a:lnTo>
                  <a:pt x="1225765" y="482155"/>
                </a:lnTo>
                <a:lnTo>
                  <a:pt x="1225765" y="425767"/>
                </a:lnTo>
                <a:lnTo>
                  <a:pt x="16764" y="425196"/>
                </a:lnTo>
                <a:lnTo>
                  <a:pt x="16764" y="453415"/>
                </a:lnTo>
                <a:lnTo>
                  <a:pt x="0" y="477012"/>
                </a:lnTo>
                <a:lnTo>
                  <a:pt x="994562" y="1196670"/>
                </a:lnTo>
                <a:lnTo>
                  <a:pt x="623328" y="2343924"/>
                </a:lnTo>
                <a:lnTo>
                  <a:pt x="649097" y="2352510"/>
                </a:lnTo>
                <a:lnTo>
                  <a:pt x="666000" y="2377452"/>
                </a:lnTo>
                <a:lnTo>
                  <a:pt x="1662607" y="1680044"/>
                </a:lnTo>
                <a:lnTo>
                  <a:pt x="2624340" y="2375916"/>
                </a:lnTo>
                <a:lnTo>
                  <a:pt x="2641104" y="2353056"/>
                </a:lnTo>
                <a:lnTo>
                  <a:pt x="2668536" y="2343912"/>
                </a:lnTo>
                <a:lnTo>
                  <a:pt x="2586634" y="2090826"/>
                </a:lnTo>
                <a:lnTo>
                  <a:pt x="2586634" y="2278621"/>
                </a:lnTo>
                <a:lnTo>
                  <a:pt x="1712150" y="1645373"/>
                </a:lnTo>
                <a:lnTo>
                  <a:pt x="2258225" y="1263243"/>
                </a:lnTo>
                <a:lnTo>
                  <a:pt x="2586634" y="2278621"/>
                </a:lnTo>
                <a:lnTo>
                  <a:pt x="2586634" y="2090826"/>
                </a:lnTo>
                <a:lnTo>
                  <a:pt x="2307640" y="1228661"/>
                </a:lnTo>
                <a:lnTo>
                  <a:pt x="3381768" y="477012"/>
                </a:lnTo>
                <a:close/>
              </a:path>
            </a:pathLst>
          </a:custGeom>
          <a:solidFill>
            <a:srgbClr val="CC66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8518618" y="6888581"/>
            <a:ext cx="193675" cy="212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105" dirty="0">
                <a:solidFill>
                  <a:srgbClr val="FFFFFF"/>
                </a:solidFill>
                <a:latin typeface="Verdana"/>
                <a:cs typeface="Verdana"/>
              </a:rPr>
              <a:t>3</a:t>
            </a:r>
            <a:r>
              <a:rPr sz="1200" spc="-100" dirty="0">
                <a:solidFill>
                  <a:srgbClr val="FFFFFF"/>
                </a:solidFill>
                <a:latin typeface="Verdana"/>
                <a:cs typeface="Verdana"/>
              </a:rPr>
              <a:t>0</a:t>
            </a:r>
            <a:endParaRPr sz="1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52795" y="1326946"/>
            <a:ext cx="500888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solidFill>
                  <a:srgbClr val="FFFFFF"/>
                </a:solidFill>
                <a:latin typeface="Tahoma"/>
                <a:cs typeface="Tahoma"/>
              </a:rPr>
              <a:t>Application</a:t>
            </a:r>
            <a:r>
              <a:rPr sz="2000" b="1" spc="-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45" dirty="0">
                <a:solidFill>
                  <a:srgbClr val="FFFFFF"/>
                </a:solidFill>
                <a:latin typeface="Tahoma"/>
                <a:cs typeface="Tahoma"/>
              </a:rPr>
              <a:t>pratique</a:t>
            </a:r>
            <a:r>
              <a:rPr sz="2000" b="1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25" dirty="0">
                <a:solidFill>
                  <a:srgbClr val="FFFFFF"/>
                </a:solidFill>
                <a:latin typeface="Tahoma"/>
                <a:cs typeface="Tahoma"/>
              </a:rPr>
              <a:t>d’un</a:t>
            </a:r>
            <a:r>
              <a:rPr sz="2000" b="1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80" dirty="0">
                <a:solidFill>
                  <a:srgbClr val="FFFFFF"/>
                </a:solidFill>
                <a:latin typeface="Tahoma"/>
                <a:cs typeface="Tahoma"/>
              </a:rPr>
              <a:t>cycle</a:t>
            </a:r>
            <a:r>
              <a:rPr sz="2000" b="1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50" dirty="0">
                <a:solidFill>
                  <a:srgbClr val="FFFFFF"/>
                </a:solidFill>
                <a:latin typeface="Tahoma"/>
                <a:cs typeface="Tahoma"/>
              </a:rPr>
              <a:t>eulérien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72668" y="1880616"/>
            <a:ext cx="9144000" cy="5328285"/>
            <a:chOff x="772668" y="1880616"/>
            <a:chExt cx="9144000" cy="532828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69236" y="1880616"/>
              <a:ext cx="5247131" cy="189890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69664" y="1880616"/>
              <a:ext cx="428243" cy="6050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16423" y="2360675"/>
              <a:ext cx="428243" cy="60502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16851" y="3084575"/>
              <a:ext cx="428243" cy="60502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07380" y="2875788"/>
              <a:ext cx="428243" cy="60502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02124" y="3236975"/>
              <a:ext cx="428243" cy="54254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54324" y="3418332"/>
              <a:ext cx="428243" cy="36118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64408" y="2513075"/>
              <a:ext cx="428243" cy="60655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72668" y="3779519"/>
              <a:ext cx="9143999" cy="342900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3781043"/>
              <a:ext cx="5925311" cy="1024127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269236" y="3779519"/>
              <a:ext cx="5247131" cy="2353055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92951" y="3898392"/>
              <a:ext cx="428243" cy="605027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17464" y="5047488"/>
              <a:ext cx="428243" cy="605027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83480" y="4351020"/>
              <a:ext cx="428243" cy="605027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802124" y="3779519"/>
              <a:ext cx="428243" cy="64008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39896" y="4985004"/>
              <a:ext cx="429767" cy="605027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69664" y="3808476"/>
              <a:ext cx="428243" cy="605027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354324" y="3779519"/>
              <a:ext cx="428243" cy="243840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1081482" y="641085"/>
            <a:ext cx="463867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204" dirty="0">
                <a:solidFill>
                  <a:srgbClr val="FF5697"/>
                </a:solidFill>
                <a:latin typeface="Tahoma"/>
                <a:cs typeface="Tahoma"/>
              </a:rPr>
              <a:t>G</a:t>
            </a:r>
            <a:r>
              <a:rPr sz="2200" b="1" spc="-330" dirty="0">
                <a:solidFill>
                  <a:srgbClr val="FF5697"/>
                </a:solidFill>
                <a:latin typeface="Tahoma"/>
                <a:cs typeface="Tahoma"/>
              </a:rPr>
              <a:t>R</a:t>
            </a:r>
            <a:r>
              <a:rPr sz="2200" b="1" spc="114" dirty="0">
                <a:solidFill>
                  <a:srgbClr val="FF5697"/>
                </a:solidFill>
                <a:latin typeface="Tahoma"/>
                <a:cs typeface="Tahoma"/>
              </a:rPr>
              <a:t>A</a:t>
            </a:r>
            <a:r>
              <a:rPr sz="2200" b="1" spc="-225" dirty="0">
                <a:solidFill>
                  <a:srgbClr val="FF5697"/>
                </a:solidFill>
                <a:latin typeface="Tahoma"/>
                <a:cs typeface="Tahoma"/>
              </a:rPr>
              <a:t>P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HE</a:t>
            </a:r>
            <a:r>
              <a:rPr sz="2200" b="1" spc="10" dirty="0">
                <a:solidFill>
                  <a:srgbClr val="FF5697"/>
                </a:solidFill>
                <a:latin typeface="Tahoma"/>
                <a:cs typeface="Tahoma"/>
              </a:rPr>
              <a:t> 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225" dirty="0">
                <a:solidFill>
                  <a:srgbClr val="FF5697"/>
                </a:solidFill>
                <a:latin typeface="Tahoma"/>
                <a:cs typeface="Tahoma"/>
              </a:rPr>
              <a:t>U</a:t>
            </a:r>
            <a:r>
              <a:rPr sz="2200" b="1" spc="-295" dirty="0">
                <a:solidFill>
                  <a:srgbClr val="FF5697"/>
                </a:solidFill>
                <a:latin typeface="Tahoma"/>
                <a:cs typeface="Tahoma"/>
              </a:rPr>
              <a:t>L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330" dirty="0">
                <a:solidFill>
                  <a:srgbClr val="FF5697"/>
                </a:solidFill>
                <a:latin typeface="Tahoma"/>
                <a:cs typeface="Tahoma"/>
              </a:rPr>
              <a:t>R</a:t>
            </a:r>
            <a:r>
              <a:rPr sz="2200" b="1" spc="-450" dirty="0">
                <a:solidFill>
                  <a:srgbClr val="FF5697"/>
                </a:solidFill>
                <a:latin typeface="Tahoma"/>
                <a:cs typeface="Tahoma"/>
              </a:rPr>
              <a:t>I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75" dirty="0">
                <a:solidFill>
                  <a:srgbClr val="FF5697"/>
                </a:solidFill>
                <a:latin typeface="Tahoma"/>
                <a:cs typeface="Tahoma"/>
              </a:rPr>
              <a:t>N</a:t>
            </a:r>
            <a:r>
              <a:rPr sz="2200" b="1" spc="-10" dirty="0">
                <a:solidFill>
                  <a:srgbClr val="FF5697"/>
                </a:solidFill>
                <a:latin typeface="Tahoma"/>
                <a:cs typeface="Tahoma"/>
              </a:rPr>
              <a:t> 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425" dirty="0">
                <a:solidFill>
                  <a:srgbClr val="FF5697"/>
                </a:solidFill>
                <a:latin typeface="Tahoma"/>
                <a:cs typeface="Tahoma"/>
              </a:rPr>
              <a:t>T</a:t>
            </a:r>
            <a:r>
              <a:rPr sz="2200" b="1" spc="-30" dirty="0">
                <a:solidFill>
                  <a:srgbClr val="FF5697"/>
                </a:solidFill>
                <a:latin typeface="Tahoma"/>
                <a:cs typeface="Tahoma"/>
              </a:rPr>
              <a:t> </a:t>
            </a:r>
            <a:r>
              <a:rPr sz="2200" b="1" spc="-195" dirty="0">
                <a:solidFill>
                  <a:srgbClr val="FF5697"/>
                </a:solidFill>
                <a:latin typeface="Tahoma"/>
                <a:cs typeface="Tahoma"/>
              </a:rPr>
              <a:t>H</a:t>
            </a:r>
            <a:r>
              <a:rPr sz="2200" b="1" spc="114" dirty="0">
                <a:solidFill>
                  <a:srgbClr val="FF5697"/>
                </a:solidFill>
                <a:latin typeface="Tahoma"/>
                <a:cs typeface="Tahoma"/>
              </a:rPr>
              <a:t>A</a:t>
            </a:r>
            <a:r>
              <a:rPr sz="2200" b="1" spc="10" dirty="0">
                <a:solidFill>
                  <a:srgbClr val="FF5697"/>
                </a:solidFill>
                <a:latin typeface="Tahoma"/>
                <a:cs typeface="Tahoma"/>
              </a:rPr>
              <a:t>M</a:t>
            </a:r>
            <a:r>
              <a:rPr sz="2200" b="1" spc="-450" dirty="0">
                <a:solidFill>
                  <a:srgbClr val="FF5697"/>
                </a:solidFill>
                <a:latin typeface="Tahoma"/>
                <a:cs typeface="Tahoma"/>
              </a:rPr>
              <a:t>I</a:t>
            </a:r>
            <a:r>
              <a:rPr sz="2200" b="1" spc="-295" dirty="0">
                <a:solidFill>
                  <a:srgbClr val="FF5697"/>
                </a:solidFill>
                <a:latin typeface="Tahoma"/>
                <a:cs typeface="Tahoma"/>
              </a:rPr>
              <a:t>L</a:t>
            </a:r>
            <a:r>
              <a:rPr sz="2200" b="1" spc="-425" dirty="0">
                <a:solidFill>
                  <a:srgbClr val="FF5697"/>
                </a:solidFill>
                <a:latin typeface="Tahoma"/>
                <a:cs typeface="Tahoma"/>
              </a:rPr>
              <a:t>T</a:t>
            </a:r>
            <a:r>
              <a:rPr sz="2200" b="1" spc="150" dirty="0">
                <a:solidFill>
                  <a:srgbClr val="FF5697"/>
                </a:solidFill>
                <a:latin typeface="Tahoma"/>
                <a:cs typeface="Tahoma"/>
              </a:rPr>
              <a:t>O</a:t>
            </a:r>
            <a:r>
              <a:rPr sz="2200" b="1" spc="-75" dirty="0">
                <a:solidFill>
                  <a:srgbClr val="FF5697"/>
                </a:solidFill>
                <a:latin typeface="Tahoma"/>
                <a:cs typeface="Tahoma"/>
              </a:rPr>
              <a:t>N</a:t>
            </a:r>
            <a:r>
              <a:rPr sz="2200" b="1" spc="-450" dirty="0">
                <a:solidFill>
                  <a:srgbClr val="FF5697"/>
                </a:solidFill>
                <a:latin typeface="Tahoma"/>
                <a:cs typeface="Tahoma"/>
              </a:rPr>
              <a:t>I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75" dirty="0">
                <a:solidFill>
                  <a:srgbClr val="FF5697"/>
                </a:solidFill>
                <a:latin typeface="Tahoma"/>
                <a:cs typeface="Tahoma"/>
              </a:rPr>
              <a:t>N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518618" y="6888581"/>
            <a:ext cx="193675" cy="212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105" dirty="0">
                <a:solidFill>
                  <a:srgbClr val="FFFFFF"/>
                </a:solidFill>
                <a:latin typeface="Verdana"/>
                <a:cs typeface="Verdana"/>
              </a:rPr>
              <a:t>3</a:t>
            </a:r>
            <a:r>
              <a:rPr sz="1200" spc="-100" dirty="0">
                <a:solidFill>
                  <a:srgbClr val="FFFFFF"/>
                </a:solidFill>
                <a:latin typeface="Verdana"/>
                <a:cs typeface="Verdana"/>
              </a:rPr>
              <a:t>1</a:t>
            </a:r>
            <a:endParaRPr sz="1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52795" y="1326946"/>
            <a:ext cx="500888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solidFill>
                  <a:srgbClr val="FFFFFF"/>
                </a:solidFill>
                <a:latin typeface="Tahoma"/>
                <a:cs typeface="Tahoma"/>
              </a:rPr>
              <a:t>Application</a:t>
            </a:r>
            <a:r>
              <a:rPr sz="2000" b="1" spc="-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45" dirty="0">
                <a:solidFill>
                  <a:srgbClr val="FFFFFF"/>
                </a:solidFill>
                <a:latin typeface="Tahoma"/>
                <a:cs typeface="Tahoma"/>
              </a:rPr>
              <a:t>pratique</a:t>
            </a:r>
            <a:r>
              <a:rPr sz="2000" b="1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25" dirty="0">
                <a:solidFill>
                  <a:srgbClr val="FFFFFF"/>
                </a:solidFill>
                <a:latin typeface="Tahoma"/>
                <a:cs typeface="Tahoma"/>
              </a:rPr>
              <a:t>d’un</a:t>
            </a:r>
            <a:r>
              <a:rPr sz="2000" b="1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80" dirty="0">
                <a:solidFill>
                  <a:srgbClr val="FFFFFF"/>
                </a:solidFill>
                <a:latin typeface="Tahoma"/>
                <a:cs typeface="Tahoma"/>
              </a:rPr>
              <a:t>cycle</a:t>
            </a:r>
            <a:r>
              <a:rPr sz="2000" b="1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50" dirty="0">
                <a:solidFill>
                  <a:srgbClr val="FFFFFF"/>
                </a:solidFill>
                <a:latin typeface="Tahoma"/>
                <a:cs typeface="Tahoma"/>
              </a:rPr>
              <a:t>eulérien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72668" y="1880616"/>
            <a:ext cx="9144000" cy="5328285"/>
            <a:chOff x="772668" y="1880616"/>
            <a:chExt cx="9144000" cy="532828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69236" y="1880616"/>
              <a:ext cx="5247131" cy="189890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69664" y="1880616"/>
              <a:ext cx="428243" cy="6050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16423" y="2360675"/>
              <a:ext cx="428243" cy="60502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16851" y="3084575"/>
              <a:ext cx="428243" cy="60502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07380" y="2875788"/>
              <a:ext cx="428243" cy="60502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02124" y="3236975"/>
              <a:ext cx="428243" cy="54254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54324" y="3418332"/>
              <a:ext cx="428243" cy="36118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64408" y="2513075"/>
              <a:ext cx="428243" cy="60655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449068" y="2071116"/>
              <a:ext cx="544067" cy="44195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72668" y="3779519"/>
              <a:ext cx="9143999" cy="34290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3781043"/>
              <a:ext cx="5925311" cy="102412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269236" y="3779519"/>
              <a:ext cx="5247131" cy="2353055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92951" y="3898392"/>
              <a:ext cx="428243" cy="605027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17464" y="5047488"/>
              <a:ext cx="428243" cy="605027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83480" y="4351020"/>
              <a:ext cx="428243" cy="605027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802124" y="3779519"/>
              <a:ext cx="428243" cy="64008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39896" y="4985004"/>
              <a:ext cx="429767" cy="605027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69664" y="3808476"/>
              <a:ext cx="428243" cy="605027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354324" y="3779519"/>
              <a:ext cx="428243" cy="243840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1081482" y="641085"/>
            <a:ext cx="463867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204" dirty="0">
                <a:solidFill>
                  <a:srgbClr val="FF5697"/>
                </a:solidFill>
                <a:latin typeface="Tahoma"/>
                <a:cs typeface="Tahoma"/>
              </a:rPr>
              <a:t>G</a:t>
            </a:r>
            <a:r>
              <a:rPr sz="2200" b="1" spc="-330" dirty="0">
                <a:solidFill>
                  <a:srgbClr val="FF5697"/>
                </a:solidFill>
                <a:latin typeface="Tahoma"/>
                <a:cs typeface="Tahoma"/>
              </a:rPr>
              <a:t>R</a:t>
            </a:r>
            <a:r>
              <a:rPr sz="2200" b="1" spc="114" dirty="0">
                <a:solidFill>
                  <a:srgbClr val="FF5697"/>
                </a:solidFill>
                <a:latin typeface="Tahoma"/>
                <a:cs typeface="Tahoma"/>
              </a:rPr>
              <a:t>A</a:t>
            </a:r>
            <a:r>
              <a:rPr sz="2200" b="1" spc="-225" dirty="0">
                <a:solidFill>
                  <a:srgbClr val="FF5697"/>
                </a:solidFill>
                <a:latin typeface="Tahoma"/>
                <a:cs typeface="Tahoma"/>
              </a:rPr>
              <a:t>P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HE</a:t>
            </a:r>
            <a:r>
              <a:rPr sz="2200" b="1" spc="10" dirty="0">
                <a:solidFill>
                  <a:srgbClr val="FF5697"/>
                </a:solidFill>
                <a:latin typeface="Tahoma"/>
                <a:cs typeface="Tahoma"/>
              </a:rPr>
              <a:t> 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225" dirty="0">
                <a:solidFill>
                  <a:srgbClr val="FF5697"/>
                </a:solidFill>
                <a:latin typeface="Tahoma"/>
                <a:cs typeface="Tahoma"/>
              </a:rPr>
              <a:t>U</a:t>
            </a:r>
            <a:r>
              <a:rPr sz="2200" b="1" spc="-295" dirty="0">
                <a:solidFill>
                  <a:srgbClr val="FF5697"/>
                </a:solidFill>
                <a:latin typeface="Tahoma"/>
                <a:cs typeface="Tahoma"/>
              </a:rPr>
              <a:t>L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330" dirty="0">
                <a:solidFill>
                  <a:srgbClr val="FF5697"/>
                </a:solidFill>
                <a:latin typeface="Tahoma"/>
                <a:cs typeface="Tahoma"/>
              </a:rPr>
              <a:t>R</a:t>
            </a:r>
            <a:r>
              <a:rPr sz="2200" b="1" spc="-450" dirty="0">
                <a:solidFill>
                  <a:srgbClr val="FF5697"/>
                </a:solidFill>
                <a:latin typeface="Tahoma"/>
                <a:cs typeface="Tahoma"/>
              </a:rPr>
              <a:t>I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75" dirty="0">
                <a:solidFill>
                  <a:srgbClr val="FF5697"/>
                </a:solidFill>
                <a:latin typeface="Tahoma"/>
                <a:cs typeface="Tahoma"/>
              </a:rPr>
              <a:t>N</a:t>
            </a:r>
            <a:r>
              <a:rPr sz="2200" b="1" spc="-10" dirty="0">
                <a:solidFill>
                  <a:srgbClr val="FF5697"/>
                </a:solidFill>
                <a:latin typeface="Tahoma"/>
                <a:cs typeface="Tahoma"/>
              </a:rPr>
              <a:t> 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425" dirty="0">
                <a:solidFill>
                  <a:srgbClr val="FF5697"/>
                </a:solidFill>
                <a:latin typeface="Tahoma"/>
                <a:cs typeface="Tahoma"/>
              </a:rPr>
              <a:t>T</a:t>
            </a:r>
            <a:r>
              <a:rPr sz="2200" b="1" spc="-30" dirty="0">
                <a:solidFill>
                  <a:srgbClr val="FF5697"/>
                </a:solidFill>
                <a:latin typeface="Tahoma"/>
                <a:cs typeface="Tahoma"/>
              </a:rPr>
              <a:t> </a:t>
            </a:r>
            <a:r>
              <a:rPr sz="2200" b="1" spc="-195" dirty="0">
                <a:solidFill>
                  <a:srgbClr val="FF5697"/>
                </a:solidFill>
                <a:latin typeface="Tahoma"/>
                <a:cs typeface="Tahoma"/>
              </a:rPr>
              <a:t>H</a:t>
            </a:r>
            <a:r>
              <a:rPr sz="2200" b="1" spc="114" dirty="0">
                <a:solidFill>
                  <a:srgbClr val="FF5697"/>
                </a:solidFill>
                <a:latin typeface="Tahoma"/>
                <a:cs typeface="Tahoma"/>
              </a:rPr>
              <a:t>A</a:t>
            </a:r>
            <a:r>
              <a:rPr sz="2200" b="1" spc="10" dirty="0">
                <a:solidFill>
                  <a:srgbClr val="FF5697"/>
                </a:solidFill>
                <a:latin typeface="Tahoma"/>
                <a:cs typeface="Tahoma"/>
              </a:rPr>
              <a:t>M</a:t>
            </a:r>
            <a:r>
              <a:rPr sz="2200" b="1" spc="-450" dirty="0">
                <a:solidFill>
                  <a:srgbClr val="FF5697"/>
                </a:solidFill>
                <a:latin typeface="Tahoma"/>
                <a:cs typeface="Tahoma"/>
              </a:rPr>
              <a:t>I</a:t>
            </a:r>
            <a:r>
              <a:rPr sz="2200" b="1" spc="-295" dirty="0">
                <a:solidFill>
                  <a:srgbClr val="FF5697"/>
                </a:solidFill>
                <a:latin typeface="Tahoma"/>
                <a:cs typeface="Tahoma"/>
              </a:rPr>
              <a:t>L</a:t>
            </a:r>
            <a:r>
              <a:rPr sz="2200" b="1" spc="-425" dirty="0">
                <a:solidFill>
                  <a:srgbClr val="FF5697"/>
                </a:solidFill>
                <a:latin typeface="Tahoma"/>
                <a:cs typeface="Tahoma"/>
              </a:rPr>
              <a:t>T</a:t>
            </a:r>
            <a:r>
              <a:rPr sz="2200" b="1" spc="150" dirty="0">
                <a:solidFill>
                  <a:srgbClr val="FF5697"/>
                </a:solidFill>
                <a:latin typeface="Tahoma"/>
                <a:cs typeface="Tahoma"/>
              </a:rPr>
              <a:t>O</a:t>
            </a:r>
            <a:r>
              <a:rPr sz="2200" b="1" spc="-75" dirty="0">
                <a:solidFill>
                  <a:srgbClr val="FF5697"/>
                </a:solidFill>
                <a:latin typeface="Tahoma"/>
                <a:cs typeface="Tahoma"/>
              </a:rPr>
              <a:t>N</a:t>
            </a:r>
            <a:r>
              <a:rPr sz="2200" b="1" spc="-450" dirty="0">
                <a:solidFill>
                  <a:srgbClr val="FF5697"/>
                </a:solidFill>
                <a:latin typeface="Tahoma"/>
                <a:cs typeface="Tahoma"/>
              </a:rPr>
              <a:t>I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75" dirty="0">
                <a:solidFill>
                  <a:srgbClr val="FF5697"/>
                </a:solidFill>
                <a:latin typeface="Tahoma"/>
                <a:cs typeface="Tahoma"/>
              </a:rPr>
              <a:t>N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518618" y="6888581"/>
            <a:ext cx="193675" cy="212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105" dirty="0">
                <a:solidFill>
                  <a:srgbClr val="FFFFFF"/>
                </a:solidFill>
                <a:latin typeface="Verdana"/>
                <a:cs typeface="Verdana"/>
              </a:rPr>
              <a:t>3</a:t>
            </a:r>
            <a:r>
              <a:rPr sz="1200" spc="-100" dirty="0">
                <a:solidFill>
                  <a:srgbClr val="FFFFFF"/>
                </a:solidFill>
                <a:latin typeface="Verdana"/>
                <a:cs typeface="Verdana"/>
              </a:rPr>
              <a:t>1</a:t>
            </a:r>
            <a:endParaRPr sz="1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52795" y="1326946"/>
            <a:ext cx="500888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solidFill>
                  <a:srgbClr val="FFFFFF"/>
                </a:solidFill>
                <a:latin typeface="Tahoma"/>
                <a:cs typeface="Tahoma"/>
              </a:rPr>
              <a:t>Application</a:t>
            </a:r>
            <a:r>
              <a:rPr sz="2000" b="1" spc="-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45" dirty="0">
                <a:solidFill>
                  <a:srgbClr val="FFFFFF"/>
                </a:solidFill>
                <a:latin typeface="Tahoma"/>
                <a:cs typeface="Tahoma"/>
              </a:rPr>
              <a:t>pratique</a:t>
            </a:r>
            <a:r>
              <a:rPr sz="2000" b="1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25" dirty="0">
                <a:solidFill>
                  <a:srgbClr val="FFFFFF"/>
                </a:solidFill>
                <a:latin typeface="Tahoma"/>
                <a:cs typeface="Tahoma"/>
              </a:rPr>
              <a:t>d’un</a:t>
            </a:r>
            <a:r>
              <a:rPr sz="2000" b="1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80" dirty="0">
                <a:solidFill>
                  <a:srgbClr val="FFFFFF"/>
                </a:solidFill>
                <a:latin typeface="Tahoma"/>
                <a:cs typeface="Tahoma"/>
              </a:rPr>
              <a:t>cycle</a:t>
            </a:r>
            <a:r>
              <a:rPr sz="2000" b="1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50" dirty="0">
                <a:solidFill>
                  <a:srgbClr val="FFFFFF"/>
                </a:solidFill>
                <a:latin typeface="Tahoma"/>
                <a:cs typeface="Tahoma"/>
              </a:rPr>
              <a:t>eulérien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72668" y="1880616"/>
            <a:ext cx="9144000" cy="5328285"/>
            <a:chOff x="772668" y="1880616"/>
            <a:chExt cx="9144000" cy="532828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69236" y="1880616"/>
              <a:ext cx="5247131" cy="189890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16423" y="2360675"/>
              <a:ext cx="428243" cy="6050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16851" y="3084575"/>
              <a:ext cx="428243" cy="60502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07380" y="2875788"/>
              <a:ext cx="428243" cy="60502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02124" y="3236975"/>
              <a:ext cx="428243" cy="54254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54324" y="3418332"/>
              <a:ext cx="428243" cy="36118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64408" y="2513075"/>
              <a:ext cx="428243" cy="60655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907023" y="1938528"/>
              <a:ext cx="690372" cy="69341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72668" y="3779519"/>
              <a:ext cx="9143999" cy="342900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3781043"/>
              <a:ext cx="5925311" cy="1024127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269236" y="3779519"/>
              <a:ext cx="5247131" cy="2353055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92951" y="3898392"/>
              <a:ext cx="428243" cy="605027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17464" y="5047488"/>
              <a:ext cx="428243" cy="605027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83480" y="4351020"/>
              <a:ext cx="428243" cy="605027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802124" y="3779519"/>
              <a:ext cx="428243" cy="64008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39896" y="4985004"/>
              <a:ext cx="429767" cy="605027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69664" y="3808476"/>
              <a:ext cx="428243" cy="605027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354324" y="3779519"/>
              <a:ext cx="428243" cy="243840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1081482" y="641085"/>
            <a:ext cx="463867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204" dirty="0">
                <a:solidFill>
                  <a:srgbClr val="FF5697"/>
                </a:solidFill>
                <a:latin typeface="Tahoma"/>
                <a:cs typeface="Tahoma"/>
              </a:rPr>
              <a:t>G</a:t>
            </a:r>
            <a:r>
              <a:rPr sz="2200" b="1" spc="-330" dirty="0">
                <a:solidFill>
                  <a:srgbClr val="FF5697"/>
                </a:solidFill>
                <a:latin typeface="Tahoma"/>
                <a:cs typeface="Tahoma"/>
              </a:rPr>
              <a:t>R</a:t>
            </a:r>
            <a:r>
              <a:rPr sz="2200" b="1" spc="114" dirty="0">
                <a:solidFill>
                  <a:srgbClr val="FF5697"/>
                </a:solidFill>
                <a:latin typeface="Tahoma"/>
                <a:cs typeface="Tahoma"/>
              </a:rPr>
              <a:t>A</a:t>
            </a:r>
            <a:r>
              <a:rPr sz="2200" b="1" spc="-225" dirty="0">
                <a:solidFill>
                  <a:srgbClr val="FF5697"/>
                </a:solidFill>
                <a:latin typeface="Tahoma"/>
                <a:cs typeface="Tahoma"/>
              </a:rPr>
              <a:t>P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HE</a:t>
            </a:r>
            <a:r>
              <a:rPr sz="2200" b="1" spc="10" dirty="0">
                <a:solidFill>
                  <a:srgbClr val="FF5697"/>
                </a:solidFill>
                <a:latin typeface="Tahoma"/>
                <a:cs typeface="Tahoma"/>
              </a:rPr>
              <a:t> 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225" dirty="0">
                <a:solidFill>
                  <a:srgbClr val="FF5697"/>
                </a:solidFill>
                <a:latin typeface="Tahoma"/>
                <a:cs typeface="Tahoma"/>
              </a:rPr>
              <a:t>U</a:t>
            </a:r>
            <a:r>
              <a:rPr sz="2200" b="1" spc="-295" dirty="0">
                <a:solidFill>
                  <a:srgbClr val="FF5697"/>
                </a:solidFill>
                <a:latin typeface="Tahoma"/>
                <a:cs typeface="Tahoma"/>
              </a:rPr>
              <a:t>L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330" dirty="0">
                <a:solidFill>
                  <a:srgbClr val="FF5697"/>
                </a:solidFill>
                <a:latin typeface="Tahoma"/>
                <a:cs typeface="Tahoma"/>
              </a:rPr>
              <a:t>R</a:t>
            </a:r>
            <a:r>
              <a:rPr sz="2200" b="1" spc="-450" dirty="0">
                <a:solidFill>
                  <a:srgbClr val="FF5697"/>
                </a:solidFill>
                <a:latin typeface="Tahoma"/>
                <a:cs typeface="Tahoma"/>
              </a:rPr>
              <a:t>I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75" dirty="0">
                <a:solidFill>
                  <a:srgbClr val="FF5697"/>
                </a:solidFill>
                <a:latin typeface="Tahoma"/>
                <a:cs typeface="Tahoma"/>
              </a:rPr>
              <a:t>N</a:t>
            </a:r>
            <a:r>
              <a:rPr sz="2200" b="1" spc="-10" dirty="0">
                <a:solidFill>
                  <a:srgbClr val="FF5697"/>
                </a:solidFill>
                <a:latin typeface="Tahoma"/>
                <a:cs typeface="Tahoma"/>
              </a:rPr>
              <a:t> 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425" dirty="0">
                <a:solidFill>
                  <a:srgbClr val="FF5697"/>
                </a:solidFill>
                <a:latin typeface="Tahoma"/>
                <a:cs typeface="Tahoma"/>
              </a:rPr>
              <a:t>T</a:t>
            </a:r>
            <a:r>
              <a:rPr sz="2200" b="1" spc="-30" dirty="0">
                <a:solidFill>
                  <a:srgbClr val="FF5697"/>
                </a:solidFill>
                <a:latin typeface="Tahoma"/>
                <a:cs typeface="Tahoma"/>
              </a:rPr>
              <a:t> </a:t>
            </a:r>
            <a:r>
              <a:rPr sz="2200" b="1" spc="-195" dirty="0">
                <a:solidFill>
                  <a:srgbClr val="FF5697"/>
                </a:solidFill>
                <a:latin typeface="Tahoma"/>
                <a:cs typeface="Tahoma"/>
              </a:rPr>
              <a:t>H</a:t>
            </a:r>
            <a:r>
              <a:rPr sz="2200" b="1" spc="114" dirty="0">
                <a:solidFill>
                  <a:srgbClr val="FF5697"/>
                </a:solidFill>
                <a:latin typeface="Tahoma"/>
                <a:cs typeface="Tahoma"/>
              </a:rPr>
              <a:t>A</a:t>
            </a:r>
            <a:r>
              <a:rPr sz="2200" b="1" spc="10" dirty="0">
                <a:solidFill>
                  <a:srgbClr val="FF5697"/>
                </a:solidFill>
                <a:latin typeface="Tahoma"/>
                <a:cs typeface="Tahoma"/>
              </a:rPr>
              <a:t>M</a:t>
            </a:r>
            <a:r>
              <a:rPr sz="2200" b="1" spc="-450" dirty="0">
                <a:solidFill>
                  <a:srgbClr val="FF5697"/>
                </a:solidFill>
                <a:latin typeface="Tahoma"/>
                <a:cs typeface="Tahoma"/>
              </a:rPr>
              <a:t>I</a:t>
            </a:r>
            <a:r>
              <a:rPr sz="2200" b="1" spc="-295" dirty="0">
                <a:solidFill>
                  <a:srgbClr val="FF5697"/>
                </a:solidFill>
                <a:latin typeface="Tahoma"/>
                <a:cs typeface="Tahoma"/>
              </a:rPr>
              <a:t>L</a:t>
            </a:r>
            <a:r>
              <a:rPr sz="2200" b="1" spc="-425" dirty="0">
                <a:solidFill>
                  <a:srgbClr val="FF5697"/>
                </a:solidFill>
                <a:latin typeface="Tahoma"/>
                <a:cs typeface="Tahoma"/>
              </a:rPr>
              <a:t>T</a:t>
            </a:r>
            <a:r>
              <a:rPr sz="2200" b="1" spc="150" dirty="0">
                <a:solidFill>
                  <a:srgbClr val="FF5697"/>
                </a:solidFill>
                <a:latin typeface="Tahoma"/>
                <a:cs typeface="Tahoma"/>
              </a:rPr>
              <a:t>O</a:t>
            </a:r>
            <a:r>
              <a:rPr sz="2200" b="1" spc="-75" dirty="0">
                <a:solidFill>
                  <a:srgbClr val="FF5697"/>
                </a:solidFill>
                <a:latin typeface="Tahoma"/>
                <a:cs typeface="Tahoma"/>
              </a:rPr>
              <a:t>N</a:t>
            </a:r>
            <a:r>
              <a:rPr sz="2200" b="1" spc="-450" dirty="0">
                <a:solidFill>
                  <a:srgbClr val="FF5697"/>
                </a:solidFill>
                <a:latin typeface="Tahoma"/>
                <a:cs typeface="Tahoma"/>
              </a:rPr>
              <a:t>I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75" dirty="0">
                <a:solidFill>
                  <a:srgbClr val="FF5697"/>
                </a:solidFill>
                <a:latin typeface="Tahoma"/>
                <a:cs typeface="Tahoma"/>
              </a:rPr>
              <a:t>N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518618" y="6888581"/>
            <a:ext cx="193675" cy="212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105" dirty="0">
                <a:solidFill>
                  <a:srgbClr val="FFFFFF"/>
                </a:solidFill>
                <a:latin typeface="Verdana"/>
                <a:cs typeface="Verdana"/>
              </a:rPr>
              <a:t>3</a:t>
            </a:r>
            <a:r>
              <a:rPr sz="1200" spc="-100" dirty="0">
                <a:solidFill>
                  <a:srgbClr val="FFFFFF"/>
                </a:solidFill>
                <a:latin typeface="Verdana"/>
                <a:cs typeface="Verdana"/>
              </a:rPr>
              <a:t>1</a:t>
            </a:r>
            <a:endParaRPr sz="1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52795" y="1326946"/>
            <a:ext cx="500888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solidFill>
                  <a:srgbClr val="FFFFFF"/>
                </a:solidFill>
                <a:latin typeface="Tahoma"/>
                <a:cs typeface="Tahoma"/>
              </a:rPr>
              <a:t>Application</a:t>
            </a:r>
            <a:r>
              <a:rPr sz="2000" b="1" spc="-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45" dirty="0">
                <a:solidFill>
                  <a:srgbClr val="FFFFFF"/>
                </a:solidFill>
                <a:latin typeface="Tahoma"/>
                <a:cs typeface="Tahoma"/>
              </a:rPr>
              <a:t>pratique</a:t>
            </a:r>
            <a:r>
              <a:rPr sz="2000" b="1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25" dirty="0">
                <a:solidFill>
                  <a:srgbClr val="FFFFFF"/>
                </a:solidFill>
                <a:latin typeface="Tahoma"/>
                <a:cs typeface="Tahoma"/>
              </a:rPr>
              <a:t>d’un</a:t>
            </a:r>
            <a:r>
              <a:rPr sz="2000" b="1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80" dirty="0">
                <a:solidFill>
                  <a:srgbClr val="FFFFFF"/>
                </a:solidFill>
                <a:latin typeface="Tahoma"/>
                <a:cs typeface="Tahoma"/>
              </a:rPr>
              <a:t>cycle</a:t>
            </a:r>
            <a:r>
              <a:rPr sz="2000" b="1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50" dirty="0">
                <a:solidFill>
                  <a:srgbClr val="FFFFFF"/>
                </a:solidFill>
                <a:latin typeface="Tahoma"/>
                <a:cs typeface="Tahoma"/>
              </a:rPr>
              <a:t>eulérien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72668" y="1880616"/>
            <a:ext cx="9144000" cy="5328285"/>
            <a:chOff x="772668" y="1880616"/>
            <a:chExt cx="9144000" cy="532828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69236" y="1880616"/>
              <a:ext cx="5247131" cy="189890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16423" y="2360675"/>
              <a:ext cx="428243" cy="6050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07380" y="2875788"/>
              <a:ext cx="428243" cy="60502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02124" y="3236975"/>
              <a:ext cx="428243" cy="54254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54324" y="3418332"/>
              <a:ext cx="428243" cy="36118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64408" y="2513075"/>
              <a:ext cx="428243" cy="60655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72668" y="3779519"/>
              <a:ext cx="9143999" cy="34290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3781043"/>
              <a:ext cx="5925311" cy="102412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269236" y="3779519"/>
              <a:ext cx="5247131" cy="2353055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92951" y="3898392"/>
              <a:ext cx="428243" cy="605027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17464" y="5047488"/>
              <a:ext cx="428243" cy="605027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83480" y="4351020"/>
              <a:ext cx="428243" cy="605027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802124" y="3779519"/>
              <a:ext cx="428243" cy="64008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39896" y="4985004"/>
              <a:ext cx="429767" cy="605027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69664" y="3808476"/>
              <a:ext cx="428243" cy="605027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354324" y="3779519"/>
              <a:ext cx="428243" cy="24384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620255" y="4491228"/>
              <a:ext cx="694943" cy="647700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1081482" y="641085"/>
            <a:ext cx="463867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204" dirty="0">
                <a:solidFill>
                  <a:srgbClr val="FF5697"/>
                </a:solidFill>
                <a:latin typeface="Tahoma"/>
                <a:cs typeface="Tahoma"/>
              </a:rPr>
              <a:t>G</a:t>
            </a:r>
            <a:r>
              <a:rPr sz="2200" b="1" spc="-330" dirty="0">
                <a:solidFill>
                  <a:srgbClr val="FF5697"/>
                </a:solidFill>
                <a:latin typeface="Tahoma"/>
                <a:cs typeface="Tahoma"/>
              </a:rPr>
              <a:t>R</a:t>
            </a:r>
            <a:r>
              <a:rPr sz="2200" b="1" spc="114" dirty="0">
                <a:solidFill>
                  <a:srgbClr val="FF5697"/>
                </a:solidFill>
                <a:latin typeface="Tahoma"/>
                <a:cs typeface="Tahoma"/>
              </a:rPr>
              <a:t>A</a:t>
            </a:r>
            <a:r>
              <a:rPr sz="2200" b="1" spc="-225" dirty="0">
                <a:solidFill>
                  <a:srgbClr val="FF5697"/>
                </a:solidFill>
                <a:latin typeface="Tahoma"/>
                <a:cs typeface="Tahoma"/>
              </a:rPr>
              <a:t>P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HE</a:t>
            </a:r>
            <a:r>
              <a:rPr sz="2200" b="1" spc="10" dirty="0">
                <a:solidFill>
                  <a:srgbClr val="FF5697"/>
                </a:solidFill>
                <a:latin typeface="Tahoma"/>
                <a:cs typeface="Tahoma"/>
              </a:rPr>
              <a:t> 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225" dirty="0">
                <a:solidFill>
                  <a:srgbClr val="FF5697"/>
                </a:solidFill>
                <a:latin typeface="Tahoma"/>
                <a:cs typeface="Tahoma"/>
              </a:rPr>
              <a:t>U</a:t>
            </a:r>
            <a:r>
              <a:rPr sz="2200" b="1" spc="-295" dirty="0">
                <a:solidFill>
                  <a:srgbClr val="FF5697"/>
                </a:solidFill>
                <a:latin typeface="Tahoma"/>
                <a:cs typeface="Tahoma"/>
              </a:rPr>
              <a:t>L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330" dirty="0">
                <a:solidFill>
                  <a:srgbClr val="FF5697"/>
                </a:solidFill>
                <a:latin typeface="Tahoma"/>
                <a:cs typeface="Tahoma"/>
              </a:rPr>
              <a:t>R</a:t>
            </a:r>
            <a:r>
              <a:rPr sz="2200" b="1" spc="-450" dirty="0">
                <a:solidFill>
                  <a:srgbClr val="FF5697"/>
                </a:solidFill>
                <a:latin typeface="Tahoma"/>
                <a:cs typeface="Tahoma"/>
              </a:rPr>
              <a:t>I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75" dirty="0">
                <a:solidFill>
                  <a:srgbClr val="FF5697"/>
                </a:solidFill>
                <a:latin typeface="Tahoma"/>
                <a:cs typeface="Tahoma"/>
              </a:rPr>
              <a:t>N</a:t>
            </a:r>
            <a:r>
              <a:rPr sz="2200" b="1" spc="-10" dirty="0">
                <a:solidFill>
                  <a:srgbClr val="FF5697"/>
                </a:solidFill>
                <a:latin typeface="Tahoma"/>
                <a:cs typeface="Tahoma"/>
              </a:rPr>
              <a:t> 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425" dirty="0">
                <a:solidFill>
                  <a:srgbClr val="FF5697"/>
                </a:solidFill>
                <a:latin typeface="Tahoma"/>
                <a:cs typeface="Tahoma"/>
              </a:rPr>
              <a:t>T</a:t>
            </a:r>
            <a:r>
              <a:rPr sz="2200" b="1" spc="-30" dirty="0">
                <a:solidFill>
                  <a:srgbClr val="FF5697"/>
                </a:solidFill>
                <a:latin typeface="Tahoma"/>
                <a:cs typeface="Tahoma"/>
              </a:rPr>
              <a:t> </a:t>
            </a:r>
            <a:r>
              <a:rPr sz="2200" b="1" spc="-195" dirty="0">
                <a:solidFill>
                  <a:srgbClr val="FF5697"/>
                </a:solidFill>
                <a:latin typeface="Tahoma"/>
                <a:cs typeface="Tahoma"/>
              </a:rPr>
              <a:t>H</a:t>
            </a:r>
            <a:r>
              <a:rPr sz="2200" b="1" spc="114" dirty="0">
                <a:solidFill>
                  <a:srgbClr val="FF5697"/>
                </a:solidFill>
                <a:latin typeface="Tahoma"/>
                <a:cs typeface="Tahoma"/>
              </a:rPr>
              <a:t>A</a:t>
            </a:r>
            <a:r>
              <a:rPr sz="2200" b="1" spc="10" dirty="0">
                <a:solidFill>
                  <a:srgbClr val="FF5697"/>
                </a:solidFill>
                <a:latin typeface="Tahoma"/>
                <a:cs typeface="Tahoma"/>
              </a:rPr>
              <a:t>M</a:t>
            </a:r>
            <a:r>
              <a:rPr sz="2200" b="1" spc="-450" dirty="0">
                <a:solidFill>
                  <a:srgbClr val="FF5697"/>
                </a:solidFill>
                <a:latin typeface="Tahoma"/>
                <a:cs typeface="Tahoma"/>
              </a:rPr>
              <a:t>I</a:t>
            </a:r>
            <a:r>
              <a:rPr sz="2200" b="1" spc="-295" dirty="0">
                <a:solidFill>
                  <a:srgbClr val="FF5697"/>
                </a:solidFill>
                <a:latin typeface="Tahoma"/>
                <a:cs typeface="Tahoma"/>
              </a:rPr>
              <a:t>L</a:t>
            </a:r>
            <a:r>
              <a:rPr sz="2200" b="1" spc="-425" dirty="0">
                <a:solidFill>
                  <a:srgbClr val="FF5697"/>
                </a:solidFill>
                <a:latin typeface="Tahoma"/>
                <a:cs typeface="Tahoma"/>
              </a:rPr>
              <a:t>T</a:t>
            </a:r>
            <a:r>
              <a:rPr sz="2200" b="1" spc="150" dirty="0">
                <a:solidFill>
                  <a:srgbClr val="FF5697"/>
                </a:solidFill>
                <a:latin typeface="Tahoma"/>
                <a:cs typeface="Tahoma"/>
              </a:rPr>
              <a:t>O</a:t>
            </a:r>
            <a:r>
              <a:rPr sz="2200" b="1" spc="-75" dirty="0">
                <a:solidFill>
                  <a:srgbClr val="FF5697"/>
                </a:solidFill>
                <a:latin typeface="Tahoma"/>
                <a:cs typeface="Tahoma"/>
              </a:rPr>
              <a:t>N</a:t>
            </a:r>
            <a:r>
              <a:rPr sz="2200" b="1" spc="-450" dirty="0">
                <a:solidFill>
                  <a:srgbClr val="FF5697"/>
                </a:solidFill>
                <a:latin typeface="Tahoma"/>
                <a:cs typeface="Tahoma"/>
              </a:rPr>
              <a:t>I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75" dirty="0">
                <a:solidFill>
                  <a:srgbClr val="FF5697"/>
                </a:solidFill>
                <a:latin typeface="Tahoma"/>
                <a:cs typeface="Tahoma"/>
              </a:rPr>
              <a:t>N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518618" y="6888581"/>
            <a:ext cx="193675" cy="212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105" dirty="0">
                <a:solidFill>
                  <a:srgbClr val="FFFFFF"/>
                </a:solidFill>
                <a:latin typeface="Verdana"/>
                <a:cs typeface="Verdana"/>
              </a:rPr>
              <a:t>3</a:t>
            </a:r>
            <a:r>
              <a:rPr sz="1200" spc="-100" dirty="0">
                <a:solidFill>
                  <a:srgbClr val="FFFFFF"/>
                </a:solidFill>
                <a:latin typeface="Verdana"/>
                <a:cs typeface="Verdana"/>
              </a:rPr>
              <a:t>1</a:t>
            </a:r>
            <a:endParaRPr sz="1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52795" y="1326946"/>
            <a:ext cx="500888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solidFill>
                  <a:srgbClr val="FFFFFF"/>
                </a:solidFill>
                <a:latin typeface="Tahoma"/>
                <a:cs typeface="Tahoma"/>
              </a:rPr>
              <a:t>Application</a:t>
            </a:r>
            <a:r>
              <a:rPr sz="2000" b="1" spc="-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45" dirty="0">
                <a:solidFill>
                  <a:srgbClr val="FFFFFF"/>
                </a:solidFill>
                <a:latin typeface="Tahoma"/>
                <a:cs typeface="Tahoma"/>
              </a:rPr>
              <a:t>pratique</a:t>
            </a:r>
            <a:r>
              <a:rPr sz="2000" b="1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25" dirty="0">
                <a:solidFill>
                  <a:srgbClr val="FFFFFF"/>
                </a:solidFill>
                <a:latin typeface="Tahoma"/>
                <a:cs typeface="Tahoma"/>
              </a:rPr>
              <a:t>d’un</a:t>
            </a:r>
            <a:r>
              <a:rPr sz="2000" b="1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80" dirty="0">
                <a:solidFill>
                  <a:srgbClr val="FFFFFF"/>
                </a:solidFill>
                <a:latin typeface="Tahoma"/>
                <a:cs typeface="Tahoma"/>
              </a:rPr>
              <a:t>cycle</a:t>
            </a:r>
            <a:r>
              <a:rPr sz="2000" b="1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50" dirty="0">
                <a:solidFill>
                  <a:srgbClr val="FFFFFF"/>
                </a:solidFill>
                <a:latin typeface="Tahoma"/>
                <a:cs typeface="Tahoma"/>
              </a:rPr>
              <a:t>eulérien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72668" y="1880616"/>
            <a:ext cx="9144000" cy="5328285"/>
            <a:chOff x="772668" y="1880616"/>
            <a:chExt cx="9144000" cy="532828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69236" y="1880616"/>
              <a:ext cx="5247131" cy="189890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16423" y="2360675"/>
              <a:ext cx="428243" cy="6050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07380" y="2875788"/>
              <a:ext cx="428243" cy="60502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02124" y="3236975"/>
              <a:ext cx="428243" cy="54254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54324" y="3418332"/>
              <a:ext cx="428243" cy="36118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64408" y="2513075"/>
              <a:ext cx="428243" cy="60655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367528" y="3456432"/>
              <a:ext cx="534923" cy="32308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72668" y="3779519"/>
              <a:ext cx="9143999" cy="34290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3781043"/>
              <a:ext cx="5925311" cy="102412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269236" y="3779519"/>
              <a:ext cx="5247131" cy="235305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17464" y="5047488"/>
              <a:ext cx="428243" cy="605027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83480" y="4351020"/>
              <a:ext cx="428243" cy="605027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802124" y="3779519"/>
              <a:ext cx="428243" cy="64008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39896" y="4985004"/>
              <a:ext cx="429767" cy="605027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69664" y="3808476"/>
              <a:ext cx="428243" cy="605027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354324" y="3779519"/>
              <a:ext cx="428243" cy="24384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312664" y="3779519"/>
              <a:ext cx="536448" cy="329183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1081482" y="641085"/>
            <a:ext cx="463867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204" dirty="0">
                <a:solidFill>
                  <a:srgbClr val="FF5697"/>
                </a:solidFill>
                <a:latin typeface="Tahoma"/>
                <a:cs typeface="Tahoma"/>
              </a:rPr>
              <a:t>G</a:t>
            </a:r>
            <a:r>
              <a:rPr sz="2200" b="1" spc="-330" dirty="0">
                <a:solidFill>
                  <a:srgbClr val="FF5697"/>
                </a:solidFill>
                <a:latin typeface="Tahoma"/>
                <a:cs typeface="Tahoma"/>
              </a:rPr>
              <a:t>R</a:t>
            </a:r>
            <a:r>
              <a:rPr sz="2200" b="1" spc="114" dirty="0">
                <a:solidFill>
                  <a:srgbClr val="FF5697"/>
                </a:solidFill>
                <a:latin typeface="Tahoma"/>
                <a:cs typeface="Tahoma"/>
              </a:rPr>
              <a:t>A</a:t>
            </a:r>
            <a:r>
              <a:rPr sz="2200" b="1" spc="-225" dirty="0">
                <a:solidFill>
                  <a:srgbClr val="FF5697"/>
                </a:solidFill>
                <a:latin typeface="Tahoma"/>
                <a:cs typeface="Tahoma"/>
              </a:rPr>
              <a:t>P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HE</a:t>
            </a:r>
            <a:r>
              <a:rPr sz="2200" b="1" spc="10" dirty="0">
                <a:solidFill>
                  <a:srgbClr val="FF5697"/>
                </a:solidFill>
                <a:latin typeface="Tahoma"/>
                <a:cs typeface="Tahoma"/>
              </a:rPr>
              <a:t> 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225" dirty="0">
                <a:solidFill>
                  <a:srgbClr val="FF5697"/>
                </a:solidFill>
                <a:latin typeface="Tahoma"/>
                <a:cs typeface="Tahoma"/>
              </a:rPr>
              <a:t>U</a:t>
            </a:r>
            <a:r>
              <a:rPr sz="2200" b="1" spc="-295" dirty="0">
                <a:solidFill>
                  <a:srgbClr val="FF5697"/>
                </a:solidFill>
                <a:latin typeface="Tahoma"/>
                <a:cs typeface="Tahoma"/>
              </a:rPr>
              <a:t>L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330" dirty="0">
                <a:solidFill>
                  <a:srgbClr val="FF5697"/>
                </a:solidFill>
                <a:latin typeface="Tahoma"/>
                <a:cs typeface="Tahoma"/>
              </a:rPr>
              <a:t>R</a:t>
            </a:r>
            <a:r>
              <a:rPr sz="2200" b="1" spc="-450" dirty="0">
                <a:solidFill>
                  <a:srgbClr val="FF5697"/>
                </a:solidFill>
                <a:latin typeface="Tahoma"/>
                <a:cs typeface="Tahoma"/>
              </a:rPr>
              <a:t>I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75" dirty="0">
                <a:solidFill>
                  <a:srgbClr val="FF5697"/>
                </a:solidFill>
                <a:latin typeface="Tahoma"/>
                <a:cs typeface="Tahoma"/>
              </a:rPr>
              <a:t>N</a:t>
            </a:r>
            <a:r>
              <a:rPr sz="2200" b="1" spc="-10" dirty="0">
                <a:solidFill>
                  <a:srgbClr val="FF5697"/>
                </a:solidFill>
                <a:latin typeface="Tahoma"/>
                <a:cs typeface="Tahoma"/>
              </a:rPr>
              <a:t> 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425" dirty="0">
                <a:solidFill>
                  <a:srgbClr val="FF5697"/>
                </a:solidFill>
                <a:latin typeface="Tahoma"/>
                <a:cs typeface="Tahoma"/>
              </a:rPr>
              <a:t>T</a:t>
            </a:r>
            <a:r>
              <a:rPr sz="2200" b="1" spc="-30" dirty="0">
                <a:solidFill>
                  <a:srgbClr val="FF5697"/>
                </a:solidFill>
                <a:latin typeface="Tahoma"/>
                <a:cs typeface="Tahoma"/>
              </a:rPr>
              <a:t> </a:t>
            </a:r>
            <a:r>
              <a:rPr sz="2200" b="1" spc="-195" dirty="0">
                <a:solidFill>
                  <a:srgbClr val="FF5697"/>
                </a:solidFill>
                <a:latin typeface="Tahoma"/>
                <a:cs typeface="Tahoma"/>
              </a:rPr>
              <a:t>H</a:t>
            </a:r>
            <a:r>
              <a:rPr sz="2200" b="1" spc="114" dirty="0">
                <a:solidFill>
                  <a:srgbClr val="FF5697"/>
                </a:solidFill>
                <a:latin typeface="Tahoma"/>
                <a:cs typeface="Tahoma"/>
              </a:rPr>
              <a:t>A</a:t>
            </a:r>
            <a:r>
              <a:rPr sz="2200" b="1" spc="10" dirty="0">
                <a:solidFill>
                  <a:srgbClr val="FF5697"/>
                </a:solidFill>
                <a:latin typeface="Tahoma"/>
                <a:cs typeface="Tahoma"/>
              </a:rPr>
              <a:t>M</a:t>
            </a:r>
            <a:r>
              <a:rPr sz="2200" b="1" spc="-450" dirty="0">
                <a:solidFill>
                  <a:srgbClr val="FF5697"/>
                </a:solidFill>
                <a:latin typeface="Tahoma"/>
                <a:cs typeface="Tahoma"/>
              </a:rPr>
              <a:t>I</a:t>
            </a:r>
            <a:r>
              <a:rPr sz="2200" b="1" spc="-295" dirty="0">
                <a:solidFill>
                  <a:srgbClr val="FF5697"/>
                </a:solidFill>
                <a:latin typeface="Tahoma"/>
                <a:cs typeface="Tahoma"/>
              </a:rPr>
              <a:t>L</a:t>
            </a:r>
            <a:r>
              <a:rPr sz="2200" b="1" spc="-425" dirty="0">
                <a:solidFill>
                  <a:srgbClr val="FF5697"/>
                </a:solidFill>
                <a:latin typeface="Tahoma"/>
                <a:cs typeface="Tahoma"/>
              </a:rPr>
              <a:t>T</a:t>
            </a:r>
            <a:r>
              <a:rPr sz="2200" b="1" spc="150" dirty="0">
                <a:solidFill>
                  <a:srgbClr val="FF5697"/>
                </a:solidFill>
                <a:latin typeface="Tahoma"/>
                <a:cs typeface="Tahoma"/>
              </a:rPr>
              <a:t>O</a:t>
            </a:r>
            <a:r>
              <a:rPr sz="2200" b="1" spc="-75" dirty="0">
                <a:solidFill>
                  <a:srgbClr val="FF5697"/>
                </a:solidFill>
                <a:latin typeface="Tahoma"/>
                <a:cs typeface="Tahoma"/>
              </a:rPr>
              <a:t>N</a:t>
            </a:r>
            <a:r>
              <a:rPr sz="2200" b="1" spc="-450" dirty="0">
                <a:solidFill>
                  <a:srgbClr val="FF5697"/>
                </a:solidFill>
                <a:latin typeface="Tahoma"/>
                <a:cs typeface="Tahoma"/>
              </a:rPr>
              <a:t>I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75" dirty="0">
                <a:solidFill>
                  <a:srgbClr val="FF5697"/>
                </a:solidFill>
                <a:latin typeface="Tahoma"/>
                <a:cs typeface="Tahoma"/>
              </a:rPr>
              <a:t>N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518618" y="6888581"/>
            <a:ext cx="193675" cy="212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105" dirty="0">
                <a:solidFill>
                  <a:srgbClr val="FFFFFF"/>
                </a:solidFill>
                <a:latin typeface="Verdana"/>
                <a:cs typeface="Verdana"/>
              </a:rPr>
              <a:t>3</a:t>
            </a:r>
            <a:r>
              <a:rPr sz="1200" spc="-100" dirty="0">
                <a:solidFill>
                  <a:srgbClr val="FFFFFF"/>
                </a:solidFill>
                <a:latin typeface="Verdana"/>
                <a:cs typeface="Verdana"/>
              </a:rPr>
              <a:t>1</a:t>
            </a:r>
            <a:endParaRPr sz="1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52795" y="1326946"/>
            <a:ext cx="500888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solidFill>
                  <a:srgbClr val="FFFFFF"/>
                </a:solidFill>
                <a:latin typeface="Tahoma"/>
                <a:cs typeface="Tahoma"/>
              </a:rPr>
              <a:t>Application</a:t>
            </a:r>
            <a:r>
              <a:rPr sz="2000" b="1" spc="-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45" dirty="0">
                <a:solidFill>
                  <a:srgbClr val="FFFFFF"/>
                </a:solidFill>
                <a:latin typeface="Tahoma"/>
                <a:cs typeface="Tahoma"/>
              </a:rPr>
              <a:t>pratique</a:t>
            </a:r>
            <a:r>
              <a:rPr sz="2000" b="1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25" dirty="0">
                <a:solidFill>
                  <a:srgbClr val="FFFFFF"/>
                </a:solidFill>
                <a:latin typeface="Tahoma"/>
                <a:cs typeface="Tahoma"/>
              </a:rPr>
              <a:t>d’un</a:t>
            </a:r>
            <a:r>
              <a:rPr sz="2000" b="1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80" dirty="0">
                <a:solidFill>
                  <a:srgbClr val="FFFFFF"/>
                </a:solidFill>
                <a:latin typeface="Tahoma"/>
                <a:cs typeface="Tahoma"/>
              </a:rPr>
              <a:t>cycle</a:t>
            </a:r>
            <a:r>
              <a:rPr sz="2000" b="1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50" dirty="0">
                <a:solidFill>
                  <a:srgbClr val="FFFFFF"/>
                </a:solidFill>
                <a:latin typeface="Tahoma"/>
                <a:cs typeface="Tahoma"/>
              </a:rPr>
              <a:t>eulérien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72668" y="1810511"/>
            <a:ext cx="9144000" cy="5398135"/>
            <a:chOff x="772668" y="1810511"/>
            <a:chExt cx="9144000" cy="539813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69236" y="1880615"/>
              <a:ext cx="5247131" cy="189890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16423" y="2360675"/>
              <a:ext cx="428243" cy="6050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02124" y="3236975"/>
              <a:ext cx="428243" cy="54254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54324" y="3418331"/>
              <a:ext cx="428243" cy="36118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64408" y="2513075"/>
              <a:ext cx="428243" cy="60655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696712" y="1810511"/>
              <a:ext cx="726948" cy="72237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72668" y="3779519"/>
              <a:ext cx="9143999" cy="34290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3781043"/>
              <a:ext cx="5925311" cy="102412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81812" y="6414515"/>
              <a:ext cx="8974835" cy="6766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269236" y="3779519"/>
              <a:ext cx="5247131" cy="2353055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17464" y="5047488"/>
              <a:ext cx="428243" cy="605027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83480" y="4351020"/>
              <a:ext cx="428243" cy="605027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802124" y="3779519"/>
              <a:ext cx="428243" cy="64008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39896" y="4985004"/>
              <a:ext cx="429767" cy="605027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69664" y="3808475"/>
              <a:ext cx="428243" cy="605027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354324" y="3779519"/>
              <a:ext cx="428243" cy="243840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1081482" y="641085"/>
            <a:ext cx="463867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204" dirty="0">
                <a:solidFill>
                  <a:srgbClr val="FF5697"/>
                </a:solidFill>
                <a:latin typeface="Tahoma"/>
                <a:cs typeface="Tahoma"/>
              </a:rPr>
              <a:t>G</a:t>
            </a:r>
            <a:r>
              <a:rPr sz="2200" b="1" spc="-330" dirty="0">
                <a:solidFill>
                  <a:srgbClr val="FF5697"/>
                </a:solidFill>
                <a:latin typeface="Tahoma"/>
                <a:cs typeface="Tahoma"/>
              </a:rPr>
              <a:t>R</a:t>
            </a:r>
            <a:r>
              <a:rPr sz="2200" b="1" spc="114" dirty="0">
                <a:solidFill>
                  <a:srgbClr val="FF5697"/>
                </a:solidFill>
                <a:latin typeface="Tahoma"/>
                <a:cs typeface="Tahoma"/>
              </a:rPr>
              <a:t>A</a:t>
            </a:r>
            <a:r>
              <a:rPr sz="2200" b="1" spc="-225" dirty="0">
                <a:solidFill>
                  <a:srgbClr val="FF5697"/>
                </a:solidFill>
                <a:latin typeface="Tahoma"/>
                <a:cs typeface="Tahoma"/>
              </a:rPr>
              <a:t>P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HE</a:t>
            </a:r>
            <a:r>
              <a:rPr sz="2200" b="1" spc="10" dirty="0">
                <a:solidFill>
                  <a:srgbClr val="FF5697"/>
                </a:solidFill>
                <a:latin typeface="Tahoma"/>
                <a:cs typeface="Tahoma"/>
              </a:rPr>
              <a:t> 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225" dirty="0">
                <a:solidFill>
                  <a:srgbClr val="FF5697"/>
                </a:solidFill>
                <a:latin typeface="Tahoma"/>
                <a:cs typeface="Tahoma"/>
              </a:rPr>
              <a:t>U</a:t>
            </a:r>
            <a:r>
              <a:rPr sz="2200" b="1" spc="-295" dirty="0">
                <a:solidFill>
                  <a:srgbClr val="FF5697"/>
                </a:solidFill>
                <a:latin typeface="Tahoma"/>
                <a:cs typeface="Tahoma"/>
              </a:rPr>
              <a:t>L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330" dirty="0">
                <a:solidFill>
                  <a:srgbClr val="FF5697"/>
                </a:solidFill>
                <a:latin typeface="Tahoma"/>
                <a:cs typeface="Tahoma"/>
              </a:rPr>
              <a:t>R</a:t>
            </a:r>
            <a:r>
              <a:rPr sz="2200" b="1" spc="-450" dirty="0">
                <a:solidFill>
                  <a:srgbClr val="FF5697"/>
                </a:solidFill>
                <a:latin typeface="Tahoma"/>
                <a:cs typeface="Tahoma"/>
              </a:rPr>
              <a:t>I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75" dirty="0">
                <a:solidFill>
                  <a:srgbClr val="FF5697"/>
                </a:solidFill>
                <a:latin typeface="Tahoma"/>
                <a:cs typeface="Tahoma"/>
              </a:rPr>
              <a:t>N</a:t>
            </a:r>
            <a:r>
              <a:rPr sz="2200" b="1" spc="-10" dirty="0">
                <a:solidFill>
                  <a:srgbClr val="FF5697"/>
                </a:solidFill>
                <a:latin typeface="Tahoma"/>
                <a:cs typeface="Tahoma"/>
              </a:rPr>
              <a:t> 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425" dirty="0">
                <a:solidFill>
                  <a:srgbClr val="FF5697"/>
                </a:solidFill>
                <a:latin typeface="Tahoma"/>
                <a:cs typeface="Tahoma"/>
              </a:rPr>
              <a:t>T</a:t>
            </a:r>
            <a:r>
              <a:rPr sz="2200" b="1" spc="-30" dirty="0">
                <a:solidFill>
                  <a:srgbClr val="FF5697"/>
                </a:solidFill>
                <a:latin typeface="Tahoma"/>
                <a:cs typeface="Tahoma"/>
              </a:rPr>
              <a:t> </a:t>
            </a:r>
            <a:r>
              <a:rPr sz="2200" b="1" spc="-195" dirty="0">
                <a:solidFill>
                  <a:srgbClr val="FF5697"/>
                </a:solidFill>
                <a:latin typeface="Tahoma"/>
                <a:cs typeface="Tahoma"/>
              </a:rPr>
              <a:t>H</a:t>
            </a:r>
            <a:r>
              <a:rPr sz="2200" b="1" spc="114" dirty="0">
                <a:solidFill>
                  <a:srgbClr val="FF5697"/>
                </a:solidFill>
                <a:latin typeface="Tahoma"/>
                <a:cs typeface="Tahoma"/>
              </a:rPr>
              <a:t>A</a:t>
            </a:r>
            <a:r>
              <a:rPr sz="2200" b="1" spc="10" dirty="0">
                <a:solidFill>
                  <a:srgbClr val="FF5697"/>
                </a:solidFill>
                <a:latin typeface="Tahoma"/>
                <a:cs typeface="Tahoma"/>
              </a:rPr>
              <a:t>M</a:t>
            </a:r>
            <a:r>
              <a:rPr sz="2200" b="1" spc="-450" dirty="0">
                <a:solidFill>
                  <a:srgbClr val="FF5697"/>
                </a:solidFill>
                <a:latin typeface="Tahoma"/>
                <a:cs typeface="Tahoma"/>
              </a:rPr>
              <a:t>I</a:t>
            </a:r>
            <a:r>
              <a:rPr sz="2200" b="1" spc="-295" dirty="0">
                <a:solidFill>
                  <a:srgbClr val="FF5697"/>
                </a:solidFill>
                <a:latin typeface="Tahoma"/>
                <a:cs typeface="Tahoma"/>
              </a:rPr>
              <a:t>L</a:t>
            </a:r>
            <a:r>
              <a:rPr sz="2200" b="1" spc="-425" dirty="0">
                <a:solidFill>
                  <a:srgbClr val="FF5697"/>
                </a:solidFill>
                <a:latin typeface="Tahoma"/>
                <a:cs typeface="Tahoma"/>
              </a:rPr>
              <a:t>T</a:t>
            </a:r>
            <a:r>
              <a:rPr sz="2200" b="1" spc="150" dirty="0">
                <a:solidFill>
                  <a:srgbClr val="FF5697"/>
                </a:solidFill>
                <a:latin typeface="Tahoma"/>
                <a:cs typeface="Tahoma"/>
              </a:rPr>
              <a:t>O</a:t>
            </a:r>
            <a:r>
              <a:rPr sz="2200" b="1" spc="-75" dirty="0">
                <a:solidFill>
                  <a:srgbClr val="FF5697"/>
                </a:solidFill>
                <a:latin typeface="Tahoma"/>
                <a:cs typeface="Tahoma"/>
              </a:rPr>
              <a:t>N</a:t>
            </a:r>
            <a:r>
              <a:rPr sz="2200" b="1" spc="-450" dirty="0">
                <a:solidFill>
                  <a:srgbClr val="FF5697"/>
                </a:solidFill>
                <a:latin typeface="Tahoma"/>
                <a:cs typeface="Tahoma"/>
              </a:rPr>
              <a:t>I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75" dirty="0">
                <a:solidFill>
                  <a:srgbClr val="FF5697"/>
                </a:solidFill>
                <a:latin typeface="Tahoma"/>
                <a:cs typeface="Tahoma"/>
              </a:rPr>
              <a:t>N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518618" y="6888581"/>
            <a:ext cx="193675" cy="212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105" dirty="0">
                <a:solidFill>
                  <a:srgbClr val="FFFFFF"/>
                </a:solidFill>
                <a:latin typeface="Verdana"/>
                <a:cs typeface="Verdana"/>
              </a:rPr>
              <a:t>3</a:t>
            </a:r>
            <a:r>
              <a:rPr sz="1200" spc="-100" dirty="0">
                <a:solidFill>
                  <a:srgbClr val="FFFFFF"/>
                </a:solidFill>
                <a:latin typeface="Verdana"/>
                <a:cs typeface="Verdana"/>
              </a:rPr>
              <a:t>1</a:t>
            </a:r>
            <a:endParaRPr sz="1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52795" y="1326946"/>
            <a:ext cx="500888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solidFill>
                  <a:srgbClr val="FFFFFF"/>
                </a:solidFill>
                <a:latin typeface="Tahoma"/>
                <a:cs typeface="Tahoma"/>
              </a:rPr>
              <a:t>Application</a:t>
            </a:r>
            <a:r>
              <a:rPr sz="2000" b="1" spc="-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45" dirty="0">
                <a:solidFill>
                  <a:srgbClr val="FFFFFF"/>
                </a:solidFill>
                <a:latin typeface="Tahoma"/>
                <a:cs typeface="Tahoma"/>
              </a:rPr>
              <a:t>pratique</a:t>
            </a:r>
            <a:r>
              <a:rPr sz="2000" b="1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25" dirty="0">
                <a:solidFill>
                  <a:srgbClr val="FFFFFF"/>
                </a:solidFill>
                <a:latin typeface="Tahoma"/>
                <a:cs typeface="Tahoma"/>
              </a:rPr>
              <a:t>d’un</a:t>
            </a:r>
            <a:r>
              <a:rPr sz="2000" b="1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80" dirty="0">
                <a:solidFill>
                  <a:srgbClr val="FFFFFF"/>
                </a:solidFill>
                <a:latin typeface="Tahoma"/>
                <a:cs typeface="Tahoma"/>
              </a:rPr>
              <a:t>cycle</a:t>
            </a:r>
            <a:r>
              <a:rPr sz="2000" b="1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50" dirty="0">
                <a:solidFill>
                  <a:srgbClr val="FFFFFF"/>
                </a:solidFill>
                <a:latin typeface="Tahoma"/>
                <a:cs typeface="Tahoma"/>
              </a:rPr>
              <a:t>eulérien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72668" y="1880616"/>
            <a:ext cx="9144000" cy="5328285"/>
            <a:chOff x="772668" y="1880616"/>
            <a:chExt cx="9144000" cy="532828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69236" y="1880616"/>
              <a:ext cx="5247131" cy="189890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02124" y="3236975"/>
              <a:ext cx="428243" cy="54254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54324" y="3418332"/>
              <a:ext cx="428243" cy="36118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64408" y="2513075"/>
              <a:ext cx="428243" cy="60655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49040" y="2935224"/>
              <a:ext cx="685800" cy="7162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72668" y="3779519"/>
              <a:ext cx="9143999" cy="34290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3781043"/>
              <a:ext cx="5925311" cy="102412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269236" y="3779519"/>
              <a:ext cx="5247131" cy="235305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17464" y="5047488"/>
              <a:ext cx="428243" cy="605027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83480" y="4351020"/>
              <a:ext cx="428243" cy="605027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802124" y="3779519"/>
              <a:ext cx="428243" cy="64008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739896" y="4985004"/>
              <a:ext cx="429767" cy="605027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169664" y="3808476"/>
              <a:ext cx="428243" cy="605027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354324" y="3779519"/>
              <a:ext cx="428243" cy="243840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1081482" y="641085"/>
            <a:ext cx="463867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204" dirty="0">
                <a:solidFill>
                  <a:srgbClr val="FF5697"/>
                </a:solidFill>
                <a:latin typeface="Tahoma"/>
                <a:cs typeface="Tahoma"/>
              </a:rPr>
              <a:t>G</a:t>
            </a:r>
            <a:r>
              <a:rPr sz="2200" b="1" spc="-330" dirty="0">
                <a:solidFill>
                  <a:srgbClr val="FF5697"/>
                </a:solidFill>
                <a:latin typeface="Tahoma"/>
                <a:cs typeface="Tahoma"/>
              </a:rPr>
              <a:t>R</a:t>
            </a:r>
            <a:r>
              <a:rPr sz="2200" b="1" spc="114" dirty="0">
                <a:solidFill>
                  <a:srgbClr val="FF5697"/>
                </a:solidFill>
                <a:latin typeface="Tahoma"/>
                <a:cs typeface="Tahoma"/>
              </a:rPr>
              <a:t>A</a:t>
            </a:r>
            <a:r>
              <a:rPr sz="2200" b="1" spc="-225" dirty="0">
                <a:solidFill>
                  <a:srgbClr val="FF5697"/>
                </a:solidFill>
                <a:latin typeface="Tahoma"/>
                <a:cs typeface="Tahoma"/>
              </a:rPr>
              <a:t>P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HE</a:t>
            </a:r>
            <a:r>
              <a:rPr sz="2200" b="1" spc="10" dirty="0">
                <a:solidFill>
                  <a:srgbClr val="FF5697"/>
                </a:solidFill>
                <a:latin typeface="Tahoma"/>
                <a:cs typeface="Tahoma"/>
              </a:rPr>
              <a:t> 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225" dirty="0">
                <a:solidFill>
                  <a:srgbClr val="FF5697"/>
                </a:solidFill>
                <a:latin typeface="Tahoma"/>
                <a:cs typeface="Tahoma"/>
              </a:rPr>
              <a:t>U</a:t>
            </a:r>
            <a:r>
              <a:rPr sz="2200" b="1" spc="-295" dirty="0">
                <a:solidFill>
                  <a:srgbClr val="FF5697"/>
                </a:solidFill>
                <a:latin typeface="Tahoma"/>
                <a:cs typeface="Tahoma"/>
              </a:rPr>
              <a:t>L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330" dirty="0">
                <a:solidFill>
                  <a:srgbClr val="FF5697"/>
                </a:solidFill>
                <a:latin typeface="Tahoma"/>
                <a:cs typeface="Tahoma"/>
              </a:rPr>
              <a:t>R</a:t>
            </a:r>
            <a:r>
              <a:rPr sz="2200" b="1" spc="-450" dirty="0">
                <a:solidFill>
                  <a:srgbClr val="FF5697"/>
                </a:solidFill>
                <a:latin typeface="Tahoma"/>
                <a:cs typeface="Tahoma"/>
              </a:rPr>
              <a:t>I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75" dirty="0">
                <a:solidFill>
                  <a:srgbClr val="FF5697"/>
                </a:solidFill>
                <a:latin typeface="Tahoma"/>
                <a:cs typeface="Tahoma"/>
              </a:rPr>
              <a:t>N</a:t>
            </a:r>
            <a:r>
              <a:rPr sz="2200" b="1" spc="-10" dirty="0">
                <a:solidFill>
                  <a:srgbClr val="FF5697"/>
                </a:solidFill>
                <a:latin typeface="Tahoma"/>
                <a:cs typeface="Tahoma"/>
              </a:rPr>
              <a:t> 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425" dirty="0">
                <a:solidFill>
                  <a:srgbClr val="FF5697"/>
                </a:solidFill>
                <a:latin typeface="Tahoma"/>
                <a:cs typeface="Tahoma"/>
              </a:rPr>
              <a:t>T</a:t>
            </a:r>
            <a:r>
              <a:rPr sz="2200" b="1" spc="-30" dirty="0">
                <a:solidFill>
                  <a:srgbClr val="FF5697"/>
                </a:solidFill>
                <a:latin typeface="Tahoma"/>
                <a:cs typeface="Tahoma"/>
              </a:rPr>
              <a:t> </a:t>
            </a:r>
            <a:r>
              <a:rPr sz="2200" b="1" spc="-195" dirty="0">
                <a:solidFill>
                  <a:srgbClr val="FF5697"/>
                </a:solidFill>
                <a:latin typeface="Tahoma"/>
                <a:cs typeface="Tahoma"/>
              </a:rPr>
              <a:t>H</a:t>
            </a:r>
            <a:r>
              <a:rPr sz="2200" b="1" spc="114" dirty="0">
                <a:solidFill>
                  <a:srgbClr val="FF5697"/>
                </a:solidFill>
                <a:latin typeface="Tahoma"/>
                <a:cs typeface="Tahoma"/>
              </a:rPr>
              <a:t>A</a:t>
            </a:r>
            <a:r>
              <a:rPr sz="2200" b="1" spc="10" dirty="0">
                <a:solidFill>
                  <a:srgbClr val="FF5697"/>
                </a:solidFill>
                <a:latin typeface="Tahoma"/>
                <a:cs typeface="Tahoma"/>
              </a:rPr>
              <a:t>M</a:t>
            </a:r>
            <a:r>
              <a:rPr sz="2200" b="1" spc="-450" dirty="0">
                <a:solidFill>
                  <a:srgbClr val="FF5697"/>
                </a:solidFill>
                <a:latin typeface="Tahoma"/>
                <a:cs typeface="Tahoma"/>
              </a:rPr>
              <a:t>I</a:t>
            </a:r>
            <a:r>
              <a:rPr sz="2200" b="1" spc="-295" dirty="0">
                <a:solidFill>
                  <a:srgbClr val="FF5697"/>
                </a:solidFill>
                <a:latin typeface="Tahoma"/>
                <a:cs typeface="Tahoma"/>
              </a:rPr>
              <a:t>L</a:t>
            </a:r>
            <a:r>
              <a:rPr sz="2200" b="1" spc="-425" dirty="0">
                <a:solidFill>
                  <a:srgbClr val="FF5697"/>
                </a:solidFill>
                <a:latin typeface="Tahoma"/>
                <a:cs typeface="Tahoma"/>
              </a:rPr>
              <a:t>T</a:t>
            </a:r>
            <a:r>
              <a:rPr sz="2200" b="1" spc="150" dirty="0">
                <a:solidFill>
                  <a:srgbClr val="FF5697"/>
                </a:solidFill>
                <a:latin typeface="Tahoma"/>
                <a:cs typeface="Tahoma"/>
              </a:rPr>
              <a:t>O</a:t>
            </a:r>
            <a:r>
              <a:rPr sz="2200" b="1" spc="-75" dirty="0">
                <a:solidFill>
                  <a:srgbClr val="FF5697"/>
                </a:solidFill>
                <a:latin typeface="Tahoma"/>
                <a:cs typeface="Tahoma"/>
              </a:rPr>
              <a:t>N</a:t>
            </a:r>
            <a:r>
              <a:rPr sz="2200" b="1" spc="-450" dirty="0">
                <a:solidFill>
                  <a:srgbClr val="FF5697"/>
                </a:solidFill>
                <a:latin typeface="Tahoma"/>
                <a:cs typeface="Tahoma"/>
              </a:rPr>
              <a:t>I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75" dirty="0">
                <a:solidFill>
                  <a:srgbClr val="FF5697"/>
                </a:solidFill>
                <a:latin typeface="Tahoma"/>
                <a:cs typeface="Tahoma"/>
              </a:rPr>
              <a:t>N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518618" y="6888581"/>
            <a:ext cx="193675" cy="212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105" dirty="0">
                <a:solidFill>
                  <a:srgbClr val="FFFFFF"/>
                </a:solidFill>
                <a:latin typeface="Verdana"/>
                <a:cs typeface="Verdana"/>
              </a:rPr>
              <a:t>3</a:t>
            </a:r>
            <a:r>
              <a:rPr sz="1200" spc="-100" dirty="0">
                <a:solidFill>
                  <a:srgbClr val="FFFFFF"/>
                </a:solidFill>
                <a:latin typeface="Verdana"/>
                <a:cs typeface="Verdana"/>
              </a:rPr>
              <a:t>1</a:t>
            </a:r>
            <a:endParaRPr sz="1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52795" y="1326946"/>
            <a:ext cx="500888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solidFill>
                  <a:srgbClr val="FFFFFF"/>
                </a:solidFill>
                <a:latin typeface="Tahoma"/>
                <a:cs typeface="Tahoma"/>
              </a:rPr>
              <a:t>Application</a:t>
            </a:r>
            <a:r>
              <a:rPr sz="2000" b="1" spc="-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45" dirty="0">
                <a:solidFill>
                  <a:srgbClr val="FFFFFF"/>
                </a:solidFill>
                <a:latin typeface="Tahoma"/>
                <a:cs typeface="Tahoma"/>
              </a:rPr>
              <a:t>pratique</a:t>
            </a:r>
            <a:r>
              <a:rPr sz="2000" b="1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25" dirty="0">
                <a:solidFill>
                  <a:srgbClr val="FFFFFF"/>
                </a:solidFill>
                <a:latin typeface="Tahoma"/>
                <a:cs typeface="Tahoma"/>
              </a:rPr>
              <a:t>d’un</a:t>
            </a:r>
            <a:r>
              <a:rPr sz="2000" b="1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80" dirty="0">
                <a:solidFill>
                  <a:srgbClr val="FFFFFF"/>
                </a:solidFill>
                <a:latin typeface="Tahoma"/>
                <a:cs typeface="Tahoma"/>
              </a:rPr>
              <a:t>cycle</a:t>
            </a:r>
            <a:r>
              <a:rPr sz="2000" b="1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50" dirty="0">
                <a:solidFill>
                  <a:srgbClr val="FFFFFF"/>
                </a:solidFill>
                <a:latin typeface="Tahoma"/>
                <a:cs typeface="Tahoma"/>
              </a:rPr>
              <a:t>eulérien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72668" y="1880616"/>
            <a:ext cx="9144000" cy="5328285"/>
            <a:chOff x="772668" y="1880616"/>
            <a:chExt cx="9144000" cy="532828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69236" y="1880616"/>
              <a:ext cx="5247131" cy="189890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02124" y="3236975"/>
              <a:ext cx="428243" cy="54254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64408" y="2513075"/>
              <a:ext cx="428243" cy="60655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2668" y="3779519"/>
              <a:ext cx="9143999" cy="34290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3781043"/>
              <a:ext cx="5925311" cy="102412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269236" y="3779519"/>
              <a:ext cx="5247131" cy="235305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17464" y="5047488"/>
              <a:ext cx="428243" cy="60502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83480" y="4351020"/>
              <a:ext cx="428243" cy="605027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802124" y="3779519"/>
              <a:ext cx="428243" cy="64008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39896" y="4985004"/>
              <a:ext cx="429767" cy="605027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69664" y="3808476"/>
              <a:ext cx="428243" cy="605027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276855" y="4105656"/>
              <a:ext cx="726947" cy="697991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1081482" y="641085"/>
            <a:ext cx="463867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204" dirty="0">
                <a:solidFill>
                  <a:srgbClr val="FF5697"/>
                </a:solidFill>
                <a:latin typeface="Tahoma"/>
                <a:cs typeface="Tahoma"/>
              </a:rPr>
              <a:t>G</a:t>
            </a:r>
            <a:r>
              <a:rPr sz="2200" b="1" spc="-330" dirty="0">
                <a:solidFill>
                  <a:srgbClr val="FF5697"/>
                </a:solidFill>
                <a:latin typeface="Tahoma"/>
                <a:cs typeface="Tahoma"/>
              </a:rPr>
              <a:t>R</a:t>
            </a:r>
            <a:r>
              <a:rPr sz="2200" b="1" spc="114" dirty="0">
                <a:solidFill>
                  <a:srgbClr val="FF5697"/>
                </a:solidFill>
                <a:latin typeface="Tahoma"/>
                <a:cs typeface="Tahoma"/>
              </a:rPr>
              <a:t>A</a:t>
            </a:r>
            <a:r>
              <a:rPr sz="2200" b="1" spc="-225" dirty="0">
                <a:solidFill>
                  <a:srgbClr val="FF5697"/>
                </a:solidFill>
                <a:latin typeface="Tahoma"/>
                <a:cs typeface="Tahoma"/>
              </a:rPr>
              <a:t>P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HE</a:t>
            </a:r>
            <a:r>
              <a:rPr sz="2200" b="1" spc="10" dirty="0">
                <a:solidFill>
                  <a:srgbClr val="FF5697"/>
                </a:solidFill>
                <a:latin typeface="Tahoma"/>
                <a:cs typeface="Tahoma"/>
              </a:rPr>
              <a:t> 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225" dirty="0">
                <a:solidFill>
                  <a:srgbClr val="FF5697"/>
                </a:solidFill>
                <a:latin typeface="Tahoma"/>
                <a:cs typeface="Tahoma"/>
              </a:rPr>
              <a:t>U</a:t>
            </a:r>
            <a:r>
              <a:rPr sz="2200" b="1" spc="-295" dirty="0">
                <a:solidFill>
                  <a:srgbClr val="FF5697"/>
                </a:solidFill>
                <a:latin typeface="Tahoma"/>
                <a:cs typeface="Tahoma"/>
              </a:rPr>
              <a:t>L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330" dirty="0">
                <a:solidFill>
                  <a:srgbClr val="FF5697"/>
                </a:solidFill>
                <a:latin typeface="Tahoma"/>
                <a:cs typeface="Tahoma"/>
              </a:rPr>
              <a:t>R</a:t>
            </a:r>
            <a:r>
              <a:rPr sz="2200" b="1" spc="-450" dirty="0">
                <a:solidFill>
                  <a:srgbClr val="FF5697"/>
                </a:solidFill>
                <a:latin typeface="Tahoma"/>
                <a:cs typeface="Tahoma"/>
              </a:rPr>
              <a:t>I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75" dirty="0">
                <a:solidFill>
                  <a:srgbClr val="FF5697"/>
                </a:solidFill>
                <a:latin typeface="Tahoma"/>
                <a:cs typeface="Tahoma"/>
              </a:rPr>
              <a:t>N</a:t>
            </a:r>
            <a:r>
              <a:rPr sz="2200" b="1" spc="-10" dirty="0">
                <a:solidFill>
                  <a:srgbClr val="FF5697"/>
                </a:solidFill>
                <a:latin typeface="Tahoma"/>
                <a:cs typeface="Tahoma"/>
              </a:rPr>
              <a:t> 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425" dirty="0">
                <a:solidFill>
                  <a:srgbClr val="FF5697"/>
                </a:solidFill>
                <a:latin typeface="Tahoma"/>
                <a:cs typeface="Tahoma"/>
              </a:rPr>
              <a:t>T</a:t>
            </a:r>
            <a:r>
              <a:rPr sz="2200" b="1" spc="-30" dirty="0">
                <a:solidFill>
                  <a:srgbClr val="FF5697"/>
                </a:solidFill>
                <a:latin typeface="Tahoma"/>
                <a:cs typeface="Tahoma"/>
              </a:rPr>
              <a:t> </a:t>
            </a:r>
            <a:r>
              <a:rPr sz="2200" b="1" spc="-195" dirty="0">
                <a:solidFill>
                  <a:srgbClr val="FF5697"/>
                </a:solidFill>
                <a:latin typeface="Tahoma"/>
                <a:cs typeface="Tahoma"/>
              </a:rPr>
              <a:t>H</a:t>
            </a:r>
            <a:r>
              <a:rPr sz="2200" b="1" spc="114" dirty="0">
                <a:solidFill>
                  <a:srgbClr val="FF5697"/>
                </a:solidFill>
                <a:latin typeface="Tahoma"/>
                <a:cs typeface="Tahoma"/>
              </a:rPr>
              <a:t>A</a:t>
            </a:r>
            <a:r>
              <a:rPr sz="2200" b="1" spc="10" dirty="0">
                <a:solidFill>
                  <a:srgbClr val="FF5697"/>
                </a:solidFill>
                <a:latin typeface="Tahoma"/>
                <a:cs typeface="Tahoma"/>
              </a:rPr>
              <a:t>M</a:t>
            </a:r>
            <a:r>
              <a:rPr sz="2200" b="1" spc="-450" dirty="0">
                <a:solidFill>
                  <a:srgbClr val="FF5697"/>
                </a:solidFill>
                <a:latin typeface="Tahoma"/>
                <a:cs typeface="Tahoma"/>
              </a:rPr>
              <a:t>I</a:t>
            </a:r>
            <a:r>
              <a:rPr sz="2200" b="1" spc="-295" dirty="0">
                <a:solidFill>
                  <a:srgbClr val="FF5697"/>
                </a:solidFill>
                <a:latin typeface="Tahoma"/>
                <a:cs typeface="Tahoma"/>
              </a:rPr>
              <a:t>L</a:t>
            </a:r>
            <a:r>
              <a:rPr sz="2200" b="1" spc="-425" dirty="0">
                <a:solidFill>
                  <a:srgbClr val="FF5697"/>
                </a:solidFill>
                <a:latin typeface="Tahoma"/>
                <a:cs typeface="Tahoma"/>
              </a:rPr>
              <a:t>T</a:t>
            </a:r>
            <a:r>
              <a:rPr sz="2200" b="1" spc="150" dirty="0">
                <a:solidFill>
                  <a:srgbClr val="FF5697"/>
                </a:solidFill>
                <a:latin typeface="Tahoma"/>
                <a:cs typeface="Tahoma"/>
              </a:rPr>
              <a:t>O</a:t>
            </a:r>
            <a:r>
              <a:rPr sz="2200" b="1" spc="-75" dirty="0">
                <a:solidFill>
                  <a:srgbClr val="FF5697"/>
                </a:solidFill>
                <a:latin typeface="Tahoma"/>
                <a:cs typeface="Tahoma"/>
              </a:rPr>
              <a:t>N</a:t>
            </a:r>
            <a:r>
              <a:rPr sz="2200" b="1" spc="-450" dirty="0">
                <a:solidFill>
                  <a:srgbClr val="FF5697"/>
                </a:solidFill>
                <a:latin typeface="Tahoma"/>
                <a:cs typeface="Tahoma"/>
              </a:rPr>
              <a:t>I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75" dirty="0">
                <a:solidFill>
                  <a:srgbClr val="FF5697"/>
                </a:solidFill>
                <a:latin typeface="Tahoma"/>
                <a:cs typeface="Tahoma"/>
              </a:rPr>
              <a:t>N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518618" y="6888581"/>
            <a:ext cx="193675" cy="212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105" dirty="0">
                <a:solidFill>
                  <a:srgbClr val="FFFFFF"/>
                </a:solidFill>
                <a:latin typeface="Verdana"/>
                <a:cs typeface="Verdana"/>
              </a:rPr>
              <a:t>3</a:t>
            </a:r>
            <a:r>
              <a:rPr sz="1200" spc="-100" dirty="0">
                <a:solidFill>
                  <a:srgbClr val="FFFFFF"/>
                </a:solidFill>
                <a:latin typeface="Verdana"/>
                <a:cs typeface="Verdana"/>
              </a:rPr>
              <a:t>1</a:t>
            </a:r>
            <a:endParaRPr sz="1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52795" y="1326946"/>
            <a:ext cx="500888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solidFill>
                  <a:srgbClr val="FFFFFF"/>
                </a:solidFill>
                <a:latin typeface="Tahoma"/>
                <a:cs typeface="Tahoma"/>
              </a:rPr>
              <a:t>Application</a:t>
            </a:r>
            <a:r>
              <a:rPr sz="2000" b="1" spc="-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45" dirty="0">
                <a:solidFill>
                  <a:srgbClr val="FFFFFF"/>
                </a:solidFill>
                <a:latin typeface="Tahoma"/>
                <a:cs typeface="Tahoma"/>
              </a:rPr>
              <a:t>pratique</a:t>
            </a:r>
            <a:r>
              <a:rPr sz="2000" b="1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25" dirty="0">
                <a:solidFill>
                  <a:srgbClr val="FFFFFF"/>
                </a:solidFill>
                <a:latin typeface="Tahoma"/>
                <a:cs typeface="Tahoma"/>
              </a:rPr>
              <a:t>d’un</a:t>
            </a:r>
            <a:r>
              <a:rPr sz="2000" b="1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80" dirty="0">
                <a:solidFill>
                  <a:srgbClr val="FFFFFF"/>
                </a:solidFill>
                <a:latin typeface="Tahoma"/>
                <a:cs typeface="Tahoma"/>
              </a:rPr>
              <a:t>cycle</a:t>
            </a:r>
            <a:r>
              <a:rPr sz="2000" b="1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50" dirty="0">
                <a:solidFill>
                  <a:srgbClr val="FFFFFF"/>
                </a:solidFill>
                <a:latin typeface="Tahoma"/>
                <a:cs typeface="Tahoma"/>
              </a:rPr>
              <a:t>eulérien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72668" y="1880616"/>
            <a:ext cx="9144000" cy="5328285"/>
            <a:chOff x="772668" y="1880616"/>
            <a:chExt cx="9144000" cy="532828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69236" y="1880616"/>
              <a:ext cx="5247131" cy="189890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02124" y="3236975"/>
              <a:ext cx="428243" cy="54254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64408" y="2513075"/>
              <a:ext cx="428243" cy="60655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2668" y="3779519"/>
              <a:ext cx="9143999" cy="34290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3781043"/>
              <a:ext cx="5925311" cy="102412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269236" y="3779519"/>
              <a:ext cx="5247131" cy="235305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17464" y="5047488"/>
              <a:ext cx="428243" cy="60502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83480" y="4351020"/>
              <a:ext cx="428243" cy="605027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802124" y="3779519"/>
              <a:ext cx="428243" cy="64008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69664" y="3808476"/>
              <a:ext cx="428243" cy="605027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361688" y="5559551"/>
              <a:ext cx="720851" cy="684276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1081482" y="641085"/>
            <a:ext cx="463867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204" dirty="0">
                <a:solidFill>
                  <a:srgbClr val="FF5697"/>
                </a:solidFill>
                <a:latin typeface="Tahoma"/>
                <a:cs typeface="Tahoma"/>
              </a:rPr>
              <a:t>G</a:t>
            </a:r>
            <a:r>
              <a:rPr sz="2200" b="1" spc="-330" dirty="0">
                <a:solidFill>
                  <a:srgbClr val="FF5697"/>
                </a:solidFill>
                <a:latin typeface="Tahoma"/>
                <a:cs typeface="Tahoma"/>
              </a:rPr>
              <a:t>R</a:t>
            </a:r>
            <a:r>
              <a:rPr sz="2200" b="1" spc="114" dirty="0">
                <a:solidFill>
                  <a:srgbClr val="FF5697"/>
                </a:solidFill>
                <a:latin typeface="Tahoma"/>
                <a:cs typeface="Tahoma"/>
              </a:rPr>
              <a:t>A</a:t>
            </a:r>
            <a:r>
              <a:rPr sz="2200" b="1" spc="-225" dirty="0">
                <a:solidFill>
                  <a:srgbClr val="FF5697"/>
                </a:solidFill>
                <a:latin typeface="Tahoma"/>
                <a:cs typeface="Tahoma"/>
              </a:rPr>
              <a:t>P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HE</a:t>
            </a:r>
            <a:r>
              <a:rPr sz="2200" b="1" spc="10" dirty="0">
                <a:solidFill>
                  <a:srgbClr val="FF5697"/>
                </a:solidFill>
                <a:latin typeface="Tahoma"/>
                <a:cs typeface="Tahoma"/>
              </a:rPr>
              <a:t> 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225" dirty="0">
                <a:solidFill>
                  <a:srgbClr val="FF5697"/>
                </a:solidFill>
                <a:latin typeface="Tahoma"/>
                <a:cs typeface="Tahoma"/>
              </a:rPr>
              <a:t>U</a:t>
            </a:r>
            <a:r>
              <a:rPr sz="2200" b="1" spc="-295" dirty="0">
                <a:solidFill>
                  <a:srgbClr val="FF5697"/>
                </a:solidFill>
                <a:latin typeface="Tahoma"/>
                <a:cs typeface="Tahoma"/>
              </a:rPr>
              <a:t>L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330" dirty="0">
                <a:solidFill>
                  <a:srgbClr val="FF5697"/>
                </a:solidFill>
                <a:latin typeface="Tahoma"/>
                <a:cs typeface="Tahoma"/>
              </a:rPr>
              <a:t>R</a:t>
            </a:r>
            <a:r>
              <a:rPr sz="2200" b="1" spc="-450" dirty="0">
                <a:solidFill>
                  <a:srgbClr val="FF5697"/>
                </a:solidFill>
                <a:latin typeface="Tahoma"/>
                <a:cs typeface="Tahoma"/>
              </a:rPr>
              <a:t>I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75" dirty="0">
                <a:solidFill>
                  <a:srgbClr val="FF5697"/>
                </a:solidFill>
                <a:latin typeface="Tahoma"/>
                <a:cs typeface="Tahoma"/>
              </a:rPr>
              <a:t>N</a:t>
            </a:r>
            <a:r>
              <a:rPr sz="2200" b="1" spc="-10" dirty="0">
                <a:solidFill>
                  <a:srgbClr val="FF5697"/>
                </a:solidFill>
                <a:latin typeface="Tahoma"/>
                <a:cs typeface="Tahoma"/>
              </a:rPr>
              <a:t> 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425" dirty="0">
                <a:solidFill>
                  <a:srgbClr val="FF5697"/>
                </a:solidFill>
                <a:latin typeface="Tahoma"/>
                <a:cs typeface="Tahoma"/>
              </a:rPr>
              <a:t>T</a:t>
            </a:r>
            <a:r>
              <a:rPr sz="2200" b="1" spc="-30" dirty="0">
                <a:solidFill>
                  <a:srgbClr val="FF5697"/>
                </a:solidFill>
                <a:latin typeface="Tahoma"/>
                <a:cs typeface="Tahoma"/>
              </a:rPr>
              <a:t> </a:t>
            </a:r>
            <a:r>
              <a:rPr sz="2200" b="1" spc="-195" dirty="0">
                <a:solidFill>
                  <a:srgbClr val="FF5697"/>
                </a:solidFill>
                <a:latin typeface="Tahoma"/>
                <a:cs typeface="Tahoma"/>
              </a:rPr>
              <a:t>H</a:t>
            </a:r>
            <a:r>
              <a:rPr sz="2200" b="1" spc="114" dirty="0">
                <a:solidFill>
                  <a:srgbClr val="FF5697"/>
                </a:solidFill>
                <a:latin typeface="Tahoma"/>
                <a:cs typeface="Tahoma"/>
              </a:rPr>
              <a:t>A</a:t>
            </a:r>
            <a:r>
              <a:rPr sz="2200" b="1" spc="10" dirty="0">
                <a:solidFill>
                  <a:srgbClr val="FF5697"/>
                </a:solidFill>
                <a:latin typeface="Tahoma"/>
                <a:cs typeface="Tahoma"/>
              </a:rPr>
              <a:t>M</a:t>
            </a:r>
            <a:r>
              <a:rPr sz="2200" b="1" spc="-450" dirty="0">
                <a:solidFill>
                  <a:srgbClr val="FF5697"/>
                </a:solidFill>
                <a:latin typeface="Tahoma"/>
                <a:cs typeface="Tahoma"/>
              </a:rPr>
              <a:t>I</a:t>
            </a:r>
            <a:r>
              <a:rPr sz="2200" b="1" spc="-295" dirty="0">
                <a:solidFill>
                  <a:srgbClr val="FF5697"/>
                </a:solidFill>
                <a:latin typeface="Tahoma"/>
                <a:cs typeface="Tahoma"/>
              </a:rPr>
              <a:t>L</a:t>
            </a:r>
            <a:r>
              <a:rPr sz="2200" b="1" spc="-425" dirty="0">
                <a:solidFill>
                  <a:srgbClr val="FF5697"/>
                </a:solidFill>
                <a:latin typeface="Tahoma"/>
                <a:cs typeface="Tahoma"/>
              </a:rPr>
              <a:t>T</a:t>
            </a:r>
            <a:r>
              <a:rPr sz="2200" b="1" spc="150" dirty="0">
                <a:solidFill>
                  <a:srgbClr val="FF5697"/>
                </a:solidFill>
                <a:latin typeface="Tahoma"/>
                <a:cs typeface="Tahoma"/>
              </a:rPr>
              <a:t>O</a:t>
            </a:r>
            <a:r>
              <a:rPr sz="2200" b="1" spc="-75" dirty="0">
                <a:solidFill>
                  <a:srgbClr val="FF5697"/>
                </a:solidFill>
                <a:latin typeface="Tahoma"/>
                <a:cs typeface="Tahoma"/>
              </a:rPr>
              <a:t>N</a:t>
            </a:r>
            <a:r>
              <a:rPr sz="2200" b="1" spc="-450" dirty="0">
                <a:solidFill>
                  <a:srgbClr val="FF5697"/>
                </a:solidFill>
                <a:latin typeface="Tahoma"/>
                <a:cs typeface="Tahoma"/>
              </a:rPr>
              <a:t>I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75" dirty="0">
                <a:solidFill>
                  <a:srgbClr val="FF5697"/>
                </a:solidFill>
                <a:latin typeface="Tahoma"/>
                <a:cs typeface="Tahoma"/>
              </a:rPr>
              <a:t>N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518618" y="6888581"/>
            <a:ext cx="193675" cy="212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105" dirty="0">
                <a:solidFill>
                  <a:srgbClr val="FFFFFF"/>
                </a:solidFill>
                <a:latin typeface="Verdana"/>
                <a:cs typeface="Verdana"/>
              </a:rPr>
              <a:t>3</a:t>
            </a:r>
            <a:r>
              <a:rPr sz="1200" spc="-100" dirty="0">
                <a:solidFill>
                  <a:srgbClr val="FFFFFF"/>
                </a:solidFill>
                <a:latin typeface="Verdana"/>
                <a:cs typeface="Verdana"/>
              </a:rPr>
              <a:t>1</a:t>
            </a:r>
            <a:endParaRPr sz="1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52795" y="1326946"/>
            <a:ext cx="500888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solidFill>
                  <a:srgbClr val="FFFFFF"/>
                </a:solidFill>
                <a:latin typeface="Tahoma"/>
                <a:cs typeface="Tahoma"/>
              </a:rPr>
              <a:t>Application</a:t>
            </a:r>
            <a:r>
              <a:rPr sz="2000" b="1" spc="-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45" dirty="0">
                <a:solidFill>
                  <a:srgbClr val="FFFFFF"/>
                </a:solidFill>
                <a:latin typeface="Tahoma"/>
                <a:cs typeface="Tahoma"/>
              </a:rPr>
              <a:t>pratique</a:t>
            </a:r>
            <a:r>
              <a:rPr sz="2000" b="1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25" dirty="0">
                <a:solidFill>
                  <a:srgbClr val="FFFFFF"/>
                </a:solidFill>
                <a:latin typeface="Tahoma"/>
                <a:cs typeface="Tahoma"/>
              </a:rPr>
              <a:t>d’un</a:t>
            </a:r>
            <a:r>
              <a:rPr sz="2000" b="1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80" dirty="0">
                <a:solidFill>
                  <a:srgbClr val="FFFFFF"/>
                </a:solidFill>
                <a:latin typeface="Tahoma"/>
                <a:cs typeface="Tahoma"/>
              </a:rPr>
              <a:t>cycle</a:t>
            </a:r>
            <a:r>
              <a:rPr sz="2000" b="1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50" dirty="0">
                <a:solidFill>
                  <a:srgbClr val="FFFFFF"/>
                </a:solidFill>
                <a:latin typeface="Tahoma"/>
                <a:cs typeface="Tahoma"/>
              </a:rPr>
              <a:t>eulérien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72668" y="1880616"/>
            <a:ext cx="9144000" cy="5328285"/>
            <a:chOff x="772668" y="1880616"/>
            <a:chExt cx="9144000" cy="532828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69236" y="1880616"/>
              <a:ext cx="5247131" cy="189890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02124" y="3236975"/>
              <a:ext cx="428243" cy="54254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64408" y="2513075"/>
              <a:ext cx="428243" cy="60655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2668" y="3779519"/>
              <a:ext cx="9143999" cy="34290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3781043"/>
              <a:ext cx="5925311" cy="102412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269236" y="3779519"/>
              <a:ext cx="5247131" cy="235305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83480" y="4351020"/>
              <a:ext cx="428243" cy="60502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802124" y="3779519"/>
              <a:ext cx="428243" cy="64008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69664" y="3808476"/>
              <a:ext cx="428243" cy="605027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684264" y="4599432"/>
              <a:ext cx="560832" cy="461771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1081482" y="641085"/>
            <a:ext cx="463867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204" dirty="0">
                <a:solidFill>
                  <a:srgbClr val="FF5697"/>
                </a:solidFill>
                <a:latin typeface="Tahoma"/>
                <a:cs typeface="Tahoma"/>
              </a:rPr>
              <a:t>G</a:t>
            </a:r>
            <a:r>
              <a:rPr sz="2200" b="1" spc="-330" dirty="0">
                <a:solidFill>
                  <a:srgbClr val="FF5697"/>
                </a:solidFill>
                <a:latin typeface="Tahoma"/>
                <a:cs typeface="Tahoma"/>
              </a:rPr>
              <a:t>R</a:t>
            </a:r>
            <a:r>
              <a:rPr sz="2200" b="1" spc="114" dirty="0">
                <a:solidFill>
                  <a:srgbClr val="FF5697"/>
                </a:solidFill>
                <a:latin typeface="Tahoma"/>
                <a:cs typeface="Tahoma"/>
              </a:rPr>
              <a:t>A</a:t>
            </a:r>
            <a:r>
              <a:rPr sz="2200" b="1" spc="-225" dirty="0">
                <a:solidFill>
                  <a:srgbClr val="FF5697"/>
                </a:solidFill>
                <a:latin typeface="Tahoma"/>
                <a:cs typeface="Tahoma"/>
              </a:rPr>
              <a:t>P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HE</a:t>
            </a:r>
            <a:r>
              <a:rPr sz="2200" b="1" spc="10" dirty="0">
                <a:solidFill>
                  <a:srgbClr val="FF5697"/>
                </a:solidFill>
                <a:latin typeface="Tahoma"/>
                <a:cs typeface="Tahoma"/>
              </a:rPr>
              <a:t> 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225" dirty="0">
                <a:solidFill>
                  <a:srgbClr val="FF5697"/>
                </a:solidFill>
                <a:latin typeface="Tahoma"/>
                <a:cs typeface="Tahoma"/>
              </a:rPr>
              <a:t>U</a:t>
            </a:r>
            <a:r>
              <a:rPr sz="2200" b="1" spc="-295" dirty="0">
                <a:solidFill>
                  <a:srgbClr val="FF5697"/>
                </a:solidFill>
                <a:latin typeface="Tahoma"/>
                <a:cs typeface="Tahoma"/>
              </a:rPr>
              <a:t>L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330" dirty="0">
                <a:solidFill>
                  <a:srgbClr val="FF5697"/>
                </a:solidFill>
                <a:latin typeface="Tahoma"/>
                <a:cs typeface="Tahoma"/>
              </a:rPr>
              <a:t>R</a:t>
            </a:r>
            <a:r>
              <a:rPr sz="2200" b="1" spc="-450" dirty="0">
                <a:solidFill>
                  <a:srgbClr val="FF5697"/>
                </a:solidFill>
                <a:latin typeface="Tahoma"/>
                <a:cs typeface="Tahoma"/>
              </a:rPr>
              <a:t>I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75" dirty="0">
                <a:solidFill>
                  <a:srgbClr val="FF5697"/>
                </a:solidFill>
                <a:latin typeface="Tahoma"/>
                <a:cs typeface="Tahoma"/>
              </a:rPr>
              <a:t>N</a:t>
            </a:r>
            <a:r>
              <a:rPr sz="2200" b="1" spc="-10" dirty="0">
                <a:solidFill>
                  <a:srgbClr val="FF5697"/>
                </a:solidFill>
                <a:latin typeface="Tahoma"/>
                <a:cs typeface="Tahoma"/>
              </a:rPr>
              <a:t> 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425" dirty="0">
                <a:solidFill>
                  <a:srgbClr val="FF5697"/>
                </a:solidFill>
                <a:latin typeface="Tahoma"/>
                <a:cs typeface="Tahoma"/>
              </a:rPr>
              <a:t>T</a:t>
            </a:r>
            <a:r>
              <a:rPr sz="2200" b="1" spc="-30" dirty="0">
                <a:solidFill>
                  <a:srgbClr val="FF5697"/>
                </a:solidFill>
                <a:latin typeface="Tahoma"/>
                <a:cs typeface="Tahoma"/>
              </a:rPr>
              <a:t> </a:t>
            </a:r>
            <a:r>
              <a:rPr sz="2200" b="1" spc="-195" dirty="0">
                <a:solidFill>
                  <a:srgbClr val="FF5697"/>
                </a:solidFill>
                <a:latin typeface="Tahoma"/>
                <a:cs typeface="Tahoma"/>
              </a:rPr>
              <a:t>H</a:t>
            </a:r>
            <a:r>
              <a:rPr sz="2200" b="1" spc="114" dirty="0">
                <a:solidFill>
                  <a:srgbClr val="FF5697"/>
                </a:solidFill>
                <a:latin typeface="Tahoma"/>
                <a:cs typeface="Tahoma"/>
              </a:rPr>
              <a:t>A</a:t>
            </a:r>
            <a:r>
              <a:rPr sz="2200" b="1" spc="10" dirty="0">
                <a:solidFill>
                  <a:srgbClr val="FF5697"/>
                </a:solidFill>
                <a:latin typeface="Tahoma"/>
                <a:cs typeface="Tahoma"/>
              </a:rPr>
              <a:t>M</a:t>
            </a:r>
            <a:r>
              <a:rPr sz="2200" b="1" spc="-450" dirty="0">
                <a:solidFill>
                  <a:srgbClr val="FF5697"/>
                </a:solidFill>
                <a:latin typeface="Tahoma"/>
                <a:cs typeface="Tahoma"/>
              </a:rPr>
              <a:t>I</a:t>
            </a:r>
            <a:r>
              <a:rPr sz="2200" b="1" spc="-295" dirty="0">
                <a:solidFill>
                  <a:srgbClr val="FF5697"/>
                </a:solidFill>
                <a:latin typeface="Tahoma"/>
                <a:cs typeface="Tahoma"/>
              </a:rPr>
              <a:t>L</a:t>
            </a:r>
            <a:r>
              <a:rPr sz="2200" b="1" spc="-425" dirty="0">
                <a:solidFill>
                  <a:srgbClr val="FF5697"/>
                </a:solidFill>
                <a:latin typeface="Tahoma"/>
                <a:cs typeface="Tahoma"/>
              </a:rPr>
              <a:t>T</a:t>
            </a:r>
            <a:r>
              <a:rPr sz="2200" b="1" spc="150" dirty="0">
                <a:solidFill>
                  <a:srgbClr val="FF5697"/>
                </a:solidFill>
                <a:latin typeface="Tahoma"/>
                <a:cs typeface="Tahoma"/>
              </a:rPr>
              <a:t>O</a:t>
            </a:r>
            <a:r>
              <a:rPr sz="2200" b="1" spc="-75" dirty="0">
                <a:solidFill>
                  <a:srgbClr val="FF5697"/>
                </a:solidFill>
                <a:latin typeface="Tahoma"/>
                <a:cs typeface="Tahoma"/>
              </a:rPr>
              <a:t>N</a:t>
            </a:r>
            <a:r>
              <a:rPr sz="2200" b="1" spc="-450" dirty="0">
                <a:solidFill>
                  <a:srgbClr val="FF5697"/>
                </a:solidFill>
                <a:latin typeface="Tahoma"/>
                <a:cs typeface="Tahoma"/>
              </a:rPr>
              <a:t>I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75" dirty="0">
                <a:solidFill>
                  <a:srgbClr val="FF5697"/>
                </a:solidFill>
                <a:latin typeface="Tahoma"/>
                <a:cs typeface="Tahoma"/>
              </a:rPr>
              <a:t>N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518618" y="6888581"/>
            <a:ext cx="193675" cy="212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105" dirty="0">
                <a:solidFill>
                  <a:srgbClr val="FFFFFF"/>
                </a:solidFill>
                <a:latin typeface="Verdana"/>
                <a:cs typeface="Verdana"/>
              </a:rPr>
              <a:t>3</a:t>
            </a:r>
            <a:r>
              <a:rPr sz="1200" spc="-100" dirty="0">
                <a:solidFill>
                  <a:srgbClr val="FFFFFF"/>
                </a:solidFill>
                <a:latin typeface="Verdana"/>
                <a:cs typeface="Verdana"/>
              </a:rPr>
              <a:t>1</a:t>
            </a:r>
            <a:endParaRPr sz="1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52795" y="1326946"/>
            <a:ext cx="500888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solidFill>
                  <a:srgbClr val="FFFFFF"/>
                </a:solidFill>
                <a:latin typeface="Tahoma"/>
                <a:cs typeface="Tahoma"/>
              </a:rPr>
              <a:t>Application</a:t>
            </a:r>
            <a:r>
              <a:rPr sz="2000" b="1" spc="-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45" dirty="0">
                <a:solidFill>
                  <a:srgbClr val="FFFFFF"/>
                </a:solidFill>
                <a:latin typeface="Tahoma"/>
                <a:cs typeface="Tahoma"/>
              </a:rPr>
              <a:t>pratique</a:t>
            </a:r>
            <a:r>
              <a:rPr sz="2000" b="1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25" dirty="0">
                <a:solidFill>
                  <a:srgbClr val="FFFFFF"/>
                </a:solidFill>
                <a:latin typeface="Tahoma"/>
                <a:cs typeface="Tahoma"/>
              </a:rPr>
              <a:t>d’un</a:t>
            </a:r>
            <a:r>
              <a:rPr sz="2000" b="1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80" dirty="0">
                <a:solidFill>
                  <a:srgbClr val="FFFFFF"/>
                </a:solidFill>
                <a:latin typeface="Tahoma"/>
                <a:cs typeface="Tahoma"/>
              </a:rPr>
              <a:t>cycle</a:t>
            </a:r>
            <a:r>
              <a:rPr sz="2000" b="1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50" dirty="0">
                <a:solidFill>
                  <a:srgbClr val="FFFFFF"/>
                </a:solidFill>
                <a:latin typeface="Tahoma"/>
                <a:cs typeface="Tahoma"/>
              </a:rPr>
              <a:t>eulérien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72668" y="1880616"/>
            <a:ext cx="9144000" cy="5328285"/>
            <a:chOff x="772668" y="1880616"/>
            <a:chExt cx="9144000" cy="532828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69236" y="1880616"/>
              <a:ext cx="5247131" cy="189890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02124" y="3236975"/>
              <a:ext cx="428243" cy="54254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64408" y="2513075"/>
              <a:ext cx="428243" cy="60655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2668" y="3779519"/>
              <a:ext cx="9143999" cy="34290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3781043"/>
              <a:ext cx="5925311" cy="102412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269236" y="3779519"/>
              <a:ext cx="5247131" cy="235305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802124" y="3779519"/>
              <a:ext cx="428243" cy="6400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69664" y="3808476"/>
              <a:ext cx="428243" cy="605027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496311" y="4160519"/>
              <a:ext cx="656844" cy="589788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1081482" y="641085"/>
            <a:ext cx="463867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204" dirty="0">
                <a:solidFill>
                  <a:srgbClr val="FF5697"/>
                </a:solidFill>
                <a:latin typeface="Tahoma"/>
                <a:cs typeface="Tahoma"/>
              </a:rPr>
              <a:t>G</a:t>
            </a:r>
            <a:r>
              <a:rPr sz="2200" b="1" spc="-330" dirty="0">
                <a:solidFill>
                  <a:srgbClr val="FF5697"/>
                </a:solidFill>
                <a:latin typeface="Tahoma"/>
                <a:cs typeface="Tahoma"/>
              </a:rPr>
              <a:t>R</a:t>
            </a:r>
            <a:r>
              <a:rPr sz="2200" b="1" spc="114" dirty="0">
                <a:solidFill>
                  <a:srgbClr val="FF5697"/>
                </a:solidFill>
                <a:latin typeface="Tahoma"/>
                <a:cs typeface="Tahoma"/>
              </a:rPr>
              <a:t>A</a:t>
            </a:r>
            <a:r>
              <a:rPr sz="2200" b="1" spc="-225" dirty="0">
                <a:solidFill>
                  <a:srgbClr val="FF5697"/>
                </a:solidFill>
                <a:latin typeface="Tahoma"/>
                <a:cs typeface="Tahoma"/>
              </a:rPr>
              <a:t>P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HE</a:t>
            </a:r>
            <a:r>
              <a:rPr sz="2200" b="1" spc="10" dirty="0">
                <a:solidFill>
                  <a:srgbClr val="FF5697"/>
                </a:solidFill>
                <a:latin typeface="Tahoma"/>
                <a:cs typeface="Tahoma"/>
              </a:rPr>
              <a:t> 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225" dirty="0">
                <a:solidFill>
                  <a:srgbClr val="FF5697"/>
                </a:solidFill>
                <a:latin typeface="Tahoma"/>
                <a:cs typeface="Tahoma"/>
              </a:rPr>
              <a:t>U</a:t>
            </a:r>
            <a:r>
              <a:rPr sz="2200" b="1" spc="-295" dirty="0">
                <a:solidFill>
                  <a:srgbClr val="FF5697"/>
                </a:solidFill>
                <a:latin typeface="Tahoma"/>
                <a:cs typeface="Tahoma"/>
              </a:rPr>
              <a:t>L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330" dirty="0">
                <a:solidFill>
                  <a:srgbClr val="FF5697"/>
                </a:solidFill>
                <a:latin typeface="Tahoma"/>
                <a:cs typeface="Tahoma"/>
              </a:rPr>
              <a:t>R</a:t>
            </a:r>
            <a:r>
              <a:rPr sz="2200" b="1" spc="-450" dirty="0">
                <a:solidFill>
                  <a:srgbClr val="FF5697"/>
                </a:solidFill>
                <a:latin typeface="Tahoma"/>
                <a:cs typeface="Tahoma"/>
              </a:rPr>
              <a:t>I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75" dirty="0">
                <a:solidFill>
                  <a:srgbClr val="FF5697"/>
                </a:solidFill>
                <a:latin typeface="Tahoma"/>
                <a:cs typeface="Tahoma"/>
              </a:rPr>
              <a:t>N</a:t>
            </a:r>
            <a:r>
              <a:rPr sz="2200" b="1" spc="-10" dirty="0">
                <a:solidFill>
                  <a:srgbClr val="FF5697"/>
                </a:solidFill>
                <a:latin typeface="Tahoma"/>
                <a:cs typeface="Tahoma"/>
              </a:rPr>
              <a:t> 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425" dirty="0">
                <a:solidFill>
                  <a:srgbClr val="FF5697"/>
                </a:solidFill>
                <a:latin typeface="Tahoma"/>
                <a:cs typeface="Tahoma"/>
              </a:rPr>
              <a:t>T</a:t>
            </a:r>
            <a:r>
              <a:rPr sz="2200" b="1" spc="-30" dirty="0">
                <a:solidFill>
                  <a:srgbClr val="FF5697"/>
                </a:solidFill>
                <a:latin typeface="Tahoma"/>
                <a:cs typeface="Tahoma"/>
              </a:rPr>
              <a:t> </a:t>
            </a:r>
            <a:r>
              <a:rPr sz="2200" b="1" spc="-195" dirty="0">
                <a:solidFill>
                  <a:srgbClr val="FF5697"/>
                </a:solidFill>
                <a:latin typeface="Tahoma"/>
                <a:cs typeface="Tahoma"/>
              </a:rPr>
              <a:t>H</a:t>
            </a:r>
            <a:r>
              <a:rPr sz="2200" b="1" spc="114" dirty="0">
                <a:solidFill>
                  <a:srgbClr val="FF5697"/>
                </a:solidFill>
                <a:latin typeface="Tahoma"/>
                <a:cs typeface="Tahoma"/>
              </a:rPr>
              <a:t>A</a:t>
            </a:r>
            <a:r>
              <a:rPr sz="2200" b="1" spc="10" dirty="0">
                <a:solidFill>
                  <a:srgbClr val="FF5697"/>
                </a:solidFill>
                <a:latin typeface="Tahoma"/>
                <a:cs typeface="Tahoma"/>
              </a:rPr>
              <a:t>M</a:t>
            </a:r>
            <a:r>
              <a:rPr sz="2200" b="1" spc="-450" dirty="0">
                <a:solidFill>
                  <a:srgbClr val="FF5697"/>
                </a:solidFill>
                <a:latin typeface="Tahoma"/>
                <a:cs typeface="Tahoma"/>
              </a:rPr>
              <a:t>I</a:t>
            </a:r>
            <a:r>
              <a:rPr sz="2200" b="1" spc="-295" dirty="0">
                <a:solidFill>
                  <a:srgbClr val="FF5697"/>
                </a:solidFill>
                <a:latin typeface="Tahoma"/>
                <a:cs typeface="Tahoma"/>
              </a:rPr>
              <a:t>L</a:t>
            </a:r>
            <a:r>
              <a:rPr sz="2200" b="1" spc="-425" dirty="0">
                <a:solidFill>
                  <a:srgbClr val="FF5697"/>
                </a:solidFill>
                <a:latin typeface="Tahoma"/>
                <a:cs typeface="Tahoma"/>
              </a:rPr>
              <a:t>T</a:t>
            </a:r>
            <a:r>
              <a:rPr sz="2200" b="1" spc="150" dirty="0">
                <a:solidFill>
                  <a:srgbClr val="FF5697"/>
                </a:solidFill>
                <a:latin typeface="Tahoma"/>
                <a:cs typeface="Tahoma"/>
              </a:rPr>
              <a:t>O</a:t>
            </a:r>
            <a:r>
              <a:rPr sz="2200" b="1" spc="-75" dirty="0">
                <a:solidFill>
                  <a:srgbClr val="FF5697"/>
                </a:solidFill>
                <a:latin typeface="Tahoma"/>
                <a:cs typeface="Tahoma"/>
              </a:rPr>
              <a:t>N</a:t>
            </a:r>
            <a:r>
              <a:rPr sz="2200" b="1" spc="-450" dirty="0">
                <a:solidFill>
                  <a:srgbClr val="FF5697"/>
                </a:solidFill>
                <a:latin typeface="Tahoma"/>
                <a:cs typeface="Tahoma"/>
              </a:rPr>
              <a:t>I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75" dirty="0">
                <a:solidFill>
                  <a:srgbClr val="FF5697"/>
                </a:solidFill>
                <a:latin typeface="Tahoma"/>
                <a:cs typeface="Tahoma"/>
              </a:rPr>
              <a:t>N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518618" y="6888581"/>
            <a:ext cx="193675" cy="212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105" dirty="0">
                <a:solidFill>
                  <a:srgbClr val="FFFFFF"/>
                </a:solidFill>
                <a:latin typeface="Verdana"/>
                <a:cs typeface="Verdana"/>
              </a:rPr>
              <a:t>3</a:t>
            </a:r>
            <a:r>
              <a:rPr sz="1200" spc="-100" dirty="0">
                <a:solidFill>
                  <a:srgbClr val="FFFFFF"/>
                </a:solidFill>
                <a:latin typeface="Verdana"/>
                <a:cs typeface="Verdana"/>
              </a:rPr>
              <a:t>1</a:t>
            </a:r>
            <a:endParaRPr sz="1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52795" y="1326946"/>
            <a:ext cx="500888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solidFill>
                  <a:srgbClr val="FFFFFF"/>
                </a:solidFill>
                <a:latin typeface="Tahoma"/>
                <a:cs typeface="Tahoma"/>
              </a:rPr>
              <a:t>Application</a:t>
            </a:r>
            <a:r>
              <a:rPr sz="2000" b="1" spc="-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45" dirty="0">
                <a:solidFill>
                  <a:srgbClr val="FFFFFF"/>
                </a:solidFill>
                <a:latin typeface="Tahoma"/>
                <a:cs typeface="Tahoma"/>
              </a:rPr>
              <a:t>pratique</a:t>
            </a:r>
            <a:r>
              <a:rPr sz="2000" b="1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25" dirty="0">
                <a:solidFill>
                  <a:srgbClr val="FFFFFF"/>
                </a:solidFill>
                <a:latin typeface="Tahoma"/>
                <a:cs typeface="Tahoma"/>
              </a:rPr>
              <a:t>d’un</a:t>
            </a:r>
            <a:r>
              <a:rPr sz="2000" b="1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80" dirty="0">
                <a:solidFill>
                  <a:srgbClr val="FFFFFF"/>
                </a:solidFill>
                <a:latin typeface="Tahoma"/>
                <a:cs typeface="Tahoma"/>
              </a:rPr>
              <a:t>cycle</a:t>
            </a:r>
            <a:r>
              <a:rPr sz="2000" b="1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50" dirty="0">
                <a:solidFill>
                  <a:srgbClr val="FFFFFF"/>
                </a:solidFill>
                <a:latin typeface="Tahoma"/>
                <a:cs typeface="Tahoma"/>
              </a:rPr>
              <a:t>eulérien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72668" y="1880616"/>
            <a:ext cx="9144000" cy="5328285"/>
            <a:chOff x="772668" y="1880616"/>
            <a:chExt cx="9144000" cy="532828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69236" y="1880616"/>
              <a:ext cx="5247131" cy="189890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02124" y="3236975"/>
              <a:ext cx="428243" cy="54254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64408" y="2513075"/>
              <a:ext cx="428243" cy="60655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10912" y="3438143"/>
              <a:ext cx="696467" cy="34137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72668" y="3779519"/>
              <a:ext cx="9143999" cy="34290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3781043"/>
              <a:ext cx="5925311" cy="102412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269236" y="3779519"/>
              <a:ext cx="5247131" cy="235305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802124" y="3779519"/>
              <a:ext cx="428243" cy="64008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983480" y="3780536"/>
              <a:ext cx="696467" cy="347979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1081482" y="641085"/>
            <a:ext cx="463867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204" dirty="0">
                <a:solidFill>
                  <a:srgbClr val="FF5697"/>
                </a:solidFill>
                <a:latin typeface="Tahoma"/>
                <a:cs typeface="Tahoma"/>
              </a:rPr>
              <a:t>G</a:t>
            </a:r>
            <a:r>
              <a:rPr sz="2200" b="1" spc="-330" dirty="0">
                <a:solidFill>
                  <a:srgbClr val="FF5697"/>
                </a:solidFill>
                <a:latin typeface="Tahoma"/>
                <a:cs typeface="Tahoma"/>
              </a:rPr>
              <a:t>R</a:t>
            </a:r>
            <a:r>
              <a:rPr sz="2200" b="1" spc="114" dirty="0">
                <a:solidFill>
                  <a:srgbClr val="FF5697"/>
                </a:solidFill>
                <a:latin typeface="Tahoma"/>
                <a:cs typeface="Tahoma"/>
              </a:rPr>
              <a:t>A</a:t>
            </a:r>
            <a:r>
              <a:rPr sz="2200" b="1" spc="-225" dirty="0">
                <a:solidFill>
                  <a:srgbClr val="FF5697"/>
                </a:solidFill>
                <a:latin typeface="Tahoma"/>
                <a:cs typeface="Tahoma"/>
              </a:rPr>
              <a:t>P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HE</a:t>
            </a:r>
            <a:r>
              <a:rPr sz="2200" b="1" spc="10" dirty="0">
                <a:solidFill>
                  <a:srgbClr val="FF5697"/>
                </a:solidFill>
                <a:latin typeface="Tahoma"/>
                <a:cs typeface="Tahoma"/>
              </a:rPr>
              <a:t> 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225" dirty="0">
                <a:solidFill>
                  <a:srgbClr val="FF5697"/>
                </a:solidFill>
                <a:latin typeface="Tahoma"/>
                <a:cs typeface="Tahoma"/>
              </a:rPr>
              <a:t>U</a:t>
            </a:r>
            <a:r>
              <a:rPr sz="2200" b="1" spc="-295" dirty="0">
                <a:solidFill>
                  <a:srgbClr val="FF5697"/>
                </a:solidFill>
                <a:latin typeface="Tahoma"/>
                <a:cs typeface="Tahoma"/>
              </a:rPr>
              <a:t>L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330" dirty="0">
                <a:solidFill>
                  <a:srgbClr val="FF5697"/>
                </a:solidFill>
                <a:latin typeface="Tahoma"/>
                <a:cs typeface="Tahoma"/>
              </a:rPr>
              <a:t>R</a:t>
            </a:r>
            <a:r>
              <a:rPr sz="2200" b="1" spc="-450" dirty="0">
                <a:solidFill>
                  <a:srgbClr val="FF5697"/>
                </a:solidFill>
                <a:latin typeface="Tahoma"/>
                <a:cs typeface="Tahoma"/>
              </a:rPr>
              <a:t>I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75" dirty="0">
                <a:solidFill>
                  <a:srgbClr val="FF5697"/>
                </a:solidFill>
                <a:latin typeface="Tahoma"/>
                <a:cs typeface="Tahoma"/>
              </a:rPr>
              <a:t>N</a:t>
            </a:r>
            <a:r>
              <a:rPr sz="2200" b="1" spc="-10" dirty="0">
                <a:solidFill>
                  <a:srgbClr val="FF5697"/>
                </a:solidFill>
                <a:latin typeface="Tahoma"/>
                <a:cs typeface="Tahoma"/>
              </a:rPr>
              <a:t> 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425" dirty="0">
                <a:solidFill>
                  <a:srgbClr val="FF5697"/>
                </a:solidFill>
                <a:latin typeface="Tahoma"/>
                <a:cs typeface="Tahoma"/>
              </a:rPr>
              <a:t>T</a:t>
            </a:r>
            <a:r>
              <a:rPr sz="2200" b="1" spc="-30" dirty="0">
                <a:solidFill>
                  <a:srgbClr val="FF5697"/>
                </a:solidFill>
                <a:latin typeface="Tahoma"/>
                <a:cs typeface="Tahoma"/>
              </a:rPr>
              <a:t> </a:t>
            </a:r>
            <a:r>
              <a:rPr sz="2200" b="1" spc="-195" dirty="0">
                <a:solidFill>
                  <a:srgbClr val="FF5697"/>
                </a:solidFill>
                <a:latin typeface="Tahoma"/>
                <a:cs typeface="Tahoma"/>
              </a:rPr>
              <a:t>H</a:t>
            </a:r>
            <a:r>
              <a:rPr sz="2200" b="1" spc="114" dirty="0">
                <a:solidFill>
                  <a:srgbClr val="FF5697"/>
                </a:solidFill>
                <a:latin typeface="Tahoma"/>
                <a:cs typeface="Tahoma"/>
              </a:rPr>
              <a:t>A</a:t>
            </a:r>
            <a:r>
              <a:rPr sz="2200" b="1" spc="10" dirty="0">
                <a:solidFill>
                  <a:srgbClr val="FF5697"/>
                </a:solidFill>
                <a:latin typeface="Tahoma"/>
                <a:cs typeface="Tahoma"/>
              </a:rPr>
              <a:t>M</a:t>
            </a:r>
            <a:r>
              <a:rPr sz="2200" b="1" spc="-450" dirty="0">
                <a:solidFill>
                  <a:srgbClr val="FF5697"/>
                </a:solidFill>
                <a:latin typeface="Tahoma"/>
                <a:cs typeface="Tahoma"/>
              </a:rPr>
              <a:t>I</a:t>
            </a:r>
            <a:r>
              <a:rPr sz="2200" b="1" spc="-295" dirty="0">
                <a:solidFill>
                  <a:srgbClr val="FF5697"/>
                </a:solidFill>
                <a:latin typeface="Tahoma"/>
                <a:cs typeface="Tahoma"/>
              </a:rPr>
              <a:t>L</a:t>
            </a:r>
            <a:r>
              <a:rPr sz="2200" b="1" spc="-425" dirty="0">
                <a:solidFill>
                  <a:srgbClr val="FF5697"/>
                </a:solidFill>
                <a:latin typeface="Tahoma"/>
                <a:cs typeface="Tahoma"/>
              </a:rPr>
              <a:t>T</a:t>
            </a:r>
            <a:r>
              <a:rPr sz="2200" b="1" spc="150" dirty="0">
                <a:solidFill>
                  <a:srgbClr val="FF5697"/>
                </a:solidFill>
                <a:latin typeface="Tahoma"/>
                <a:cs typeface="Tahoma"/>
              </a:rPr>
              <a:t>O</a:t>
            </a:r>
            <a:r>
              <a:rPr sz="2200" b="1" spc="-75" dirty="0">
                <a:solidFill>
                  <a:srgbClr val="FF5697"/>
                </a:solidFill>
                <a:latin typeface="Tahoma"/>
                <a:cs typeface="Tahoma"/>
              </a:rPr>
              <a:t>N</a:t>
            </a:r>
            <a:r>
              <a:rPr sz="2200" b="1" spc="-450" dirty="0">
                <a:solidFill>
                  <a:srgbClr val="FF5697"/>
                </a:solidFill>
                <a:latin typeface="Tahoma"/>
                <a:cs typeface="Tahoma"/>
              </a:rPr>
              <a:t>I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75" dirty="0">
                <a:solidFill>
                  <a:srgbClr val="FF5697"/>
                </a:solidFill>
                <a:latin typeface="Tahoma"/>
                <a:cs typeface="Tahoma"/>
              </a:rPr>
              <a:t>N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518618" y="6888581"/>
            <a:ext cx="193675" cy="212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105" dirty="0">
                <a:solidFill>
                  <a:srgbClr val="FFFFFF"/>
                </a:solidFill>
                <a:latin typeface="Verdana"/>
                <a:cs typeface="Verdana"/>
              </a:rPr>
              <a:t>3</a:t>
            </a:r>
            <a:r>
              <a:rPr sz="1200" spc="-100" dirty="0">
                <a:solidFill>
                  <a:srgbClr val="FFFFFF"/>
                </a:solidFill>
                <a:latin typeface="Verdana"/>
                <a:cs typeface="Verdana"/>
              </a:rPr>
              <a:t>1</a:t>
            </a:r>
            <a:endParaRPr sz="1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52795" y="1326946"/>
            <a:ext cx="500888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solidFill>
                  <a:srgbClr val="FFFFFF"/>
                </a:solidFill>
                <a:latin typeface="Tahoma"/>
                <a:cs typeface="Tahoma"/>
              </a:rPr>
              <a:t>Application</a:t>
            </a:r>
            <a:r>
              <a:rPr sz="2000" b="1" spc="-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45" dirty="0">
                <a:solidFill>
                  <a:srgbClr val="FFFFFF"/>
                </a:solidFill>
                <a:latin typeface="Tahoma"/>
                <a:cs typeface="Tahoma"/>
              </a:rPr>
              <a:t>pratique</a:t>
            </a:r>
            <a:r>
              <a:rPr sz="2000" b="1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25" dirty="0">
                <a:solidFill>
                  <a:srgbClr val="FFFFFF"/>
                </a:solidFill>
                <a:latin typeface="Tahoma"/>
                <a:cs typeface="Tahoma"/>
              </a:rPr>
              <a:t>d’un</a:t>
            </a:r>
            <a:r>
              <a:rPr sz="2000" b="1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80" dirty="0">
                <a:solidFill>
                  <a:srgbClr val="FFFFFF"/>
                </a:solidFill>
                <a:latin typeface="Tahoma"/>
                <a:cs typeface="Tahoma"/>
              </a:rPr>
              <a:t>cycle</a:t>
            </a:r>
            <a:r>
              <a:rPr sz="2000" b="1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50" dirty="0">
                <a:solidFill>
                  <a:srgbClr val="FFFFFF"/>
                </a:solidFill>
                <a:latin typeface="Tahoma"/>
                <a:cs typeface="Tahoma"/>
              </a:rPr>
              <a:t>eulérien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72668" y="1880616"/>
            <a:ext cx="9144000" cy="5328285"/>
            <a:chOff x="772668" y="1880616"/>
            <a:chExt cx="9144000" cy="532828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69236" y="1880616"/>
              <a:ext cx="5247131" cy="189890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64408" y="2513075"/>
              <a:ext cx="428243" cy="60655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30752" y="2862072"/>
              <a:ext cx="714756" cy="67513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2668" y="3779519"/>
              <a:ext cx="9143999" cy="34290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3781043"/>
              <a:ext cx="5925311" cy="102412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269236" y="3779519"/>
              <a:ext cx="5247131" cy="2353055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1081482" y="641085"/>
            <a:ext cx="463867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204" dirty="0">
                <a:solidFill>
                  <a:srgbClr val="FF5697"/>
                </a:solidFill>
                <a:latin typeface="Tahoma"/>
                <a:cs typeface="Tahoma"/>
              </a:rPr>
              <a:t>G</a:t>
            </a:r>
            <a:r>
              <a:rPr sz="2200" b="1" spc="-330" dirty="0">
                <a:solidFill>
                  <a:srgbClr val="FF5697"/>
                </a:solidFill>
                <a:latin typeface="Tahoma"/>
                <a:cs typeface="Tahoma"/>
              </a:rPr>
              <a:t>R</a:t>
            </a:r>
            <a:r>
              <a:rPr sz="2200" b="1" spc="114" dirty="0">
                <a:solidFill>
                  <a:srgbClr val="FF5697"/>
                </a:solidFill>
                <a:latin typeface="Tahoma"/>
                <a:cs typeface="Tahoma"/>
              </a:rPr>
              <a:t>A</a:t>
            </a:r>
            <a:r>
              <a:rPr sz="2200" b="1" spc="-225" dirty="0">
                <a:solidFill>
                  <a:srgbClr val="FF5697"/>
                </a:solidFill>
                <a:latin typeface="Tahoma"/>
                <a:cs typeface="Tahoma"/>
              </a:rPr>
              <a:t>P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HE</a:t>
            </a:r>
            <a:r>
              <a:rPr sz="2200" b="1" spc="10" dirty="0">
                <a:solidFill>
                  <a:srgbClr val="FF5697"/>
                </a:solidFill>
                <a:latin typeface="Tahoma"/>
                <a:cs typeface="Tahoma"/>
              </a:rPr>
              <a:t> 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225" dirty="0">
                <a:solidFill>
                  <a:srgbClr val="FF5697"/>
                </a:solidFill>
                <a:latin typeface="Tahoma"/>
                <a:cs typeface="Tahoma"/>
              </a:rPr>
              <a:t>U</a:t>
            </a:r>
            <a:r>
              <a:rPr sz="2200" b="1" spc="-295" dirty="0">
                <a:solidFill>
                  <a:srgbClr val="FF5697"/>
                </a:solidFill>
                <a:latin typeface="Tahoma"/>
                <a:cs typeface="Tahoma"/>
              </a:rPr>
              <a:t>L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330" dirty="0">
                <a:solidFill>
                  <a:srgbClr val="FF5697"/>
                </a:solidFill>
                <a:latin typeface="Tahoma"/>
                <a:cs typeface="Tahoma"/>
              </a:rPr>
              <a:t>R</a:t>
            </a:r>
            <a:r>
              <a:rPr sz="2200" b="1" spc="-450" dirty="0">
                <a:solidFill>
                  <a:srgbClr val="FF5697"/>
                </a:solidFill>
                <a:latin typeface="Tahoma"/>
                <a:cs typeface="Tahoma"/>
              </a:rPr>
              <a:t>I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75" dirty="0">
                <a:solidFill>
                  <a:srgbClr val="FF5697"/>
                </a:solidFill>
                <a:latin typeface="Tahoma"/>
                <a:cs typeface="Tahoma"/>
              </a:rPr>
              <a:t>N</a:t>
            </a:r>
            <a:r>
              <a:rPr sz="2200" b="1" spc="-10" dirty="0">
                <a:solidFill>
                  <a:srgbClr val="FF5697"/>
                </a:solidFill>
                <a:latin typeface="Tahoma"/>
                <a:cs typeface="Tahoma"/>
              </a:rPr>
              <a:t> 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425" dirty="0">
                <a:solidFill>
                  <a:srgbClr val="FF5697"/>
                </a:solidFill>
                <a:latin typeface="Tahoma"/>
                <a:cs typeface="Tahoma"/>
              </a:rPr>
              <a:t>T</a:t>
            </a:r>
            <a:r>
              <a:rPr sz="2200" b="1" spc="-30" dirty="0">
                <a:solidFill>
                  <a:srgbClr val="FF5697"/>
                </a:solidFill>
                <a:latin typeface="Tahoma"/>
                <a:cs typeface="Tahoma"/>
              </a:rPr>
              <a:t> </a:t>
            </a:r>
            <a:r>
              <a:rPr sz="2200" b="1" spc="-195" dirty="0">
                <a:solidFill>
                  <a:srgbClr val="FF5697"/>
                </a:solidFill>
                <a:latin typeface="Tahoma"/>
                <a:cs typeface="Tahoma"/>
              </a:rPr>
              <a:t>H</a:t>
            </a:r>
            <a:r>
              <a:rPr sz="2200" b="1" spc="114" dirty="0">
                <a:solidFill>
                  <a:srgbClr val="FF5697"/>
                </a:solidFill>
                <a:latin typeface="Tahoma"/>
                <a:cs typeface="Tahoma"/>
              </a:rPr>
              <a:t>A</a:t>
            </a:r>
            <a:r>
              <a:rPr sz="2200" b="1" spc="10" dirty="0">
                <a:solidFill>
                  <a:srgbClr val="FF5697"/>
                </a:solidFill>
                <a:latin typeface="Tahoma"/>
                <a:cs typeface="Tahoma"/>
              </a:rPr>
              <a:t>M</a:t>
            </a:r>
            <a:r>
              <a:rPr sz="2200" b="1" spc="-450" dirty="0">
                <a:solidFill>
                  <a:srgbClr val="FF5697"/>
                </a:solidFill>
                <a:latin typeface="Tahoma"/>
                <a:cs typeface="Tahoma"/>
              </a:rPr>
              <a:t>I</a:t>
            </a:r>
            <a:r>
              <a:rPr sz="2200" b="1" spc="-295" dirty="0">
                <a:solidFill>
                  <a:srgbClr val="FF5697"/>
                </a:solidFill>
                <a:latin typeface="Tahoma"/>
                <a:cs typeface="Tahoma"/>
              </a:rPr>
              <a:t>L</a:t>
            </a:r>
            <a:r>
              <a:rPr sz="2200" b="1" spc="-425" dirty="0">
                <a:solidFill>
                  <a:srgbClr val="FF5697"/>
                </a:solidFill>
                <a:latin typeface="Tahoma"/>
                <a:cs typeface="Tahoma"/>
              </a:rPr>
              <a:t>T</a:t>
            </a:r>
            <a:r>
              <a:rPr sz="2200" b="1" spc="150" dirty="0">
                <a:solidFill>
                  <a:srgbClr val="FF5697"/>
                </a:solidFill>
                <a:latin typeface="Tahoma"/>
                <a:cs typeface="Tahoma"/>
              </a:rPr>
              <a:t>O</a:t>
            </a:r>
            <a:r>
              <a:rPr sz="2200" b="1" spc="-75" dirty="0">
                <a:solidFill>
                  <a:srgbClr val="FF5697"/>
                </a:solidFill>
                <a:latin typeface="Tahoma"/>
                <a:cs typeface="Tahoma"/>
              </a:rPr>
              <a:t>N</a:t>
            </a:r>
            <a:r>
              <a:rPr sz="2200" b="1" spc="-450" dirty="0">
                <a:solidFill>
                  <a:srgbClr val="FF5697"/>
                </a:solidFill>
                <a:latin typeface="Tahoma"/>
                <a:cs typeface="Tahoma"/>
              </a:rPr>
              <a:t>I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75" dirty="0">
                <a:solidFill>
                  <a:srgbClr val="FF5697"/>
                </a:solidFill>
                <a:latin typeface="Tahoma"/>
                <a:cs typeface="Tahoma"/>
              </a:rPr>
              <a:t>N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518618" y="6888581"/>
            <a:ext cx="193675" cy="212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105" dirty="0">
                <a:solidFill>
                  <a:srgbClr val="FFFFFF"/>
                </a:solidFill>
                <a:latin typeface="Verdana"/>
                <a:cs typeface="Verdana"/>
              </a:rPr>
              <a:t>3</a:t>
            </a:r>
            <a:r>
              <a:rPr sz="1200" spc="-100" dirty="0">
                <a:solidFill>
                  <a:srgbClr val="FFFFFF"/>
                </a:solidFill>
                <a:latin typeface="Verdana"/>
                <a:cs typeface="Verdana"/>
              </a:rPr>
              <a:t>1</a:t>
            </a:r>
            <a:endParaRPr sz="1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52795" y="1326946"/>
            <a:ext cx="500888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solidFill>
                  <a:srgbClr val="FFFFFF"/>
                </a:solidFill>
                <a:latin typeface="Tahoma"/>
                <a:cs typeface="Tahoma"/>
              </a:rPr>
              <a:t>Application</a:t>
            </a:r>
            <a:r>
              <a:rPr sz="2000" b="1" spc="-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45" dirty="0">
                <a:solidFill>
                  <a:srgbClr val="FFFFFF"/>
                </a:solidFill>
                <a:latin typeface="Tahoma"/>
                <a:cs typeface="Tahoma"/>
              </a:rPr>
              <a:t>pratique</a:t>
            </a:r>
            <a:r>
              <a:rPr sz="2000" b="1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25" dirty="0">
                <a:solidFill>
                  <a:srgbClr val="FFFFFF"/>
                </a:solidFill>
                <a:latin typeface="Tahoma"/>
                <a:cs typeface="Tahoma"/>
              </a:rPr>
              <a:t>d’un</a:t>
            </a:r>
            <a:r>
              <a:rPr sz="2000" b="1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80" dirty="0">
                <a:solidFill>
                  <a:srgbClr val="FFFFFF"/>
                </a:solidFill>
                <a:latin typeface="Tahoma"/>
                <a:cs typeface="Tahoma"/>
              </a:rPr>
              <a:t>cycle</a:t>
            </a:r>
            <a:r>
              <a:rPr sz="2000" b="1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50" dirty="0">
                <a:solidFill>
                  <a:srgbClr val="FFFFFF"/>
                </a:solidFill>
                <a:latin typeface="Tahoma"/>
                <a:cs typeface="Tahoma"/>
              </a:rPr>
              <a:t>eulérien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72668" y="1874520"/>
            <a:ext cx="9144000" cy="5334000"/>
            <a:chOff x="772668" y="1874520"/>
            <a:chExt cx="9144000" cy="5334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69236" y="1880616"/>
              <a:ext cx="5247131" cy="189890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95144" y="1874520"/>
              <a:ext cx="710183" cy="67360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3779519"/>
              <a:ext cx="9143999" cy="34290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1812" y="3781044"/>
              <a:ext cx="5925311" cy="102412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269236" y="3779519"/>
              <a:ext cx="5247131" cy="2353055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1081482" y="641085"/>
            <a:ext cx="463867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204" dirty="0">
                <a:solidFill>
                  <a:srgbClr val="FF5697"/>
                </a:solidFill>
                <a:latin typeface="Tahoma"/>
                <a:cs typeface="Tahoma"/>
              </a:rPr>
              <a:t>G</a:t>
            </a:r>
            <a:r>
              <a:rPr sz="2200" b="1" spc="-330" dirty="0">
                <a:solidFill>
                  <a:srgbClr val="FF5697"/>
                </a:solidFill>
                <a:latin typeface="Tahoma"/>
                <a:cs typeface="Tahoma"/>
              </a:rPr>
              <a:t>R</a:t>
            </a:r>
            <a:r>
              <a:rPr sz="2200" b="1" spc="114" dirty="0">
                <a:solidFill>
                  <a:srgbClr val="FF5697"/>
                </a:solidFill>
                <a:latin typeface="Tahoma"/>
                <a:cs typeface="Tahoma"/>
              </a:rPr>
              <a:t>A</a:t>
            </a:r>
            <a:r>
              <a:rPr sz="2200" b="1" spc="-225" dirty="0">
                <a:solidFill>
                  <a:srgbClr val="FF5697"/>
                </a:solidFill>
                <a:latin typeface="Tahoma"/>
                <a:cs typeface="Tahoma"/>
              </a:rPr>
              <a:t>P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HE</a:t>
            </a:r>
            <a:r>
              <a:rPr sz="2200" b="1" spc="10" dirty="0">
                <a:solidFill>
                  <a:srgbClr val="FF5697"/>
                </a:solidFill>
                <a:latin typeface="Tahoma"/>
                <a:cs typeface="Tahoma"/>
              </a:rPr>
              <a:t> 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225" dirty="0">
                <a:solidFill>
                  <a:srgbClr val="FF5697"/>
                </a:solidFill>
                <a:latin typeface="Tahoma"/>
                <a:cs typeface="Tahoma"/>
              </a:rPr>
              <a:t>U</a:t>
            </a:r>
            <a:r>
              <a:rPr sz="2200" b="1" spc="-295" dirty="0">
                <a:solidFill>
                  <a:srgbClr val="FF5697"/>
                </a:solidFill>
                <a:latin typeface="Tahoma"/>
                <a:cs typeface="Tahoma"/>
              </a:rPr>
              <a:t>L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330" dirty="0">
                <a:solidFill>
                  <a:srgbClr val="FF5697"/>
                </a:solidFill>
                <a:latin typeface="Tahoma"/>
                <a:cs typeface="Tahoma"/>
              </a:rPr>
              <a:t>R</a:t>
            </a:r>
            <a:r>
              <a:rPr sz="2200" b="1" spc="-450" dirty="0">
                <a:solidFill>
                  <a:srgbClr val="FF5697"/>
                </a:solidFill>
                <a:latin typeface="Tahoma"/>
                <a:cs typeface="Tahoma"/>
              </a:rPr>
              <a:t>I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75" dirty="0">
                <a:solidFill>
                  <a:srgbClr val="FF5697"/>
                </a:solidFill>
                <a:latin typeface="Tahoma"/>
                <a:cs typeface="Tahoma"/>
              </a:rPr>
              <a:t>N</a:t>
            </a:r>
            <a:r>
              <a:rPr sz="2200" b="1" spc="-10" dirty="0">
                <a:solidFill>
                  <a:srgbClr val="FF5697"/>
                </a:solidFill>
                <a:latin typeface="Tahoma"/>
                <a:cs typeface="Tahoma"/>
              </a:rPr>
              <a:t> 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425" dirty="0">
                <a:solidFill>
                  <a:srgbClr val="FF5697"/>
                </a:solidFill>
                <a:latin typeface="Tahoma"/>
                <a:cs typeface="Tahoma"/>
              </a:rPr>
              <a:t>T</a:t>
            </a:r>
            <a:r>
              <a:rPr sz="2200" b="1" spc="-30" dirty="0">
                <a:solidFill>
                  <a:srgbClr val="FF5697"/>
                </a:solidFill>
                <a:latin typeface="Tahoma"/>
                <a:cs typeface="Tahoma"/>
              </a:rPr>
              <a:t> </a:t>
            </a:r>
            <a:r>
              <a:rPr sz="2200" b="1" spc="-195" dirty="0">
                <a:solidFill>
                  <a:srgbClr val="FF5697"/>
                </a:solidFill>
                <a:latin typeface="Tahoma"/>
                <a:cs typeface="Tahoma"/>
              </a:rPr>
              <a:t>H</a:t>
            </a:r>
            <a:r>
              <a:rPr sz="2200" b="1" spc="114" dirty="0">
                <a:solidFill>
                  <a:srgbClr val="FF5697"/>
                </a:solidFill>
                <a:latin typeface="Tahoma"/>
                <a:cs typeface="Tahoma"/>
              </a:rPr>
              <a:t>A</a:t>
            </a:r>
            <a:r>
              <a:rPr sz="2200" b="1" spc="10" dirty="0">
                <a:solidFill>
                  <a:srgbClr val="FF5697"/>
                </a:solidFill>
                <a:latin typeface="Tahoma"/>
                <a:cs typeface="Tahoma"/>
              </a:rPr>
              <a:t>M</a:t>
            </a:r>
            <a:r>
              <a:rPr sz="2200" b="1" spc="-450" dirty="0">
                <a:solidFill>
                  <a:srgbClr val="FF5697"/>
                </a:solidFill>
                <a:latin typeface="Tahoma"/>
                <a:cs typeface="Tahoma"/>
              </a:rPr>
              <a:t>I</a:t>
            </a:r>
            <a:r>
              <a:rPr sz="2200" b="1" spc="-295" dirty="0">
                <a:solidFill>
                  <a:srgbClr val="FF5697"/>
                </a:solidFill>
                <a:latin typeface="Tahoma"/>
                <a:cs typeface="Tahoma"/>
              </a:rPr>
              <a:t>L</a:t>
            </a:r>
            <a:r>
              <a:rPr sz="2200" b="1" spc="-425" dirty="0">
                <a:solidFill>
                  <a:srgbClr val="FF5697"/>
                </a:solidFill>
                <a:latin typeface="Tahoma"/>
                <a:cs typeface="Tahoma"/>
              </a:rPr>
              <a:t>T</a:t>
            </a:r>
            <a:r>
              <a:rPr sz="2200" b="1" spc="150" dirty="0">
                <a:solidFill>
                  <a:srgbClr val="FF5697"/>
                </a:solidFill>
                <a:latin typeface="Tahoma"/>
                <a:cs typeface="Tahoma"/>
              </a:rPr>
              <a:t>O</a:t>
            </a:r>
            <a:r>
              <a:rPr sz="2200" b="1" spc="-75" dirty="0">
                <a:solidFill>
                  <a:srgbClr val="FF5697"/>
                </a:solidFill>
                <a:latin typeface="Tahoma"/>
                <a:cs typeface="Tahoma"/>
              </a:rPr>
              <a:t>N</a:t>
            </a:r>
            <a:r>
              <a:rPr sz="2200" b="1" spc="-450" dirty="0">
                <a:solidFill>
                  <a:srgbClr val="FF5697"/>
                </a:solidFill>
                <a:latin typeface="Tahoma"/>
                <a:cs typeface="Tahoma"/>
              </a:rPr>
              <a:t>I</a:t>
            </a:r>
            <a:r>
              <a:rPr sz="2200" b="1" spc="-215" dirty="0">
                <a:solidFill>
                  <a:srgbClr val="FF5697"/>
                </a:solidFill>
                <a:latin typeface="Tahoma"/>
                <a:cs typeface="Tahoma"/>
              </a:rPr>
              <a:t>E</a:t>
            </a:r>
            <a:r>
              <a:rPr sz="2200" b="1" spc="-75" dirty="0">
                <a:solidFill>
                  <a:srgbClr val="FF5697"/>
                </a:solidFill>
                <a:latin typeface="Tahoma"/>
                <a:cs typeface="Tahoma"/>
              </a:rPr>
              <a:t>N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518618" y="6888581"/>
            <a:ext cx="193675" cy="212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105" dirty="0">
                <a:solidFill>
                  <a:srgbClr val="FFFFFF"/>
                </a:solidFill>
                <a:latin typeface="Verdana"/>
                <a:cs typeface="Verdana"/>
              </a:rPr>
              <a:t>3</a:t>
            </a:r>
            <a:r>
              <a:rPr sz="1200" spc="-100" dirty="0">
                <a:solidFill>
                  <a:srgbClr val="FFFFFF"/>
                </a:solidFill>
                <a:latin typeface="Verdana"/>
                <a:cs typeface="Verdana"/>
              </a:rPr>
              <a:t>1</a:t>
            </a:r>
            <a:endParaRPr sz="1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81482" y="662465"/>
            <a:ext cx="463867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204" dirty="0">
                <a:solidFill>
                  <a:srgbClr val="FF5697"/>
                </a:solidFill>
              </a:rPr>
              <a:t>G</a:t>
            </a:r>
            <a:r>
              <a:rPr sz="2200" spc="-330" dirty="0">
                <a:solidFill>
                  <a:srgbClr val="FF5697"/>
                </a:solidFill>
              </a:rPr>
              <a:t>R</a:t>
            </a:r>
            <a:r>
              <a:rPr sz="2200" spc="114" dirty="0">
                <a:solidFill>
                  <a:srgbClr val="FF5697"/>
                </a:solidFill>
              </a:rPr>
              <a:t>A</a:t>
            </a:r>
            <a:r>
              <a:rPr sz="2200" spc="-225" dirty="0">
                <a:solidFill>
                  <a:srgbClr val="FF5697"/>
                </a:solidFill>
              </a:rPr>
              <a:t>P</a:t>
            </a:r>
            <a:r>
              <a:rPr sz="2200" spc="-215" dirty="0">
                <a:solidFill>
                  <a:srgbClr val="FF5697"/>
                </a:solidFill>
              </a:rPr>
              <a:t>HE</a:t>
            </a:r>
            <a:r>
              <a:rPr sz="2200" spc="10" dirty="0">
                <a:solidFill>
                  <a:srgbClr val="FF5697"/>
                </a:solidFill>
              </a:rPr>
              <a:t> 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225" dirty="0">
                <a:solidFill>
                  <a:srgbClr val="FF5697"/>
                </a:solidFill>
              </a:rPr>
              <a:t>U</a:t>
            </a:r>
            <a:r>
              <a:rPr sz="2200" spc="-295" dirty="0">
                <a:solidFill>
                  <a:srgbClr val="FF5697"/>
                </a:solidFill>
              </a:rPr>
              <a:t>L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330" dirty="0">
                <a:solidFill>
                  <a:srgbClr val="FF5697"/>
                </a:solidFill>
              </a:rPr>
              <a:t>R</a:t>
            </a:r>
            <a:r>
              <a:rPr sz="2200" spc="-450" dirty="0">
                <a:solidFill>
                  <a:srgbClr val="FF5697"/>
                </a:solidFill>
              </a:rPr>
              <a:t>I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75" dirty="0">
                <a:solidFill>
                  <a:srgbClr val="FF5697"/>
                </a:solidFill>
              </a:rPr>
              <a:t>N</a:t>
            </a:r>
            <a:r>
              <a:rPr sz="2200" spc="-10" dirty="0">
                <a:solidFill>
                  <a:srgbClr val="FF5697"/>
                </a:solidFill>
              </a:rPr>
              <a:t> 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425" dirty="0">
                <a:solidFill>
                  <a:srgbClr val="FF5697"/>
                </a:solidFill>
              </a:rPr>
              <a:t>T</a:t>
            </a:r>
            <a:r>
              <a:rPr sz="2200" spc="-30" dirty="0">
                <a:solidFill>
                  <a:srgbClr val="FF5697"/>
                </a:solidFill>
              </a:rPr>
              <a:t> </a:t>
            </a:r>
            <a:r>
              <a:rPr sz="2200" spc="-195" dirty="0">
                <a:solidFill>
                  <a:srgbClr val="FF5697"/>
                </a:solidFill>
              </a:rPr>
              <a:t>H</a:t>
            </a:r>
            <a:r>
              <a:rPr sz="2200" spc="114" dirty="0">
                <a:solidFill>
                  <a:srgbClr val="FF5697"/>
                </a:solidFill>
              </a:rPr>
              <a:t>A</a:t>
            </a:r>
            <a:r>
              <a:rPr sz="2200" spc="10" dirty="0">
                <a:solidFill>
                  <a:srgbClr val="FF5697"/>
                </a:solidFill>
              </a:rPr>
              <a:t>M</a:t>
            </a:r>
            <a:r>
              <a:rPr sz="2200" spc="-450" dirty="0">
                <a:solidFill>
                  <a:srgbClr val="FF5697"/>
                </a:solidFill>
              </a:rPr>
              <a:t>I</a:t>
            </a:r>
            <a:r>
              <a:rPr sz="2200" spc="-295" dirty="0">
                <a:solidFill>
                  <a:srgbClr val="FF5697"/>
                </a:solidFill>
              </a:rPr>
              <a:t>L</a:t>
            </a:r>
            <a:r>
              <a:rPr sz="2200" spc="-425" dirty="0">
                <a:solidFill>
                  <a:srgbClr val="FF5697"/>
                </a:solidFill>
              </a:rPr>
              <a:t>T</a:t>
            </a:r>
            <a:r>
              <a:rPr sz="2200" spc="150" dirty="0">
                <a:solidFill>
                  <a:srgbClr val="FF5697"/>
                </a:solidFill>
              </a:rPr>
              <a:t>O</a:t>
            </a:r>
            <a:r>
              <a:rPr sz="2200" spc="-75" dirty="0">
                <a:solidFill>
                  <a:srgbClr val="FF5697"/>
                </a:solidFill>
              </a:rPr>
              <a:t>N</a:t>
            </a:r>
            <a:r>
              <a:rPr sz="2200" spc="-450" dirty="0">
                <a:solidFill>
                  <a:srgbClr val="FF5697"/>
                </a:solidFill>
              </a:rPr>
              <a:t>I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75" dirty="0">
                <a:solidFill>
                  <a:srgbClr val="FF5697"/>
                </a:solidFill>
              </a:rPr>
              <a:t>N</a:t>
            </a:r>
            <a:endParaRPr sz="2200"/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14816" y="365760"/>
            <a:ext cx="1054607" cy="1062227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772668" y="3779519"/>
            <a:ext cx="9144000" cy="3429000"/>
            <a:chOff x="772668" y="3779519"/>
            <a:chExt cx="9144000" cy="3429000"/>
          </a:xfrm>
        </p:grpSpPr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3779520"/>
              <a:ext cx="9143999" cy="34290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1812" y="3781044"/>
              <a:ext cx="5925311" cy="102412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326379" y="1855405"/>
            <a:ext cx="8008620" cy="2848472"/>
          </a:xfrm>
          <a:prstGeom prst="rect">
            <a:avLst/>
          </a:prstGeom>
        </p:spPr>
        <p:txBody>
          <a:bodyPr vert="horz" wrap="square" lIns="0" tIns="168275" rIns="0" bIns="0" rtlCol="0">
            <a:spAutoFit/>
          </a:bodyPr>
          <a:lstStyle/>
          <a:p>
            <a:pPr marL="396240" indent="-384175">
              <a:lnSpc>
                <a:spcPct val="100000"/>
              </a:lnSpc>
              <a:spcBef>
                <a:spcPts val="1325"/>
              </a:spcBef>
              <a:buClr>
                <a:srgbClr val="FF388C"/>
              </a:buClr>
              <a:buSzPct val="79545"/>
              <a:buFont typeface="Times New Roman"/>
              <a:buChar char="◉"/>
              <a:tabLst>
                <a:tab pos="396240" algn="l"/>
                <a:tab pos="396875" algn="l"/>
              </a:tabLst>
            </a:pPr>
            <a:r>
              <a:rPr sz="2200" b="1" spc="-160" dirty="0">
                <a:solidFill>
                  <a:srgbClr val="FFFF00"/>
                </a:solidFill>
                <a:latin typeface="Tahoma"/>
                <a:cs typeface="Tahoma"/>
              </a:rPr>
              <a:t>Un</a:t>
            </a:r>
            <a:r>
              <a:rPr sz="2200" b="1" spc="-30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2200" b="1" dirty="0">
                <a:solidFill>
                  <a:srgbClr val="FFFF00"/>
                </a:solidFill>
                <a:latin typeface="Tahoma"/>
                <a:cs typeface="Tahoma"/>
              </a:rPr>
              <a:t>graphe</a:t>
            </a:r>
            <a:r>
              <a:rPr sz="2200" b="1" spc="-50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2200" b="1" spc="-105" dirty="0">
                <a:solidFill>
                  <a:srgbClr val="FFFF00"/>
                </a:solidFill>
                <a:latin typeface="Tahoma"/>
                <a:cs typeface="Tahoma"/>
              </a:rPr>
              <a:t>est</a:t>
            </a:r>
            <a:r>
              <a:rPr sz="2200" b="1" spc="-25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2200" b="1" spc="-55" dirty="0">
                <a:solidFill>
                  <a:srgbClr val="FFFF00"/>
                </a:solidFill>
                <a:latin typeface="Tahoma"/>
                <a:cs typeface="Tahoma"/>
              </a:rPr>
              <a:t>eulérien</a:t>
            </a:r>
            <a:r>
              <a:rPr sz="2200" b="1" spc="-10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2200" spc="-110" dirty="0">
                <a:solidFill>
                  <a:srgbClr val="FFFFFF"/>
                </a:solidFill>
                <a:latin typeface="Verdana"/>
                <a:cs typeface="Verdana"/>
              </a:rPr>
              <a:t>s’il</a:t>
            </a:r>
            <a:r>
              <a:rPr sz="22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FFFFFF"/>
                </a:solidFill>
                <a:latin typeface="Verdana"/>
                <a:cs typeface="Verdana"/>
              </a:rPr>
              <a:t>contient</a:t>
            </a:r>
            <a:r>
              <a:rPr sz="22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70" dirty="0">
                <a:solidFill>
                  <a:srgbClr val="FFFFFF"/>
                </a:solidFill>
                <a:latin typeface="Verdana"/>
                <a:cs typeface="Verdana"/>
              </a:rPr>
              <a:t>un</a:t>
            </a:r>
            <a:r>
              <a:rPr sz="22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65" dirty="0">
                <a:solidFill>
                  <a:srgbClr val="FFFFFF"/>
                </a:solidFill>
                <a:latin typeface="Verdana"/>
                <a:cs typeface="Verdana"/>
              </a:rPr>
              <a:t>cycle</a:t>
            </a:r>
            <a:r>
              <a:rPr sz="22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65" dirty="0">
                <a:solidFill>
                  <a:srgbClr val="FFFFFF"/>
                </a:solidFill>
                <a:latin typeface="Verdana"/>
                <a:cs typeface="Verdana"/>
              </a:rPr>
              <a:t>eulérien.</a:t>
            </a:r>
            <a:endParaRPr sz="2200" dirty="0">
              <a:latin typeface="Verdana"/>
              <a:cs typeface="Verdana"/>
            </a:endParaRPr>
          </a:p>
          <a:p>
            <a:pPr marL="396240" indent="-384175">
              <a:lnSpc>
                <a:spcPct val="100000"/>
              </a:lnSpc>
              <a:spcBef>
                <a:spcPts val="1560"/>
              </a:spcBef>
              <a:buClr>
                <a:srgbClr val="FF388C"/>
              </a:buClr>
              <a:buSzPct val="80357"/>
              <a:buFont typeface="Times New Roman"/>
              <a:buChar char="◉"/>
              <a:tabLst>
                <a:tab pos="396240" algn="l"/>
                <a:tab pos="396875" algn="l"/>
              </a:tabLst>
            </a:pPr>
            <a:r>
              <a:rPr sz="2800" b="1" spc="-75" dirty="0" err="1">
                <a:solidFill>
                  <a:srgbClr val="CCFF33"/>
                </a:solidFill>
                <a:latin typeface="Tahoma"/>
                <a:cs typeface="Tahoma"/>
              </a:rPr>
              <a:t>Théorème</a:t>
            </a:r>
            <a:r>
              <a:rPr sz="2800" b="1" spc="-75" dirty="0">
                <a:solidFill>
                  <a:srgbClr val="CCFF33"/>
                </a:solidFill>
                <a:latin typeface="Tahoma"/>
                <a:cs typeface="Tahoma"/>
              </a:rPr>
              <a:t> </a:t>
            </a:r>
            <a:r>
              <a:rPr sz="2800" b="1" spc="-100" dirty="0" err="1" smtClean="0">
                <a:solidFill>
                  <a:srgbClr val="CCFF33"/>
                </a:solidFill>
                <a:latin typeface="Tahoma"/>
                <a:cs typeface="Tahoma"/>
              </a:rPr>
              <a:t>d’Euler</a:t>
            </a:r>
            <a:r>
              <a:rPr lang="fr-FR" sz="2800" b="1" spc="-100" dirty="0" smtClean="0">
                <a:solidFill>
                  <a:srgbClr val="CCFF33"/>
                </a:solidFill>
                <a:latin typeface="Tahoma"/>
                <a:cs typeface="Tahoma"/>
              </a:rPr>
              <a:t> 1</a:t>
            </a:r>
            <a:endParaRPr sz="2800" dirty="0">
              <a:latin typeface="Tahoma"/>
              <a:cs typeface="Tahoma"/>
            </a:endParaRPr>
          </a:p>
          <a:p>
            <a:pPr marL="396240" marR="5080" indent="-384175" algn="just">
              <a:lnSpc>
                <a:spcPct val="130000"/>
              </a:lnSpc>
              <a:spcBef>
                <a:spcPts val="670"/>
              </a:spcBef>
              <a:buClr>
                <a:srgbClr val="FF388C"/>
              </a:buClr>
              <a:buSzPct val="80357"/>
              <a:buFont typeface="Wingdings"/>
              <a:buChar char=""/>
              <a:tabLst>
                <a:tab pos="396875" algn="l"/>
              </a:tabLst>
            </a:pPr>
            <a:r>
              <a:rPr sz="2800" spc="-140" dirty="0">
                <a:solidFill>
                  <a:srgbClr val="FFFFFF"/>
                </a:solidFill>
                <a:latin typeface="Verdana"/>
                <a:cs typeface="Verdana"/>
              </a:rPr>
              <a:t>Un </a:t>
            </a:r>
            <a:r>
              <a:rPr sz="2800" spc="45" dirty="0">
                <a:solidFill>
                  <a:srgbClr val="FFFFFF"/>
                </a:solidFill>
                <a:latin typeface="Verdana"/>
                <a:cs typeface="Verdana"/>
              </a:rPr>
              <a:t>graphe </a:t>
            </a:r>
            <a:r>
              <a:rPr sz="2800" spc="55" dirty="0">
                <a:solidFill>
                  <a:srgbClr val="FFFFFF"/>
                </a:solidFill>
                <a:latin typeface="Verdana"/>
                <a:cs typeface="Verdana"/>
              </a:rPr>
              <a:t>admet </a:t>
            </a:r>
            <a:r>
              <a:rPr sz="2800" spc="-70" dirty="0">
                <a:solidFill>
                  <a:srgbClr val="FFFFFF"/>
                </a:solidFill>
                <a:latin typeface="Verdana"/>
                <a:cs typeface="Verdana"/>
              </a:rPr>
              <a:t>un </a:t>
            </a:r>
            <a:r>
              <a:rPr sz="2800" spc="95" dirty="0">
                <a:solidFill>
                  <a:srgbClr val="FFFFFF"/>
                </a:solidFill>
                <a:latin typeface="Verdana"/>
                <a:cs typeface="Verdana"/>
              </a:rPr>
              <a:t>cycle </a:t>
            </a:r>
            <a:r>
              <a:rPr sz="2800" spc="-60" dirty="0">
                <a:solidFill>
                  <a:srgbClr val="FFFFFF"/>
                </a:solidFill>
                <a:latin typeface="Verdana"/>
                <a:cs typeface="Verdana"/>
              </a:rPr>
              <a:t>eulérien </a:t>
            </a:r>
            <a:r>
              <a:rPr sz="2800" spc="-290" dirty="0">
                <a:solidFill>
                  <a:srgbClr val="FFFFFF"/>
                </a:solidFill>
                <a:latin typeface="Verdana"/>
                <a:cs typeface="Verdana"/>
              </a:rPr>
              <a:t>si</a:t>
            </a:r>
            <a:r>
              <a:rPr sz="2800" spc="-2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Verdana"/>
                <a:cs typeface="Verdana"/>
              </a:rPr>
              <a:t>et </a:t>
            </a:r>
            <a:r>
              <a:rPr sz="28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-60" dirty="0">
                <a:solidFill>
                  <a:srgbClr val="FFFFFF"/>
                </a:solidFill>
                <a:latin typeface="Verdana"/>
                <a:cs typeface="Verdana"/>
              </a:rPr>
              <a:t>seulement </a:t>
            </a:r>
            <a:r>
              <a:rPr sz="2800" spc="-280" dirty="0">
                <a:solidFill>
                  <a:srgbClr val="FFFFFF"/>
                </a:solidFill>
                <a:latin typeface="Verdana"/>
                <a:cs typeface="Verdana"/>
              </a:rPr>
              <a:t>si,</a:t>
            </a:r>
            <a:r>
              <a:rPr sz="2800" spc="-2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-200" dirty="0">
                <a:solidFill>
                  <a:srgbClr val="FFFFFF"/>
                </a:solidFill>
                <a:latin typeface="Verdana"/>
                <a:cs typeface="Verdana"/>
              </a:rPr>
              <a:t>il </a:t>
            </a:r>
            <a:r>
              <a:rPr sz="2800" spc="-125" dirty="0">
                <a:solidFill>
                  <a:srgbClr val="FFFFFF"/>
                </a:solidFill>
                <a:latin typeface="Verdana"/>
                <a:cs typeface="Verdana"/>
              </a:rPr>
              <a:t>est </a:t>
            </a:r>
            <a:r>
              <a:rPr sz="2800" b="1" u="heavy" spc="3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ahoma"/>
                <a:cs typeface="Tahoma"/>
              </a:rPr>
              <a:t>connexe</a:t>
            </a:r>
            <a:r>
              <a:rPr sz="2800" b="1" spc="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Verdana"/>
                <a:cs typeface="Verdana"/>
              </a:rPr>
              <a:t>et</a:t>
            </a:r>
            <a:r>
              <a:rPr sz="2800" spc="-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800" b="1" u="heavy" spc="2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ahoma"/>
                <a:cs typeface="Tahoma"/>
              </a:rPr>
              <a:t>n’a </a:t>
            </a:r>
            <a:r>
              <a:rPr sz="2800" b="1" u="heavy" spc="2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ahoma"/>
                <a:cs typeface="Tahoma"/>
              </a:rPr>
              <a:t>aucun </a:t>
            </a:r>
            <a:r>
              <a:rPr sz="2800" b="1" spc="3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800" b="1" u="heavy" spc="-7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ahoma"/>
                <a:cs typeface="Tahoma"/>
              </a:rPr>
              <a:t>sommet</a:t>
            </a:r>
            <a:r>
              <a:rPr sz="2800" b="1" u="heavy" spc="-4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ahoma"/>
                <a:cs typeface="Tahoma"/>
              </a:rPr>
              <a:t> </a:t>
            </a:r>
            <a:r>
              <a:rPr sz="2800" b="1" u="heavy" spc="114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ahoma"/>
                <a:cs typeface="Tahoma"/>
              </a:rPr>
              <a:t>de</a:t>
            </a:r>
            <a:r>
              <a:rPr sz="2800" b="1" u="heavy" spc="-4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ahoma"/>
                <a:cs typeface="Tahoma"/>
              </a:rPr>
              <a:t> </a:t>
            </a:r>
            <a:r>
              <a:rPr sz="2800" b="1" u="heavy" spc="1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ahoma"/>
                <a:cs typeface="Tahoma"/>
              </a:rPr>
              <a:t>degré</a:t>
            </a:r>
            <a:r>
              <a:rPr sz="2800" b="1" u="heavy" spc="-4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ahoma"/>
                <a:cs typeface="Tahoma"/>
              </a:rPr>
              <a:t> </a:t>
            </a:r>
            <a:r>
              <a:rPr sz="2800" b="1" u="heavy" spc="-8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ahoma"/>
                <a:cs typeface="Tahoma"/>
              </a:rPr>
              <a:t>impair</a:t>
            </a:r>
            <a:r>
              <a:rPr sz="2800" b="1" u="heavy" spc="-80" dirty="0" smtClean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ahoma"/>
                <a:cs typeface="Tahoma"/>
              </a:rPr>
              <a:t>.</a:t>
            </a:r>
            <a:endParaRPr sz="2800" dirty="0">
              <a:latin typeface="Tahoma"/>
              <a:cs typeface="Tahom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100" dirty="0"/>
              <a:t>32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81482" y="662465"/>
            <a:ext cx="463867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204" dirty="0">
                <a:solidFill>
                  <a:srgbClr val="FF5697"/>
                </a:solidFill>
              </a:rPr>
              <a:t>G</a:t>
            </a:r>
            <a:r>
              <a:rPr sz="2200" spc="-330" dirty="0">
                <a:solidFill>
                  <a:srgbClr val="FF5697"/>
                </a:solidFill>
              </a:rPr>
              <a:t>R</a:t>
            </a:r>
            <a:r>
              <a:rPr sz="2200" spc="114" dirty="0">
                <a:solidFill>
                  <a:srgbClr val="FF5697"/>
                </a:solidFill>
              </a:rPr>
              <a:t>A</a:t>
            </a:r>
            <a:r>
              <a:rPr sz="2200" spc="-225" dirty="0">
                <a:solidFill>
                  <a:srgbClr val="FF5697"/>
                </a:solidFill>
              </a:rPr>
              <a:t>P</a:t>
            </a:r>
            <a:r>
              <a:rPr sz="2200" spc="-215" dirty="0">
                <a:solidFill>
                  <a:srgbClr val="FF5697"/>
                </a:solidFill>
              </a:rPr>
              <a:t>HE</a:t>
            </a:r>
            <a:r>
              <a:rPr sz="2200" spc="10" dirty="0">
                <a:solidFill>
                  <a:srgbClr val="FF5697"/>
                </a:solidFill>
              </a:rPr>
              <a:t> 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225" dirty="0">
                <a:solidFill>
                  <a:srgbClr val="FF5697"/>
                </a:solidFill>
              </a:rPr>
              <a:t>U</a:t>
            </a:r>
            <a:r>
              <a:rPr sz="2200" spc="-295" dirty="0">
                <a:solidFill>
                  <a:srgbClr val="FF5697"/>
                </a:solidFill>
              </a:rPr>
              <a:t>L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330" dirty="0">
                <a:solidFill>
                  <a:srgbClr val="FF5697"/>
                </a:solidFill>
              </a:rPr>
              <a:t>R</a:t>
            </a:r>
            <a:r>
              <a:rPr sz="2200" spc="-450" dirty="0">
                <a:solidFill>
                  <a:srgbClr val="FF5697"/>
                </a:solidFill>
              </a:rPr>
              <a:t>I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75" dirty="0">
                <a:solidFill>
                  <a:srgbClr val="FF5697"/>
                </a:solidFill>
              </a:rPr>
              <a:t>N</a:t>
            </a:r>
            <a:r>
              <a:rPr sz="2200" spc="-10" dirty="0">
                <a:solidFill>
                  <a:srgbClr val="FF5697"/>
                </a:solidFill>
              </a:rPr>
              <a:t> 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425" dirty="0">
                <a:solidFill>
                  <a:srgbClr val="FF5697"/>
                </a:solidFill>
              </a:rPr>
              <a:t>T</a:t>
            </a:r>
            <a:r>
              <a:rPr sz="2200" spc="-30" dirty="0">
                <a:solidFill>
                  <a:srgbClr val="FF5697"/>
                </a:solidFill>
              </a:rPr>
              <a:t> </a:t>
            </a:r>
            <a:r>
              <a:rPr sz="2200" spc="-195" dirty="0">
                <a:solidFill>
                  <a:srgbClr val="FF5697"/>
                </a:solidFill>
              </a:rPr>
              <a:t>H</a:t>
            </a:r>
            <a:r>
              <a:rPr sz="2200" spc="114" dirty="0">
                <a:solidFill>
                  <a:srgbClr val="FF5697"/>
                </a:solidFill>
              </a:rPr>
              <a:t>A</a:t>
            </a:r>
            <a:r>
              <a:rPr sz="2200" spc="10" dirty="0">
                <a:solidFill>
                  <a:srgbClr val="FF5697"/>
                </a:solidFill>
              </a:rPr>
              <a:t>M</a:t>
            </a:r>
            <a:r>
              <a:rPr sz="2200" spc="-450" dirty="0">
                <a:solidFill>
                  <a:srgbClr val="FF5697"/>
                </a:solidFill>
              </a:rPr>
              <a:t>I</a:t>
            </a:r>
            <a:r>
              <a:rPr sz="2200" spc="-295" dirty="0">
                <a:solidFill>
                  <a:srgbClr val="FF5697"/>
                </a:solidFill>
              </a:rPr>
              <a:t>L</a:t>
            </a:r>
            <a:r>
              <a:rPr sz="2200" spc="-425" dirty="0">
                <a:solidFill>
                  <a:srgbClr val="FF5697"/>
                </a:solidFill>
              </a:rPr>
              <a:t>T</a:t>
            </a:r>
            <a:r>
              <a:rPr sz="2200" spc="150" dirty="0">
                <a:solidFill>
                  <a:srgbClr val="FF5697"/>
                </a:solidFill>
              </a:rPr>
              <a:t>O</a:t>
            </a:r>
            <a:r>
              <a:rPr sz="2200" spc="-75" dirty="0">
                <a:solidFill>
                  <a:srgbClr val="FF5697"/>
                </a:solidFill>
              </a:rPr>
              <a:t>N</a:t>
            </a:r>
            <a:r>
              <a:rPr sz="2200" spc="-450" dirty="0">
                <a:solidFill>
                  <a:srgbClr val="FF5697"/>
                </a:solidFill>
              </a:rPr>
              <a:t>I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75" dirty="0">
                <a:solidFill>
                  <a:srgbClr val="FF5697"/>
                </a:solidFill>
              </a:rPr>
              <a:t>N</a:t>
            </a:r>
            <a:endParaRPr sz="2200"/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14816" y="365760"/>
            <a:ext cx="1054607" cy="1062227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772668" y="3779519"/>
            <a:ext cx="9144000" cy="3429000"/>
            <a:chOff x="772668" y="3779519"/>
            <a:chExt cx="9144000" cy="3429000"/>
          </a:xfrm>
        </p:grpSpPr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3779520"/>
              <a:ext cx="9143999" cy="34290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1812" y="3781044"/>
              <a:ext cx="5925311" cy="102412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374117" y="1352205"/>
            <a:ext cx="8008620" cy="5421612"/>
          </a:xfrm>
          <a:prstGeom prst="rect">
            <a:avLst/>
          </a:prstGeom>
        </p:spPr>
        <p:txBody>
          <a:bodyPr vert="horz" wrap="square" lIns="0" tIns="168275" rIns="0" bIns="0" rtlCol="0">
            <a:spAutoFit/>
          </a:bodyPr>
          <a:lstStyle/>
          <a:p>
            <a:pPr marL="396240" indent="-384175">
              <a:lnSpc>
                <a:spcPct val="100000"/>
              </a:lnSpc>
              <a:spcBef>
                <a:spcPts val="1560"/>
              </a:spcBef>
              <a:buClr>
                <a:srgbClr val="FF388C"/>
              </a:buClr>
              <a:buSzPct val="80357"/>
              <a:buFont typeface="Times New Roman"/>
              <a:buChar char="◉"/>
              <a:tabLst>
                <a:tab pos="396240" algn="l"/>
                <a:tab pos="396875" algn="l"/>
              </a:tabLst>
            </a:pPr>
            <a:r>
              <a:rPr sz="2800" b="1" spc="-75" dirty="0" err="1" smtClean="0">
                <a:solidFill>
                  <a:srgbClr val="CCFF33"/>
                </a:solidFill>
                <a:latin typeface="Tahoma"/>
                <a:cs typeface="Tahoma"/>
              </a:rPr>
              <a:t>Théorème</a:t>
            </a:r>
            <a:r>
              <a:rPr sz="2800" b="1" spc="-75" dirty="0" smtClean="0">
                <a:solidFill>
                  <a:srgbClr val="CCFF33"/>
                </a:solidFill>
                <a:latin typeface="Tahoma"/>
                <a:cs typeface="Tahoma"/>
              </a:rPr>
              <a:t> </a:t>
            </a:r>
            <a:r>
              <a:rPr sz="2800" b="1" spc="-100" dirty="0" err="1" smtClean="0">
                <a:solidFill>
                  <a:srgbClr val="CCFF33"/>
                </a:solidFill>
                <a:latin typeface="Tahoma"/>
                <a:cs typeface="Tahoma"/>
              </a:rPr>
              <a:t>d’Euler</a:t>
            </a:r>
            <a:r>
              <a:rPr lang="fr-FR" sz="2800" b="1" spc="-100" dirty="0" smtClean="0">
                <a:solidFill>
                  <a:srgbClr val="CCFF33"/>
                </a:solidFill>
                <a:latin typeface="Tahoma"/>
                <a:cs typeface="Tahoma"/>
              </a:rPr>
              <a:t> 2</a:t>
            </a:r>
            <a:endParaRPr sz="2800" dirty="0">
              <a:latin typeface="Tahoma"/>
              <a:cs typeface="Tahoma"/>
            </a:endParaRPr>
          </a:p>
          <a:p>
            <a:pPr marL="396240" marR="5080" indent="-384175" algn="just">
              <a:lnSpc>
                <a:spcPct val="130000"/>
              </a:lnSpc>
              <a:spcBef>
                <a:spcPts val="670"/>
              </a:spcBef>
              <a:buClr>
                <a:srgbClr val="FF388C"/>
              </a:buClr>
              <a:buSzPct val="80357"/>
              <a:buFont typeface="Wingdings"/>
              <a:buChar char=""/>
              <a:tabLst>
                <a:tab pos="396875" algn="l"/>
              </a:tabLst>
            </a:pPr>
            <a:r>
              <a:rPr lang="fr-FR" sz="2400" spc="140" dirty="0">
                <a:solidFill>
                  <a:srgbClr val="FFFFFF"/>
                </a:solidFill>
                <a:latin typeface="Verdana"/>
                <a:cs typeface="Verdana"/>
              </a:rPr>
              <a:t>Un graphe simple connexe est semi-eulérien </a:t>
            </a:r>
            <a:r>
              <a:rPr lang="fr-FR" sz="2400" spc="140" dirty="0" err="1" smtClean="0">
                <a:solidFill>
                  <a:srgbClr val="FFFFFF"/>
                </a:solidFill>
                <a:latin typeface="Verdana"/>
                <a:cs typeface="Verdana"/>
              </a:rPr>
              <a:t>sss</a:t>
            </a:r>
            <a:r>
              <a:rPr lang="fr-FR" sz="2400" spc="140" dirty="0" smtClean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lang="fr-FR" sz="2400" spc="140" dirty="0">
                <a:solidFill>
                  <a:srgbClr val="FFFFFF"/>
                </a:solidFill>
                <a:latin typeface="Verdana"/>
                <a:cs typeface="Verdana"/>
              </a:rPr>
              <a:t>il admet exactement 2 sommets de degré impair. Les chaînes eulériennes du graphe auront ces deux sommets pour extrémités.</a:t>
            </a:r>
          </a:p>
          <a:p>
            <a:pPr marL="396240" marR="5080" indent="-384175" algn="just">
              <a:lnSpc>
                <a:spcPct val="130000"/>
              </a:lnSpc>
              <a:spcBef>
                <a:spcPts val="670"/>
              </a:spcBef>
              <a:buClr>
                <a:srgbClr val="FF388C"/>
              </a:buClr>
              <a:buSzPct val="80357"/>
              <a:buFont typeface="Wingdings"/>
              <a:buChar char=""/>
              <a:tabLst>
                <a:tab pos="396875" algn="l"/>
              </a:tabLst>
            </a:pPr>
            <a:r>
              <a:rPr sz="2800" spc="-140" dirty="0" smtClean="0">
                <a:solidFill>
                  <a:srgbClr val="FFFFFF"/>
                </a:solidFill>
                <a:latin typeface="Verdana"/>
                <a:cs typeface="Verdana"/>
              </a:rPr>
              <a:t>Un </a:t>
            </a:r>
            <a:r>
              <a:rPr sz="2800" spc="50" dirty="0">
                <a:solidFill>
                  <a:srgbClr val="FFFFFF"/>
                </a:solidFill>
                <a:latin typeface="Verdana"/>
                <a:cs typeface="Verdana"/>
              </a:rPr>
              <a:t>graphe </a:t>
            </a:r>
            <a:r>
              <a:rPr sz="2800" spc="55" dirty="0">
                <a:solidFill>
                  <a:srgbClr val="FFFFFF"/>
                </a:solidFill>
                <a:latin typeface="Verdana"/>
                <a:cs typeface="Verdana"/>
              </a:rPr>
              <a:t>admet </a:t>
            </a:r>
            <a:r>
              <a:rPr sz="2800" spc="5" dirty="0">
                <a:solidFill>
                  <a:srgbClr val="FFFFFF"/>
                </a:solidFill>
                <a:latin typeface="Verdana"/>
                <a:cs typeface="Verdana"/>
              </a:rPr>
              <a:t>une </a:t>
            </a:r>
            <a:r>
              <a:rPr sz="2800" spc="65" dirty="0">
                <a:solidFill>
                  <a:srgbClr val="FFFFFF"/>
                </a:solidFill>
                <a:latin typeface="Verdana"/>
                <a:cs typeface="Verdana"/>
              </a:rPr>
              <a:t>chaîne </a:t>
            </a:r>
            <a:r>
              <a:rPr sz="2800" spc="-35" dirty="0">
                <a:solidFill>
                  <a:srgbClr val="FFFFFF"/>
                </a:solidFill>
                <a:latin typeface="Verdana"/>
                <a:cs typeface="Verdana"/>
              </a:rPr>
              <a:t>eulérienne </a:t>
            </a:r>
            <a:r>
              <a:rPr sz="2800" spc="-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14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800" spc="-7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800" spc="-16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800" spc="-33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800" spc="14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800" spc="-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-21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800" spc="17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800" spc="-37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800" spc="-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-40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800" spc="140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800" spc="-100" dirty="0">
                <a:solidFill>
                  <a:srgbClr val="FFFFFF"/>
                </a:solidFill>
                <a:latin typeface="Verdana"/>
                <a:cs typeface="Verdana"/>
              </a:rPr>
              <a:t>mm</a:t>
            </a:r>
            <a:r>
              <a:rPr sz="2800" spc="14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800" spc="-16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800" spc="-37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800" spc="-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-315" dirty="0">
                <a:solidFill>
                  <a:srgbClr val="FFFFFF"/>
                </a:solidFill>
                <a:latin typeface="Verdana"/>
                <a:cs typeface="Verdana"/>
              </a:rPr>
              <a:t>x</a:t>
            </a:r>
            <a:r>
              <a:rPr sz="2800" spc="-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14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800" spc="-16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800" spc="-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-160" dirty="0">
                <a:solidFill>
                  <a:srgbClr val="FFFFFF"/>
                </a:solidFill>
                <a:latin typeface="Verdana"/>
                <a:cs typeface="Verdana"/>
              </a:rPr>
              <a:t>y</a:t>
            </a:r>
            <a:r>
              <a:rPr sz="2800" spc="-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-37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800" spc="-21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800" spc="-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14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800" spc="-16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800" spc="-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-37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800" spc="14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800" spc="-7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800" spc="-21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800" spc="17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800" spc="-10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800" spc="14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800" spc="-7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800" spc="-16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800" spc="-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-40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800" spc="-18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800" spc="-245" dirty="0">
                <a:solidFill>
                  <a:srgbClr val="FFFFFF"/>
                </a:solidFill>
                <a:latin typeface="Verdana"/>
                <a:cs typeface="Verdana"/>
              </a:rPr>
              <a:t>,</a:t>
            </a:r>
            <a:r>
              <a:rPr sz="2800" spc="-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-21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800" spc="-250" dirty="0">
                <a:solidFill>
                  <a:srgbClr val="FFFFFF"/>
                </a:solidFill>
                <a:latin typeface="Verdana"/>
                <a:cs typeface="Verdana"/>
              </a:rPr>
              <a:t>l  </a:t>
            </a:r>
            <a:r>
              <a:rPr sz="2800" spc="-125" dirty="0">
                <a:solidFill>
                  <a:srgbClr val="FFFFFF"/>
                </a:solidFill>
                <a:latin typeface="Verdana"/>
                <a:cs typeface="Verdana"/>
              </a:rPr>
              <a:t>est</a:t>
            </a:r>
            <a:r>
              <a:rPr sz="28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b="1" u="heavy" spc="3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ahoma"/>
                <a:cs typeface="Tahoma"/>
              </a:rPr>
              <a:t>connexe</a:t>
            </a:r>
            <a:r>
              <a:rPr sz="2800" b="1" spc="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Verdana"/>
                <a:cs typeface="Verdana"/>
              </a:rPr>
              <a:t>et</a:t>
            </a:r>
            <a:r>
              <a:rPr sz="28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-290" dirty="0">
                <a:solidFill>
                  <a:srgbClr val="FFFFFF"/>
                </a:solidFill>
                <a:latin typeface="Verdana"/>
                <a:cs typeface="Verdana"/>
              </a:rPr>
              <a:t>si</a:t>
            </a:r>
            <a:r>
              <a:rPr sz="2800" spc="-28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800" b="1" u="heavy" spc="-13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ahoma"/>
                <a:cs typeface="Tahoma"/>
              </a:rPr>
              <a:t>x</a:t>
            </a:r>
            <a:r>
              <a:rPr sz="2800" b="1" u="heavy" spc="-12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ahoma"/>
                <a:cs typeface="Tahoma"/>
              </a:rPr>
              <a:t> </a:t>
            </a:r>
            <a:r>
              <a:rPr sz="2800" b="1" u="heavy" spc="-10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ahoma"/>
                <a:cs typeface="Tahoma"/>
              </a:rPr>
              <a:t>et</a:t>
            </a:r>
            <a:r>
              <a:rPr sz="2800" b="1" u="heavy" spc="-10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ahoma"/>
                <a:cs typeface="Tahoma"/>
              </a:rPr>
              <a:t> </a:t>
            </a:r>
            <a:r>
              <a:rPr sz="2800" b="1" u="heavy" spc="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ahoma"/>
                <a:cs typeface="Tahoma"/>
              </a:rPr>
              <a:t>y</a:t>
            </a:r>
            <a:r>
              <a:rPr sz="2800" b="1" u="heavy" spc="1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ahoma"/>
                <a:cs typeface="Tahoma"/>
              </a:rPr>
              <a:t> </a:t>
            </a:r>
            <a:r>
              <a:rPr sz="2800" b="1" u="heavy" spc="-14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ahoma"/>
                <a:cs typeface="Tahoma"/>
              </a:rPr>
              <a:t>sont</a:t>
            </a:r>
            <a:r>
              <a:rPr sz="2800" b="1" u="heavy" spc="-14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ahoma"/>
                <a:cs typeface="Tahoma"/>
              </a:rPr>
              <a:t> </a:t>
            </a:r>
            <a:r>
              <a:rPr sz="2800" b="1" u="heavy" spc="-9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ahoma"/>
                <a:cs typeface="Tahoma"/>
              </a:rPr>
              <a:t>les</a:t>
            </a:r>
            <a:r>
              <a:rPr sz="2800" b="1" u="heavy" spc="-8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ahoma"/>
                <a:cs typeface="Tahoma"/>
              </a:rPr>
              <a:t> </a:t>
            </a:r>
            <a:r>
              <a:rPr sz="2800" b="1" u="heavy" spc="-114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ahoma"/>
                <a:cs typeface="Tahoma"/>
              </a:rPr>
              <a:t>seuls </a:t>
            </a:r>
            <a:r>
              <a:rPr sz="2800" b="1" spc="-11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800" b="1" u="heavy" spc="-9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ahoma"/>
                <a:cs typeface="Tahoma"/>
              </a:rPr>
              <a:t>sommets</a:t>
            </a:r>
            <a:r>
              <a:rPr sz="2800" b="1" u="heavy" spc="-1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ahoma"/>
                <a:cs typeface="Tahoma"/>
              </a:rPr>
              <a:t> </a:t>
            </a:r>
            <a:r>
              <a:rPr sz="2800" b="1" u="heavy" spc="10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ahoma"/>
                <a:cs typeface="Tahoma"/>
              </a:rPr>
              <a:t>de</a:t>
            </a:r>
            <a:r>
              <a:rPr sz="2800" b="1" u="heavy" spc="-4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ahoma"/>
                <a:cs typeface="Tahoma"/>
              </a:rPr>
              <a:t> </a:t>
            </a:r>
            <a:r>
              <a:rPr sz="2800" b="1" u="heavy" spc="1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ahoma"/>
                <a:cs typeface="Tahoma"/>
              </a:rPr>
              <a:t>degré</a:t>
            </a:r>
            <a:r>
              <a:rPr sz="2800" b="1" u="heavy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ahoma"/>
                <a:cs typeface="Tahoma"/>
              </a:rPr>
              <a:t> </a:t>
            </a:r>
            <a:r>
              <a:rPr sz="2800" b="1" u="heavy" spc="-8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ahoma"/>
                <a:cs typeface="Tahoma"/>
              </a:rPr>
              <a:t>impair</a:t>
            </a:r>
            <a:r>
              <a:rPr sz="2800" b="1" spc="-85" dirty="0">
                <a:solidFill>
                  <a:srgbClr val="FFFFFF"/>
                </a:solidFill>
                <a:latin typeface="Tahoma"/>
                <a:cs typeface="Tahoma"/>
              </a:rPr>
              <a:t>.</a:t>
            </a:r>
            <a:endParaRPr sz="2800" dirty="0">
              <a:latin typeface="Tahoma"/>
              <a:cs typeface="Tahom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100" dirty="0"/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152594642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81482" y="459697"/>
            <a:ext cx="463867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204" dirty="0">
                <a:solidFill>
                  <a:srgbClr val="FF5697"/>
                </a:solidFill>
              </a:rPr>
              <a:t>G</a:t>
            </a:r>
            <a:r>
              <a:rPr sz="2200" spc="-330" dirty="0">
                <a:solidFill>
                  <a:srgbClr val="FF5697"/>
                </a:solidFill>
              </a:rPr>
              <a:t>R</a:t>
            </a:r>
            <a:r>
              <a:rPr sz="2200" spc="114" dirty="0">
                <a:solidFill>
                  <a:srgbClr val="FF5697"/>
                </a:solidFill>
              </a:rPr>
              <a:t>A</a:t>
            </a:r>
            <a:r>
              <a:rPr sz="2200" spc="-225" dirty="0">
                <a:solidFill>
                  <a:srgbClr val="FF5697"/>
                </a:solidFill>
              </a:rPr>
              <a:t>P</a:t>
            </a:r>
            <a:r>
              <a:rPr sz="2200" spc="-215" dirty="0">
                <a:solidFill>
                  <a:srgbClr val="FF5697"/>
                </a:solidFill>
              </a:rPr>
              <a:t>HE</a:t>
            </a:r>
            <a:r>
              <a:rPr sz="2200" spc="10" dirty="0">
                <a:solidFill>
                  <a:srgbClr val="FF5697"/>
                </a:solidFill>
              </a:rPr>
              <a:t> 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225" dirty="0">
                <a:solidFill>
                  <a:srgbClr val="FF5697"/>
                </a:solidFill>
              </a:rPr>
              <a:t>U</a:t>
            </a:r>
            <a:r>
              <a:rPr sz="2200" spc="-295" dirty="0">
                <a:solidFill>
                  <a:srgbClr val="FF5697"/>
                </a:solidFill>
              </a:rPr>
              <a:t>L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330" dirty="0">
                <a:solidFill>
                  <a:srgbClr val="FF5697"/>
                </a:solidFill>
              </a:rPr>
              <a:t>R</a:t>
            </a:r>
            <a:r>
              <a:rPr sz="2200" spc="-450" dirty="0">
                <a:solidFill>
                  <a:srgbClr val="FF5697"/>
                </a:solidFill>
              </a:rPr>
              <a:t>I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75" dirty="0">
                <a:solidFill>
                  <a:srgbClr val="FF5697"/>
                </a:solidFill>
              </a:rPr>
              <a:t>N</a:t>
            </a:r>
            <a:r>
              <a:rPr sz="2200" spc="-10" dirty="0">
                <a:solidFill>
                  <a:srgbClr val="FF5697"/>
                </a:solidFill>
              </a:rPr>
              <a:t> 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425" dirty="0">
                <a:solidFill>
                  <a:srgbClr val="FF5697"/>
                </a:solidFill>
              </a:rPr>
              <a:t>T</a:t>
            </a:r>
            <a:r>
              <a:rPr sz="2200" spc="-30" dirty="0">
                <a:solidFill>
                  <a:srgbClr val="FF5697"/>
                </a:solidFill>
              </a:rPr>
              <a:t> </a:t>
            </a:r>
            <a:r>
              <a:rPr sz="2200" spc="-195" dirty="0">
                <a:solidFill>
                  <a:srgbClr val="FF5697"/>
                </a:solidFill>
              </a:rPr>
              <a:t>H</a:t>
            </a:r>
            <a:r>
              <a:rPr sz="2200" spc="114" dirty="0">
                <a:solidFill>
                  <a:srgbClr val="FF5697"/>
                </a:solidFill>
              </a:rPr>
              <a:t>A</a:t>
            </a:r>
            <a:r>
              <a:rPr sz="2200" spc="10" dirty="0">
                <a:solidFill>
                  <a:srgbClr val="FF5697"/>
                </a:solidFill>
              </a:rPr>
              <a:t>M</a:t>
            </a:r>
            <a:r>
              <a:rPr sz="2200" spc="-450" dirty="0">
                <a:solidFill>
                  <a:srgbClr val="FF5697"/>
                </a:solidFill>
              </a:rPr>
              <a:t>I</a:t>
            </a:r>
            <a:r>
              <a:rPr sz="2200" spc="-295" dirty="0">
                <a:solidFill>
                  <a:srgbClr val="FF5697"/>
                </a:solidFill>
              </a:rPr>
              <a:t>L</a:t>
            </a:r>
            <a:r>
              <a:rPr sz="2200" spc="-425" dirty="0">
                <a:solidFill>
                  <a:srgbClr val="FF5697"/>
                </a:solidFill>
              </a:rPr>
              <a:t>T</a:t>
            </a:r>
            <a:r>
              <a:rPr sz="2200" spc="150" dirty="0">
                <a:solidFill>
                  <a:srgbClr val="FF5697"/>
                </a:solidFill>
              </a:rPr>
              <a:t>O</a:t>
            </a:r>
            <a:r>
              <a:rPr sz="2200" spc="-75" dirty="0">
                <a:solidFill>
                  <a:srgbClr val="FF5697"/>
                </a:solidFill>
              </a:rPr>
              <a:t>N</a:t>
            </a:r>
            <a:r>
              <a:rPr sz="2200" spc="-450" dirty="0">
                <a:solidFill>
                  <a:srgbClr val="FF5697"/>
                </a:solidFill>
              </a:rPr>
              <a:t>I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75" dirty="0">
                <a:solidFill>
                  <a:srgbClr val="FF5697"/>
                </a:solidFill>
              </a:rPr>
              <a:t>N</a:t>
            </a:r>
            <a:endParaRPr sz="2200"/>
          </a:p>
        </p:txBody>
      </p:sp>
      <p:grpSp>
        <p:nvGrpSpPr>
          <p:cNvPr id="3" name="object 3"/>
          <p:cNvGrpSpPr/>
          <p:nvPr/>
        </p:nvGrpSpPr>
        <p:grpSpPr>
          <a:xfrm>
            <a:off x="772668" y="2694432"/>
            <a:ext cx="9144000" cy="4514215"/>
            <a:chOff x="772668" y="2694432"/>
            <a:chExt cx="9144000" cy="451421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59580" y="2694432"/>
              <a:ext cx="1900427" cy="108508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3779519"/>
              <a:ext cx="9143999" cy="34290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1812" y="3781043"/>
              <a:ext cx="5925311" cy="102412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6414515"/>
              <a:ext cx="8974835" cy="67665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259580" y="3779519"/>
              <a:ext cx="1900427" cy="376428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988308" y="4442459"/>
              <a:ext cx="2804159" cy="2505456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1171485" y="831670"/>
            <a:ext cx="8073390" cy="1690370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sz="1800" b="1" spc="-110" dirty="0">
                <a:solidFill>
                  <a:srgbClr val="FFFFFF"/>
                </a:solidFill>
                <a:latin typeface="Tahoma"/>
                <a:cs typeface="Tahoma"/>
              </a:rPr>
              <a:t>APPLICATION</a:t>
            </a:r>
            <a:endParaRPr sz="1800">
              <a:latin typeface="Tahoma"/>
              <a:cs typeface="Tahoma"/>
            </a:endParaRPr>
          </a:p>
          <a:p>
            <a:pPr marL="460375" indent="-384810">
              <a:lnSpc>
                <a:spcPct val="100000"/>
              </a:lnSpc>
              <a:spcBef>
                <a:spcPts val="710"/>
              </a:spcBef>
              <a:buClr>
                <a:srgbClr val="FF388C"/>
              </a:buClr>
              <a:buSzPct val="80000"/>
              <a:buFont typeface="Times New Roman"/>
              <a:buChar char="◉"/>
              <a:tabLst>
                <a:tab pos="460375" algn="l"/>
                <a:tab pos="461009" algn="l"/>
                <a:tab pos="1063625" algn="l"/>
                <a:tab pos="2506345" algn="l"/>
                <a:tab pos="2954655" algn="l"/>
                <a:tab pos="4450715" algn="l"/>
                <a:tab pos="5115560" algn="l"/>
                <a:tab pos="6021070" algn="l"/>
                <a:tab pos="6586220" algn="l"/>
                <a:tab pos="7034530" algn="l"/>
                <a:tab pos="7719059" algn="l"/>
              </a:tabLst>
            </a:pPr>
            <a:r>
              <a:rPr sz="2000" spc="16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n	</a:t>
            </a:r>
            <a:r>
              <a:rPr sz="2000" spc="235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000" spc="8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000" spc="-2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000" spc="-28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13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è</a:t>
            </a:r>
            <a:r>
              <a:rPr sz="2000" spc="-26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000" spc="-17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000" spc="16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000" spc="13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000" spc="-17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114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2000" spc="10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-17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-9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-17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10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000" spc="13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000" spc="135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2000" spc="8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000" spc="-6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000" spc="-1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000" spc="16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v</a:t>
            </a:r>
            <a:r>
              <a:rPr sz="2000" spc="-17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ll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endParaRPr sz="2000">
              <a:latin typeface="Verdana"/>
              <a:cs typeface="Verdana"/>
            </a:endParaRPr>
          </a:p>
          <a:p>
            <a:pPr marL="460375" marR="5080">
              <a:lnSpc>
                <a:spcPct val="150000"/>
              </a:lnSpc>
              <a:tabLst>
                <a:tab pos="2338705" algn="l"/>
                <a:tab pos="3107055" algn="l"/>
                <a:tab pos="3644265" algn="l"/>
                <a:tab pos="4649470" algn="l"/>
                <a:tab pos="6268085" algn="l"/>
              </a:tabLst>
            </a:pPr>
            <a:r>
              <a:rPr sz="2000" spc="-210" dirty="0">
                <a:solidFill>
                  <a:srgbClr val="FFFFFF"/>
                </a:solidFill>
                <a:latin typeface="Verdana"/>
                <a:cs typeface="Verdana"/>
              </a:rPr>
              <a:t>K</a:t>
            </a:r>
            <a:r>
              <a:rPr sz="2000" spc="16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000" spc="-2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1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000" spc="-38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-409" dirty="0">
                <a:solidFill>
                  <a:srgbClr val="FFFFFF"/>
                </a:solidFill>
                <a:latin typeface="Verdana"/>
                <a:cs typeface="Verdana"/>
              </a:rPr>
              <a:t>Z</a:t>
            </a:r>
            <a:r>
              <a:rPr sz="2000" spc="-37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-215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sz="2000" spc="-2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19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000" spc="195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000" spc="-210" dirty="0">
                <a:solidFill>
                  <a:srgbClr val="FFFFFF"/>
                </a:solidFill>
                <a:latin typeface="Verdana"/>
                <a:cs typeface="Verdana"/>
              </a:rPr>
              <a:t>(</a:t>
            </a:r>
            <a:r>
              <a:rPr sz="2000" spc="-65" dirty="0">
                <a:solidFill>
                  <a:srgbClr val="FFFFFF"/>
                </a:solidFill>
                <a:latin typeface="Verdana"/>
                <a:cs typeface="Verdana"/>
              </a:rPr>
              <a:t>v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il</a:t>
            </a:r>
            <a:r>
              <a:rPr sz="2000" spc="-13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000" spc="-19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000" spc="-5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ss</a:t>
            </a:r>
            <a:r>
              <a:rPr sz="2000" spc="-17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175" dirty="0">
                <a:solidFill>
                  <a:srgbClr val="FFFFFF"/>
                </a:solidFill>
                <a:latin typeface="Verdana"/>
                <a:cs typeface="Verdana"/>
              </a:rPr>
              <a:t>,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000" spc="15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-5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000" spc="-295" dirty="0">
                <a:solidFill>
                  <a:srgbClr val="FFFFFF"/>
                </a:solidFill>
                <a:latin typeface="Verdana"/>
                <a:cs typeface="Verdana"/>
              </a:rPr>
              <a:t>j</a:t>
            </a:r>
            <a:r>
              <a:rPr sz="2000" spc="8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000" spc="-3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000" spc="-26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000" spc="160" dirty="0">
                <a:solidFill>
                  <a:srgbClr val="FFFFFF"/>
                </a:solidFill>
                <a:latin typeface="Verdana"/>
                <a:cs typeface="Verdana"/>
              </a:rPr>
              <a:t>’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2000" spc="-5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000" spc="-15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000" spc="-210" dirty="0">
                <a:solidFill>
                  <a:srgbClr val="FFFFFF"/>
                </a:solidFill>
                <a:latin typeface="Verdana"/>
                <a:cs typeface="Verdana"/>
              </a:rPr>
              <a:t>K</a:t>
            </a:r>
            <a:r>
              <a:rPr sz="2000" spc="9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-19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000" spc="-38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-3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000" spc="-38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-1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000" spc="210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2000" spc="-19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000" spc="114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-6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000" spc="-145" dirty="0">
                <a:solidFill>
                  <a:srgbClr val="FFFFFF"/>
                </a:solidFill>
                <a:latin typeface="Verdana"/>
                <a:cs typeface="Verdana"/>
              </a:rPr>
              <a:t>)  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-5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-65" dirty="0">
                <a:solidFill>
                  <a:srgbClr val="FFFFFF"/>
                </a:solidFill>
                <a:latin typeface="Verdana"/>
                <a:cs typeface="Verdana"/>
              </a:rPr>
              <a:t>v</a:t>
            </a:r>
            <a:r>
              <a:rPr sz="2000" spc="15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000" spc="-9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9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175" dirty="0">
                <a:solidFill>
                  <a:srgbClr val="FFFFFF"/>
                </a:solidFill>
                <a:latin typeface="Verdana"/>
                <a:cs typeface="Verdana"/>
              </a:rPr>
              <a:t>,</a:t>
            </a:r>
            <a:r>
              <a:rPr sz="20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8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000" spc="-50" dirty="0">
                <a:solidFill>
                  <a:srgbClr val="FFFFFF"/>
                </a:solidFill>
                <a:latin typeface="Verdana"/>
                <a:cs typeface="Verdana"/>
              </a:rPr>
              <a:t>ù</a:t>
            </a:r>
            <a:r>
              <a:rPr sz="20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14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1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229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0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28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10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000" spc="-1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2000" spc="-5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000" spc="-225" dirty="0">
                <a:solidFill>
                  <a:srgbClr val="FFFFFF"/>
                </a:solidFill>
                <a:latin typeface="Verdana"/>
                <a:cs typeface="Verdana"/>
              </a:rPr>
              <a:t>x</a:t>
            </a:r>
            <a:r>
              <a:rPr sz="20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il</a:t>
            </a:r>
            <a:r>
              <a:rPr sz="20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1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225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1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8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000" spc="-1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3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14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sz="20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26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000" spc="90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355" dirty="0">
                <a:solidFill>
                  <a:srgbClr val="FFFFFF"/>
                </a:solidFill>
                <a:latin typeface="Verdana"/>
                <a:cs typeface="Verdana"/>
              </a:rPr>
              <a:t>: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100" dirty="0"/>
              <a:t>33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81482" y="459697"/>
            <a:ext cx="463867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204" dirty="0">
                <a:solidFill>
                  <a:srgbClr val="FF5697"/>
                </a:solidFill>
              </a:rPr>
              <a:t>G</a:t>
            </a:r>
            <a:r>
              <a:rPr sz="2200" spc="-330" dirty="0">
                <a:solidFill>
                  <a:srgbClr val="FF5697"/>
                </a:solidFill>
              </a:rPr>
              <a:t>R</a:t>
            </a:r>
            <a:r>
              <a:rPr sz="2200" spc="114" dirty="0">
                <a:solidFill>
                  <a:srgbClr val="FF5697"/>
                </a:solidFill>
              </a:rPr>
              <a:t>A</a:t>
            </a:r>
            <a:r>
              <a:rPr sz="2200" spc="-225" dirty="0">
                <a:solidFill>
                  <a:srgbClr val="FF5697"/>
                </a:solidFill>
              </a:rPr>
              <a:t>P</a:t>
            </a:r>
            <a:r>
              <a:rPr sz="2200" spc="-215" dirty="0">
                <a:solidFill>
                  <a:srgbClr val="FF5697"/>
                </a:solidFill>
              </a:rPr>
              <a:t>HE</a:t>
            </a:r>
            <a:r>
              <a:rPr sz="2200" spc="10" dirty="0">
                <a:solidFill>
                  <a:srgbClr val="FF5697"/>
                </a:solidFill>
              </a:rPr>
              <a:t> 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225" dirty="0">
                <a:solidFill>
                  <a:srgbClr val="FF5697"/>
                </a:solidFill>
              </a:rPr>
              <a:t>U</a:t>
            </a:r>
            <a:r>
              <a:rPr sz="2200" spc="-295" dirty="0">
                <a:solidFill>
                  <a:srgbClr val="FF5697"/>
                </a:solidFill>
              </a:rPr>
              <a:t>L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330" dirty="0">
                <a:solidFill>
                  <a:srgbClr val="FF5697"/>
                </a:solidFill>
              </a:rPr>
              <a:t>R</a:t>
            </a:r>
            <a:r>
              <a:rPr sz="2200" spc="-450" dirty="0">
                <a:solidFill>
                  <a:srgbClr val="FF5697"/>
                </a:solidFill>
              </a:rPr>
              <a:t>I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75" dirty="0">
                <a:solidFill>
                  <a:srgbClr val="FF5697"/>
                </a:solidFill>
              </a:rPr>
              <a:t>N</a:t>
            </a:r>
            <a:r>
              <a:rPr sz="2200" spc="-10" dirty="0">
                <a:solidFill>
                  <a:srgbClr val="FF5697"/>
                </a:solidFill>
              </a:rPr>
              <a:t> 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425" dirty="0">
                <a:solidFill>
                  <a:srgbClr val="FF5697"/>
                </a:solidFill>
              </a:rPr>
              <a:t>T</a:t>
            </a:r>
            <a:r>
              <a:rPr sz="2200" spc="-30" dirty="0">
                <a:solidFill>
                  <a:srgbClr val="FF5697"/>
                </a:solidFill>
              </a:rPr>
              <a:t> </a:t>
            </a:r>
            <a:r>
              <a:rPr sz="2200" spc="-195" dirty="0">
                <a:solidFill>
                  <a:srgbClr val="FF5697"/>
                </a:solidFill>
              </a:rPr>
              <a:t>H</a:t>
            </a:r>
            <a:r>
              <a:rPr sz="2200" spc="114" dirty="0">
                <a:solidFill>
                  <a:srgbClr val="FF5697"/>
                </a:solidFill>
              </a:rPr>
              <a:t>A</a:t>
            </a:r>
            <a:r>
              <a:rPr sz="2200" spc="10" dirty="0">
                <a:solidFill>
                  <a:srgbClr val="FF5697"/>
                </a:solidFill>
              </a:rPr>
              <a:t>M</a:t>
            </a:r>
            <a:r>
              <a:rPr sz="2200" spc="-450" dirty="0">
                <a:solidFill>
                  <a:srgbClr val="FF5697"/>
                </a:solidFill>
              </a:rPr>
              <a:t>I</a:t>
            </a:r>
            <a:r>
              <a:rPr sz="2200" spc="-295" dirty="0">
                <a:solidFill>
                  <a:srgbClr val="FF5697"/>
                </a:solidFill>
              </a:rPr>
              <a:t>L</a:t>
            </a:r>
            <a:r>
              <a:rPr sz="2200" spc="-425" dirty="0">
                <a:solidFill>
                  <a:srgbClr val="FF5697"/>
                </a:solidFill>
              </a:rPr>
              <a:t>T</a:t>
            </a:r>
            <a:r>
              <a:rPr sz="2200" spc="150" dirty="0">
                <a:solidFill>
                  <a:srgbClr val="FF5697"/>
                </a:solidFill>
              </a:rPr>
              <a:t>O</a:t>
            </a:r>
            <a:r>
              <a:rPr sz="2200" spc="-75" dirty="0">
                <a:solidFill>
                  <a:srgbClr val="FF5697"/>
                </a:solidFill>
              </a:rPr>
              <a:t>N</a:t>
            </a:r>
            <a:r>
              <a:rPr sz="2200" spc="-450" dirty="0">
                <a:solidFill>
                  <a:srgbClr val="FF5697"/>
                </a:solidFill>
              </a:rPr>
              <a:t>I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75" dirty="0">
                <a:solidFill>
                  <a:srgbClr val="FF5697"/>
                </a:solidFill>
              </a:rPr>
              <a:t>N</a:t>
            </a:r>
            <a:endParaRPr sz="2200"/>
          </a:p>
        </p:txBody>
      </p:sp>
      <p:sp>
        <p:nvSpPr>
          <p:cNvPr id="3" name="object 3"/>
          <p:cNvSpPr txBox="1"/>
          <p:nvPr/>
        </p:nvSpPr>
        <p:spPr>
          <a:xfrm>
            <a:off x="1374140" y="1273533"/>
            <a:ext cx="8008620" cy="16878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96240" marR="5080" indent="-384175" algn="just">
              <a:lnSpc>
                <a:spcPct val="99200"/>
              </a:lnSpc>
              <a:spcBef>
                <a:spcPts val="120"/>
              </a:spcBef>
              <a:buClr>
                <a:srgbClr val="FF388C"/>
              </a:buClr>
              <a:buSzPct val="79166"/>
              <a:buFont typeface="Times New Roman"/>
              <a:buChar char="◉"/>
              <a:tabLst>
                <a:tab pos="396875" algn="l"/>
              </a:tabLst>
            </a:pPr>
            <a:r>
              <a:rPr sz="2400" spc="-130" dirty="0">
                <a:solidFill>
                  <a:srgbClr val="FFFFFF"/>
                </a:solidFill>
                <a:latin typeface="Verdana"/>
                <a:cs typeface="Verdana"/>
              </a:rPr>
              <a:t>Un</a:t>
            </a:r>
            <a:r>
              <a:rPr sz="24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piéton</a:t>
            </a:r>
            <a:r>
              <a:rPr sz="2400" spc="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80" dirty="0">
                <a:solidFill>
                  <a:srgbClr val="FFFFFF"/>
                </a:solidFill>
                <a:latin typeface="Verdana"/>
                <a:cs typeface="Verdana"/>
              </a:rPr>
              <a:t>peut-il</a:t>
            </a:r>
            <a:r>
              <a:rPr sz="2400" spc="-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35" dirty="0">
                <a:solidFill>
                  <a:srgbClr val="FFFFFF"/>
                </a:solidFill>
                <a:latin typeface="Verdana"/>
                <a:cs typeface="Verdana"/>
              </a:rPr>
              <a:t>en</a:t>
            </a:r>
            <a:r>
              <a:rPr sz="2400" spc="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95" dirty="0">
                <a:solidFill>
                  <a:srgbClr val="FFFFFF"/>
                </a:solidFill>
                <a:latin typeface="Verdana"/>
                <a:cs typeface="Verdana"/>
              </a:rPr>
              <a:t>se</a:t>
            </a:r>
            <a:r>
              <a:rPr sz="2400" spc="-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Verdana"/>
                <a:cs typeface="Verdana"/>
              </a:rPr>
              <a:t>promenant</a:t>
            </a:r>
            <a:r>
              <a:rPr sz="2400" spc="-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14" dirty="0">
                <a:solidFill>
                  <a:srgbClr val="FFFFFF"/>
                </a:solidFill>
                <a:latin typeface="Verdana"/>
                <a:cs typeface="Verdana"/>
              </a:rPr>
              <a:t>traverser </a:t>
            </a:r>
            <a:r>
              <a:rPr sz="24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00" dirty="0">
                <a:solidFill>
                  <a:srgbClr val="FFFFFF"/>
                </a:solidFill>
                <a:latin typeface="Verdana"/>
                <a:cs typeface="Verdana"/>
              </a:rPr>
              <a:t>chacun</a:t>
            </a:r>
            <a:r>
              <a:rPr sz="2400" spc="-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Verdana"/>
                <a:cs typeface="Verdana"/>
              </a:rPr>
              <a:t>des</a:t>
            </a:r>
            <a:r>
              <a:rPr sz="2400" spc="-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50" dirty="0">
                <a:solidFill>
                  <a:srgbClr val="FFFFFF"/>
                </a:solidFill>
                <a:latin typeface="Verdana"/>
                <a:cs typeface="Verdana"/>
              </a:rPr>
              <a:t>sept</a:t>
            </a:r>
            <a:r>
              <a:rPr sz="2400" spc="-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50" dirty="0">
                <a:solidFill>
                  <a:srgbClr val="FFFFFF"/>
                </a:solidFill>
                <a:latin typeface="Verdana"/>
                <a:cs typeface="Verdana"/>
              </a:rPr>
              <a:t>ponts</a:t>
            </a:r>
            <a:r>
              <a:rPr sz="2400" spc="-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4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2400" spc="-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5" dirty="0">
                <a:solidFill>
                  <a:srgbClr val="FFFFFF"/>
                </a:solidFill>
                <a:latin typeface="Verdana"/>
                <a:cs typeface="Verdana"/>
              </a:rPr>
              <a:t>la</a:t>
            </a:r>
            <a:r>
              <a:rPr sz="2400" spc="-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00" dirty="0">
                <a:solidFill>
                  <a:srgbClr val="FFFFFF"/>
                </a:solidFill>
                <a:latin typeface="Verdana"/>
                <a:cs typeface="Verdana"/>
              </a:rPr>
              <a:t>ville</a:t>
            </a:r>
            <a:r>
              <a:rPr sz="2400" spc="-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u="heavy" spc="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une</a:t>
            </a:r>
            <a:r>
              <a:rPr sz="2400" u="heavy" spc="-5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 </a:t>
            </a:r>
            <a:r>
              <a:rPr sz="2400" u="heavy" spc="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et</a:t>
            </a:r>
            <a:r>
              <a:rPr sz="2400" u="heavy" spc="-5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 </a:t>
            </a:r>
            <a:r>
              <a:rPr sz="2400" u="heavy" spc="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une</a:t>
            </a:r>
            <a:r>
              <a:rPr sz="2400" u="heavy" spc="-5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 </a:t>
            </a:r>
            <a:r>
              <a:rPr sz="2400" u="heavy" spc="-6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seule </a:t>
            </a:r>
            <a:r>
              <a:rPr sz="2400" spc="-8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u="heavy" spc="-10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f</a:t>
            </a:r>
            <a:r>
              <a:rPr sz="2400" u="heavy" spc="1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o</a:t>
            </a:r>
            <a:r>
              <a:rPr sz="2400" u="heavy" spc="-16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i</a:t>
            </a:r>
            <a:r>
              <a:rPr sz="2400" u="heavy" spc="-3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s</a:t>
            </a:r>
            <a:r>
              <a:rPr sz="2400" spc="-210" dirty="0">
                <a:solidFill>
                  <a:srgbClr val="FFFFFF"/>
                </a:solidFill>
                <a:latin typeface="Verdana"/>
                <a:cs typeface="Verdana"/>
              </a:rPr>
              <a:t>,</a:t>
            </a:r>
            <a:r>
              <a:rPr sz="2400" spc="-2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13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400" spc="-1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31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85" dirty="0">
                <a:solidFill>
                  <a:srgbClr val="FFFFFF"/>
                </a:solidFill>
                <a:latin typeface="Verdana"/>
                <a:cs typeface="Verdana"/>
              </a:rPr>
              <a:t>v</a:t>
            </a:r>
            <a:r>
              <a:rPr sz="2400" spc="15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400" spc="-16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400" spc="-30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400" spc="-2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8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4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2400" spc="120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400" spc="-16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400" spc="-8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400" spc="-13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400" spc="-1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24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dép</a:t>
            </a:r>
            <a:r>
              <a:rPr sz="2400" spc="21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31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400" spc="-13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4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?</a:t>
            </a:r>
            <a:endParaRPr sz="2400">
              <a:latin typeface="Microsoft Sans Serif"/>
              <a:cs typeface="Microsoft Sans Serif"/>
            </a:endParaRPr>
          </a:p>
          <a:p>
            <a:pPr marL="172085">
              <a:lnSpc>
                <a:spcPct val="100000"/>
              </a:lnSpc>
              <a:spcBef>
                <a:spcPts val="2095"/>
              </a:spcBef>
            </a:pPr>
            <a:r>
              <a:rPr sz="2000" spc="-15" dirty="0">
                <a:solidFill>
                  <a:srgbClr val="FFFFFF"/>
                </a:solidFill>
                <a:latin typeface="Verdana"/>
                <a:cs typeface="Verdana"/>
              </a:rPr>
              <a:t>Modélisation</a:t>
            </a:r>
            <a:r>
              <a:rPr sz="20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40" dirty="0">
                <a:solidFill>
                  <a:srgbClr val="FFFFFF"/>
                </a:solidFill>
                <a:latin typeface="Verdana"/>
                <a:cs typeface="Verdana"/>
              </a:rPr>
              <a:t>du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FFFFFF"/>
                </a:solidFill>
                <a:latin typeface="Verdana"/>
                <a:cs typeface="Verdana"/>
              </a:rPr>
              <a:t>problème</a:t>
            </a:r>
            <a:r>
              <a:rPr sz="20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FFFFFF"/>
                </a:solidFill>
                <a:latin typeface="Verdana"/>
                <a:cs typeface="Verdana"/>
              </a:rPr>
              <a:t>par</a:t>
            </a:r>
            <a:r>
              <a:rPr sz="20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40" dirty="0">
                <a:solidFill>
                  <a:srgbClr val="FFFFFF"/>
                </a:solidFill>
                <a:latin typeface="Verdana"/>
                <a:cs typeface="Verdana"/>
              </a:rPr>
              <a:t>un</a:t>
            </a:r>
            <a:r>
              <a:rPr sz="20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25" dirty="0">
                <a:solidFill>
                  <a:srgbClr val="FFFFFF"/>
                </a:solidFill>
                <a:latin typeface="Verdana"/>
                <a:cs typeface="Verdana"/>
              </a:rPr>
              <a:t>graphe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72668" y="3185160"/>
            <a:ext cx="9144000" cy="4023360"/>
            <a:chOff x="772668" y="3185160"/>
            <a:chExt cx="9144000" cy="402336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73880" y="3185160"/>
              <a:ext cx="1943100" cy="59435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3779519"/>
              <a:ext cx="9143999" cy="34290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1812" y="3781044"/>
              <a:ext cx="5925311" cy="102412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7091172"/>
              <a:ext cx="9125712" cy="11430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373880" y="3779519"/>
              <a:ext cx="1943100" cy="1720596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1534215" y="5787563"/>
            <a:ext cx="56673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00FFFF"/>
                </a:solidFill>
                <a:latin typeface="Tahoma"/>
                <a:cs typeface="Tahoma"/>
              </a:rPr>
              <a:t>chercher</a:t>
            </a:r>
            <a:r>
              <a:rPr sz="2400" b="1" spc="-55" dirty="0">
                <a:solidFill>
                  <a:srgbClr val="00FFFF"/>
                </a:solidFill>
                <a:latin typeface="Tahoma"/>
                <a:cs typeface="Tahoma"/>
              </a:rPr>
              <a:t> </a:t>
            </a:r>
            <a:r>
              <a:rPr sz="2400" b="1" spc="-120" dirty="0">
                <a:solidFill>
                  <a:srgbClr val="00FFFF"/>
                </a:solidFill>
                <a:latin typeface="Tahoma"/>
                <a:cs typeface="Tahoma"/>
              </a:rPr>
              <a:t>s’il</a:t>
            </a:r>
            <a:r>
              <a:rPr sz="2400" b="1" spc="-35" dirty="0">
                <a:solidFill>
                  <a:srgbClr val="00FFFF"/>
                </a:solidFill>
                <a:latin typeface="Tahoma"/>
                <a:cs typeface="Tahoma"/>
              </a:rPr>
              <a:t> </a:t>
            </a:r>
            <a:r>
              <a:rPr sz="2400" b="1" spc="-85" dirty="0">
                <a:solidFill>
                  <a:srgbClr val="00FFFF"/>
                </a:solidFill>
                <a:latin typeface="Tahoma"/>
                <a:cs typeface="Tahoma"/>
              </a:rPr>
              <a:t>existe</a:t>
            </a:r>
            <a:r>
              <a:rPr sz="2400" b="1" spc="-35" dirty="0">
                <a:solidFill>
                  <a:srgbClr val="00FFFF"/>
                </a:solidFill>
                <a:latin typeface="Tahoma"/>
                <a:cs typeface="Tahoma"/>
              </a:rPr>
              <a:t> </a:t>
            </a:r>
            <a:r>
              <a:rPr sz="2400" b="1" spc="-100" dirty="0">
                <a:solidFill>
                  <a:srgbClr val="00FFFF"/>
                </a:solidFill>
                <a:latin typeface="Tahoma"/>
                <a:cs typeface="Tahoma"/>
              </a:rPr>
              <a:t>un</a:t>
            </a:r>
            <a:r>
              <a:rPr sz="2400" b="1" spc="-35" dirty="0">
                <a:solidFill>
                  <a:srgbClr val="00FFFF"/>
                </a:solidFill>
                <a:latin typeface="Tahoma"/>
                <a:cs typeface="Tahoma"/>
              </a:rPr>
              <a:t> </a:t>
            </a:r>
            <a:r>
              <a:rPr sz="2400" b="1" spc="100" dirty="0">
                <a:solidFill>
                  <a:srgbClr val="00FFFF"/>
                </a:solidFill>
                <a:latin typeface="Tahoma"/>
                <a:cs typeface="Tahoma"/>
              </a:rPr>
              <a:t>cycle</a:t>
            </a:r>
            <a:r>
              <a:rPr sz="2400" b="1" spc="-30" dirty="0">
                <a:solidFill>
                  <a:srgbClr val="00FFFF"/>
                </a:solidFill>
                <a:latin typeface="Tahoma"/>
                <a:cs typeface="Tahoma"/>
              </a:rPr>
              <a:t> </a:t>
            </a:r>
            <a:r>
              <a:rPr sz="2400" b="1" spc="-60" dirty="0">
                <a:solidFill>
                  <a:srgbClr val="00FFFF"/>
                </a:solidFill>
                <a:latin typeface="Tahoma"/>
                <a:cs typeface="Tahoma"/>
              </a:rPr>
              <a:t>eulérien</a:t>
            </a:r>
            <a:r>
              <a:rPr sz="2400" b="1" spc="-35" dirty="0">
                <a:solidFill>
                  <a:srgbClr val="00FFFF"/>
                </a:solidFill>
                <a:latin typeface="Tahoma"/>
                <a:cs typeface="Tahoma"/>
              </a:rPr>
              <a:t> </a:t>
            </a:r>
            <a:r>
              <a:rPr sz="2400" b="1" spc="-20" dirty="0">
                <a:solidFill>
                  <a:srgbClr val="00FFFF"/>
                </a:solidFill>
                <a:latin typeface="Tahoma"/>
                <a:cs typeface="Tahoma"/>
              </a:rPr>
              <a:t>?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100" dirty="0"/>
              <a:t>34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81482" y="459697"/>
            <a:ext cx="463867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204" dirty="0">
                <a:solidFill>
                  <a:srgbClr val="FF5697"/>
                </a:solidFill>
              </a:rPr>
              <a:t>G</a:t>
            </a:r>
            <a:r>
              <a:rPr sz="2200" spc="-330" dirty="0">
                <a:solidFill>
                  <a:srgbClr val="FF5697"/>
                </a:solidFill>
              </a:rPr>
              <a:t>R</a:t>
            </a:r>
            <a:r>
              <a:rPr sz="2200" spc="114" dirty="0">
                <a:solidFill>
                  <a:srgbClr val="FF5697"/>
                </a:solidFill>
              </a:rPr>
              <a:t>A</a:t>
            </a:r>
            <a:r>
              <a:rPr sz="2200" spc="-225" dirty="0">
                <a:solidFill>
                  <a:srgbClr val="FF5697"/>
                </a:solidFill>
              </a:rPr>
              <a:t>P</a:t>
            </a:r>
            <a:r>
              <a:rPr sz="2200" spc="-215" dirty="0">
                <a:solidFill>
                  <a:srgbClr val="FF5697"/>
                </a:solidFill>
              </a:rPr>
              <a:t>HE</a:t>
            </a:r>
            <a:r>
              <a:rPr sz="2200" spc="10" dirty="0">
                <a:solidFill>
                  <a:srgbClr val="FF5697"/>
                </a:solidFill>
              </a:rPr>
              <a:t> 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225" dirty="0">
                <a:solidFill>
                  <a:srgbClr val="FF5697"/>
                </a:solidFill>
              </a:rPr>
              <a:t>U</a:t>
            </a:r>
            <a:r>
              <a:rPr sz="2200" spc="-295" dirty="0">
                <a:solidFill>
                  <a:srgbClr val="FF5697"/>
                </a:solidFill>
              </a:rPr>
              <a:t>L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330" dirty="0">
                <a:solidFill>
                  <a:srgbClr val="FF5697"/>
                </a:solidFill>
              </a:rPr>
              <a:t>R</a:t>
            </a:r>
            <a:r>
              <a:rPr sz="2200" spc="-450" dirty="0">
                <a:solidFill>
                  <a:srgbClr val="FF5697"/>
                </a:solidFill>
              </a:rPr>
              <a:t>I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75" dirty="0">
                <a:solidFill>
                  <a:srgbClr val="FF5697"/>
                </a:solidFill>
              </a:rPr>
              <a:t>N</a:t>
            </a:r>
            <a:r>
              <a:rPr sz="2200" spc="-10" dirty="0">
                <a:solidFill>
                  <a:srgbClr val="FF5697"/>
                </a:solidFill>
              </a:rPr>
              <a:t> 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425" dirty="0">
                <a:solidFill>
                  <a:srgbClr val="FF5697"/>
                </a:solidFill>
              </a:rPr>
              <a:t>T</a:t>
            </a:r>
            <a:r>
              <a:rPr sz="2200" spc="-30" dirty="0">
                <a:solidFill>
                  <a:srgbClr val="FF5697"/>
                </a:solidFill>
              </a:rPr>
              <a:t> </a:t>
            </a:r>
            <a:r>
              <a:rPr sz="2200" spc="-195" dirty="0">
                <a:solidFill>
                  <a:srgbClr val="FF5697"/>
                </a:solidFill>
              </a:rPr>
              <a:t>H</a:t>
            </a:r>
            <a:r>
              <a:rPr sz="2200" spc="114" dirty="0">
                <a:solidFill>
                  <a:srgbClr val="FF5697"/>
                </a:solidFill>
              </a:rPr>
              <a:t>A</a:t>
            </a:r>
            <a:r>
              <a:rPr sz="2200" spc="10" dirty="0">
                <a:solidFill>
                  <a:srgbClr val="FF5697"/>
                </a:solidFill>
              </a:rPr>
              <a:t>M</a:t>
            </a:r>
            <a:r>
              <a:rPr sz="2200" spc="-450" dirty="0">
                <a:solidFill>
                  <a:srgbClr val="FF5697"/>
                </a:solidFill>
              </a:rPr>
              <a:t>I</a:t>
            </a:r>
            <a:r>
              <a:rPr sz="2200" spc="-295" dirty="0">
                <a:solidFill>
                  <a:srgbClr val="FF5697"/>
                </a:solidFill>
              </a:rPr>
              <a:t>L</a:t>
            </a:r>
            <a:r>
              <a:rPr sz="2200" spc="-425" dirty="0">
                <a:solidFill>
                  <a:srgbClr val="FF5697"/>
                </a:solidFill>
              </a:rPr>
              <a:t>T</a:t>
            </a:r>
            <a:r>
              <a:rPr sz="2200" spc="150" dirty="0">
                <a:solidFill>
                  <a:srgbClr val="FF5697"/>
                </a:solidFill>
              </a:rPr>
              <a:t>O</a:t>
            </a:r>
            <a:r>
              <a:rPr sz="2200" spc="-75" dirty="0">
                <a:solidFill>
                  <a:srgbClr val="FF5697"/>
                </a:solidFill>
              </a:rPr>
              <a:t>N</a:t>
            </a:r>
            <a:r>
              <a:rPr sz="2200" spc="-450" dirty="0">
                <a:solidFill>
                  <a:srgbClr val="FF5697"/>
                </a:solidFill>
              </a:rPr>
              <a:t>I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75" dirty="0">
                <a:solidFill>
                  <a:srgbClr val="FF5697"/>
                </a:solidFill>
              </a:rPr>
              <a:t>N</a:t>
            </a:r>
            <a:endParaRPr sz="2200"/>
          </a:p>
        </p:txBody>
      </p:sp>
      <p:sp>
        <p:nvSpPr>
          <p:cNvPr id="3" name="object 3"/>
          <p:cNvSpPr txBox="1"/>
          <p:nvPr/>
        </p:nvSpPr>
        <p:spPr>
          <a:xfrm>
            <a:off x="1171483" y="1182170"/>
            <a:ext cx="654494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5" dirty="0">
                <a:solidFill>
                  <a:srgbClr val="FFFFFF"/>
                </a:solidFill>
                <a:latin typeface="Verdana"/>
                <a:cs typeface="Verdana"/>
              </a:rPr>
              <a:t>Calculons</a:t>
            </a:r>
            <a:r>
              <a:rPr sz="20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05" dirty="0">
                <a:solidFill>
                  <a:srgbClr val="FFFFFF"/>
                </a:solidFill>
                <a:latin typeface="Verdana"/>
                <a:cs typeface="Verdana"/>
              </a:rPr>
              <a:t>les</a:t>
            </a:r>
            <a:r>
              <a:rPr sz="20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5" dirty="0">
                <a:solidFill>
                  <a:srgbClr val="FFFFFF"/>
                </a:solidFill>
                <a:latin typeface="Verdana"/>
                <a:cs typeface="Verdana"/>
              </a:rPr>
              <a:t>degrés</a:t>
            </a:r>
            <a:r>
              <a:rPr sz="20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20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95" dirty="0">
                <a:solidFill>
                  <a:srgbClr val="FFFFFF"/>
                </a:solidFill>
                <a:latin typeface="Verdana"/>
                <a:cs typeface="Verdana"/>
              </a:rPr>
              <a:t>chaque</a:t>
            </a:r>
            <a:r>
              <a:rPr sz="20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Verdana"/>
                <a:cs typeface="Verdana"/>
              </a:rPr>
              <a:t>sommet</a:t>
            </a:r>
            <a:r>
              <a:rPr sz="20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30" dirty="0">
                <a:solidFill>
                  <a:srgbClr val="FFFFFF"/>
                </a:solidFill>
                <a:latin typeface="Verdana"/>
                <a:cs typeface="Verdana"/>
              </a:rPr>
              <a:t>A,</a:t>
            </a:r>
            <a:r>
              <a:rPr sz="20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204" dirty="0">
                <a:solidFill>
                  <a:srgbClr val="FFFFFF"/>
                </a:solidFill>
                <a:latin typeface="Verdana"/>
                <a:cs typeface="Verdana"/>
              </a:rPr>
              <a:t>B,</a:t>
            </a:r>
            <a:r>
              <a:rPr sz="20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229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0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et</a:t>
            </a:r>
            <a:r>
              <a:rPr sz="20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endParaRPr sz="2000">
              <a:latin typeface="Verdana"/>
              <a:cs typeface="Verdan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719072" y="2054351"/>
          <a:ext cx="6096000" cy="7414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33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6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Sommet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388C"/>
                    </a:solidFill>
                  </a:tcPr>
                </a:tc>
                <a:tc>
                  <a:txBody>
                    <a:bodyPr/>
                    <a:lstStyle/>
                    <a:p>
                      <a:pPr marL="5238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A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388C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B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388C"/>
                    </a:solidFill>
                  </a:tcPr>
                </a:tc>
                <a:tc>
                  <a:txBody>
                    <a:bodyPr/>
                    <a:lstStyle/>
                    <a:p>
                      <a:pPr marL="52006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C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388C"/>
                    </a:solidFill>
                  </a:tcPr>
                </a:tc>
                <a:tc>
                  <a:txBody>
                    <a:bodyPr/>
                    <a:lstStyle/>
                    <a:p>
                      <a:pPr marL="52832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D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38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09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Degré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DDB"/>
                    </a:solidFill>
                  </a:tcPr>
                </a:tc>
                <a:tc>
                  <a:txBody>
                    <a:bodyPr/>
                    <a:lstStyle/>
                    <a:p>
                      <a:pPr marL="54673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5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D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3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DDB"/>
                    </a:solidFill>
                  </a:tcPr>
                </a:tc>
                <a:tc>
                  <a:txBody>
                    <a:bodyPr/>
                    <a:lstStyle/>
                    <a:p>
                      <a:pPr marL="54546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3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DDB"/>
                    </a:solidFill>
                  </a:tcPr>
                </a:tc>
                <a:tc>
                  <a:txBody>
                    <a:bodyPr/>
                    <a:lstStyle/>
                    <a:p>
                      <a:pPr marL="54673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3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D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5" name="object 5"/>
          <p:cNvGrpSpPr/>
          <p:nvPr/>
        </p:nvGrpSpPr>
        <p:grpSpPr>
          <a:xfrm>
            <a:off x="772668" y="3779519"/>
            <a:ext cx="9144000" cy="3429000"/>
            <a:chOff x="772668" y="3779519"/>
            <a:chExt cx="9144000" cy="342900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2668" y="3779520"/>
              <a:ext cx="9143999" cy="34290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1812" y="3781044"/>
              <a:ext cx="5925311" cy="102412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442686" y="3375006"/>
            <a:ext cx="7444105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  <a:spcBef>
                <a:spcPts val="100"/>
              </a:spcBef>
            </a:pPr>
            <a:r>
              <a:rPr sz="2400" spc="-55" dirty="0">
                <a:solidFill>
                  <a:srgbClr val="FFFFFF"/>
                </a:solidFill>
                <a:latin typeface="Verdana"/>
                <a:cs typeface="Verdana"/>
              </a:rPr>
              <a:t>Pas</a:t>
            </a:r>
            <a:r>
              <a:rPr sz="2400" spc="-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4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2400" spc="-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80" dirty="0">
                <a:solidFill>
                  <a:srgbClr val="FFFFFF"/>
                </a:solidFill>
                <a:latin typeface="Verdana"/>
                <a:cs typeface="Verdana"/>
              </a:rPr>
              <a:t>cycle</a:t>
            </a:r>
            <a:r>
              <a:rPr sz="2400" spc="-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50" dirty="0">
                <a:solidFill>
                  <a:srgbClr val="FFFFFF"/>
                </a:solidFill>
                <a:latin typeface="Verdana"/>
                <a:cs typeface="Verdana"/>
              </a:rPr>
              <a:t>eulérien</a:t>
            </a:r>
            <a:r>
              <a:rPr sz="2400" spc="-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30" dirty="0">
                <a:solidFill>
                  <a:srgbClr val="FFFFFF"/>
                </a:solidFill>
                <a:latin typeface="Verdana"/>
                <a:cs typeface="Verdana"/>
              </a:rPr>
              <a:t>ni</a:t>
            </a:r>
            <a:r>
              <a:rPr sz="2400" spc="-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4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2400" spc="-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55" dirty="0">
                <a:solidFill>
                  <a:srgbClr val="FFFFFF"/>
                </a:solidFill>
                <a:latin typeface="Verdana"/>
                <a:cs typeface="Verdana"/>
              </a:rPr>
              <a:t>chaîne</a:t>
            </a:r>
            <a:r>
              <a:rPr sz="2400" spc="-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50" dirty="0">
                <a:solidFill>
                  <a:srgbClr val="FFFFFF"/>
                </a:solidFill>
                <a:latin typeface="Verdana"/>
                <a:cs typeface="Verdana"/>
              </a:rPr>
              <a:t>eulérienne.</a:t>
            </a:r>
            <a:r>
              <a:rPr sz="2400" spc="-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55" dirty="0">
                <a:solidFill>
                  <a:srgbClr val="FFFFFF"/>
                </a:solidFill>
                <a:latin typeface="Verdana"/>
                <a:cs typeface="Verdana"/>
              </a:rPr>
              <a:t>Le </a:t>
            </a:r>
            <a:r>
              <a:rPr sz="2400" spc="-8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piéton </a:t>
            </a:r>
            <a:r>
              <a:rPr sz="2400" spc="35" dirty="0">
                <a:solidFill>
                  <a:srgbClr val="FFFFFF"/>
                </a:solidFill>
                <a:latin typeface="Verdana"/>
                <a:cs typeface="Verdana"/>
              </a:rPr>
              <a:t>ne </a:t>
            </a:r>
            <a:r>
              <a:rPr sz="2400" spc="10" dirty="0">
                <a:solidFill>
                  <a:srgbClr val="FFFFFF"/>
                </a:solidFill>
                <a:latin typeface="Verdana"/>
                <a:cs typeface="Verdana"/>
              </a:rPr>
              <a:t>peut 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pas </a:t>
            </a:r>
            <a:r>
              <a:rPr sz="2400" spc="-114" dirty="0">
                <a:solidFill>
                  <a:srgbClr val="FFFFFF"/>
                </a:solidFill>
                <a:latin typeface="Verdana"/>
                <a:cs typeface="Verdana"/>
              </a:rPr>
              <a:t>traverser </a:t>
            </a:r>
            <a:r>
              <a:rPr sz="2400" spc="-125" dirty="0">
                <a:solidFill>
                  <a:srgbClr val="FFFFFF"/>
                </a:solidFill>
                <a:latin typeface="Verdana"/>
                <a:cs typeface="Verdana"/>
              </a:rPr>
              <a:t>les </a:t>
            </a:r>
            <a:r>
              <a:rPr sz="2400" spc="-200" dirty="0">
                <a:solidFill>
                  <a:srgbClr val="FFFFFF"/>
                </a:solidFill>
                <a:latin typeface="Verdana"/>
                <a:cs typeface="Verdana"/>
              </a:rPr>
              <a:t>7 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ponts </a:t>
            </a:r>
            <a:r>
              <a:rPr sz="2400" spc="10" dirty="0">
                <a:solidFill>
                  <a:srgbClr val="FFFFFF"/>
                </a:solidFill>
                <a:latin typeface="Verdana"/>
                <a:cs typeface="Verdana"/>
              </a:rPr>
              <a:t>une </a:t>
            </a:r>
            <a:r>
              <a:rPr sz="2400" spc="-5" dirty="0">
                <a:solidFill>
                  <a:srgbClr val="FFFFFF"/>
                </a:solidFill>
                <a:latin typeface="Verdana"/>
                <a:cs typeface="Verdana"/>
              </a:rPr>
              <a:t>et 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55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32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55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400" spc="-18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05" dirty="0">
                <a:solidFill>
                  <a:srgbClr val="FFFFFF"/>
                </a:solidFill>
                <a:latin typeface="Verdana"/>
                <a:cs typeface="Verdana"/>
              </a:rPr>
              <a:t>f</a:t>
            </a:r>
            <a:r>
              <a:rPr sz="2400" spc="120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400" spc="-16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400" spc="-32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-2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13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4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33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400" spc="15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85" dirty="0">
                <a:solidFill>
                  <a:srgbClr val="FFFFFF"/>
                </a:solidFill>
                <a:latin typeface="Verdana"/>
                <a:cs typeface="Verdana"/>
              </a:rPr>
              <a:t>v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400" spc="-16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400" spc="-30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400" spc="-2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21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400" spc="-1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2400" spc="9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400" spc="-16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400" spc="-13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400" spc="-1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24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5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400" spc="105" dirty="0">
                <a:solidFill>
                  <a:srgbClr val="FFFFFF"/>
                </a:solidFill>
                <a:latin typeface="Verdana"/>
                <a:cs typeface="Verdana"/>
              </a:rPr>
              <a:t>é</a:t>
            </a:r>
            <a:r>
              <a:rPr sz="2400" spc="155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2400" spc="18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31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400" spc="-13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400" spc="-210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100" dirty="0"/>
              <a:t>35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81482" y="459697"/>
            <a:ext cx="463867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204" dirty="0">
                <a:solidFill>
                  <a:srgbClr val="FF5697"/>
                </a:solidFill>
              </a:rPr>
              <a:t>G</a:t>
            </a:r>
            <a:r>
              <a:rPr sz="2200" spc="-330" dirty="0">
                <a:solidFill>
                  <a:srgbClr val="FF5697"/>
                </a:solidFill>
              </a:rPr>
              <a:t>R</a:t>
            </a:r>
            <a:r>
              <a:rPr sz="2200" spc="114" dirty="0">
                <a:solidFill>
                  <a:srgbClr val="FF5697"/>
                </a:solidFill>
              </a:rPr>
              <a:t>A</a:t>
            </a:r>
            <a:r>
              <a:rPr sz="2200" spc="-225" dirty="0">
                <a:solidFill>
                  <a:srgbClr val="FF5697"/>
                </a:solidFill>
              </a:rPr>
              <a:t>P</a:t>
            </a:r>
            <a:r>
              <a:rPr sz="2200" spc="-215" dirty="0">
                <a:solidFill>
                  <a:srgbClr val="FF5697"/>
                </a:solidFill>
              </a:rPr>
              <a:t>HE</a:t>
            </a:r>
            <a:r>
              <a:rPr sz="2200" spc="10" dirty="0">
                <a:solidFill>
                  <a:srgbClr val="FF5697"/>
                </a:solidFill>
              </a:rPr>
              <a:t> 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225" dirty="0">
                <a:solidFill>
                  <a:srgbClr val="FF5697"/>
                </a:solidFill>
              </a:rPr>
              <a:t>U</a:t>
            </a:r>
            <a:r>
              <a:rPr sz="2200" spc="-295" dirty="0">
                <a:solidFill>
                  <a:srgbClr val="FF5697"/>
                </a:solidFill>
              </a:rPr>
              <a:t>L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330" dirty="0">
                <a:solidFill>
                  <a:srgbClr val="FF5697"/>
                </a:solidFill>
              </a:rPr>
              <a:t>R</a:t>
            </a:r>
            <a:r>
              <a:rPr sz="2200" spc="-450" dirty="0">
                <a:solidFill>
                  <a:srgbClr val="FF5697"/>
                </a:solidFill>
              </a:rPr>
              <a:t>I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75" dirty="0">
                <a:solidFill>
                  <a:srgbClr val="FF5697"/>
                </a:solidFill>
              </a:rPr>
              <a:t>N</a:t>
            </a:r>
            <a:r>
              <a:rPr sz="2200" spc="-10" dirty="0">
                <a:solidFill>
                  <a:srgbClr val="FF5697"/>
                </a:solidFill>
              </a:rPr>
              <a:t> 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425" dirty="0">
                <a:solidFill>
                  <a:srgbClr val="FF5697"/>
                </a:solidFill>
              </a:rPr>
              <a:t>T</a:t>
            </a:r>
            <a:r>
              <a:rPr sz="2200" spc="-30" dirty="0">
                <a:solidFill>
                  <a:srgbClr val="FF5697"/>
                </a:solidFill>
              </a:rPr>
              <a:t> </a:t>
            </a:r>
            <a:r>
              <a:rPr sz="2200" spc="-195" dirty="0">
                <a:solidFill>
                  <a:srgbClr val="FF5697"/>
                </a:solidFill>
              </a:rPr>
              <a:t>H</a:t>
            </a:r>
            <a:r>
              <a:rPr sz="2200" spc="114" dirty="0">
                <a:solidFill>
                  <a:srgbClr val="FF5697"/>
                </a:solidFill>
              </a:rPr>
              <a:t>A</a:t>
            </a:r>
            <a:r>
              <a:rPr sz="2200" spc="10" dirty="0">
                <a:solidFill>
                  <a:srgbClr val="FF5697"/>
                </a:solidFill>
              </a:rPr>
              <a:t>M</a:t>
            </a:r>
            <a:r>
              <a:rPr sz="2200" spc="-450" dirty="0">
                <a:solidFill>
                  <a:srgbClr val="FF5697"/>
                </a:solidFill>
              </a:rPr>
              <a:t>I</a:t>
            </a:r>
            <a:r>
              <a:rPr sz="2200" spc="-295" dirty="0">
                <a:solidFill>
                  <a:srgbClr val="FF5697"/>
                </a:solidFill>
              </a:rPr>
              <a:t>L</a:t>
            </a:r>
            <a:r>
              <a:rPr sz="2200" spc="-425" dirty="0">
                <a:solidFill>
                  <a:srgbClr val="FF5697"/>
                </a:solidFill>
              </a:rPr>
              <a:t>T</a:t>
            </a:r>
            <a:r>
              <a:rPr sz="2200" spc="150" dirty="0">
                <a:solidFill>
                  <a:srgbClr val="FF5697"/>
                </a:solidFill>
              </a:rPr>
              <a:t>O</a:t>
            </a:r>
            <a:r>
              <a:rPr sz="2200" spc="-75" dirty="0">
                <a:solidFill>
                  <a:srgbClr val="FF5697"/>
                </a:solidFill>
              </a:rPr>
              <a:t>N</a:t>
            </a:r>
            <a:r>
              <a:rPr sz="2200" spc="-450" dirty="0">
                <a:solidFill>
                  <a:srgbClr val="FF5697"/>
                </a:solidFill>
              </a:rPr>
              <a:t>I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75" dirty="0">
                <a:solidFill>
                  <a:srgbClr val="FF5697"/>
                </a:solidFill>
              </a:rPr>
              <a:t>N</a:t>
            </a:r>
            <a:endParaRPr sz="2200"/>
          </a:p>
        </p:txBody>
      </p:sp>
      <p:grpSp>
        <p:nvGrpSpPr>
          <p:cNvPr id="3" name="object 3"/>
          <p:cNvGrpSpPr/>
          <p:nvPr/>
        </p:nvGrpSpPr>
        <p:grpSpPr>
          <a:xfrm>
            <a:off x="772668" y="3779519"/>
            <a:ext cx="9144000" cy="3429000"/>
            <a:chOff x="772668" y="3779519"/>
            <a:chExt cx="9144000" cy="3429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2668" y="3779520"/>
              <a:ext cx="9143999" cy="34290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1812" y="3781044"/>
              <a:ext cx="5925311" cy="10241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235518" y="1226290"/>
            <a:ext cx="8009890" cy="446024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396240" marR="7620" indent="-384175" algn="just">
              <a:lnSpc>
                <a:spcPts val="3240"/>
              </a:lnSpc>
              <a:spcBef>
                <a:spcPts val="505"/>
              </a:spcBef>
              <a:buClr>
                <a:srgbClr val="FF388C"/>
              </a:buClr>
              <a:buSzPct val="80000"/>
              <a:buFont typeface="Times New Roman"/>
              <a:buChar char="◉"/>
              <a:tabLst>
                <a:tab pos="396875" algn="l"/>
              </a:tabLst>
            </a:pPr>
            <a:r>
              <a:rPr sz="3000" spc="-75" dirty="0">
                <a:solidFill>
                  <a:srgbClr val="FFFFFF"/>
                </a:solidFill>
                <a:latin typeface="Verdana"/>
                <a:cs typeface="Verdana"/>
              </a:rPr>
              <a:t>Dans</a:t>
            </a:r>
            <a:r>
              <a:rPr sz="3000" spc="-70" dirty="0">
                <a:solidFill>
                  <a:srgbClr val="FFFFFF"/>
                </a:solidFill>
                <a:latin typeface="Verdana"/>
                <a:cs typeface="Verdana"/>
              </a:rPr>
              <a:t> un</a:t>
            </a:r>
            <a:r>
              <a:rPr sz="3000" spc="-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40" dirty="0">
                <a:solidFill>
                  <a:srgbClr val="FFFFFF"/>
                </a:solidFill>
                <a:latin typeface="Verdana"/>
                <a:cs typeface="Verdana"/>
              </a:rPr>
              <a:t>graphe</a:t>
            </a:r>
            <a:r>
              <a:rPr sz="3000" spc="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20" dirty="0">
                <a:solidFill>
                  <a:srgbClr val="FFFFFF"/>
                </a:solidFill>
                <a:latin typeface="Verdana"/>
                <a:cs typeface="Verdana"/>
              </a:rPr>
              <a:t>G,</a:t>
            </a:r>
            <a:r>
              <a:rPr sz="3000" spc="10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5" dirty="0">
                <a:solidFill>
                  <a:srgbClr val="FFFFFF"/>
                </a:solidFill>
                <a:latin typeface="Verdana"/>
                <a:cs typeface="Verdana"/>
              </a:rPr>
              <a:t>une</a:t>
            </a:r>
            <a:r>
              <a:rPr sz="30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b="1" spc="35" dirty="0">
                <a:solidFill>
                  <a:srgbClr val="FFFF00"/>
                </a:solidFill>
                <a:latin typeface="Tahoma"/>
                <a:cs typeface="Tahoma"/>
              </a:rPr>
              <a:t>chaine </a:t>
            </a:r>
            <a:r>
              <a:rPr sz="3000" b="1" spc="40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3000" b="1" spc="-75" dirty="0">
                <a:solidFill>
                  <a:srgbClr val="FFFF00"/>
                </a:solidFill>
                <a:latin typeface="Tahoma"/>
                <a:cs typeface="Tahoma"/>
              </a:rPr>
              <a:t>hamiltonienne </a:t>
            </a:r>
            <a:r>
              <a:rPr sz="3000" spc="-135" dirty="0">
                <a:solidFill>
                  <a:srgbClr val="FFFFFF"/>
                </a:solidFill>
                <a:latin typeface="Verdana"/>
                <a:cs typeface="Verdana"/>
              </a:rPr>
              <a:t>est </a:t>
            </a:r>
            <a:r>
              <a:rPr sz="3000" spc="5" dirty="0">
                <a:solidFill>
                  <a:srgbClr val="FFFFFF"/>
                </a:solidFill>
                <a:latin typeface="Verdana"/>
                <a:cs typeface="Verdana"/>
              </a:rPr>
              <a:t>une </a:t>
            </a:r>
            <a:r>
              <a:rPr sz="3000" spc="65" dirty="0">
                <a:solidFill>
                  <a:srgbClr val="FFFFFF"/>
                </a:solidFill>
                <a:latin typeface="Verdana"/>
                <a:cs typeface="Verdana"/>
              </a:rPr>
              <a:t>chaine </a:t>
            </a:r>
            <a:r>
              <a:rPr sz="3000" spc="-45" dirty="0">
                <a:solidFill>
                  <a:srgbClr val="FFFFFF"/>
                </a:solidFill>
                <a:latin typeface="Verdana"/>
                <a:cs typeface="Verdana"/>
              </a:rPr>
              <a:t>qui passe </a:t>
            </a:r>
            <a:r>
              <a:rPr sz="3000" spc="-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5" dirty="0">
                <a:solidFill>
                  <a:srgbClr val="FFFFFF"/>
                </a:solidFill>
                <a:latin typeface="Verdana"/>
                <a:cs typeface="Verdana"/>
              </a:rPr>
              <a:t>une</a:t>
            </a:r>
            <a:r>
              <a:rPr sz="3000" spc="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150" dirty="0">
                <a:solidFill>
                  <a:srgbClr val="FFFFFF"/>
                </a:solidFill>
                <a:latin typeface="Verdana"/>
                <a:cs typeface="Verdana"/>
              </a:rPr>
              <a:t>fois</a:t>
            </a:r>
            <a:r>
              <a:rPr sz="30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5" dirty="0">
                <a:solidFill>
                  <a:srgbClr val="FFFFFF"/>
                </a:solidFill>
                <a:latin typeface="Verdana"/>
                <a:cs typeface="Verdana"/>
              </a:rPr>
              <a:t>et</a:t>
            </a:r>
            <a:r>
              <a:rPr sz="30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5" dirty="0">
                <a:solidFill>
                  <a:srgbClr val="FFFFFF"/>
                </a:solidFill>
                <a:latin typeface="Verdana"/>
                <a:cs typeface="Verdana"/>
              </a:rPr>
              <a:t>une</a:t>
            </a:r>
            <a:r>
              <a:rPr sz="3000" spc="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75" dirty="0">
                <a:solidFill>
                  <a:srgbClr val="FFFFFF"/>
                </a:solidFill>
                <a:latin typeface="Verdana"/>
                <a:cs typeface="Verdana"/>
              </a:rPr>
              <a:t>seule</a:t>
            </a:r>
            <a:r>
              <a:rPr sz="3000" spc="-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5" dirty="0">
                <a:solidFill>
                  <a:srgbClr val="FFFFFF"/>
                </a:solidFill>
                <a:latin typeface="Verdana"/>
                <a:cs typeface="Verdana"/>
              </a:rPr>
              <a:t>par</a:t>
            </a:r>
            <a:r>
              <a:rPr sz="3000" spc="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135" dirty="0">
                <a:solidFill>
                  <a:srgbClr val="FFFFFF"/>
                </a:solidFill>
                <a:latin typeface="Verdana"/>
                <a:cs typeface="Verdana"/>
              </a:rPr>
              <a:t>chaque </a:t>
            </a:r>
            <a:r>
              <a:rPr sz="3000" spc="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110" dirty="0">
                <a:solidFill>
                  <a:srgbClr val="FFFFFF"/>
                </a:solidFill>
                <a:latin typeface="Verdana"/>
                <a:cs typeface="Verdana"/>
              </a:rPr>
              <a:t>sommet.</a:t>
            </a:r>
            <a:endParaRPr sz="3000">
              <a:latin typeface="Verdana"/>
              <a:cs typeface="Verdana"/>
            </a:endParaRPr>
          </a:p>
          <a:p>
            <a:pPr marL="396240" marR="9525" indent="-384175" algn="just">
              <a:lnSpc>
                <a:spcPts val="3240"/>
              </a:lnSpc>
              <a:spcBef>
                <a:spcPts val="720"/>
              </a:spcBef>
              <a:buClr>
                <a:srgbClr val="FF388C"/>
              </a:buClr>
              <a:buSzPct val="80000"/>
              <a:buFont typeface="Times New Roman"/>
              <a:buChar char="◉"/>
              <a:tabLst>
                <a:tab pos="396875" algn="l"/>
              </a:tabLst>
            </a:pPr>
            <a:r>
              <a:rPr sz="3000" spc="-75" dirty="0">
                <a:solidFill>
                  <a:srgbClr val="FFFFFF"/>
                </a:solidFill>
                <a:latin typeface="Verdana"/>
                <a:cs typeface="Verdana"/>
              </a:rPr>
              <a:t>Dans</a:t>
            </a:r>
            <a:r>
              <a:rPr sz="30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70" dirty="0">
                <a:solidFill>
                  <a:srgbClr val="FFFFFF"/>
                </a:solidFill>
                <a:latin typeface="Verdana"/>
                <a:cs typeface="Verdana"/>
              </a:rPr>
              <a:t>un</a:t>
            </a:r>
            <a:r>
              <a:rPr sz="30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45" dirty="0">
                <a:solidFill>
                  <a:srgbClr val="FFFFFF"/>
                </a:solidFill>
                <a:latin typeface="Verdana"/>
                <a:cs typeface="Verdana"/>
              </a:rPr>
              <a:t>graphe</a:t>
            </a:r>
            <a:r>
              <a:rPr sz="30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20" dirty="0">
                <a:solidFill>
                  <a:srgbClr val="FFFFFF"/>
                </a:solidFill>
                <a:latin typeface="Verdana"/>
                <a:cs typeface="Verdana"/>
              </a:rPr>
              <a:t>G,</a:t>
            </a:r>
            <a:r>
              <a:rPr sz="30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70" dirty="0">
                <a:solidFill>
                  <a:srgbClr val="FFFFFF"/>
                </a:solidFill>
                <a:latin typeface="Verdana"/>
                <a:cs typeface="Verdana"/>
              </a:rPr>
              <a:t>un</a:t>
            </a:r>
            <a:r>
              <a:rPr sz="30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b="1" spc="125" dirty="0">
                <a:solidFill>
                  <a:srgbClr val="FFFF00"/>
                </a:solidFill>
                <a:latin typeface="Tahoma"/>
                <a:cs typeface="Tahoma"/>
              </a:rPr>
              <a:t>cycle</a:t>
            </a:r>
            <a:r>
              <a:rPr sz="3000" b="1" spc="80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3000" b="1" spc="-90" dirty="0">
                <a:solidFill>
                  <a:srgbClr val="FFFF00"/>
                </a:solidFill>
                <a:latin typeface="Tahoma"/>
                <a:cs typeface="Tahoma"/>
              </a:rPr>
              <a:t>hamiltonien </a:t>
            </a:r>
            <a:r>
              <a:rPr sz="3000" b="1" spc="-865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3000" spc="-135" dirty="0">
                <a:solidFill>
                  <a:srgbClr val="FFFFFF"/>
                </a:solidFill>
                <a:latin typeface="Verdana"/>
                <a:cs typeface="Verdana"/>
              </a:rPr>
              <a:t>est </a:t>
            </a:r>
            <a:r>
              <a:rPr sz="3000" spc="-70" dirty="0">
                <a:solidFill>
                  <a:srgbClr val="FFFFFF"/>
                </a:solidFill>
                <a:latin typeface="Verdana"/>
                <a:cs typeface="Verdana"/>
              </a:rPr>
              <a:t>un </a:t>
            </a:r>
            <a:r>
              <a:rPr sz="3000" spc="100" dirty="0">
                <a:solidFill>
                  <a:srgbClr val="FFFFFF"/>
                </a:solidFill>
                <a:latin typeface="Verdana"/>
                <a:cs typeface="Verdana"/>
              </a:rPr>
              <a:t>cycle </a:t>
            </a:r>
            <a:r>
              <a:rPr sz="3000" spc="-45" dirty="0">
                <a:solidFill>
                  <a:srgbClr val="FFFFFF"/>
                </a:solidFill>
                <a:latin typeface="Verdana"/>
                <a:cs typeface="Verdana"/>
              </a:rPr>
              <a:t>qui passe </a:t>
            </a:r>
            <a:r>
              <a:rPr sz="3000" spc="5" dirty="0">
                <a:solidFill>
                  <a:srgbClr val="FFFFFF"/>
                </a:solidFill>
                <a:latin typeface="Verdana"/>
                <a:cs typeface="Verdana"/>
              </a:rPr>
              <a:t>une </a:t>
            </a:r>
            <a:r>
              <a:rPr sz="3000" spc="-150" dirty="0">
                <a:solidFill>
                  <a:srgbClr val="FFFFFF"/>
                </a:solidFill>
                <a:latin typeface="Verdana"/>
                <a:cs typeface="Verdana"/>
              </a:rPr>
              <a:t>fois </a:t>
            </a:r>
            <a:r>
              <a:rPr sz="3000" spc="-5" dirty="0">
                <a:solidFill>
                  <a:srgbClr val="FFFFFF"/>
                </a:solidFill>
                <a:latin typeface="Verdana"/>
                <a:cs typeface="Verdana"/>
              </a:rPr>
              <a:t>et une </a:t>
            </a:r>
            <a:r>
              <a:rPr sz="30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39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10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3000" spc="-229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2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165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3000" spc="26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3000" spc="-38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3000" spc="-2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380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3000" spc="-100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3000" spc="26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3000" spc="165" dirty="0">
                <a:solidFill>
                  <a:srgbClr val="FFFFFF"/>
                </a:solidFill>
                <a:latin typeface="Verdana"/>
                <a:cs typeface="Verdana"/>
              </a:rPr>
              <a:t>q</a:t>
            </a:r>
            <a:r>
              <a:rPr sz="3000" spc="-7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2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39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000" spc="15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3000" spc="-13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3000" spc="-10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3000" spc="1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000" spc="-17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3000" spc="-265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3000">
              <a:latin typeface="Verdana"/>
              <a:cs typeface="Verdana"/>
            </a:endParaRPr>
          </a:p>
          <a:p>
            <a:pPr>
              <a:lnSpc>
                <a:spcPct val="100000"/>
              </a:lnSpc>
              <a:buClr>
                <a:srgbClr val="FF388C"/>
              </a:buClr>
              <a:buFont typeface="Times New Roman"/>
              <a:buChar char="◉"/>
            </a:pPr>
            <a:endParaRPr sz="3850">
              <a:latin typeface="Verdana"/>
              <a:cs typeface="Verdana"/>
            </a:endParaRPr>
          </a:p>
          <a:p>
            <a:pPr marL="396240" marR="5080" indent="-384175" algn="just">
              <a:lnSpc>
                <a:spcPts val="3240"/>
              </a:lnSpc>
              <a:spcBef>
                <a:spcPts val="5"/>
              </a:spcBef>
              <a:buClr>
                <a:srgbClr val="FF388C"/>
              </a:buClr>
              <a:buSzPct val="80000"/>
              <a:buFont typeface="Times New Roman"/>
              <a:buChar char="◉"/>
              <a:tabLst>
                <a:tab pos="396875" algn="l"/>
              </a:tabLst>
            </a:pPr>
            <a:r>
              <a:rPr sz="3000" b="1" spc="-215" dirty="0">
                <a:solidFill>
                  <a:srgbClr val="FFFF00"/>
                </a:solidFill>
                <a:latin typeface="Tahoma"/>
                <a:cs typeface="Tahoma"/>
              </a:rPr>
              <a:t>Un </a:t>
            </a:r>
            <a:r>
              <a:rPr sz="3000" b="1" dirty="0">
                <a:solidFill>
                  <a:srgbClr val="FFFF00"/>
                </a:solidFill>
                <a:latin typeface="Tahoma"/>
                <a:cs typeface="Tahoma"/>
              </a:rPr>
              <a:t>graphe </a:t>
            </a:r>
            <a:r>
              <a:rPr sz="3000" b="1" spc="-150" dirty="0">
                <a:solidFill>
                  <a:srgbClr val="FFFF00"/>
                </a:solidFill>
                <a:latin typeface="Tahoma"/>
                <a:cs typeface="Tahoma"/>
              </a:rPr>
              <a:t>est </a:t>
            </a:r>
            <a:r>
              <a:rPr sz="3000" b="1" spc="-85" dirty="0">
                <a:solidFill>
                  <a:srgbClr val="FFFF00"/>
                </a:solidFill>
                <a:latin typeface="Tahoma"/>
                <a:cs typeface="Tahoma"/>
              </a:rPr>
              <a:t>hamiltonien </a:t>
            </a:r>
            <a:r>
              <a:rPr sz="3000" spc="-155" dirty="0">
                <a:solidFill>
                  <a:srgbClr val="FFFFFF"/>
                </a:solidFill>
                <a:latin typeface="Verdana"/>
                <a:cs typeface="Verdana"/>
              </a:rPr>
              <a:t>s’il </a:t>
            </a:r>
            <a:r>
              <a:rPr sz="3000" spc="-10" dirty="0">
                <a:solidFill>
                  <a:srgbClr val="FFFFFF"/>
                </a:solidFill>
                <a:latin typeface="Verdana"/>
                <a:cs typeface="Verdana"/>
              </a:rPr>
              <a:t>contient </a:t>
            </a:r>
            <a:r>
              <a:rPr sz="3000" spc="-70" dirty="0">
                <a:solidFill>
                  <a:srgbClr val="FFFFFF"/>
                </a:solidFill>
                <a:latin typeface="Verdana"/>
                <a:cs typeface="Verdana"/>
              </a:rPr>
              <a:t>un </a:t>
            </a:r>
            <a:r>
              <a:rPr sz="3000" spc="-10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100" dirty="0">
                <a:solidFill>
                  <a:srgbClr val="FFFFFF"/>
                </a:solidFill>
                <a:latin typeface="Verdana"/>
                <a:cs typeface="Verdana"/>
              </a:rPr>
              <a:t>cycle</a:t>
            </a:r>
            <a:r>
              <a:rPr sz="3000" spc="-2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spc="-75" dirty="0">
                <a:solidFill>
                  <a:srgbClr val="FFFFFF"/>
                </a:solidFill>
                <a:latin typeface="Verdana"/>
                <a:cs typeface="Verdana"/>
              </a:rPr>
              <a:t>hamiltonien.</a:t>
            </a:r>
            <a:endParaRPr sz="3000">
              <a:latin typeface="Verdana"/>
              <a:cs typeface="Verdan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100" dirty="0"/>
              <a:t>36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81482" y="459697"/>
            <a:ext cx="463867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204" dirty="0">
                <a:solidFill>
                  <a:srgbClr val="FF5697"/>
                </a:solidFill>
              </a:rPr>
              <a:t>G</a:t>
            </a:r>
            <a:r>
              <a:rPr sz="2200" spc="-330" dirty="0">
                <a:solidFill>
                  <a:srgbClr val="FF5697"/>
                </a:solidFill>
              </a:rPr>
              <a:t>R</a:t>
            </a:r>
            <a:r>
              <a:rPr sz="2200" spc="114" dirty="0">
                <a:solidFill>
                  <a:srgbClr val="FF5697"/>
                </a:solidFill>
              </a:rPr>
              <a:t>A</a:t>
            </a:r>
            <a:r>
              <a:rPr sz="2200" spc="-225" dirty="0">
                <a:solidFill>
                  <a:srgbClr val="FF5697"/>
                </a:solidFill>
              </a:rPr>
              <a:t>P</a:t>
            </a:r>
            <a:r>
              <a:rPr sz="2200" spc="-215" dirty="0">
                <a:solidFill>
                  <a:srgbClr val="FF5697"/>
                </a:solidFill>
              </a:rPr>
              <a:t>HE</a:t>
            </a:r>
            <a:r>
              <a:rPr sz="2200" spc="10" dirty="0">
                <a:solidFill>
                  <a:srgbClr val="FF5697"/>
                </a:solidFill>
              </a:rPr>
              <a:t> 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225" dirty="0">
                <a:solidFill>
                  <a:srgbClr val="FF5697"/>
                </a:solidFill>
              </a:rPr>
              <a:t>U</a:t>
            </a:r>
            <a:r>
              <a:rPr sz="2200" spc="-295" dirty="0">
                <a:solidFill>
                  <a:srgbClr val="FF5697"/>
                </a:solidFill>
              </a:rPr>
              <a:t>L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330" dirty="0">
                <a:solidFill>
                  <a:srgbClr val="FF5697"/>
                </a:solidFill>
              </a:rPr>
              <a:t>R</a:t>
            </a:r>
            <a:r>
              <a:rPr sz="2200" spc="-450" dirty="0">
                <a:solidFill>
                  <a:srgbClr val="FF5697"/>
                </a:solidFill>
              </a:rPr>
              <a:t>I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75" dirty="0">
                <a:solidFill>
                  <a:srgbClr val="FF5697"/>
                </a:solidFill>
              </a:rPr>
              <a:t>N</a:t>
            </a:r>
            <a:r>
              <a:rPr sz="2200" spc="-10" dirty="0">
                <a:solidFill>
                  <a:srgbClr val="FF5697"/>
                </a:solidFill>
              </a:rPr>
              <a:t> 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425" dirty="0">
                <a:solidFill>
                  <a:srgbClr val="FF5697"/>
                </a:solidFill>
              </a:rPr>
              <a:t>T</a:t>
            </a:r>
            <a:r>
              <a:rPr sz="2200" spc="-30" dirty="0">
                <a:solidFill>
                  <a:srgbClr val="FF5697"/>
                </a:solidFill>
              </a:rPr>
              <a:t> </a:t>
            </a:r>
            <a:r>
              <a:rPr sz="2200" spc="-195" dirty="0">
                <a:solidFill>
                  <a:srgbClr val="FF5697"/>
                </a:solidFill>
              </a:rPr>
              <a:t>H</a:t>
            </a:r>
            <a:r>
              <a:rPr sz="2200" spc="114" dirty="0">
                <a:solidFill>
                  <a:srgbClr val="FF5697"/>
                </a:solidFill>
              </a:rPr>
              <a:t>A</a:t>
            </a:r>
            <a:r>
              <a:rPr sz="2200" spc="10" dirty="0">
                <a:solidFill>
                  <a:srgbClr val="FF5697"/>
                </a:solidFill>
              </a:rPr>
              <a:t>M</a:t>
            </a:r>
            <a:r>
              <a:rPr sz="2200" spc="-450" dirty="0">
                <a:solidFill>
                  <a:srgbClr val="FF5697"/>
                </a:solidFill>
              </a:rPr>
              <a:t>I</a:t>
            </a:r>
            <a:r>
              <a:rPr sz="2200" spc="-295" dirty="0">
                <a:solidFill>
                  <a:srgbClr val="FF5697"/>
                </a:solidFill>
              </a:rPr>
              <a:t>L</a:t>
            </a:r>
            <a:r>
              <a:rPr sz="2200" spc="-425" dirty="0">
                <a:solidFill>
                  <a:srgbClr val="FF5697"/>
                </a:solidFill>
              </a:rPr>
              <a:t>T</a:t>
            </a:r>
            <a:r>
              <a:rPr sz="2200" spc="150" dirty="0">
                <a:solidFill>
                  <a:srgbClr val="FF5697"/>
                </a:solidFill>
              </a:rPr>
              <a:t>O</a:t>
            </a:r>
            <a:r>
              <a:rPr sz="2200" spc="-75" dirty="0">
                <a:solidFill>
                  <a:srgbClr val="FF5697"/>
                </a:solidFill>
              </a:rPr>
              <a:t>N</a:t>
            </a:r>
            <a:r>
              <a:rPr sz="2200" spc="-450" dirty="0">
                <a:solidFill>
                  <a:srgbClr val="FF5697"/>
                </a:solidFill>
              </a:rPr>
              <a:t>I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75" dirty="0">
                <a:solidFill>
                  <a:srgbClr val="FF5697"/>
                </a:solidFill>
              </a:rPr>
              <a:t>N</a:t>
            </a:r>
            <a:endParaRPr sz="2200"/>
          </a:p>
        </p:txBody>
      </p:sp>
      <p:sp>
        <p:nvSpPr>
          <p:cNvPr id="3" name="object 3"/>
          <p:cNvSpPr txBox="1"/>
          <p:nvPr/>
        </p:nvSpPr>
        <p:spPr>
          <a:xfrm>
            <a:off x="1352795" y="1183661"/>
            <a:ext cx="10947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30" dirty="0">
                <a:solidFill>
                  <a:srgbClr val="FFFFFF"/>
                </a:solidFill>
                <a:latin typeface="Tahoma"/>
                <a:cs typeface="Tahoma"/>
              </a:rPr>
              <a:t>Exemple</a:t>
            </a:r>
            <a:endParaRPr sz="20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73879" y="3491483"/>
            <a:ext cx="169164" cy="16916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054152" y="1275069"/>
            <a:ext cx="1949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9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049252" y="3446764"/>
            <a:ext cx="1860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5" dirty="0">
                <a:solidFill>
                  <a:srgbClr val="FFFFFF"/>
                </a:solidFill>
                <a:latin typeface="Tahoma"/>
                <a:cs typeface="Tahoma"/>
              </a:rPr>
              <a:t>D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975860" y="1501139"/>
            <a:ext cx="3446145" cy="852169"/>
          </a:xfrm>
          <a:custGeom>
            <a:avLst/>
            <a:gdLst/>
            <a:ahLst/>
            <a:cxnLst/>
            <a:rect l="l" t="t" r="r" b="b"/>
            <a:pathLst>
              <a:path w="3446145" h="852169">
                <a:moveTo>
                  <a:pt x="3445751" y="813816"/>
                </a:moveTo>
                <a:lnTo>
                  <a:pt x="100545" y="812342"/>
                </a:lnTo>
                <a:lnTo>
                  <a:pt x="1915668" y="35052"/>
                </a:lnTo>
                <a:lnTo>
                  <a:pt x="1900415" y="0"/>
                </a:lnTo>
                <a:lnTo>
                  <a:pt x="0" y="813816"/>
                </a:lnTo>
                <a:lnTo>
                  <a:pt x="7620" y="831342"/>
                </a:lnTo>
                <a:lnTo>
                  <a:pt x="7620" y="850392"/>
                </a:lnTo>
                <a:lnTo>
                  <a:pt x="3445751" y="851916"/>
                </a:lnTo>
                <a:lnTo>
                  <a:pt x="3445751" y="81381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248424" y="3599126"/>
            <a:ext cx="1447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75" dirty="0">
                <a:solidFill>
                  <a:srgbClr val="FFFFFF"/>
                </a:solidFill>
                <a:latin typeface="Tahoma"/>
                <a:cs typeface="Tahoma"/>
              </a:rPr>
              <a:t>E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422647" y="1456944"/>
            <a:ext cx="4053840" cy="2161540"/>
            <a:chOff x="4422647" y="1456944"/>
            <a:chExt cx="4053840" cy="2161540"/>
          </a:xfrm>
        </p:grpSpPr>
        <p:sp>
          <p:nvSpPr>
            <p:cNvPr id="10" name="object 10"/>
            <p:cNvSpPr/>
            <p:nvPr/>
          </p:nvSpPr>
          <p:spPr>
            <a:xfrm>
              <a:off x="4422648" y="1513331"/>
              <a:ext cx="4017645" cy="2105025"/>
            </a:xfrm>
            <a:custGeom>
              <a:avLst/>
              <a:gdLst/>
              <a:ahLst/>
              <a:cxnLst/>
              <a:rect l="l" t="t" r="r" b="b"/>
              <a:pathLst>
                <a:path w="4017645" h="2105025">
                  <a:moveTo>
                    <a:pt x="4017264" y="826008"/>
                  </a:moveTo>
                  <a:lnTo>
                    <a:pt x="3998836" y="818807"/>
                  </a:lnTo>
                  <a:lnTo>
                    <a:pt x="3992880" y="801624"/>
                  </a:lnTo>
                  <a:lnTo>
                    <a:pt x="3966451" y="810044"/>
                  </a:lnTo>
                  <a:lnTo>
                    <a:pt x="3966451" y="848982"/>
                  </a:lnTo>
                  <a:lnTo>
                    <a:pt x="3446272" y="2059787"/>
                  </a:lnTo>
                  <a:lnTo>
                    <a:pt x="3370402" y="2024418"/>
                  </a:lnTo>
                  <a:lnTo>
                    <a:pt x="3370402" y="2066518"/>
                  </a:lnTo>
                  <a:lnTo>
                    <a:pt x="148551" y="2065096"/>
                  </a:lnTo>
                  <a:lnTo>
                    <a:pt x="2083765" y="1448689"/>
                  </a:lnTo>
                  <a:lnTo>
                    <a:pt x="2099208" y="1452549"/>
                  </a:lnTo>
                  <a:lnTo>
                    <a:pt x="2090928" y="1469136"/>
                  </a:lnTo>
                  <a:lnTo>
                    <a:pt x="3370402" y="2066518"/>
                  </a:lnTo>
                  <a:lnTo>
                    <a:pt x="3370402" y="2024418"/>
                  </a:lnTo>
                  <a:lnTo>
                    <a:pt x="2120646" y="1441665"/>
                  </a:lnTo>
                  <a:lnTo>
                    <a:pt x="2121941" y="1436522"/>
                  </a:lnTo>
                  <a:lnTo>
                    <a:pt x="3966451" y="848982"/>
                  </a:lnTo>
                  <a:lnTo>
                    <a:pt x="3966451" y="810044"/>
                  </a:lnTo>
                  <a:lnTo>
                    <a:pt x="2132736" y="1393431"/>
                  </a:lnTo>
                  <a:lnTo>
                    <a:pt x="2479548" y="9144"/>
                  </a:lnTo>
                  <a:lnTo>
                    <a:pt x="2442959" y="0"/>
                  </a:lnTo>
                  <a:lnTo>
                    <a:pt x="2090496" y="1406867"/>
                  </a:lnTo>
                  <a:lnTo>
                    <a:pt x="51485" y="2055571"/>
                  </a:lnTo>
                  <a:lnTo>
                    <a:pt x="577596" y="826008"/>
                  </a:lnTo>
                  <a:lnTo>
                    <a:pt x="542544" y="812292"/>
                  </a:lnTo>
                  <a:lnTo>
                    <a:pt x="0" y="2078736"/>
                  </a:lnTo>
                  <a:lnTo>
                    <a:pt x="18275" y="2086686"/>
                  </a:lnTo>
                  <a:lnTo>
                    <a:pt x="18275" y="2103120"/>
                  </a:lnTo>
                  <a:lnTo>
                    <a:pt x="23876" y="2103132"/>
                  </a:lnTo>
                  <a:lnTo>
                    <a:pt x="24384" y="2104644"/>
                  </a:lnTo>
                  <a:lnTo>
                    <a:pt x="29146" y="2103132"/>
                  </a:lnTo>
                  <a:lnTo>
                    <a:pt x="3456432" y="2104644"/>
                  </a:lnTo>
                  <a:lnTo>
                    <a:pt x="3456432" y="2086698"/>
                  </a:lnTo>
                  <a:lnTo>
                    <a:pt x="3473196" y="2093976"/>
                  </a:lnTo>
                  <a:lnTo>
                    <a:pt x="4017264" y="82600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93992" y="1456944"/>
              <a:ext cx="170688" cy="16916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52615" y="2842259"/>
              <a:ext cx="169164" cy="16916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07323" y="2266188"/>
              <a:ext cx="169164" cy="169164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6420118" y="2994141"/>
            <a:ext cx="1581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95" dirty="0">
                <a:solidFill>
                  <a:srgbClr val="FFFFFF"/>
                </a:solidFill>
                <a:latin typeface="Tahoma"/>
                <a:cs typeface="Tahoma"/>
              </a:rPr>
              <a:t>B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501874" y="2088896"/>
            <a:ext cx="2038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200" dirty="0">
                <a:solidFill>
                  <a:srgbClr val="FFFFFF"/>
                </a:solidFill>
                <a:latin typeface="Tahoma"/>
                <a:cs typeface="Tahoma"/>
              </a:rPr>
              <a:t>C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790901" y="1991339"/>
            <a:ext cx="1352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85" dirty="0">
                <a:solidFill>
                  <a:srgbClr val="FFFFFF"/>
                </a:solidFill>
                <a:latin typeface="Tahoma"/>
                <a:cs typeface="Tahoma"/>
              </a:rPr>
              <a:t>F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917947" y="2223516"/>
            <a:ext cx="3065145" cy="1478280"/>
            <a:chOff x="4917947" y="2223516"/>
            <a:chExt cx="3065145" cy="1478280"/>
          </a:xfrm>
        </p:grpSpPr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3547" y="3532632"/>
              <a:ext cx="169164" cy="16916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917947" y="2223516"/>
              <a:ext cx="169164" cy="169164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991662" y="2268676"/>
            <a:ext cx="2774315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spc="220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2000" spc="17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î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2000" spc="17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-7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000" spc="-17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-13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000" spc="-1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10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nn</a:t>
            </a:r>
            <a:r>
              <a:rPr sz="2000" spc="80" dirty="0">
                <a:solidFill>
                  <a:srgbClr val="FFFFFF"/>
                </a:solidFill>
                <a:latin typeface="Verdana"/>
                <a:cs typeface="Verdana"/>
              </a:rPr>
              <a:t>e  </a:t>
            </a:r>
            <a:r>
              <a:rPr sz="2000" spc="-140" dirty="0">
                <a:solidFill>
                  <a:srgbClr val="FFFFFF"/>
                </a:solidFill>
                <a:latin typeface="Verdana"/>
                <a:cs typeface="Verdana"/>
              </a:rPr>
              <a:t>A-F-C-B-E-D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772668" y="3779519"/>
            <a:ext cx="9144000" cy="3429000"/>
            <a:chOff x="772668" y="3779519"/>
            <a:chExt cx="9144000" cy="3429000"/>
          </a:xfrm>
        </p:grpSpPr>
        <p:pic>
          <p:nvPicPr>
            <p:cNvPr id="22" name="object 2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72668" y="3779520"/>
              <a:ext cx="9143999" cy="342900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1812" y="3781044"/>
              <a:ext cx="5925311" cy="1024127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555236" y="6316979"/>
              <a:ext cx="169164" cy="169164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7233932" y="4100526"/>
            <a:ext cx="1949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9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4604003" y="4283964"/>
            <a:ext cx="4053840" cy="2161540"/>
            <a:chOff x="4604003" y="4283964"/>
            <a:chExt cx="4053840" cy="2161540"/>
          </a:xfrm>
        </p:grpSpPr>
        <p:sp>
          <p:nvSpPr>
            <p:cNvPr id="33" name="object 33"/>
            <p:cNvSpPr/>
            <p:nvPr/>
          </p:nvSpPr>
          <p:spPr>
            <a:xfrm>
              <a:off x="4603991" y="4326636"/>
              <a:ext cx="4016375" cy="2118995"/>
            </a:xfrm>
            <a:custGeom>
              <a:avLst/>
              <a:gdLst/>
              <a:ahLst/>
              <a:cxnLst/>
              <a:rect l="l" t="t" r="r" b="b"/>
              <a:pathLst>
                <a:path w="4016375" h="2118995">
                  <a:moveTo>
                    <a:pt x="4015752" y="839736"/>
                  </a:moveTo>
                  <a:lnTo>
                    <a:pt x="3999103" y="832510"/>
                  </a:lnTo>
                  <a:lnTo>
                    <a:pt x="3998988" y="832129"/>
                  </a:lnTo>
                  <a:lnTo>
                    <a:pt x="3998988" y="815352"/>
                  </a:lnTo>
                  <a:lnTo>
                    <a:pt x="3993388" y="815352"/>
                  </a:lnTo>
                  <a:lnTo>
                    <a:pt x="3992880" y="813816"/>
                  </a:lnTo>
                  <a:lnTo>
                    <a:pt x="3988054" y="815352"/>
                  </a:lnTo>
                  <a:lnTo>
                    <a:pt x="3963987" y="815352"/>
                  </a:lnTo>
                  <a:lnTo>
                    <a:pt x="3963987" y="863473"/>
                  </a:lnTo>
                  <a:lnTo>
                    <a:pt x="3445738" y="2073236"/>
                  </a:lnTo>
                  <a:lnTo>
                    <a:pt x="3369005" y="2037422"/>
                  </a:lnTo>
                  <a:lnTo>
                    <a:pt x="3369005" y="2080247"/>
                  </a:lnTo>
                  <a:lnTo>
                    <a:pt x="142455" y="2078812"/>
                  </a:lnTo>
                  <a:lnTo>
                    <a:pt x="2082076" y="1461973"/>
                  </a:lnTo>
                  <a:lnTo>
                    <a:pt x="2098243" y="1466024"/>
                  </a:lnTo>
                  <a:lnTo>
                    <a:pt x="2090940" y="1482852"/>
                  </a:lnTo>
                  <a:lnTo>
                    <a:pt x="3369005" y="2080247"/>
                  </a:lnTo>
                  <a:lnTo>
                    <a:pt x="3369005" y="2037422"/>
                  </a:lnTo>
                  <a:lnTo>
                    <a:pt x="2120836" y="1454670"/>
                  </a:lnTo>
                  <a:lnTo>
                    <a:pt x="2122208" y="1449209"/>
                  </a:lnTo>
                  <a:lnTo>
                    <a:pt x="3963987" y="863473"/>
                  </a:lnTo>
                  <a:lnTo>
                    <a:pt x="3963987" y="815352"/>
                  </a:lnTo>
                  <a:lnTo>
                    <a:pt x="3868470" y="815301"/>
                  </a:lnTo>
                  <a:lnTo>
                    <a:pt x="3868470" y="853401"/>
                  </a:lnTo>
                  <a:lnTo>
                    <a:pt x="2133155" y="1405496"/>
                  </a:lnTo>
                  <a:lnTo>
                    <a:pt x="2271649" y="852690"/>
                  </a:lnTo>
                  <a:lnTo>
                    <a:pt x="3868470" y="853401"/>
                  </a:lnTo>
                  <a:lnTo>
                    <a:pt x="3868470" y="815301"/>
                  </a:lnTo>
                  <a:lnTo>
                    <a:pt x="2281199" y="814603"/>
                  </a:lnTo>
                  <a:lnTo>
                    <a:pt x="2479548" y="22872"/>
                  </a:lnTo>
                  <a:lnTo>
                    <a:pt x="2461717" y="18592"/>
                  </a:lnTo>
                  <a:lnTo>
                    <a:pt x="2453652" y="0"/>
                  </a:lnTo>
                  <a:lnTo>
                    <a:pt x="2432202" y="9207"/>
                  </a:lnTo>
                  <a:lnTo>
                    <a:pt x="2432202" y="50774"/>
                  </a:lnTo>
                  <a:lnTo>
                    <a:pt x="2241651" y="814578"/>
                  </a:lnTo>
                  <a:lnTo>
                    <a:pt x="2232152" y="814578"/>
                  </a:lnTo>
                  <a:lnTo>
                    <a:pt x="2232152" y="852678"/>
                  </a:lnTo>
                  <a:lnTo>
                    <a:pt x="2090889" y="1418945"/>
                  </a:lnTo>
                  <a:lnTo>
                    <a:pt x="51498" y="2067775"/>
                  </a:lnTo>
                  <a:lnTo>
                    <a:pt x="572376" y="851928"/>
                  </a:lnTo>
                  <a:lnTo>
                    <a:pt x="2232152" y="852678"/>
                  </a:lnTo>
                  <a:lnTo>
                    <a:pt x="2232152" y="814578"/>
                  </a:lnTo>
                  <a:lnTo>
                    <a:pt x="650201" y="813866"/>
                  </a:lnTo>
                  <a:lnTo>
                    <a:pt x="2432202" y="50774"/>
                  </a:lnTo>
                  <a:lnTo>
                    <a:pt x="2432202" y="9207"/>
                  </a:lnTo>
                  <a:lnTo>
                    <a:pt x="553224" y="815352"/>
                  </a:lnTo>
                  <a:lnTo>
                    <a:pt x="560832" y="832104"/>
                  </a:lnTo>
                  <a:lnTo>
                    <a:pt x="560832" y="832446"/>
                  </a:lnTo>
                  <a:lnTo>
                    <a:pt x="542556" y="824484"/>
                  </a:lnTo>
                  <a:lnTo>
                    <a:pt x="0" y="2090940"/>
                  </a:lnTo>
                  <a:lnTo>
                    <a:pt x="16764" y="2098230"/>
                  </a:lnTo>
                  <a:lnTo>
                    <a:pt x="16764" y="2116836"/>
                  </a:lnTo>
                  <a:lnTo>
                    <a:pt x="3456432" y="2118372"/>
                  </a:lnTo>
                  <a:lnTo>
                    <a:pt x="3456432" y="2098890"/>
                  </a:lnTo>
                  <a:lnTo>
                    <a:pt x="3473208" y="2106168"/>
                  </a:lnTo>
                  <a:lnTo>
                    <a:pt x="4015752" y="83973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975348" y="4283964"/>
              <a:ext cx="169164" cy="169164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633971" y="5669279"/>
              <a:ext cx="169164" cy="169164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8488680" y="5093208"/>
              <a:ext cx="169164" cy="169164"/>
            </a:xfrm>
            <a:prstGeom prst="rect">
              <a:avLst/>
            </a:prstGeom>
          </p:spPr>
        </p:pic>
      </p:grpSp>
      <p:sp>
        <p:nvSpPr>
          <p:cNvPr id="37" name="object 37"/>
          <p:cNvSpPr txBox="1"/>
          <p:nvPr/>
        </p:nvSpPr>
        <p:spPr>
          <a:xfrm>
            <a:off x="8681653" y="4915916"/>
            <a:ext cx="2038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200" dirty="0">
                <a:solidFill>
                  <a:srgbClr val="FFFFFF"/>
                </a:solidFill>
                <a:latin typeface="Tahoma"/>
                <a:cs typeface="Tahoma"/>
              </a:rPr>
              <a:t>C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972285" y="4816797"/>
            <a:ext cx="1352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85" dirty="0">
                <a:solidFill>
                  <a:srgbClr val="FFFFFF"/>
                </a:solidFill>
                <a:latin typeface="Tahoma"/>
                <a:cs typeface="Tahoma"/>
              </a:rPr>
              <a:t>F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5097779" y="5050536"/>
            <a:ext cx="3065145" cy="1478280"/>
            <a:chOff x="5097779" y="5050536"/>
            <a:chExt cx="3065145" cy="1478280"/>
          </a:xfrm>
        </p:grpSpPr>
        <p:pic>
          <p:nvPicPr>
            <p:cNvPr id="40" name="object 4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993379" y="6359652"/>
              <a:ext cx="169164" cy="169164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097779" y="5050536"/>
              <a:ext cx="169164" cy="169164"/>
            </a:xfrm>
            <a:prstGeom prst="rect">
              <a:avLst/>
            </a:prstGeom>
          </p:spPr>
        </p:pic>
      </p:grpSp>
      <p:sp>
        <p:nvSpPr>
          <p:cNvPr id="42" name="object 42"/>
          <p:cNvSpPr txBox="1"/>
          <p:nvPr/>
        </p:nvSpPr>
        <p:spPr>
          <a:xfrm>
            <a:off x="1081510" y="4879373"/>
            <a:ext cx="2270125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spc="220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000" spc="-105" dirty="0">
                <a:solidFill>
                  <a:srgbClr val="FFFFFF"/>
                </a:solidFill>
                <a:latin typeface="Verdana"/>
                <a:cs typeface="Verdana"/>
              </a:rPr>
              <a:t>y</a:t>
            </a:r>
            <a:r>
              <a:rPr sz="2000" spc="235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000" spc="-13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2000" spc="17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-7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000" spc="-17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-13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000" spc="-9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8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35" dirty="0">
                <a:solidFill>
                  <a:srgbClr val="FFFFFF"/>
                </a:solidFill>
                <a:latin typeface="Verdana"/>
                <a:cs typeface="Verdana"/>
              </a:rPr>
              <a:t>n  </a:t>
            </a:r>
            <a:r>
              <a:rPr sz="2000" spc="-130" dirty="0">
                <a:solidFill>
                  <a:srgbClr val="FFFFFF"/>
                </a:solidFill>
                <a:latin typeface="Verdana"/>
                <a:cs typeface="Verdana"/>
              </a:rPr>
              <a:t>A-F-C-D-E-B-A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601390" y="5818259"/>
            <a:ext cx="158115" cy="30607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b="1" spc="-195" dirty="0">
                <a:solidFill>
                  <a:srgbClr val="FFFFFF"/>
                </a:solidFill>
                <a:latin typeface="Tahoma"/>
                <a:cs typeface="Tahoma"/>
              </a:rPr>
              <a:t>B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8230636" y="6270881"/>
            <a:ext cx="186055" cy="30607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b="1" spc="-105" dirty="0">
                <a:solidFill>
                  <a:srgbClr val="FFFFFF"/>
                </a:solidFill>
                <a:latin typeface="Tahoma"/>
                <a:cs typeface="Tahoma"/>
              </a:rPr>
              <a:t>D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429696" y="6423355"/>
            <a:ext cx="144780" cy="30607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b="1" spc="-175" dirty="0">
                <a:solidFill>
                  <a:srgbClr val="FFFFFF"/>
                </a:solidFill>
                <a:latin typeface="Tahoma"/>
                <a:cs typeface="Tahoma"/>
              </a:rPr>
              <a:t>E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518618" y="6888581"/>
            <a:ext cx="193675" cy="212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105" dirty="0">
                <a:solidFill>
                  <a:srgbClr val="FFFFFF"/>
                </a:solidFill>
                <a:latin typeface="Verdana"/>
                <a:cs typeface="Verdana"/>
              </a:rPr>
              <a:t>3</a:t>
            </a:r>
            <a:r>
              <a:rPr sz="1200" spc="-100" dirty="0">
                <a:solidFill>
                  <a:srgbClr val="FFFFFF"/>
                </a:solidFill>
                <a:latin typeface="Verdana"/>
                <a:cs typeface="Verdana"/>
              </a:rPr>
              <a:t>7</a:t>
            </a:r>
            <a:endParaRPr sz="1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81482" y="459697"/>
            <a:ext cx="463867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204" dirty="0">
                <a:solidFill>
                  <a:srgbClr val="FF5697"/>
                </a:solidFill>
              </a:rPr>
              <a:t>G</a:t>
            </a:r>
            <a:r>
              <a:rPr sz="2200" spc="-330" dirty="0">
                <a:solidFill>
                  <a:srgbClr val="FF5697"/>
                </a:solidFill>
              </a:rPr>
              <a:t>R</a:t>
            </a:r>
            <a:r>
              <a:rPr sz="2200" spc="114" dirty="0">
                <a:solidFill>
                  <a:srgbClr val="FF5697"/>
                </a:solidFill>
              </a:rPr>
              <a:t>A</a:t>
            </a:r>
            <a:r>
              <a:rPr sz="2200" spc="-225" dirty="0">
                <a:solidFill>
                  <a:srgbClr val="FF5697"/>
                </a:solidFill>
              </a:rPr>
              <a:t>P</a:t>
            </a:r>
            <a:r>
              <a:rPr sz="2200" spc="-215" dirty="0">
                <a:solidFill>
                  <a:srgbClr val="FF5697"/>
                </a:solidFill>
              </a:rPr>
              <a:t>HE</a:t>
            </a:r>
            <a:r>
              <a:rPr sz="2200" spc="10" dirty="0">
                <a:solidFill>
                  <a:srgbClr val="FF5697"/>
                </a:solidFill>
              </a:rPr>
              <a:t> 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225" dirty="0">
                <a:solidFill>
                  <a:srgbClr val="FF5697"/>
                </a:solidFill>
              </a:rPr>
              <a:t>U</a:t>
            </a:r>
            <a:r>
              <a:rPr sz="2200" spc="-295" dirty="0">
                <a:solidFill>
                  <a:srgbClr val="FF5697"/>
                </a:solidFill>
              </a:rPr>
              <a:t>L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330" dirty="0">
                <a:solidFill>
                  <a:srgbClr val="FF5697"/>
                </a:solidFill>
              </a:rPr>
              <a:t>R</a:t>
            </a:r>
            <a:r>
              <a:rPr sz="2200" spc="-450" dirty="0">
                <a:solidFill>
                  <a:srgbClr val="FF5697"/>
                </a:solidFill>
              </a:rPr>
              <a:t>I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75" dirty="0">
                <a:solidFill>
                  <a:srgbClr val="FF5697"/>
                </a:solidFill>
              </a:rPr>
              <a:t>N</a:t>
            </a:r>
            <a:r>
              <a:rPr sz="2200" spc="-10" dirty="0">
                <a:solidFill>
                  <a:srgbClr val="FF5697"/>
                </a:solidFill>
              </a:rPr>
              <a:t> 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425" dirty="0">
                <a:solidFill>
                  <a:srgbClr val="FF5697"/>
                </a:solidFill>
              </a:rPr>
              <a:t>T</a:t>
            </a:r>
            <a:r>
              <a:rPr sz="2200" spc="-30" dirty="0">
                <a:solidFill>
                  <a:srgbClr val="FF5697"/>
                </a:solidFill>
              </a:rPr>
              <a:t> </a:t>
            </a:r>
            <a:r>
              <a:rPr sz="2200" spc="-195" dirty="0">
                <a:solidFill>
                  <a:srgbClr val="FF5697"/>
                </a:solidFill>
              </a:rPr>
              <a:t>H</a:t>
            </a:r>
            <a:r>
              <a:rPr sz="2200" spc="114" dirty="0">
                <a:solidFill>
                  <a:srgbClr val="FF5697"/>
                </a:solidFill>
              </a:rPr>
              <a:t>A</a:t>
            </a:r>
            <a:r>
              <a:rPr sz="2200" spc="10" dirty="0">
                <a:solidFill>
                  <a:srgbClr val="FF5697"/>
                </a:solidFill>
              </a:rPr>
              <a:t>M</a:t>
            </a:r>
            <a:r>
              <a:rPr sz="2200" spc="-450" dirty="0">
                <a:solidFill>
                  <a:srgbClr val="FF5697"/>
                </a:solidFill>
              </a:rPr>
              <a:t>I</a:t>
            </a:r>
            <a:r>
              <a:rPr sz="2200" spc="-295" dirty="0">
                <a:solidFill>
                  <a:srgbClr val="FF5697"/>
                </a:solidFill>
              </a:rPr>
              <a:t>L</a:t>
            </a:r>
            <a:r>
              <a:rPr sz="2200" spc="-425" dirty="0">
                <a:solidFill>
                  <a:srgbClr val="FF5697"/>
                </a:solidFill>
              </a:rPr>
              <a:t>T</a:t>
            </a:r>
            <a:r>
              <a:rPr sz="2200" spc="150" dirty="0">
                <a:solidFill>
                  <a:srgbClr val="FF5697"/>
                </a:solidFill>
              </a:rPr>
              <a:t>O</a:t>
            </a:r>
            <a:r>
              <a:rPr sz="2200" spc="-75" dirty="0">
                <a:solidFill>
                  <a:srgbClr val="FF5697"/>
                </a:solidFill>
              </a:rPr>
              <a:t>N</a:t>
            </a:r>
            <a:r>
              <a:rPr sz="2200" spc="-450" dirty="0">
                <a:solidFill>
                  <a:srgbClr val="FF5697"/>
                </a:solidFill>
              </a:rPr>
              <a:t>I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75" dirty="0">
                <a:solidFill>
                  <a:srgbClr val="FF5697"/>
                </a:solidFill>
              </a:rPr>
              <a:t>N</a:t>
            </a:r>
            <a:endParaRPr sz="2200"/>
          </a:p>
        </p:txBody>
      </p:sp>
      <p:sp>
        <p:nvSpPr>
          <p:cNvPr id="3" name="object 3"/>
          <p:cNvSpPr txBox="1"/>
          <p:nvPr/>
        </p:nvSpPr>
        <p:spPr>
          <a:xfrm>
            <a:off x="1352795" y="1183661"/>
            <a:ext cx="10947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30" dirty="0">
                <a:solidFill>
                  <a:srgbClr val="FFFFFF"/>
                </a:solidFill>
                <a:latin typeface="Tahoma"/>
                <a:cs typeface="Tahoma"/>
              </a:rPr>
              <a:t>Exemple</a:t>
            </a:r>
            <a:endParaRPr sz="20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73879" y="3491483"/>
            <a:ext cx="169164" cy="16916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054152" y="1275069"/>
            <a:ext cx="1949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9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049252" y="3446764"/>
            <a:ext cx="1860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5" dirty="0">
                <a:solidFill>
                  <a:srgbClr val="FFFFFF"/>
                </a:solidFill>
                <a:latin typeface="Tahoma"/>
                <a:cs typeface="Tahoma"/>
              </a:rPr>
              <a:t>D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975860" y="1501139"/>
            <a:ext cx="3446145" cy="852169"/>
          </a:xfrm>
          <a:custGeom>
            <a:avLst/>
            <a:gdLst/>
            <a:ahLst/>
            <a:cxnLst/>
            <a:rect l="l" t="t" r="r" b="b"/>
            <a:pathLst>
              <a:path w="3446145" h="852169">
                <a:moveTo>
                  <a:pt x="3445751" y="813816"/>
                </a:moveTo>
                <a:lnTo>
                  <a:pt x="100545" y="812342"/>
                </a:lnTo>
                <a:lnTo>
                  <a:pt x="1915668" y="35052"/>
                </a:lnTo>
                <a:lnTo>
                  <a:pt x="1900415" y="0"/>
                </a:lnTo>
                <a:lnTo>
                  <a:pt x="0" y="813816"/>
                </a:lnTo>
                <a:lnTo>
                  <a:pt x="7620" y="831342"/>
                </a:lnTo>
                <a:lnTo>
                  <a:pt x="7620" y="850392"/>
                </a:lnTo>
                <a:lnTo>
                  <a:pt x="3445751" y="851916"/>
                </a:lnTo>
                <a:lnTo>
                  <a:pt x="3445751" y="81381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248424" y="3599126"/>
            <a:ext cx="1447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75" dirty="0">
                <a:solidFill>
                  <a:srgbClr val="FFFFFF"/>
                </a:solidFill>
                <a:latin typeface="Tahoma"/>
                <a:cs typeface="Tahoma"/>
              </a:rPr>
              <a:t>E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422647" y="1456944"/>
            <a:ext cx="4053840" cy="2161540"/>
            <a:chOff x="4422647" y="1456944"/>
            <a:chExt cx="4053840" cy="2161540"/>
          </a:xfrm>
        </p:grpSpPr>
        <p:sp>
          <p:nvSpPr>
            <p:cNvPr id="10" name="object 10"/>
            <p:cNvSpPr/>
            <p:nvPr/>
          </p:nvSpPr>
          <p:spPr>
            <a:xfrm>
              <a:off x="4422648" y="1513331"/>
              <a:ext cx="4017645" cy="2105025"/>
            </a:xfrm>
            <a:custGeom>
              <a:avLst/>
              <a:gdLst/>
              <a:ahLst/>
              <a:cxnLst/>
              <a:rect l="l" t="t" r="r" b="b"/>
              <a:pathLst>
                <a:path w="4017645" h="2105025">
                  <a:moveTo>
                    <a:pt x="4017264" y="826008"/>
                  </a:moveTo>
                  <a:lnTo>
                    <a:pt x="3998836" y="818807"/>
                  </a:lnTo>
                  <a:lnTo>
                    <a:pt x="3992880" y="801624"/>
                  </a:lnTo>
                  <a:lnTo>
                    <a:pt x="3966451" y="810044"/>
                  </a:lnTo>
                  <a:lnTo>
                    <a:pt x="3966451" y="848982"/>
                  </a:lnTo>
                  <a:lnTo>
                    <a:pt x="3446272" y="2059787"/>
                  </a:lnTo>
                  <a:lnTo>
                    <a:pt x="3370402" y="2024418"/>
                  </a:lnTo>
                  <a:lnTo>
                    <a:pt x="3370402" y="2066518"/>
                  </a:lnTo>
                  <a:lnTo>
                    <a:pt x="148551" y="2065096"/>
                  </a:lnTo>
                  <a:lnTo>
                    <a:pt x="2083765" y="1448689"/>
                  </a:lnTo>
                  <a:lnTo>
                    <a:pt x="2099208" y="1452549"/>
                  </a:lnTo>
                  <a:lnTo>
                    <a:pt x="2090928" y="1469136"/>
                  </a:lnTo>
                  <a:lnTo>
                    <a:pt x="3370402" y="2066518"/>
                  </a:lnTo>
                  <a:lnTo>
                    <a:pt x="3370402" y="2024418"/>
                  </a:lnTo>
                  <a:lnTo>
                    <a:pt x="2120646" y="1441665"/>
                  </a:lnTo>
                  <a:lnTo>
                    <a:pt x="2121941" y="1436522"/>
                  </a:lnTo>
                  <a:lnTo>
                    <a:pt x="3966451" y="848982"/>
                  </a:lnTo>
                  <a:lnTo>
                    <a:pt x="3966451" y="810044"/>
                  </a:lnTo>
                  <a:lnTo>
                    <a:pt x="2132736" y="1393431"/>
                  </a:lnTo>
                  <a:lnTo>
                    <a:pt x="2479548" y="9144"/>
                  </a:lnTo>
                  <a:lnTo>
                    <a:pt x="2442959" y="0"/>
                  </a:lnTo>
                  <a:lnTo>
                    <a:pt x="2090496" y="1406867"/>
                  </a:lnTo>
                  <a:lnTo>
                    <a:pt x="51485" y="2055571"/>
                  </a:lnTo>
                  <a:lnTo>
                    <a:pt x="577596" y="826008"/>
                  </a:lnTo>
                  <a:lnTo>
                    <a:pt x="542544" y="812292"/>
                  </a:lnTo>
                  <a:lnTo>
                    <a:pt x="0" y="2078736"/>
                  </a:lnTo>
                  <a:lnTo>
                    <a:pt x="18275" y="2086686"/>
                  </a:lnTo>
                  <a:lnTo>
                    <a:pt x="18275" y="2103120"/>
                  </a:lnTo>
                  <a:lnTo>
                    <a:pt x="23876" y="2103132"/>
                  </a:lnTo>
                  <a:lnTo>
                    <a:pt x="24384" y="2104644"/>
                  </a:lnTo>
                  <a:lnTo>
                    <a:pt x="29146" y="2103132"/>
                  </a:lnTo>
                  <a:lnTo>
                    <a:pt x="3456432" y="2104644"/>
                  </a:lnTo>
                  <a:lnTo>
                    <a:pt x="3456432" y="2086698"/>
                  </a:lnTo>
                  <a:lnTo>
                    <a:pt x="3473196" y="2093976"/>
                  </a:lnTo>
                  <a:lnTo>
                    <a:pt x="4017264" y="82600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93992" y="1456944"/>
              <a:ext cx="170688" cy="16916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52615" y="2842259"/>
              <a:ext cx="169164" cy="16916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07323" y="2266188"/>
              <a:ext cx="169164" cy="169164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6420118" y="2994141"/>
            <a:ext cx="1581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95" dirty="0">
                <a:solidFill>
                  <a:srgbClr val="FFFFFF"/>
                </a:solidFill>
                <a:latin typeface="Tahoma"/>
                <a:cs typeface="Tahoma"/>
              </a:rPr>
              <a:t>B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501874" y="2088896"/>
            <a:ext cx="2038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200" dirty="0">
                <a:solidFill>
                  <a:srgbClr val="FFFFFF"/>
                </a:solidFill>
                <a:latin typeface="Tahoma"/>
                <a:cs typeface="Tahoma"/>
              </a:rPr>
              <a:t>C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790901" y="1991339"/>
            <a:ext cx="1352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85" dirty="0">
                <a:solidFill>
                  <a:srgbClr val="FFFFFF"/>
                </a:solidFill>
                <a:latin typeface="Tahoma"/>
                <a:cs typeface="Tahoma"/>
              </a:rPr>
              <a:t>F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475988" y="1507236"/>
            <a:ext cx="3865245" cy="2194560"/>
            <a:chOff x="4475988" y="1507236"/>
            <a:chExt cx="3865245" cy="2194560"/>
          </a:xfrm>
        </p:grpSpPr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3547" y="3532631"/>
              <a:ext cx="169164" cy="16916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917947" y="2223515"/>
              <a:ext cx="169164" cy="169164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4475988" y="1507235"/>
              <a:ext cx="3865245" cy="2148840"/>
            </a:xfrm>
            <a:custGeom>
              <a:avLst/>
              <a:gdLst/>
              <a:ahLst/>
              <a:cxnLst/>
              <a:rect l="l" t="t" r="r" b="b"/>
              <a:pathLst>
                <a:path w="3865245" h="2148840">
                  <a:moveTo>
                    <a:pt x="3349739" y="2072640"/>
                  </a:moveTo>
                  <a:lnTo>
                    <a:pt x="244500" y="2055418"/>
                  </a:lnTo>
                  <a:lnTo>
                    <a:pt x="1967471" y="1495056"/>
                  </a:lnTo>
                  <a:lnTo>
                    <a:pt x="1943087" y="1421892"/>
                  </a:lnTo>
                  <a:lnTo>
                    <a:pt x="0" y="2055876"/>
                  </a:lnTo>
                  <a:lnTo>
                    <a:pt x="22860" y="2127504"/>
                  </a:lnTo>
                  <a:lnTo>
                    <a:pt x="54851" y="2117102"/>
                  </a:lnTo>
                  <a:lnTo>
                    <a:pt x="54851" y="2130564"/>
                  </a:lnTo>
                  <a:lnTo>
                    <a:pt x="3349739" y="2148840"/>
                  </a:lnTo>
                  <a:lnTo>
                    <a:pt x="3349739" y="2072640"/>
                  </a:lnTo>
                  <a:close/>
                </a:path>
                <a:path w="3865245" h="2148840">
                  <a:moveTo>
                    <a:pt x="3864851" y="754380"/>
                  </a:moveTo>
                  <a:lnTo>
                    <a:pt x="779284" y="763016"/>
                  </a:lnTo>
                  <a:lnTo>
                    <a:pt x="2346960" y="70104"/>
                  </a:lnTo>
                  <a:lnTo>
                    <a:pt x="2316467" y="0"/>
                  </a:lnTo>
                  <a:lnTo>
                    <a:pt x="582155" y="766572"/>
                  </a:lnTo>
                  <a:lnTo>
                    <a:pt x="597408" y="801662"/>
                  </a:lnTo>
                  <a:lnTo>
                    <a:pt x="597408" y="839724"/>
                  </a:lnTo>
                  <a:lnTo>
                    <a:pt x="3762616" y="830872"/>
                  </a:lnTo>
                  <a:lnTo>
                    <a:pt x="2121408" y="1383792"/>
                  </a:lnTo>
                  <a:lnTo>
                    <a:pt x="2145792" y="1455420"/>
                  </a:lnTo>
                  <a:lnTo>
                    <a:pt x="3855707" y="879348"/>
                  </a:lnTo>
                  <a:lnTo>
                    <a:pt x="3839121" y="830656"/>
                  </a:lnTo>
                  <a:lnTo>
                    <a:pt x="3864851" y="830580"/>
                  </a:lnTo>
                  <a:lnTo>
                    <a:pt x="3864851" y="754380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991662" y="2268676"/>
            <a:ext cx="2774315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spc="220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2000" spc="17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î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2000" spc="17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-7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000" spc="-17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-13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000" spc="-1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10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nn</a:t>
            </a:r>
            <a:r>
              <a:rPr sz="2000" spc="80" dirty="0">
                <a:solidFill>
                  <a:srgbClr val="FFFFFF"/>
                </a:solidFill>
                <a:latin typeface="Verdana"/>
                <a:cs typeface="Verdana"/>
              </a:rPr>
              <a:t>e  </a:t>
            </a:r>
            <a:r>
              <a:rPr sz="2000" spc="-140" dirty="0">
                <a:solidFill>
                  <a:srgbClr val="FFFFFF"/>
                </a:solidFill>
                <a:latin typeface="Verdana"/>
                <a:cs typeface="Verdana"/>
              </a:rPr>
              <a:t>A-F-C-B-E-D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772668" y="3779519"/>
            <a:ext cx="9144000" cy="3429000"/>
            <a:chOff x="772668" y="3779519"/>
            <a:chExt cx="9144000" cy="3429000"/>
          </a:xfrm>
        </p:grpSpPr>
        <p:pic>
          <p:nvPicPr>
            <p:cNvPr id="23" name="object 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72668" y="3779520"/>
              <a:ext cx="9143999" cy="342900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1812" y="3781044"/>
              <a:ext cx="5925311" cy="1024127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555236" y="6316979"/>
              <a:ext cx="169164" cy="169164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7233932" y="4100526"/>
            <a:ext cx="1949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9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4604003" y="4283964"/>
            <a:ext cx="4053840" cy="2161540"/>
            <a:chOff x="4604003" y="4283964"/>
            <a:chExt cx="4053840" cy="2161540"/>
          </a:xfrm>
        </p:grpSpPr>
        <p:sp>
          <p:nvSpPr>
            <p:cNvPr id="34" name="object 34"/>
            <p:cNvSpPr/>
            <p:nvPr/>
          </p:nvSpPr>
          <p:spPr>
            <a:xfrm>
              <a:off x="4603991" y="4326636"/>
              <a:ext cx="4016375" cy="2118995"/>
            </a:xfrm>
            <a:custGeom>
              <a:avLst/>
              <a:gdLst/>
              <a:ahLst/>
              <a:cxnLst/>
              <a:rect l="l" t="t" r="r" b="b"/>
              <a:pathLst>
                <a:path w="4016375" h="2118995">
                  <a:moveTo>
                    <a:pt x="4015752" y="839736"/>
                  </a:moveTo>
                  <a:lnTo>
                    <a:pt x="3999103" y="832510"/>
                  </a:lnTo>
                  <a:lnTo>
                    <a:pt x="3998988" y="832129"/>
                  </a:lnTo>
                  <a:lnTo>
                    <a:pt x="3998988" y="815352"/>
                  </a:lnTo>
                  <a:lnTo>
                    <a:pt x="3993388" y="815352"/>
                  </a:lnTo>
                  <a:lnTo>
                    <a:pt x="3992880" y="813816"/>
                  </a:lnTo>
                  <a:lnTo>
                    <a:pt x="3988054" y="815352"/>
                  </a:lnTo>
                  <a:lnTo>
                    <a:pt x="3963987" y="815352"/>
                  </a:lnTo>
                  <a:lnTo>
                    <a:pt x="3963987" y="863473"/>
                  </a:lnTo>
                  <a:lnTo>
                    <a:pt x="3445738" y="2073236"/>
                  </a:lnTo>
                  <a:lnTo>
                    <a:pt x="3369005" y="2037422"/>
                  </a:lnTo>
                  <a:lnTo>
                    <a:pt x="3369005" y="2080247"/>
                  </a:lnTo>
                  <a:lnTo>
                    <a:pt x="142455" y="2078812"/>
                  </a:lnTo>
                  <a:lnTo>
                    <a:pt x="2082076" y="1461973"/>
                  </a:lnTo>
                  <a:lnTo>
                    <a:pt x="2098243" y="1466024"/>
                  </a:lnTo>
                  <a:lnTo>
                    <a:pt x="2090940" y="1482852"/>
                  </a:lnTo>
                  <a:lnTo>
                    <a:pt x="3369005" y="2080247"/>
                  </a:lnTo>
                  <a:lnTo>
                    <a:pt x="3369005" y="2037422"/>
                  </a:lnTo>
                  <a:lnTo>
                    <a:pt x="2120836" y="1454670"/>
                  </a:lnTo>
                  <a:lnTo>
                    <a:pt x="2122208" y="1449209"/>
                  </a:lnTo>
                  <a:lnTo>
                    <a:pt x="3963987" y="863473"/>
                  </a:lnTo>
                  <a:lnTo>
                    <a:pt x="3963987" y="815352"/>
                  </a:lnTo>
                  <a:lnTo>
                    <a:pt x="3868470" y="815301"/>
                  </a:lnTo>
                  <a:lnTo>
                    <a:pt x="3868470" y="853401"/>
                  </a:lnTo>
                  <a:lnTo>
                    <a:pt x="2133155" y="1405496"/>
                  </a:lnTo>
                  <a:lnTo>
                    <a:pt x="2271649" y="852690"/>
                  </a:lnTo>
                  <a:lnTo>
                    <a:pt x="3868470" y="853401"/>
                  </a:lnTo>
                  <a:lnTo>
                    <a:pt x="3868470" y="815301"/>
                  </a:lnTo>
                  <a:lnTo>
                    <a:pt x="2281199" y="814603"/>
                  </a:lnTo>
                  <a:lnTo>
                    <a:pt x="2479548" y="22872"/>
                  </a:lnTo>
                  <a:lnTo>
                    <a:pt x="2461717" y="18592"/>
                  </a:lnTo>
                  <a:lnTo>
                    <a:pt x="2453652" y="0"/>
                  </a:lnTo>
                  <a:lnTo>
                    <a:pt x="2432202" y="9207"/>
                  </a:lnTo>
                  <a:lnTo>
                    <a:pt x="2432202" y="50774"/>
                  </a:lnTo>
                  <a:lnTo>
                    <a:pt x="2241651" y="814578"/>
                  </a:lnTo>
                  <a:lnTo>
                    <a:pt x="2232152" y="814578"/>
                  </a:lnTo>
                  <a:lnTo>
                    <a:pt x="2232152" y="852678"/>
                  </a:lnTo>
                  <a:lnTo>
                    <a:pt x="2090889" y="1418945"/>
                  </a:lnTo>
                  <a:lnTo>
                    <a:pt x="51498" y="2067775"/>
                  </a:lnTo>
                  <a:lnTo>
                    <a:pt x="572376" y="851928"/>
                  </a:lnTo>
                  <a:lnTo>
                    <a:pt x="2232152" y="852678"/>
                  </a:lnTo>
                  <a:lnTo>
                    <a:pt x="2232152" y="814578"/>
                  </a:lnTo>
                  <a:lnTo>
                    <a:pt x="650201" y="813866"/>
                  </a:lnTo>
                  <a:lnTo>
                    <a:pt x="2432202" y="50774"/>
                  </a:lnTo>
                  <a:lnTo>
                    <a:pt x="2432202" y="9207"/>
                  </a:lnTo>
                  <a:lnTo>
                    <a:pt x="553224" y="815352"/>
                  </a:lnTo>
                  <a:lnTo>
                    <a:pt x="560832" y="832104"/>
                  </a:lnTo>
                  <a:lnTo>
                    <a:pt x="560832" y="832446"/>
                  </a:lnTo>
                  <a:lnTo>
                    <a:pt x="542556" y="824484"/>
                  </a:lnTo>
                  <a:lnTo>
                    <a:pt x="0" y="2090940"/>
                  </a:lnTo>
                  <a:lnTo>
                    <a:pt x="16764" y="2098230"/>
                  </a:lnTo>
                  <a:lnTo>
                    <a:pt x="16764" y="2116836"/>
                  </a:lnTo>
                  <a:lnTo>
                    <a:pt x="3456432" y="2118372"/>
                  </a:lnTo>
                  <a:lnTo>
                    <a:pt x="3456432" y="2098890"/>
                  </a:lnTo>
                  <a:lnTo>
                    <a:pt x="3473208" y="2106168"/>
                  </a:lnTo>
                  <a:lnTo>
                    <a:pt x="4015752" y="83973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975348" y="4283964"/>
              <a:ext cx="169164" cy="169164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633971" y="5669279"/>
              <a:ext cx="169164" cy="169164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8488680" y="5093208"/>
              <a:ext cx="169164" cy="169164"/>
            </a:xfrm>
            <a:prstGeom prst="rect">
              <a:avLst/>
            </a:prstGeom>
          </p:spPr>
        </p:pic>
      </p:grpSp>
      <p:sp>
        <p:nvSpPr>
          <p:cNvPr id="38" name="object 38"/>
          <p:cNvSpPr txBox="1"/>
          <p:nvPr/>
        </p:nvSpPr>
        <p:spPr>
          <a:xfrm>
            <a:off x="8681653" y="4915916"/>
            <a:ext cx="2038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200" dirty="0">
                <a:solidFill>
                  <a:srgbClr val="FFFFFF"/>
                </a:solidFill>
                <a:latin typeface="Tahoma"/>
                <a:cs typeface="Tahoma"/>
              </a:rPr>
              <a:t>C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972285" y="4816797"/>
            <a:ext cx="1352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85" dirty="0">
                <a:solidFill>
                  <a:srgbClr val="FFFFFF"/>
                </a:solidFill>
                <a:latin typeface="Tahoma"/>
                <a:cs typeface="Tahoma"/>
              </a:rPr>
              <a:t>F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5097779" y="5050536"/>
            <a:ext cx="3065145" cy="1478280"/>
            <a:chOff x="5097779" y="5050536"/>
            <a:chExt cx="3065145" cy="1478280"/>
          </a:xfrm>
        </p:grpSpPr>
        <p:pic>
          <p:nvPicPr>
            <p:cNvPr id="41" name="object 41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993379" y="6359652"/>
              <a:ext cx="169164" cy="169164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097779" y="5050536"/>
              <a:ext cx="169164" cy="169164"/>
            </a:xfrm>
            <a:prstGeom prst="rect">
              <a:avLst/>
            </a:prstGeom>
          </p:spPr>
        </p:pic>
      </p:grpSp>
      <p:sp>
        <p:nvSpPr>
          <p:cNvPr id="43" name="object 43"/>
          <p:cNvSpPr txBox="1"/>
          <p:nvPr/>
        </p:nvSpPr>
        <p:spPr>
          <a:xfrm>
            <a:off x="1081510" y="4879373"/>
            <a:ext cx="2270125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spc="220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000" spc="-105" dirty="0">
                <a:solidFill>
                  <a:srgbClr val="FFFFFF"/>
                </a:solidFill>
                <a:latin typeface="Verdana"/>
                <a:cs typeface="Verdana"/>
              </a:rPr>
              <a:t>y</a:t>
            </a:r>
            <a:r>
              <a:rPr sz="2000" spc="235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000" spc="-13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2000" spc="17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-7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000" spc="-17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-13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000" spc="-9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8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35" dirty="0">
                <a:solidFill>
                  <a:srgbClr val="FFFFFF"/>
                </a:solidFill>
                <a:latin typeface="Verdana"/>
                <a:cs typeface="Verdana"/>
              </a:rPr>
              <a:t>n  </a:t>
            </a:r>
            <a:r>
              <a:rPr sz="2000" spc="-130" dirty="0">
                <a:solidFill>
                  <a:srgbClr val="FFFFFF"/>
                </a:solidFill>
                <a:latin typeface="Verdana"/>
                <a:cs typeface="Verdana"/>
              </a:rPr>
              <a:t>A-F-C-D-E-B-A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601390" y="5818259"/>
            <a:ext cx="158115" cy="30607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b="1" spc="-195" dirty="0">
                <a:solidFill>
                  <a:srgbClr val="FFFFFF"/>
                </a:solidFill>
                <a:latin typeface="Tahoma"/>
                <a:cs typeface="Tahoma"/>
              </a:rPr>
              <a:t>B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8230636" y="6270881"/>
            <a:ext cx="186055" cy="30607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b="1" spc="-105" dirty="0">
                <a:solidFill>
                  <a:srgbClr val="FFFFFF"/>
                </a:solidFill>
                <a:latin typeface="Tahoma"/>
                <a:cs typeface="Tahoma"/>
              </a:rPr>
              <a:t>D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429696" y="6423355"/>
            <a:ext cx="144780" cy="30607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b="1" spc="-175" dirty="0">
                <a:solidFill>
                  <a:srgbClr val="FFFFFF"/>
                </a:solidFill>
                <a:latin typeface="Tahoma"/>
                <a:cs typeface="Tahoma"/>
              </a:rPr>
              <a:t>E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8518618" y="6888581"/>
            <a:ext cx="193675" cy="212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105" dirty="0">
                <a:solidFill>
                  <a:srgbClr val="FFFFFF"/>
                </a:solidFill>
                <a:latin typeface="Verdana"/>
                <a:cs typeface="Verdana"/>
              </a:rPr>
              <a:t>3</a:t>
            </a:r>
            <a:r>
              <a:rPr sz="1200" spc="-100" dirty="0">
                <a:solidFill>
                  <a:srgbClr val="FFFFFF"/>
                </a:solidFill>
                <a:latin typeface="Verdana"/>
                <a:cs typeface="Verdana"/>
              </a:rPr>
              <a:t>7</a:t>
            </a:r>
            <a:endParaRPr sz="1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81482" y="459697"/>
            <a:ext cx="463867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204" dirty="0">
                <a:solidFill>
                  <a:srgbClr val="FF5697"/>
                </a:solidFill>
              </a:rPr>
              <a:t>G</a:t>
            </a:r>
            <a:r>
              <a:rPr sz="2200" spc="-330" dirty="0">
                <a:solidFill>
                  <a:srgbClr val="FF5697"/>
                </a:solidFill>
              </a:rPr>
              <a:t>R</a:t>
            </a:r>
            <a:r>
              <a:rPr sz="2200" spc="114" dirty="0">
                <a:solidFill>
                  <a:srgbClr val="FF5697"/>
                </a:solidFill>
              </a:rPr>
              <a:t>A</a:t>
            </a:r>
            <a:r>
              <a:rPr sz="2200" spc="-225" dirty="0">
                <a:solidFill>
                  <a:srgbClr val="FF5697"/>
                </a:solidFill>
              </a:rPr>
              <a:t>P</a:t>
            </a:r>
            <a:r>
              <a:rPr sz="2200" spc="-215" dirty="0">
                <a:solidFill>
                  <a:srgbClr val="FF5697"/>
                </a:solidFill>
              </a:rPr>
              <a:t>HE</a:t>
            </a:r>
            <a:r>
              <a:rPr sz="2200" spc="10" dirty="0">
                <a:solidFill>
                  <a:srgbClr val="FF5697"/>
                </a:solidFill>
              </a:rPr>
              <a:t> 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225" dirty="0">
                <a:solidFill>
                  <a:srgbClr val="FF5697"/>
                </a:solidFill>
              </a:rPr>
              <a:t>U</a:t>
            </a:r>
            <a:r>
              <a:rPr sz="2200" spc="-295" dirty="0">
                <a:solidFill>
                  <a:srgbClr val="FF5697"/>
                </a:solidFill>
              </a:rPr>
              <a:t>L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330" dirty="0">
                <a:solidFill>
                  <a:srgbClr val="FF5697"/>
                </a:solidFill>
              </a:rPr>
              <a:t>R</a:t>
            </a:r>
            <a:r>
              <a:rPr sz="2200" spc="-450" dirty="0">
                <a:solidFill>
                  <a:srgbClr val="FF5697"/>
                </a:solidFill>
              </a:rPr>
              <a:t>I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75" dirty="0">
                <a:solidFill>
                  <a:srgbClr val="FF5697"/>
                </a:solidFill>
              </a:rPr>
              <a:t>N</a:t>
            </a:r>
            <a:r>
              <a:rPr sz="2200" spc="-10" dirty="0">
                <a:solidFill>
                  <a:srgbClr val="FF5697"/>
                </a:solidFill>
              </a:rPr>
              <a:t> 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425" dirty="0">
                <a:solidFill>
                  <a:srgbClr val="FF5697"/>
                </a:solidFill>
              </a:rPr>
              <a:t>T</a:t>
            </a:r>
            <a:r>
              <a:rPr sz="2200" spc="-30" dirty="0">
                <a:solidFill>
                  <a:srgbClr val="FF5697"/>
                </a:solidFill>
              </a:rPr>
              <a:t> </a:t>
            </a:r>
            <a:r>
              <a:rPr sz="2200" spc="-195" dirty="0">
                <a:solidFill>
                  <a:srgbClr val="FF5697"/>
                </a:solidFill>
              </a:rPr>
              <a:t>H</a:t>
            </a:r>
            <a:r>
              <a:rPr sz="2200" spc="114" dirty="0">
                <a:solidFill>
                  <a:srgbClr val="FF5697"/>
                </a:solidFill>
              </a:rPr>
              <a:t>A</a:t>
            </a:r>
            <a:r>
              <a:rPr sz="2200" spc="10" dirty="0">
                <a:solidFill>
                  <a:srgbClr val="FF5697"/>
                </a:solidFill>
              </a:rPr>
              <a:t>M</a:t>
            </a:r>
            <a:r>
              <a:rPr sz="2200" spc="-450" dirty="0">
                <a:solidFill>
                  <a:srgbClr val="FF5697"/>
                </a:solidFill>
              </a:rPr>
              <a:t>I</a:t>
            </a:r>
            <a:r>
              <a:rPr sz="2200" spc="-295" dirty="0">
                <a:solidFill>
                  <a:srgbClr val="FF5697"/>
                </a:solidFill>
              </a:rPr>
              <a:t>L</a:t>
            </a:r>
            <a:r>
              <a:rPr sz="2200" spc="-425" dirty="0">
                <a:solidFill>
                  <a:srgbClr val="FF5697"/>
                </a:solidFill>
              </a:rPr>
              <a:t>T</a:t>
            </a:r>
            <a:r>
              <a:rPr sz="2200" spc="150" dirty="0">
                <a:solidFill>
                  <a:srgbClr val="FF5697"/>
                </a:solidFill>
              </a:rPr>
              <a:t>O</a:t>
            </a:r>
            <a:r>
              <a:rPr sz="2200" spc="-75" dirty="0">
                <a:solidFill>
                  <a:srgbClr val="FF5697"/>
                </a:solidFill>
              </a:rPr>
              <a:t>N</a:t>
            </a:r>
            <a:r>
              <a:rPr sz="2200" spc="-450" dirty="0">
                <a:solidFill>
                  <a:srgbClr val="FF5697"/>
                </a:solidFill>
              </a:rPr>
              <a:t>I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75" dirty="0">
                <a:solidFill>
                  <a:srgbClr val="FF5697"/>
                </a:solidFill>
              </a:rPr>
              <a:t>N</a:t>
            </a:r>
            <a:endParaRPr sz="2200"/>
          </a:p>
        </p:txBody>
      </p:sp>
      <p:sp>
        <p:nvSpPr>
          <p:cNvPr id="3" name="object 3"/>
          <p:cNvSpPr txBox="1"/>
          <p:nvPr/>
        </p:nvSpPr>
        <p:spPr>
          <a:xfrm>
            <a:off x="1352795" y="1183661"/>
            <a:ext cx="10947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30" dirty="0">
                <a:solidFill>
                  <a:srgbClr val="FFFFFF"/>
                </a:solidFill>
                <a:latin typeface="Tahoma"/>
                <a:cs typeface="Tahoma"/>
              </a:rPr>
              <a:t>Exemple</a:t>
            </a:r>
            <a:endParaRPr sz="20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73879" y="3491483"/>
            <a:ext cx="169164" cy="16916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054152" y="1275069"/>
            <a:ext cx="1949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9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049252" y="3446764"/>
            <a:ext cx="1860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5" dirty="0">
                <a:solidFill>
                  <a:srgbClr val="FFFFFF"/>
                </a:solidFill>
                <a:latin typeface="Tahoma"/>
                <a:cs typeface="Tahoma"/>
              </a:rPr>
              <a:t>D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975860" y="1501139"/>
            <a:ext cx="3446145" cy="852169"/>
          </a:xfrm>
          <a:custGeom>
            <a:avLst/>
            <a:gdLst/>
            <a:ahLst/>
            <a:cxnLst/>
            <a:rect l="l" t="t" r="r" b="b"/>
            <a:pathLst>
              <a:path w="3446145" h="852169">
                <a:moveTo>
                  <a:pt x="3445751" y="813816"/>
                </a:moveTo>
                <a:lnTo>
                  <a:pt x="100545" y="812342"/>
                </a:lnTo>
                <a:lnTo>
                  <a:pt x="1915668" y="35052"/>
                </a:lnTo>
                <a:lnTo>
                  <a:pt x="1900415" y="0"/>
                </a:lnTo>
                <a:lnTo>
                  <a:pt x="0" y="813816"/>
                </a:lnTo>
                <a:lnTo>
                  <a:pt x="7620" y="831342"/>
                </a:lnTo>
                <a:lnTo>
                  <a:pt x="7620" y="850392"/>
                </a:lnTo>
                <a:lnTo>
                  <a:pt x="3445751" y="851916"/>
                </a:lnTo>
                <a:lnTo>
                  <a:pt x="3445751" y="81381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248424" y="3599126"/>
            <a:ext cx="1447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75" dirty="0">
                <a:solidFill>
                  <a:srgbClr val="FFFFFF"/>
                </a:solidFill>
                <a:latin typeface="Tahoma"/>
                <a:cs typeface="Tahoma"/>
              </a:rPr>
              <a:t>E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422647" y="1456944"/>
            <a:ext cx="4053840" cy="2161540"/>
            <a:chOff x="4422647" y="1456944"/>
            <a:chExt cx="4053840" cy="2161540"/>
          </a:xfrm>
        </p:grpSpPr>
        <p:sp>
          <p:nvSpPr>
            <p:cNvPr id="10" name="object 10"/>
            <p:cNvSpPr/>
            <p:nvPr/>
          </p:nvSpPr>
          <p:spPr>
            <a:xfrm>
              <a:off x="4422648" y="1513331"/>
              <a:ext cx="4017645" cy="2105025"/>
            </a:xfrm>
            <a:custGeom>
              <a:avLst/>
              <a:gdLst/>
              <a:ahLst/>
              <a:cxnLst/>
              <a:rect l="l" t="t" r="r" b="b"/>
              <a:pathLst>
                <a:path w="4017645" h="2105025">
                  <a:moveTo>
                    <a:pt x="4017264" y="826008"/>
                  </a:moveTo>
                  <a:lnTo>
                    <a:pt x="3998836" y="818807"/>
                  </a:lnTo>
                  <a:lnTo>
                    <a:pt x="3992880" y="801624"/>
                  </a:lnTo>
                  <a:lnTo>
                    <a:pt x="3966451" y="810044"/>
                  </a:lnTo>
                  <a:lnTo>
                    <a:pt x="3966451" y="848982"/>
                  </a:lnTo>
                  <a:lnTo>
                    <a:pt x="3446272" y="2059787"/>
                  </a:lnTo>
                  <a:lnTo>
                    <a:pt x="3370402" y="2024418"/>
                  </a:lnTo>
                  <a:lnTo>
                    <a:pt x="3370402" y="2066518"/>
                  </a:lnTo>
                  <a:lnTo>
                    <a:pt x="148551" y="2065096"/>
                  </a:lnTo>
                  <a:lnTo>
                    <a:pt x="2083765" y="1448689"/>
                  </a:lnTo>
                  <a:lnTo>
                    <a:pt x="2099208" y="1452549"/>
                  </a:lnTo>
                  <a:lnTo>
                    <a:pt x="2090928" y="1469136"/>
                  </a:lnTo>
                  <a:lnTo>
                    <a:pt x="3370402" y="2066518"/>
                  </a:lnTo>
                  <a:lnTo>
                    <a:pt x="3370402" y="2024418"/>
                  </a:lnTo>
                  <a:lnTo>
                    <a:pt x="2120646" y="1441665"/>
                  </a:lnTo>
                  <a:lnTo>
                    <a:pt x="2121941" y="1436522"/>
                  </a:lnTo>
                  <a:lnTo>
                    <a:pt x="3966451" y="848982"/>
                  </a:lnTo>
                  <a:lnTo>
                    <a:pt x="3966451" y="810044"/>
                  </a:lnTo>
                  <a:lnTo>
                    <a:pt x="2132736" y="1393431"/>
                  </a:lnTo>
                  <a:lnTo>
                    <a:pt x="2479548" y="9144"/>
                  </a:lnTo>
                  <a:lnTo>
                    <a:pt x="2442959" y="0"/>
                  </a:lnTo>
                  <a:lnTo>
                    <a:pt x="2090496" y="1406867"/>
                  </a:lnTo>
                  <a:lnTo>
                    <a:pt x="51485" y="2055571"/>
                  </a:lnTo>
                  <a:lnTo>
                    <a:pt x="577596" y="826008"/>
                  </a:lnTo>
                  <a:lnTo>
                    <a:pt x="542544" y="812292"/>
                  </a:lnTo>
                  <a:lnTo>
                    <a:pt x="0" y="2078736"/>
                  </a:lnTo>
                  <a:lnTo>
                    <a:pt x="18275" y="2086686"/>
                  </a:lnTo>
                  <a:lnTo>
                    <a:pt x="18275" y="2103120"/>
                  </a:lnTo>
                  <a:lnTo>
                    <a:pt x="23876" y="2103132"/>
                  </a:lnTo>
                  <a:lnTo>
                    <a:pt x="24384" y="2104644"/>
                  </a:lnTo>
                  <a:lnTo>
                    <a:pt x="29146" y="2103132"/>
                  </a:lnTo>
                  <a:lnTo>
                    <a:pt x="3456432" y="2104644"/>
                  </a:lnTo>
                  <a:lnTo>
                    <a:pt x="3456432" y="2086698"/>
                  </a:lnTo>
                  <a:lnTo>
                    <a:pt x="3473196" y="2093976"/>
                  </a:lnTo>
                  <a:lnTo>
                    <a:pt x="4017264" y="82600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93992" y="1456944"/>
              <a:ext cx="170688" cy="16916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52615" y="2842259"/>
              <a:ext cx="169164" cy="16916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07323" y="2266188"/>
              <a:ext cx="169164" cy="169164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6420118" y="2994141"/>
            <a:ext cx="1581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95" dirty="0">
                <a:solidFill>
                  <a:srgbClr val="FFFFFF"/>
                </a:solidFill>
                <a:latin typeface="Tahoma"/>
                <a:cs typeface="Tahoma"/>
              </a:rPr>
              <a:t>B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501874" y="2088896"/>
            <a:ext cx="2038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200" dirty="0">
                <a:solidFill>
                  <a:srgbClr val="FFFFFF"/>
                </a:solidFill>
                <a:latin typeface="Tahoma"/>
                <a:cs typeface="Tahoma"/>
              </a:rPr>
              <a:t>C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790901" y="1991339"/>
            <a:ext cx="1352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85" dirty="0">
                <a:solidFill>
                  <a:srgbClr val="FFFFFF"/>
                </a:solidFill>
                <a:latin typeface="Tahoma"/>
                <a:cs typeface="Tahoma"/>
              </a:rPr>
              <a:t>F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475988" y="1507236"/>
            <a:ext cx="3865245" cy="2194560"/>
            <a:chOff x="4475988" y="1507236"/>
            <a:chExt cx="3865245" cy="2194560"/>
          </a:xfrm>
        </p:grpSpPr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3547" y="3532631"/>
              <a:ext cx="169164" cy="16916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917947" y="2223515"/>
              <a:ext cx="169164" cy="169164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4475988" y="1507235"/>
              <a:ext cx="3865245" cy="2148840"/>
            </a:xfrm>
            <a:custGeom>
              <a:avLst/>
              <a:gdLst/>
              <a:ahLst/>
              <a:cxnLst/>
              <a:rect l="l" t="t" r="r" b="b"/>
              <a:pathLst>
                <a:path w="3865245" h="2148840">
                  <a:moveTo>
                    <a:pt x="3349739" y="2072640"/>
                  </a:moveTo>
                  <a:lnTo>
                    <a:pt x="244500" y="2055418"/>
                  </a:lnTo>
                  <a:lnTo>
                    <a:pt x="1967471" y="1495056"/>
                  </a:lnTo>
                  <a:lnTo>
                    <a:pt x="1943087" y="1421892"/>
                  </a:lnTo>
                  <a:lnTo>
                    <a:pt x="0" y="2055876"/>
                  </a:lnTo>
                  <a:lnTo>
                    <a:pt x="22860" y="2127504"/>
                  </a:lnTo>
                  <a:lnTo>
                    <a:pt x="54851" y="2117102"/>
                  </a:lnTo>
                  <a:lnTo>
                    <a:pt x="54851" y="2130564"/>
                  </a:lnTo>
                  <a:lnTo>
                    <a:pt x="3349739" y="2148840"/>
                  </a:lnTo>
                  <a:lnTo>
                    <a:pt x="3349739" y="2072640"/>
                  </a:lnTo>
                  <a:close/>
                </a:path>
                <a:path w="3865245" h="2148840">
                  <a:moveTo>
                    <a:pt x="3864851" y="754380"/>
                  </a:moveTo>
                  <a:lnTo>
                    <a:pt x="779284" y="763016"/>
                  </a:lnTo>
                  <a:lnTo>
                    <a:pt x="2346960" y="70104"/>
                  </a:lnTo>
                  <a:lnTo>
                    <a:pt x="2316467" y="0"/>
                  </a:lnTo>
                  <a:lnTo>
                    <a:pt x="582155" y="766572"/>
                  </a:lnTo>
                  <a:lnTo>
                    <a:pt x="597408" y="801662"/>
                  </a:lnTo>
                  <a:lnTo>
                    <a:pt x="597408" y="839724"/>
                  </a:lnTo>
                  <a:lnTo>
                    <a:pt x="3762616" y="830872"/>
                  </a:lnTo>
                  <a:lnTo>
                    <a:pt x="2121408" y="1383792"/>
                  </a:lnTo>
                  <a:lnTo>
                    <a:pt x="2145792" y="1455420"/>
                  </a:lnTo>
                  <a:lnTo>
                    <a:pt x="3855707" y="879348"/>
                  </a:lnTo>
                  <a:lnTo>
                    <a:pt x="3839121" y="830656"/>
                  </a:lnTo>
                  <a:lnTo>
                    <a:pt x="3864851" y="830580"/>
                  </a:lnTo>
                  <a:lnTo>
                    <a:pt x="3864851" y="754380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991662" y="2268676"/>
            <a:ext cx="2774315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spc="220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2000" spc="17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î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2000" spc="17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-7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000" spc="-17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-13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000" spc="-1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10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nn</a:t>
            </a:r>
            <a:r>
              <a:rPr sz="2000" spc="80" dirty="0">
                <a:solidFill>
                  <a:srgbClr val="FFFFFF"/>
                </a:solidFill>
                <a:latin typeface="Verdana"/>
                <a:cs typeface="Verdana"/>
              </a:rPr>
              <a:t>e  </a:t>
            </a:r>
            <a:r>
              <a:rPr sz="2000" spc="-140" dirty="0">
                <a:solidFill>
                  <a:srgbClr val="FFFFFF"/>
                </a:solidFill>
                <a:latin typeface="Verdana"/>
                <a:cs typeface="Verdana"/>
              </a:rPr>
              <a:t>A-F-C-B-E-D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772668" y="3779519"/>
            <a:ext cx="9144000" cy="3429000"/>
            <a:chOff x="772668" y="3779519"/>
            <a:chExt cx="9144000" cy="3429000"/>
          </a:xfrm>
        </p:grpSpPr>
        <p:pic>
          <p:nvPicPr>
            <p:cNvPr id="23" name="object 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72668" y="3779520"/>
              <a:ext cx="9143999" cy="342900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1812" y="3781044"/>
              <a:ext cx="5925311" cy="1024127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555236" y="6316979"/>
              <a:ext cx="169164" cy="169164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7233932" y="4100526"/>
            <a:ext cx="1949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9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4604003" y="4283964"/>
            <a:ext cx="4053840" cy="2161540"/>
            <a:chOff x="4604003" y="4283964"/>
            <a:chExt cx="4053840" cy="2161540"/>
          </a:xfrm>
        </p:grpSpPr>
        <p:sp>
          <p:nvSpPr>
            <p:cNvPr id="34" name="object 34"/>
            <p:cNvSpPr/>
            <p:nvPr/>
          </p:nvSpPr>
          <p:spPr>
            <a:xfrm>
              <a:off x="4603991" y="4326636"/>
              <a:ext cx="4016375" cy="2118995"/>
            </a:xfrm>
            <a:custGeom>
              <a:avLst/>
              <a:gdLst/>
              <a:ahLst/>
              <a:cxnLst/>
              <a:rect l="l" t="t" r="r" b="b"/>
              <a:pathLst>
                <a:path w="4016375" h="2118995">
                  <a:moveTo>
                    <a:pt x="4015752" y="839736"/>
                  </a:moveTo>
                  <a:lnTo>
                    <a:pt x="3999103" y="832510"/>
                  </a:lnTo>
                  <a:lnTo>
                    <a:pt x="3998988" y="832129"/>
                  </a:lnTo>
                  <a:lnTo>
                    <a:pt x="3998988" y="815352"/>
                  </a:lnTo>
                  <a:lnTo>
                    <a:pt x="3993388" y="815352"/>
                  </a:lnTo>
                  <a:lnTo>
                    <a:pt x="3992880" y="813816"/>
                  </a:lnTo>
                  <a:lnTo>
                    <a:pt x="3988054" y="815352"/>
                  </a:lnTo>
                  <a:lnTo>
                    <a:pt x="3963987" y="815352"/>
                  </a:lnTo>
                  <a:lnTo>
                    <a:pt x="3963987" y="863473"/>
                  </a:lnTo>
                  <a:lnTo>
                    <a:pt x="3445738" y="2073236"/>
                  </a:lnTo>
                  <a:lnTo>
                    <a:pt x="3369005" y="2037422"/>
                  </a:lnTo>
                  <a:lnTo>
                    <a:pt x="3369005" y="2080247"/>
                  </a:lnTo>
                  <a:lnTo>
                    <a:pt x="142455" y="2078812"/>
                  </a:lnTo>
                  <a:lnTo>
                    <a:pt x="2082076" y="1461973"/>
                  </a:lnTo>
                  <a:lnTo>
                    <a:pt x="2098243" y="1466024"/>
                  </a:lnTo>
                  <a:lnTo>
                    <a:pt x="2090940" y="1482852"/>
                  </a:lnTo>
                  <a:lnTo>
                    <a:pt x="3369005" y="2080247"/>
                  </a:lnTo>
                  <a:lnTo>
                    <a:pt x="3369005" y="2037422"/>
                  </a:lnTo>
                  <a:lnTo>
                    <a:pt x="2120836" y="1454670"/>
                  </a:lnTo>
                  <a:lnTo>
                    <a:pt x="2122208" y="1449209"/>
                  </a:lnTo>
                  <a:lnTo>
                    <a:pt x="3963987" y="863473"/>
                  </a:lnTo>
                  <a:lnTo>
                    <a:pt x="3963987" y="815352"/>
                  </a:lnTo>
                  <a:lnTo>
                    <a:pt x="3868470" y="815301"/>
                  </a:lnTo>
                  <a:lnTo>
                    <a:pt x="3868470" y="853401"/>
                  </a:lnTo>
                  <a:lnTo>
                    <a:pt x="2133155" y="1405496"/>
                  </a:lnTo>
                  <a:lnTo>
                    <a:pt x="2271649" y="852690"/>
                  </a:lnTo>
                  <a:lnTo>
                    <a:pt x="3868470" y="853401"/>
                  </a:lnTo>
                  <a:lnTo>
                    <a:pt x="3868470" y="815301"/>
                  </a:lnTo>
                  <a:lnTo>
                    <a:pt x="2281199" y="814603"/>
                  </a:lnTo>
                  <a:lnTo>
                    <a:pt x="2479548" y="22872"/>
                  </a:lnTo>
                  <a:lnTo>
                    <a:pt x="2461717" y="18592"/>
                  </a:lnTo>
                  <a:lnTo>
                    <a:pt x="2453652" y="0"/>
                  </a:lnTo>
                  <a:lnTo>
                    <a:pt x="2432202" y="9207"/>
                  </a:lnTo>
                  <a:lnTo>
                    <a:pt x="2432202" y="50774"/>
                  </a:lnTo>
                  <a:lnTo>
                    <a:pt x="2241651" y="814578"/>
                  </a:lnTo>
                  <a:lnTo>
                    <a:pt x="2232152" y="814578"/>
                  </a:lnTo>
                  <a:lnTo>
                    <a:pt x="2232152" y="852678"/>
                  </a:lnTo>
                  <a:lnTo>
                    <a:pt x="2090889" y="1418945"/>
                  </a:lnTo>
                  <a:lnTo>
                    <a:pt x="51498" y="2067775"/>
                  </a:lnTo>
                  <a:lnTo>
                    <a:pt x="572376" y="851928"/>
                  </a:lnTo>
                  <a:lnTo>
                    <a:pt x="2232152" y="852678"/>
                  </a:lnTo>
                  <a:lnTo>
                    <a:pt x="2232152" y="814578"/>
                  </a:lnTo>
                  <a:lnTo>
                    <a:pt x="650201" y="813866"/>
                  </a:lnTo>
                  <a:lnTo>
                    <a:pt x="2432202" y="50774"/>
                  </a:lnTo>
                  <a:lnTo>
                    <a:pt x="2432202" y="9207"/>
                  </a:lnTo>
                  <a:lnTo>
                    <a:pt x="553224" y="815352"/>
                  </a:lnTo>
                  <a:lnTo>
                    <a:pt x="560832" y="832104"/>
                  </a:lnTo>
                  <a:lnTo>
                    <a:pt x="560832" y="832446"/>
                  </a:lnTo>
                  <a:lnTo>
                    <a:pt x="542556" y="824484"/>
                  </a:lnTo>
                  <a:lnTo>
                    <a:pt x="0" y="2090940"/>
                  </a:lnTo>
                  <a:lnTo>
                    <a:pt x="16764" y="2098230"/>
                  </a:lnTo>
                  <a:lnTo>
                    <a:pt x="16764" y="2116836"/>
                  </a:lnTo>
                  <a:lnTo>
                    <a:pt x="3456432" y="2118372"/>
                  </a:lnTo>
                  <a:lnTo>
                    <a:pt x="3456432" y="2098890"/>
                  </a:lnTo>
                  <a:lnTo>
                    <a:pt x="3473208" y="2106168"/>
                  </a:lnTo>
                  <a:lnTo>
                    <a:pt x="4015752" y="83973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975348" y="4283964"/>
              <a:ext cx="169164" cy="169164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633971" y="5669279"/>
              <a:ext cx="169164" cy="169164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8488680" y="5093208"/>
              <a:ext cx="169164" cy="169164"/>
            </a:xfrm>
            <a:prstGeom prst="rect">
              <a:avLst/>
            </a:prstGeom>
          </p:spPr>
        </p:pic>
      </p:grpSp>
      <p:sp>
        <p:nvSpPr>
          <p:cNvPr id="38" name="object 38"/>
          <p:cNvSpPr txBox="1"/>
          <p:nvPr/>
        </p:nvSpPr>
        <p:spPr>
          <a:xfrm>
            <a:off x="8681653" y="4915916"/>
            <a:ext cx="2038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200" dirty="0">
                <a:solidFill>
                  <a:srgbClr val="FFFFFF"/>
                </a:solidFill>
                <a:latin typeface="Tahoma"/>
                <a:cs typeface="Tahoma"/>
              </a:rPr>
              <a:t>C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972285" y="4816797"/>
            <a:ext cx="1352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85" dirty="0">
                <a:solidFill>
                  <a:srgbClr val="FFFFFF"/>
                </a:solidFill>
                <a:latin typeface="Tahoma"/>
                <a:cs typeface="Tahoma"/>
              </a:rPr>
              <a:t>F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4696967" y="5050536"/>
            <a:ext cx="3465829" cy="1478280"/>
            <a:chOff x="4696967" y="5050536"/>
            <a:chExt cx="3465829" cy="1478280"/>
          </a:xfrm>
        </p:grpSpPr>
        <p:pic>
          <p:nvPicPr>
            <p:cNvPr id="41" name="object 41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993379" y="6359652"/>
              <a:ext cx="169164" cy="169164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097780" y="5050536"/>
              <a:ext cx="169164" cy="169164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4696955" y="5734824"/>
              <a:ext cx="3295015" cy="736600"/>
            </a:xfrm>
            <a:custGeom>
              <a:avLst/>
              <a:gdLst/>
              <a:ahLst/>
              <a:cxnLst/>
              <a:rect l="l" t="t" r="r" b="b"/>
              <a:pathLst>
                <a:path w="3295015" h="736600">
                  <a:moveTo>
                    <a:pt x="3294888" y="659879"/>
                  </a:moveTo>
                  <a:lnTo>
                    <a:pt x="215722" y="642797"/>
                  </a:lnTo>
                  <a:lnTo>
                    <a:pt x="1927872" y="71615"/>
                  </a:lnTo>
                  <a:lnTo>
                    <a:pt x="1903488" y="0"/>
                  </a:lnTo>
                  <a:lnTo>
                    <a:pt x="3060" y="633984"/>
                  </a:lnTo>
                  <a:lnTo>
                    <a:pt x="5651" y="641629"/>
                  </a:lnTo>
                  <a:lnTo>
                    <a:pt x="0" y="641591"/>
                  </a:lnTo>
                  <a:lnTo>
                    <a:pt x="0" y="717791"/>
                  </a:lnTo>
                  <a:lnTo>
                    <a:pt x="3294888" y="736079"/>
                  </a:lnTo>
                  <a:lnTo>
                    <a:pt x="3294888" y="65987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1081510" y="4879373"/>
            <a:ext cx="2270125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spc="220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000" spc="-105" dirty="0">
                <a:solidFill>
                  <a:srgbClr val="FFFFFF"/>
                </a:solidFill>
                <a:latin typeface="Verdana"/>
                <a:cs typeface="Verdana"/>
              </a:rPr>
              <a:t>y</a:t>
            </a:r>
            <a:r>
              <a:rPr sz="2000" spc="235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000" spc="-13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2000" spc="17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-7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000" spc="-17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-13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000" spc="-9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8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35" dirty="0">
                <a:solidFill>
                  <a:srgbClr val="FFFFFF"/>
                </a:solidFill>
                <a:latin typeface="Verdana"/>
                <a:cs typeface="Verdana"/>
              </a:rPr>
              <a:t>n  </a:t>
            </a:r>
            <a:r>
              <a:rPr sz="2000" spc="-130" dirty="0">
                <a:solidFill>
                  <a:srgbClr val="FFFFFF"/>
                </a:solidFill>
                <a:latin typeface="Verdana"/>
                <a:cs typeface="Verdana"/>
              </a:rPr>
              <a:t>A-F-C-D-E-B-A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5210543" y="4335792"/>
            <a:ext cx="3397250" cy="2051685"/>
          </a:xfrm>
          <a:custGeom>
            <a:avLst/>
            <a:gdLst/>
            <a:ahLst/>
            <a:cxnLst/>
            <a:rect l="l" t="t" r="r" b="b"/>
            <a:pathLst>
              <a:path w="3397250" h="2051685">
                <a:moveTo>
                  <a:pt x="3282696" y="769607"/>
                </a:moveTo>
                <a:lnTo>
                  <a:pt x="1679308" y="773353"/>
                </a:lnTo>
                <a:lnTo>
                  <a:pt x="1836432" y="91427"/>
                </a:lnTo>
                <a:lnTo>
                  <a:pt x="1761756" y="74663"/>
                </a:lnTo>
                <a:lnTo>
                  <a:pt x="1600542" y="773544"/>
                </a:lnTo>
                <a:lnTo>
                  <a:pt x="165735" y="776884"/>
                </a:lnTo>
                <a:lnTo>
                  <a:pt x="1764804" y="70091"/>
                </a:lnTo>
                <a:lnTo>
                  <a:pt x="1734312" y="0"/>
                </a:lnTo>
                <a:lnTo>
                  <a:pt x="0" y="766559"/>
                </a:lnTo>
                <a:lnTo>
                  <a:pt x="15252" y="801649"/>
                </a:lnTo>
                <a:lnTo>
                  <a:pt x="15252" y="853427"/>
                </a:lnTo>
                <a:lnTo>
                  <a:pt x="1582953" y="849782"/>
                </a:lnTo>
                <a:lnTo>
                  <a:pt x="1470672" y="1336548"/>
                </a:lnTo>
                <a:lnTo>
                  <a:pt x="1545348" y="1354823"/>
                </a:lnTo>
                <a:lnTo>
                  <a:pt x="1661744" y="849591"/>
                </a:lnTo>
                <a:lnTo>
                  <a:pt x="3282696" y="845807"/>
                </a:lnTo>
                <a:lnTo>
                  <a:pt x="3282696" y="769607"/>
                </a:lnTo>
                <a:close/>
              </a:path>
              <a:path w="3397250" h="2051685">
                <a:moveTo>
                  <a:pt x="3396996" y="928116"/>
                </a:moveTo>
                <a:lnTo>
                  <a:pt x="3328416" y="897623"/>
                </a:lnTo>
                <a:lnTo>
                  <a:pt x="2833116" y="2020811"/>
                </a:lnTo>
                <a:lnTo>
                  <a:pt x="2903232" y="2051291"/>
                </a:lnTo>
                <a:lnTo>
                  <a:pt x="3396996" y="92811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6601390" y="5818259"/>
            <a:ext cx="158115" cy="30607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b="1" spc="-195" dirty="0">
                <a:solidFill>
                  <a:srgbClr val="FFFFFF"/>
                </a:solidFill>
                <a:latin typeface="Tahoma"/>
                <a:cs typeface="Tahoma"/>
              </a:rPr>
              <a:t>B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8230636" y="6270881"/>
            <a:ext cx="186055" cy="30607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b="1" spc="-105" dirty="0">
                <a:solidFill>
                  <a:srgbClr val="FFFFFF"/>
                </a:solidFill>
                <a:latin typeface="Tahoma"/>
                <a:cs typeface="Tahoma"/>
              </a:rPr>
              <a:t>D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429696" y="6423355"/>
            <a:ext cx="144780" cy="30607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b="1" spc="-175" dirty="0">
                <a:solidFill>
                  <a:srgbClr val="FFFFFF"/>
                </a:solidFill>
                <a:latin typeface="Tahoma"/>
                <a:cs typeface="Tahoma"/>
              </a:rPr>
              <a:t>E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8518618" y="6888581"/>
            <a:ext cx="193675" cy="212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105" dirty="0">
                <a:solidFill>
                  <a:srgbClr val="FFFFFF"/>
                </a:solidFill>
                <a:latin typeface="Verdana"/>
                <a:cs typeface="Verdana"/>
              </a:rPr>
              <a:t>3</a:t>
            </a:r>
            <a:r>
              <a:rPr sz="1200" spc="-100" dirty="0">
                <a:solidFill>
                  <a:srgbClr val="FFFFFF"/>
                </a:solidFill>
                <a:latin typeface="Verdana"/>
                <a:cs typeface="Verdana"/>
              </a:rPr>
              <a:t>7</a:t>
            </a:r>
            <a:endParaRPr sz="1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81482" y="459697"/>
            <a:ext cx="463867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204" dirty="0">
                <a:solidFill>
                  <a:srgbClr val="FF5697"/>
                </a:solidFill>
              </a:rPr>
              <a:t>G</a:t>
            </a:r>
            <a:r>
              <a:rPr sz="2200" spc="-330" dirty="0">
                <a:solidFill>
                  <a:srgbClr val="FF5697"/>
                </a:solidFill>
              </a:rPr>
              <a:t>R</a:t>
            </a:r>
            <a:r>
              <a:rPr sz="2200" spc="114" dirty="0">
                <a:solidFill>
                  <a:srgbClr val="FF5697"/>
                </a:solidFill>
              </a:rPr>
              <a:t>A</a:t>
            </a:r>
            <a:r>
              <a:rPr sz="2200" spc="-225" dirty="0">
                <a:solidFill>
                  <a:srgbClr val="FF5697"/>
                </a:solidFill>
              </a:rPr>
              <a:t>P</a:t>
            </a:r>
            <a:r>
              <a:rPr sz="2200" spc="-215" dirty="0">
                <a:solidFill>
                  <a:srgbClr val="FF5697"/>
                </a:solidFill>
              </a:rPr>
              <a:t>HE</a:t>
            </a:r>
            <a:r>
              <a:rPr sz="2200" spc="10" dirty="0">
                <a:solidFill>
                  <a:srgbClr val="FF5697"/>
                </a:solidFill>
              </a:rPr>
              <a:t> 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225" dirty="0">
                <a:solidFill>
                  <a:srgbClr val="FF5697"/>
                </a:solidFill>
              </a:rPr>
              <a:t>U</a:t>
            </a:r>
            <a:r>
              <a:rPr sz="2200" spc="-295" dirty="0">
                <a:solidFill>
                  <a:srgbClr val="FF5697"/>
                </a:solidFill>
              </a:rPr>
              <a:t>L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330" dirty="0">
                <a:solidFill>
                  <a:srgbClr val="FF5697"/>
                </a:solidFill>
              </a:rPr>
              <a:t>R</a:t>
            </a:r>
            <a:r>
              <a:rPr sz="2200" spc="-450" dirty="0">
                <a:solidFill>
                  <a:srgbClr val="FF5697"/>
                </a:solidFill>
              </a:rPr>
              <a:t>I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75" dirty="0">
                <a:solidFill>
                  <a:srgbClr val="FF5697"/>
                </a:solidFill>
              </a:rPr>
              <a:t>N</a:t>
            </a:r>
            <a:r>
              <a:rPr sz="2200" spc="-10" dirty="0">
                <a:solidFill>
                  <a:srgbClr val="FF5697"/>
                </a:solidFill>
              </a:rPr>
              <a:t> 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425" dirty="0">
                <a:solidFill>
                  <a:srgbClr val="FF5697"/>
                </a:solidFill>
              </a:rPr>
              <a:t>T</a:t>
            </a:r>
            <a:r>
              <a:rPr sz="2200" spc="-30" dirty="0">
                <a:solidFill>
                  <a:srgbClr val="FF5697"/>
                </a:solidFill>
              </a:rPr>
              <a:t> </a:t>
            </a:r>
            <a:r>
              <a:rPr sz="2200" spc="-195" dirty="0">
                <a:solidFill>
                  <a:srgbClr val="FF5697"/>
                </a:solidFill>
              </a:rPr>
              <a:t>H</a:t>
            </a:r>
            <a:r>
              <a:rPr sz="2200" spc="114" dirty="0">
                <a:solidFill>
                  <a:srgbClr val="FF5697"/>
                </a:solidFill>
              </a:rPr>
              <a:t>A</a:t>
            </a:r>
            <a:r>
              <a:rPr sz="2200" spc="10" dirty="0">
                <a:solidFill>
                  <a:srgbClr val="FF5697"/>
                </a:solidFill>
              </a:rPr>
              <a:t>M</a:t>
            </a:r>
            <a:r>
              <a:rPr sz="2200" spc="-450" dirty="0">
                <a:solidFill>
                  <a:srgbClr val="FF5697"/>
                </a:solidFill>
              </a:rPr>
              <a:t>I</a:t>
            </a:r>
            <a:r>
              <a:rPr sz="2200" spc="-295" dirty="0">
                <a:solidFill>
                  <a:srgbClr val="FF5697"/>
                </a:solidFill>
              </a:rPr>
              <a:t>L</a:t>
            </a:r>
            <a:r>
              <a:rPr sz="2200" spc="-425" dirty="0">
                <a:solidFill>
                  <a:srgbClr val="FF5697"/>
                </a:solidFill>
              </a:rPr>
              <a:t>T</a:t>
            </a:r>
            <a:r>
              <a:rPr sz="2200" spc="150" dirty="0">
                <a:solidFill>
                  <a:srgbClr val="FF5697"/>
                </a:solidFill>
              </a:rPr>
              <a:t>O</a:t>
            </a:r>
            <a:r>
              <a:rPr sz="2200" spc="-75" dirty="0">
                <a:solidFill>
                  <a:srgbClr val="FF5697"/>
                </a:solidFill>
              </a:rPr>
              <a:t>N</a:t>
            </a:r>
            <a:r>
              <a:rPr sz="2200" spc="-450" dirty="0">
                <a:solidFill>
                  <a:srgbClr val="FF5697"/>
                </a:solidFill>
              </a:rPr>
              <a:t>I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75" dirty="0">
                <a:solidFill>
                  <a:srgbClr val="FF5697"/>
                </a:solidFill>
              </a:rPr>
              <a:t>N</a:t>
            </a:r>
            <a:endParaRPr sz="2200"/>
          </a:p>
        </p:txBody>
      </p:sp>
      <p:grpSp>
        <p:nvGrpSpPr>
          <p:cNvPr id="3" name="object 3"/>
          <p:cNvGrpSpPr/>
          <p:nvPr/>
        </p:nvGrpSpPr>
        <p:grpSpPr>
          <a:xfrm>
            <a:off x="772668" y="1751076"/>
            <a:ext cx="9144000" cy="5457825"/>
            <a:chOff x="772668" y="1751076"/>
            <a:chExt cx="9144000" cy="54578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44055" y="2333244"/>
              <a:ext cx="205740" cy="20726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18120" y="3119627"/>
              <a:ext cx="205740" cy="20726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726936" y="2484119"/>
              <a:ext cx="1165860" cy="692150"/>
            </a:xfrm>
            <a:custGeom>
              <a:avLst/>
              <a:gdLst/>
              <a:ahLst/>
              <a:cxnLst/>
              <a:rect l="l" t="t" r="r" b="b"/>
              <a:pathLst>
                <a:path w="1165859" h="692150">
                  <a:moveTo>
                    <a:pt x="1147571" y="691896"/>
                  </a:moveTo>
                  <a:lnTo>
                    <a:pt x="0" y="33528"/>
                  </a:lnTo>
                  <a:lnTo>
                    <a:pt x="19812" y="0"/>
                  </a:lnTo>
                  <a:lnTo>
                    <a:pt x="1165860" y="658368"/>
                  </a:lnTo>
                  <a:lnTo>
                    <a:pt x="1147571" y="69189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92851" y="3371088"/>
              <a:ext cx="205740" cy="20726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483339" y="2499359"/>
              <a:ext cx="3080385" cy="1280160"/>
            </a:xfrm>
            <a:custGeom>
              <a:avLst/>
              <a:gdLst/>
              <a:ahLst/>
              <a:cxnLst/>
              <a:rect l="l" t="t" r="r" b="b"/>
              <a:pathLst>
                <a:path w="3080384" h="1280160">
                  <a:moveTo>
                    <a:pt x="2410980" y="804684"/>
                  </a:moveTo>
                  <a:lnTo>
                    <a:pt x="2389644" y="771144"/>
                  </a:lnTo>
                  <a:lnTo>
                    <a:pt x="1660664" y="1233779"/>
                  </a:lnTo>
                  <a:lnTo>
                    <a:pt x="1502549" y="811187"/>
                  </a:lnTo>
                  <a:lnTo>
                    <a:pt x="2375916" y="742188"/>
                  </a:lnTo>
                  <a:lnTo>
                    <a:pt x="2372868" y="705624"/>
                  </a:lnTo>
                  <a:lnTo>
                    <a:pt x="1488960" y="774890"/>
                  </a:lnTo>
                  <a:lnTo>
                    <a:pt x="1207020" y="21348"/>
                  </a:lnTo>
                  <a:lnTo>
                    <a:pt x="1171968" y="35064"/>
                  </a:lnTo>
                  <a:lnTo>
                    <a:pt x="1449438" y="777989"/>
                  </a:lnTo>
                  <a:lnTo>
                    <a:pt x="100291" y="883691"/>
                  </a:lnTo>
                  <a:lnTo>
                    <a:pt x="1126236" y="28956"/>
                  </a:lnTo>
                  <a:lnTo>
                    <a:pt x="1101852" y="0"/>
                  </a:lnTo>
                  <a:lnTo>
                    <a:pt x="33020" y="888961"/>
                  </a:lnTo>
                  <a:lnTo>
                    <a:pt x="0" y="891540"/>
                  </a:lnTo>
                  <a:lnTo>
                    <a:pt x="3060" y="929640"/>
                  </a:lnTo>
                  <a:lnTo>
                    <a:pt x="34010" y="927201"/>
                  </a:lnTo>
                  <a:lnTo>
                    <a:pt x="39636" y="934224"/>
                  </a:lnTo>
                  <a:lnTo>
                    <a:pt x="49542" y="925969"/>
                  </a:lnTo>
                  <a:lnTo>
                    <a:pt x="1463014" y="814311"/>
                  </a:lnTo>
                  <a:lnTo>
                    <a:pt x="1627543" y="1254798"/>
                  </a:lnTo>
                  <a:lnTo>
                    <a:pt x="1587576" y="1280160"/>
                  </a:lnTo>
                  <a:lnTo>
                    <a:pt x="1637017" y="1280160"/>
                  </a:lnTo>
                  <a:lnTo>
                    <a:pt x="1660207" y="1280160"/>
                  </a:lnTo>
                  <a:lnTo>
                    <a:pt x="1678025" y="1280160"/>
                  </a:lnTo>
                  <a:lnTo>
                    <a:pt x="1674609" y="1271041"/>
                  </a:lnTo>
                  <a:lnTo>
                    <a:pt x="2410980" y="804684"/>
                  </a:lnTo>
                  <a:close/>
                </a:path>
                <a:path w="3080384" h="1280160">
                  <a:moveTo>
                    <a:pt x="2490228" y="833640"/>
                  </a:moveTo>
                  <a:lnTo>
                    <a:pt x="2452128" y="824484"/>
                  </a:lnTo>
                  <a:lnTo>
                    <a:pt x="2339505" y="1280160"/>
                  </a:lnTo>
                  <a:lnTo>
                    <a:pt x="2379408" y="1280160"/>
                  </a:lnTo>
                  <a:lnTo>
                    <a:pt x="2490228" y="833640"/>
                  </a:lnTo>
                  <a:close/>
                </a:path>
                <a:path w="3080384" h="1280160">
                  <a:moveTo>
                    <a:pt x="3080181" y="1280160"/>
                  </a:moveTo>
                  <a:lnTo>
                    <a:pt x="2517660" y="774192"/>
                  </a:lnTo>
                  <a:lnTo>
                    <a:pt x="2493276" y="801636"/>
                  </a:lnTo>
                  <a:lnTo>
                    <a:pt x="3024238" y="1280160"/>
                  </a:lnTo>
                  <a:lnTo>
                    <a:pt x="3080181" y="128016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03264" y="1751076"/>
              <a:ext cx="762000" cy="7620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263896" y="3313176"/>
              <a:ext cx="353567" cy="28651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798307" y="3055620"/>
              <a:ext cx="352043" cy="28651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72668" y="3779520"/>
              <a:ext cx="9143999" cy="342900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3781044"/>
              <a:ext cx="5925311" cy="1024127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463027" y="4777739"/>
              <a:ext cx="205740" cy="20574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730239" y="4477511"/>
              <a:ext cx="205740" cy="20574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585960" y="4791455"/>
              <a:ext cx="205740" cy="20574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820912" y="4011168"/>
              <a:ext cx="205740" cy="205740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5946648" y="3779520"/>
              <a:ext cx="3706495" cy="1146175"/>
            </a:xfrm>
            <a:custGeom>
              <a:avLst/>
              <a:gdLst/>
              <a:ahLst/>
              <a:cxnLst/>
              <a:rect l="l" t="t" r="r" b="b"/>
              <a:pathLst>
                <a:path w="3706495" h="1146175">
                  <a:moveTo>
                    <a:pt x="2903207" y="257556"/>
                  </a:moveTo>
                  <a:lnTo>
                    <a:pt x="2616873" y="0"/>
                  </a:lnTo>
                  <a:lnTo>
                    <a:pt x="2560929" y="0"/>
                  </a:lnTo>
                  <a:lnTo>
                    <a:pt x="2878823" y="286512"/>
                  </a:lnTo>
                  <a:lnTo>
                    <a:pt x="2903207" y="257556"/>
                  </a:lnTo>
                  <a:close/>
                </a:path>
                <a:path w="3706495" h="1146175">
                  <a:moveTo>
                    <a:pt x="2916923" y="353580"/>
                  </a:moveTo>
                  <a:lnTo>
                    <a:pt x="2910827" y="315480"/>
                  </a:lnTo>
                  <a:lnTo>
                    <a:pt x="1793367" y="494512"/>
                  </a:lnTo>
                  <a:lnTo>
                    <a:pt x="1916099" y="0"/>
                  </a:lnTo>
                  <a:lnTo>
                    <a:pt x="1876196" y="0"/>
                  </a:lnTo>
                  <a:lnTo>
                    <a:pt x="1752371" y="501078"/>
                  </a:lnTo>
                  <a:lnTo>
                    <a:pt x="1422006" y="553999"/>
                  </a:lnTo>
                  <a:lnTo>
                    <a:pt x="1214716" y="0"/>
                  </a:lnTo>
                  <a:lnTo>
                    <a:pt x="1196898" y="0"/>
                  </a:lnTo>
                  <a:lnTo>
                    <a:pt x="1173708" y="0"/>
                  </a:lnTo>
                  <a:lnTo>
                    <a:pt x="1124267" y="0"/>
                  </a:lnTo>
                  <a:lnTo>
                    <a:pt x="7620" y="708672"/>
                  </a:lnTo>
                  <a:lnTo>
                    <a:pt x="27432" y="740676"/>
                  </a:lnTo>
                  <a:lnTo>
                    <a:pt x="1178140" y="11887"/>
                  </a:lnTo>
                  <a:lnTo>
                    <a:pt x="1382953" y="560260"/>
                  </a:lnTo>
                  <a:lnTo>
                    <a:pt x="0" y="781812"/>
                  </a:lnTo>
                  <a:lnTo>
                    <a:pt x="3048" y="800862"/>
                  </a:lnTo>
                  <a:lnTo>
                    <a:pt x="0" y="819912"/>
                  </a:lnTo>
                  <a:lnTo>
                    <a:pt x="1551432" y="1118616"/>
                  </a:lnTo>
                  <a:lnTo>
                    <a:pt x="1559052" y="1082040"/>
                  </a:lnTo>
                  <a:lnTo>
                    <a:pt x="113855" y="802652"/>
                  </a:lnTo>
                  <a:lnTo>
                    <a:pt x="1396720" y="597128"/>
                  </a:lnTo>
                  <a:lnTo>
                    <a:pt x="1563611" y="1043940"/>
                  </a:lnTo>
                  <a:lnTo>
                    <a:pt x="1600200" y="1030224"/>
                  </a:lnTo>
                  <a:lnTo>
                    <a:pt x="1435798" y="590867"/>
                  </a:lnTo>
                  <a:lnTo>
                    <a:pt x="1742313" y="541769"/>
                  </a:lnTo>
                  <a:lnTo>
                    <a:pt x="1627632" y="1005852"/>
                  </a:lnTo>
                  <a:lnTo>
                    <a:pt x="1664208" y="1014984"/>
                  </a:lnTo>
                  <a:lnTo>
                    <a:pt x="1783270" y="535203"/>
                  </a:lnTo>
                  <a:lnTo>
                    <a:pt x="2916923" y="353580"/>
                  </a:lnTo>
                  <a:close/>
                </a:path>
                <a:path w="3706495" h="1146175">
                  <a:moveTo>
                    <a:pt x="3697211" y="1037856"/>
                  </a:moveTo>
                  <a:lnTo>
                    <a:pt x="3058668" y="385572"/>
                  </a:lnTo>
                  <a:lnTo>
                    <a:pt x="3031223" y="411480"/>
                  </a:lnTo>
                  <a:lnTo>
                    <a:pt x="3669779" y="1063764"/>
                  </a:lnTo>
                  <a:lnTo>
                    <a:pt x="3697211" y="1037856"/>
                  </a:lnTo>
                  <a:close/>
                </a:path>
                <a:path w="3706495" h="1146175">
                  <a:moveTo>
                    <a:pt x="3706368" y="1107948"/>
                  </a:moveTo>
                  <a:lnTo>
                    <a:pt x="1645907" y="1066800"/>
                  </a:lnTo>
                  <a:lnTo>
                    <a:pt x="1645907" y="1104900"/>
                  </a:lnTo>
                  <a:lnTo>
                    <a:pt x="3704844" y="1146048"/>
                  </a:lnTo>
                  <a:lnTo>
                    <a:pt x="3706368" y="110794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793480" y="3947160"/>
              <a:ext cx="352043" cy="284988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517380" y="4684776"/>
              <a:ext cx="352043" cy="286511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435596" y="4684776"/>
              <a:ext cx="353567" cy="286511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716523" y="4413504"/>
              <a:ext cx="352043" cy="286512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991664" y="1267479"/>
            <a:ext cx="3914140" cy="2311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2405">
              <a:lnSpc>
                <a:spcPct val="100000"/>
              </a:lnSpc>
              <a:spcBef>
                <a:spcPts val="100"/>
              </a:spcBef>
            </a:pPr>
            <a:r>
              <a:rPr sz="1800" b="1" spc="9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800" b="1" spc="-180" dirty="0">
                <a:solidFill>
                  <a:srgbClr val="FFFFFF"/>
                </a:solidFill>
                <a:latin typeface="Tahoma"/>
                <a:cs typeface="Tahoma"/>
              </a:rPr>
              <a:t>PP</a:t>
            </a:r>
            <a:r>
              <a:rPr sz="1800" b="1" spc="-240" dirty="0">
                <a:solidFill>
                  <a:srgbClr val="FFFFFF"/>
                </a:solidFill>
                <a:latin typeface="Tahoma"/>
                <a:cs typeface="Tahoma"/>
              </a:rPr>
              <a:t>L</a:t>
            </a:r>
            <a:r>
              <a:rPr sz="1800" b="1" spc="-370" dirty="0">
                <a:solidFill>
                  <a:srgbClr val="FFFFFF"/>
                </a:solidFill>
                <a:latin typeface="Tahoma"/>
                <a:cs typeface="Tahoma"/>
              </a:rPr>
              <a:t>I</a:t>
            </a:r>
            <a:r>
              <a:rPr sz="1800" b="1" spc="200" dirty="0">
                <a:solidFill>
                  <a:srgbClr val="FFFFFF"/>
                </a:solidFill>
                <a:latin typeface="Tahoma"/>
                <a:cs typeface="Tahoma"/>
              </a:rPr>
              <a:t>C</a:t>
            </a:r>
            <a:r>
              <a:rPr sz="1800" b="1" spc="9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800" b="1" spc="-350" dirty="0">
                <a:solidFill>
                  <a:srgbClr val="FFFFFF"/>
                </a:solidFill>
                <a:latin typeface="Tahoma"/>
                <a:cs typeface="Tahoma"/>
              </a:rPr>
              <a:t>T</a:t>
            </a:r>
            <a:r>
              <a:rPr sz="1800" b="1" spc="-370" dirty="0">
                <a:solidFill>
                  <a:srgbClr val="FFFFFF"/>
                </a:solidFill>
                <a:latin typeface="Tahoma"/>
                <a:cs typeface="Tahoma"/>
              </a:rPr>
              <a:t>I</a:t>
            </a:r>
            <a:r>
              <a:rPr sz="1800" b="1" spc="125" dirty="0">
                <a:solidFill>
                  <a:srgbClr val="FFFFFF"/>
                </a:solidFill>
                <a:latin typeface="Tahoma"/>
                <a:cs typeface="Tahoma"/>
              </a:rPr>
              <a:t>O</a:t>
            </a:r>
            <a:r>
              <a:rPr sz="1800" b="1" spc="-60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r>
              <a:rPr sz="1800" b="1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b="1" spc="-180" dirty="0">
                <a:solidFill>
                  <a:srgbClr val="FFFFFF"/>
                </a:solidFill>
                <a:latin typeface="Tahoma"/>
                <a:cs typeface="Tahoma"/>
              </a:rPr>
              <a:t>P</a:t>
            </a:r>
            <a:r>
              <a:rPr sz="1800" b="1" spc="-270" dirty="0">
                <a:solidFill>
                  <a:srgbClr val="FFFFFF"/>
                </a:solidFill>
                <a:latin typeface="Tahoma"/>
                <a:cs typeface="Tahoma"/>
              </a:rPr>
              <a:t>R</a:t>
            </a:r>
            <a:r>
              <a:rPr sz="1800" b="1" spc="9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800" b="1" spc="-350" dirty="0">
                <a:solidFill>
                  <a:srgbClr val="FFFFFF"/>
                </a:solidFill>
                <a:latin typeface="Tahoma"/>
                <a:cs typeface="Tahoma"/>
              </a:rPr>
              <a:t>T</a:t>
            </a:r>
            <a:r>
              <a:rPr sz="1800" b="1" spc="-370" dirty="0">
                <a:solidFill>
                  <a:srgbClr val="FFFFFF"/>
                </a:solidFill>
                <a:latin typeface="Tahoma"/>
                <a:cs typeface="Tahoma"/>
              </a:rPr>
              <a:t>I</a:t>
            </a:r>
            <a:r>
              <a:rPr sz="1800" b="1" spc="125" dirty="0">
                <a:solidFill>
                  <a:srgbClr val="FFFFFF"/>
                </a:solidFill>
                <a:latin typeface="Tahoma"/>
                <a:cs typeface="Tahoma"/>
              </a:rPr>
              <a:t>Q</a:t>
            </a:r>
            <a:r>
              <a:rPr sz="1800" b="1" spc="-185" dirty="0">
                <a:solidFill>
                  <a:srgbClr val="FFFFFF"/>
                </a:solidFill>
                <a:latin typeface="Tahoma"/>
                <a:cs typeface="Tahoma"/>
              </a:rPr>
              <a:t>U</a:t>
            </a:r>
            <a:r>
              <a:rPr sz="1800" b="1" spc="-175" dirty="0">
                <a:solidFill>
                  <a:srgbClr val="FFFFFF"/>
                </a:solidFill>
                <a:latin typeface="Tahoma"/>
                <a:cs typeface="Tahoma"/>
              </a:rPr>
              <a:t>E</a:t>
            </a:r>
            <a:endParaRPr sz="1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350">
              <a:latin typeface="Tahoma"/>
              <a:cs typeface="Tahoma"/>
            </a:endParaRPr>
          </a:p>
          <a:p>
            <a:pPr marL="12700" marR="5080" algn="just">
              <a:lnSpc>
                <a:spcPct val="100000"/>
              </a:lnSpc>
            </a:pPr>
            <a:r>
              <a:rPr sz="1800" spc="-35" dirty="0">
                <a:solidFill>
                  <a:srgbClr val="FFFFFF"/>
                </a:solidFill>
                <a:latin typeface="Verdana"/>
                <a:cs typeface="Verdana"/>
              </a:rPr>
              <a:t>Le</a:t>
            </a:r>
            <a:r>
              <a:rPr sz="1800" spc="-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25" dirty="0">
                <a:solidFill>
                  <a:srgbClr val="FFFFFF"/>
                </a:solidFill>
                <a:latin typeface="Verdana"/>
                <a:cs typeface="Verdana"/>
              </a:rPr>
              <a:t>graphe </a:t>
            </a:r>
            <a:r>
              <a:rPr sz="1800" spc="-70" dirty="0">
                <a:solidFill>
                  <a:srgbClr val="FFFFFF"/>
                </a:solidFill>
                <a:latin typeface="Verdana"/>
                <a:cs typeface="Verdana"/>
              </a:rPr>
              <a:t>suivant</a:t>
            </a:r>
            <a:r>
              <a:rPr sz="1800" spc="-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35" dirty="0">
                <a:solidFill>
                  <a:srgbClr val="FFFFFF"/>
                </a:solidFill>
                <a:latin typeface="Verdana"/>
                <a:cs typeface="Verdana"/>
              </a:rPr>
              <a:t>représente</a:t>
            </a:r>
            <a:r>
              <a:rPr sz="1800" spc="-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le </a:t>
            </a: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20" dirty="0">
                <a:solidFill>
                  <a:srgbClr val="FFFFFF"/>
                </a:solidFill>
                <a:latin typeface="Verdana"/>
                <a:cs typeface="Verdana"/>
              </a:rPr>
              <a:t>plan</a:t>
            </a:r>
            <a:r>
              <a:rPr sz="1800" spc="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55" dirty="0">
                <a:solidFill>
                  <a:srgbClr val="FFFFFF"/>
                </a:solidFill>
                <a:latin typeface="Verdana"/>
                <a:cs typeface="Verdana"/>
              </a:rPr>
              <a:t>d’une</a:t>
            </a:r>
            <a:r>
              <a:rPr sz="1800" spc="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75" dirty="0">
                <a:solidFill>
                  <a:srgbClr val="FFFFFF"/>
                </a:solidFill>
                <a:latin typeface="Verdana"/>
                <a:cs typeface="Verdana"/>
              </a:rPr>
              <a:t>ville</a:t>
            </a:r>
            <a:r>
              <a:rPr sz="1800" spc="-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80" dirty="0">
                <a:solidFill>
                  <a:srgbClr val="FFFFFF"/>
                </a:solidFill>
                <a:latin typeface="Verdana"/>
                <a:cs typeface="Verdana"/>
              </a:rPr>
              <a:t>sur</a:t>
            </a:r>
            <a:r>
              <a:rPr sz="18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75" dirty="0">
                <a:solidFill>
                  <a:srgbClr val="FFFFFF"/>
                </a:solidFill>
                <a:latin typeface="Verdana"/>
                <a:cs typeface="Verdana"/>
              </a:rPr>
              <a:t>chaque </a:t>
            </a:r>
            <a:r>
              <a:rPr sz="1800" spc="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Verdana"/>
                <a:cs typeface="Verdana"/>
              </a:rPr>
              <a:t>sommet </a:t>
            </a:r>
            <a:r>
              <a:rPr sz="1800" spc="-65" dirty="0">
                <a:solidFill>
                  <a:srgbClr val="FFFFFF"/>
                </a:solidFill>
                <a:latin typeface="Verdana"/>
                <a:cs typeface="Verdana"/>
              </a:rPr>
              <a:t>vous </a:t>
            </a:r>
            <a:r>
              <a:rPr sz="1800" spc="-5" dirty="0">
                <a:solidFill>
                  <a:srgbClr val="FFFFFF"/>
                </a:solidFill>
                <a:latin typeface="Verdana"/>
                <a:cs typeface="Verdana"/>
              </a:rPr>
              <a:t>avez </a:t>
            </a: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des </a:t>
            </a:r>
            <a:r>
              <a:rPr sz="1800" spc="-20" dirty="0">
                <a:solidFill>
                  <a:srgbClr val="FFFFFF"/>
                </a:solidFill>
                <a:latin typeface="Verdana"/>
                <a:cs typeface="Verdana"/>
              </a:rPr>
              <a:t>boutiques </a:t>
            </a: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30" dirty="0">
                <a:solidFill>
                  <a:srgbClr val="FFFFFF"/>
                </a:solidFill>
                <a:latin typeface="Verdana"/>
                <a:cs typeface="Verdana"/>
              </a:rPr>
              <a:t>qui </a:t>
            </a:r>
            <a:r>
              <a:rPr sz="1800" spc="145" dirty="0">
                <a:solidFill>
                  <a:srgbClr val="FFFFFF"/>
                </a:solidFill>
                <a:latin typeface="Verdana"/>
                <a:cs typeface="Verdana"/>
              </a:rPr>
              <a:t>à </a:t>
            </a:r>
            <a:r>
              <a:rPr sz="1800" spc="15" dirty="0">
                <a:solidFill>
                  <a:srgbClr val="FFFFFF"/>
                </a:solidFill>
                <a:latin typeface="Verdana"/>
                <a:cs typeface="Verdana"/>
              </a:rPr>
              <a:t>la 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fin</a:t>
            </a:r>
            <a:r>
              <a:rPr sz="1800" spc="-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05" dirty="0">
                <a:solidFill>
                  <a:srgbClr val="FFFFFF"/>
                </a:solidFill>
                <a:latin typeface="Verdana"/>
                <a:cs typeface="Verdana"/>
              </a:rPr>
              <a:t>de </a:t>
            </a:r>
            <a:r>
              <a:rPr sz="1800" spc="-40" dirty="0">
                <a:solidFill>
                  <a:srgbClr val="FFFFFF"/>
                </a:solidFill>
                <a:latin typeface="Verdana"/>
                <a:cs typeface="Verdana"/>
              </a:rPr>
              <a:t>journée </a:t>
            </a:r>
            <a:r>
              <a:rPr sz="1800" spc="-20" dirty="0">
                <a:solidFill>
                  <a:srgbClr val="FFFFFF"/>
                </a:solidFill>
                <a:latin typeface="Verdana"/>
                <a:cs typeface="Verdana"/>
              </a:rPr>
              <a:t>ont </a:t>
            </a: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des </a:t>
            </a:r>
            <a:r>
              <a:rPr sz="1800" spc="-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60" dirty="0">
                <a:solidFill>
                  <a:srgbClr val="FFFFFF"/>
                </a:solidFill>
                <a:latin typeface="Verdana"/>
                <a:cs typeface="Verdana"/>
              </a:rPr>
              <a:t>caisses</a:t>
            </a:r>
            <a:r>
              <a:rPr sz="1800" spc="-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Verdana"/>
                <a:cs typeface="Verdana"/>
              </a:rPr>
              <a:t>qu’ils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Verdana"/>
                <a:cs typeface="Verdana"/>
              </a:rPr>
              <a:t>faut</a:t>
            </a: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Verdana"/>
                <a:cs typeface="Verdana"/>
              </a:rPr>
              <a:t>mettre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25" dirty="0">
                <a:solidFill>
                  <a:srgbClr val="FFFFFF"/>
                </a:solidFill>
                <a:latin typeface="Verdana"/>
                <a:cs typeface="Verdana"/>
              </a:rPr>
              <a:t>en </a:t>
            </a:r>
            <a:r>
              <a:rPr sz="1800" spc="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24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1800" spc="75" dirty="0">
                <a:solidFill>
                  <a:srgbClr val="FFFFFF"/>
                </a:solidFill>
                <a:latin typeface="Verdana"/>
                <a:cs typeface="Verdana"/>
              </a:rPr>
              <a:t>é</a:t>
            </a:r>
            <a:r>
              <a:rPr sz="1800" spc="229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1800" spc="-23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it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é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14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1800" spc="13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800" spc="-6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1800" spc="-24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6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00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sz="1800" spc="13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1800" spc="100" dirty="0">
                <a:solidFill>
                  <a:srgbClr val="FFFFFF"/>
                </a:solidFill>
                <a:latin typeface="Verdana"/>
                <a:cs typeface="Verdana"/>
              </a:rPr>
              <a:t>q</a:t>
            </a:r>
            <a:r>
              <a:rPr sz="1800" spc="-6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160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518618" y="6888581"/>
            <a:ext cx="193675" cy="212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105" dirty="0">
                <a:solidFill>
                  <a:srgbClr val="FFFFFF"/>
                </a:solidFill>
                <a:latin typeface="Verdana"/>
                <a:cs typeface="Verdana"/>
              </a:rPr>
              <a:t>3</a:t>
            </a:r>
            <a:r>
              <a:rPr sz="1200" spc="-100" dirty="0">
                <a:solidFill>
                  <a:srgbClr val="FFFFFF"/>
                </a:solidFill>
                <a:latin typeface="Verdana"/>
                <a:cs typeface="Verdana"/>
              </a:rPr>
              <a:t>8</a:t>
            </a:r>
            <a:endParaRPr sz="1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1485" y="1267479"/>
            <a:ext cx="25927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9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800" b="1" spc="-180" dirty="0">
                <a:solidFill>
                  <a:srgbClr val="FFFFFF"/>
                </a:solidFill>
                <a:latin typeface="Tahoma"/>
                <a:cs typeface="Tahoma"/>
              </a:rPr>
              <a:t>PP</a:t>
            </a:r>
            <a:r>
              <a:rPr sz="1800" b="1" spc="-240" dirty="0">
                <a:solidFill>
                  <a:srgbClr val="FFFFFF"/>
                </a:solidFill>
                <a:latin typeface="Tahoma"/>
                <a:cs typeface="Tahoma"/>
              </a:rPr>
              <a:t>L</a:t>
            </a:r>
            <a:r>
              <a:rPr sz="1800" b="1" spc="-370" dirty="0">
                <a:solidFill>
                  <a:srgbClr val="FFFFFF"/>
                </a:solidFill>
                <a:latin typeface="Tahoma"/>
                <a:cs typeface="Tahoma"/>
              </a:rPr>
              <a:t>I</a:t>
            </a:r>
            <a:r>
              <a:rPr sz="1800" b="1" spc="200" dirty="0">
                <a:solidFill>
                  <a:srgbClr val="FFFFFF"/>
                </a:solidFill>
                <a:latin typeface="Tahoma"/>
                <a:cs typeface="Tahoma"/>
              </a:rPr>
              <a:t>C</a:t>
            </a:r>
            <a:r>
              <a:rPr sz="1800" b="1" spc="9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800" b="1" spc="-350" dirty="0">
                <a:solidFill>
                  <a:srgbClr val="FFFFFF"/>
                </a:solidFill>
                <a:latin typeface="Tahoma"/>
                <a:cs typeface="Tahoma"/>
              </a:rPr>
              <a:t>T</a:t>
            </a:r>
            <a:r>
              <a:rPr sz="1800" b="1" spc="-370" dirty="0">
                <a:solidFill>
                  <a:srgbClr val="FFFFFF"/>
                </a:solidFill>
                <a:latin typeface="Tahoma"/>
                <a:cs typeface="Tahoma"/>
              </a:rPr>
              <a:t>I</a:t>
            </a:r>
            <a:r>
              <a:rPr sz="1800" b="1" spc="125" dirty="0">
                <a:solidFill>
                  <a:srgbClr val="FFFFFF"/>
                </a:solidFill>
                <a:latin typeface="Tahoma"/>
                <a:cs typeface="Tahoma"/>
              </a:rPr>
              <a:t>O</a:t>
            </a:r>
            <a:r>
              <a:rPr sz="1800" b="1" spc="-60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r>
              <a:rPr sz="1800" b="1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b="1" spc="-180" dirty="0">
                <a:solidFill>
                  <a:srgbClr val="FFFFFF"/>
                </a:solidFill>
                <a:latin typeface="Tahoma"/>
                <a:cs typeface="Tahoma"/>
              </a:rPr>
              <a:t>P</a:t>
            </a:r>
            <a:r>
              <a:rPr sz="1800" b="1" spc="-270" dirty="0">
                <a:solidFill>
                  <a:srgbClr val="FFFFFF"/>
                </a:solidFill>
                <a:latin typeface="Tahoma"/>
                <a:cs typeface="Tahoma"/>
              </a:rPr>
              <a:t>R</a:t>
            </a:r>
            <a:r>
              <a:rPr sz="1800" b="1" spc="9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800" b="1" spc="-350" dirty="0">
                <a:solidFill>
                  <a:srgbClr val="FFFFFF"/>
                </a:solidFill>
                <a:latin typeface="Tahoma"/>
                <a:cs typeface="Tahoma"/>
              </a:rPr>
              <a:t>T</a:t>
            </a:r>
            <a:r>
              <a:rPr sz="1800" b="1" spc="-370" dirty="0">
                <a:solidFill>
                  <a:srgbClr val="FFFFFF"/>
                </a:solidFill>
                <a:latin typeface="Tahoma"/>
                <a:cs typeface="Tahoma"/>
              </a:rPr>
              <a:t>I</a:t>
            </a:r>
            <a:r>
              <a:rPr sz="1800" b="1" spc="125" dirty="0">
                <a:solidFill>
                  <a:srgbClr val="FFFFFF"/>
                </a:solidFill>
                <a:latin typeface="Tahoma"/>
                <a:cs typeface="Tahoma"/>
              </a:rPr>
              <a:t>Q</a:t>
            </a:r>
            <a:r>
              <a:rPr sz="1800" b="1" spc="-185" dirty="0">
                <a:solidFill>
                  <a:srgbClr val="FFFFFF"/>
                </a:solidFill>
                <a:latin typeface="Tahoma"/>
                <a:cs typeface="Tahoma"/>
              </a:rPr>
              <a:t>U</a:t>
            </a:r>
            <a:r>
              <a:rPr sz="1800" b="1" spc="-175" dirty="0">
                <a:solidFill>
                  <a:srgbClr val="FFFFFF"/>
                </a:solidFill>
                <a:latin typeface="Tahoma"/>
                <a:cs typeface="Tahoma"/>
              </a:rPr>
              <a:t>E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81482" y="459697"/>
            <a:ext cx="463867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204" dirty="0">
                <a:solidFill>
                  <a:srgbClr val="FF5697"/>
                </a:solidFill>
              </a:rPr>
              <a:t>G</a:t>
            </a:r>
            <a:r>
              <a:rPr sz="2200" spc="-330" dirty="0">
                <a:solidFill>
                  <a:srgbClr val="FF5697"/>
                </a:solidFill>
              </a:rPr>
              <a:t>R</a:t>
            </a:r>
            <a:r>
              <a:rPr sz="2200" spc="114" dirty="0">
                <a:solidFill>
                  <a:srgbClr val="FF5697"/>
                </a:solidFill>
              </a:rPr>
              <a:t>A</a:t>
            </a:r>
            <a:r>
              <a:rPr sz="2200" spc="-225" dirty="0">
                <a:solidFill>
                  <a:srgbClr val="FF5697"/>
                </a:solidFill>
              </a:rPr>
              <a:t>P</a:t>
            </a:r>
            <a:r>
              <a:rPr sz="2200" spc="-215" dirty="0">
                <a:solidFill>
                  <a:srgbClr val="FF5697"/>
                </a:solidFill>
              </a:rPr>
              <a:t>HE</a:t>
            </a:r>
            <a:r>
              <a:rPr sz="2200" spc="10" dirty="0">
                <a:solidFill>
                  <a:srgbClr val="FF5697"/>
                </a:solidFill>
              </a:rPr>
              <a:t> 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225" dirty="0">
                <a:solidFill>
                  <a:srgbClr val="FF5697"/>
                </a:solidFill>
              </a:rPr>
              <a:t>U</a:t>
            </a:r>
            <a:r>
              <a:rPr sz="2200" spc="-295" dirty="0">
                <a:solidFill>
                  <a:srgbClr val="FF5697"/>
                </a:solidFill>
              </a:rPr>
              <a:t>L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330" dirty="0">
                <a:solidFill>
                  <a:srgbClr val="FF5697"/>
                </a:solidFill>
              </a:rPr>
              <a:t>R</a:t>
            </a:r>
            <a:r>
              <a:rPr sz="2200" spc="-450" dirty="0">
                <a:solidFill>
                  <a:srgbClr val="FF5697"/>
                </a:solidFill>
              </a:rPr>
              <a:t>I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75" dirty="0">
                <a:solidFill>
                  <a:srgbClr val="FF5697"/>
                </a:solidFill>
              </a:rPr>
              <a:t>N</a:t>
            </a:r>
            <a:r>
              <a:rPr sz="2200" spc="-10" dirty="0">
                <a:solidFill>
                  <a:srgbClr val="FF5697"/>
                </a:solidFill>
              </a:rPr>
              <a:t> 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425" dirty="0">
                <a:solidFill>
                  <a:srgbClr val="FF5697"/>
                </a:solidFill>
              </a:rPr>
              <a:t>T</a:t>
            </a:r>
            <a:r>
              <a:rPr sz="2200" spc="-30" dirty="0">
                <a:solidFill>
                  <a:srgbClr val="FF5697"/>
                </a:solidFill>
              </a:rPr>
              <a:t> </a:t>
            </a:r>
            <a:r>
              <a:rPr sz="2200" spc="-195" dirty="0">
                <a:solidFill>
                  <a:srgbClr val="FF5697"/>
                </a:solidFill>
              </a:rPr>
              <a:t>H</a:t>
            </a:r>
            <a:r>
              <a:rPr sz="2200" spc="114" dirty="0">
                <a:solidFill>
                  <a:srgbClr val="FF5697"/>
                </a:solidFill>
              </a:rPr>
              <a:t>A</a:t>
            </a:r>
            <a:r>
              <a:rPr sz="2200" spc="10" dirty="0">
                <a:solidFill>
                  <a:srgbClr val="FF5697"/>
                </a:solidFill>
              </a:rPr>
              <a:t>M</a:t>
            </a:r>
            <a:r>
              <a:rPr sz="2200" spc="-450" dirty="0">
                <a:solidFill>
                  <a:srgbClr val="FF5697"/>
                </a:solidFill>
              </a:rPr>
              <a:t>I</a:t>
            </a:r>
            <a:r>
              <a:rPr sz="2200" spc="-295" dirty="0">
                <a:solidFill>
                  <a:srgbClr val="FF5697"/>
                </a:solidFill>
              </a:rPr>
              <a:t>L</a:t>
            </a:r>
            <a:r>
              <a:rPr sz="2200" spc="-425" dirty="0">
                <a:solidFill>
                  <a:srgbClr val="FF5697"/>
                </a:solidFill>
              </a:rPr>
              <a:t>T</a:t>
            </a:r>
            <a:r>
              <a:rPr sz="2200" spc="150" dirty="0">
                <a:solidFill>
                  <a:srgbClr val="FF5697"/>
                </a:solidFill>
              </a:rPr>
              <a:t>O</a:t>
            </a:r>
            <a:r>
              <a:rPr sz="2200" spc="-75" dirty="0">
                <a:solidFill>
                  <a:srgbClr val="FF5697"/>
                </a:solidFill>
              </a:rPr>
              <a:t>N</a:t>
            </a:r>
            <a:r>
              <a:rPr sz="2200" spc="-450" dirty="0">
                <a:solidFill>
                  <a:srgbClr val="FF5697"/>
                </a:solidFill>
              </a:rPr>
              <a:t>I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75" dirty="0">
                <a:solidFill>
                  <a:srgbClr val="FF5697"/>
                </a:solidFill>
              </a:rPr>
              <a:t>N</a:t>
            </a:r>
            <a:endParaRPr sz="2200"/>
          </a:p>
        </p:txBody>
      </p:sp>
      <p:grpSp>
        <p:nvGrpSpPr>
          <p:cNvPr id="4" name="object 4"/>
          <p:cNvGrpSpPr/>
          <p:nvPr/>
        </p:nvGrpSpPr>
        <p:grpSpPr>
          <a:xfrm>
            <a:off x="772668" y="1751076"/>
            <a:ext cx="9144000" cy="5457825"/>
            <a:chOff x="772668" y="1751076"/>
            <a:chExt cx="9144000" cy="545782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44055" y="2333244"/>
              <a:ext cx="205740" cy="20726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18120" y="3119627"/>
              <a:ext cx="205740" cy="20726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726936" y="2484119"/>
              <a:ext cx="1165860" cy="692150"/>
            </a:xfrm>
            <a:custGeom>
              <a:avLst/>
              <a:gdLst/>
              <a:ahLst/>
              <a:cxnLst/>
              <a:rect l="l" t="t" r="r" b="b"/>
              <a:pathLst>
                <a:path w="1165859" h="692150">
                  <a:moveTo>
                    <a:pt x="1147571" y="691896"/>
                  </a:moveTo>
                  <a:lnTo>
                    <a:pt x="0" y="33528"/>
                  </a:lnTo>
                  <a:lnTo>
                    <a:pt x="19812" y="0"/>
                  </a:lnTo>
                  <a:lnTo>
                    <a:pt x="1165860" y="658368"/>
                  </a:lnTo>
                  <a:lnTo>
                    <a:pt x="1147571" y="69189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92851" y="3371088"/>
              <a:ext cx="205740" cy="20726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483339" y="2499359"/>
              <a:ext cx="3080385" cy="1280160"/>
            </a:xfrm>
            <a:custGeom>
              <a:avLst/>
              <a:gdLst/>
              <a:ahLst/>
              <a:cxnLst/>
              <a:rect l="l" t="t" r="r" b="b"/>
              <a:pathLst>
                <a:path w="3080384" h="1280160">
                  <a:moveTo>
                    <a:pt x="2410980" y="804684"/>
                  </a:moveTo>
                  <a:lnTo>
                    <a:pt x="2389644" y="771144"/>
                  </a:lnTo>
                  <a:lnTo>
                    <a:pt x="1660664" y="1233779"/>
                  </a:lnTo>
                  <a:lnTo>
                    <a:pt x="1502549" y="811187"/>
                  </a:lnTo>
                  <a:lnTo>
                    <a:pt x="2375916" y="742188"/>
                  </a:lnTo>
                  <a:lnTo>
                    <a:pt x="2372868" y="705624"/>
                  </a:lnTo>
                  <a:lnTo>
                    <a:pt x="1488960" y="774890"/>
                  </a:lnTo>
                  <a:lnTo>
                    <a:pt x="1207020" y="21348"/>
                  </a:lnTo>
                  <a:lnTo>
                    <a:pt x="1171968" y="35064"/>
                  </a:lnTo>
                  <a:lnTo>
                    <a:pt x="1449438" y="777989"/>
                  </a:lnTo>
                  <a:lnTo>
                    <a:pt x="100291" y="883691"/>
                  </a:lnTo>
                  <a:lnTo>
                    <a:pt x="1126236" y="28956"/>
                  </a:lnTo>
                  <a:lnTo>
                    <a:pt x="1101852" y="0"/>
                  </a:lnTo>
                  <a:lnTo>
                    <a:pt x="33020" y="888961"/>
                  </a:lnTo>
                  <a:lnTo>
                    <a:pt x="0" y="891540"/>
                  </a:lnTo>
                  <a:lnTo>
                    <a:pt x="3060" y="929640"/>
                  </a:lnTo>
                  <a:lnTo>
                    <a:pt x="34010" y="927201"/>
                  </a:lnTo>
                  <a:lnTo>
                    <a:pt x="39636" y="934224"/>
                  </a:lnTo>
                  <a:lnTo>
                    <a:pt x="49542" y="925969"/>
                  </a:lnTo>
                  <a:lnTo>
                    <a:pt x="1463014" y="814311"/>
                  </a:lnTo>
                  <a:lnTo>
                    <a:pt x="1627543" y="1254798"/>
                  </a:lnTo>
                  <a:lnTo>
                    <a:pt x="1587576" y="1280160"/>
                  </a:lnTo>
                  <a:lnTo>
                    <a:pt x="1637017" y="1280160"/>
                  </a:lnTo>
                  <a:lnTo>
                    <a:pt x="1660207" y="1280160"/>
                  </a:lnTo>
                  <a:lnTo>
                    <a:pt x="1678025" y="1280160"/>
                  </a:lnTo>
                  <a:lnTo>
                    <a:pt x="1674609" y="1271041"/>
                  </a:lnTo>
                  <a:lnTo>
                    <a:pt x="2410980" y="804684"/>
                  </a:lnTo>
                  <a:close/>
                </a:path>
                <a:path w="3080384" h="1280160">
                  <a:moveTo>
                    <a:pt x="2490228" y="833640"/>
                  </a:moveTo>
                  <a:lnTo>
                    <a:pt x="2452128" y="824484"/>
                  </a:lnTo>
                  <a:lnTo>
                    <a:pt x="2339505" y="1280160"/>
                  </a:lnTo>
                  <a:lnTo>
                    <a:pt x="2379408" y="1280160"/>
                  </a:lnTo>
                  <a:lnTo>
                    <a:pt x="2490228" y="833640"/>
                  </a:lnTo>
                  <a:close/>
                </a:path>
                <a:path w="3080384" h="1280160">
                  <a:moveTo>
                    <a:pt x="3080181" y="1280160"/>
                  </a:moveTo>
                  <a:lnTo>
                    <a:pt x="2517660" y="774192"/>
                  </a:lnTo>
                  <a:lnTo>
                    <a:pt x="2493276" y="801636"/>
                  </a:lnTo>
                  <a:lnTo>
                    <a:pt x="3024238" y="1280160"/>
                  </a:lnTo>
                  <a:lnTo>
                    <a:pt x="3080181" y="128016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03264" y="1751076"/>
              <a:ext cx="762000" cy="7620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263896" y="3313176"/>
              <a:ext cx="353567" cy="28651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798307" y="3055620"/>
              <a:ext cx="352043" cy="28651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73951" y="1880616"/>
              <a:ext cx="409955" cy="56235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72668" y="3779520"/>
              <a:ext cx="9143999" cy="34290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1812" y="3781044"/>
              <a:ext cx="5925311" cy="102412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463027" y="4777739"/>
              <a:ext cx="205740" cy="20574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730239" y="4477511"/>
              <a:ext cx="205740" cy="20574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9585960" y="4791455"/>
              <a:ext cx="205740" cy="20574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8820912" y="4011168"/>
              <a:ext cx="205740" cy="205740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5946648" y="3779520"/>
              <a:ext cx="3706495" cy="1146175"/>
            </a:xfrm>
            <a:custGeom>
              <a:avLst/>
              <a:gdLst/>
              <a:ahLst/>
              <a:cxnLst/>
              <a:rect l="l" t="t" r="r" b="b"/>
              <a:pathLst>
                <a:path w="3706495" h="1146175">
                  <a:moveTo>
                    <a:pt x="2903207" y="257556"/>
                  </a:moveTo>
                  <a:lnTo>
                    <a:pt x="2616873" y="0"/>
                  </a:lnTo>
                  <a:lnTo>
                    <a:pt x="2560929" y="0"/>
                  </a:lnTo>
                  <a:lnTo>
                    <a:pt x="2878823" y="286512"/>
                  </a:lnTo>
                  <a:lnTo>
                    <a:pt x="2903207" y="257556"/>
                  </a:lnTo>
                  <a:close/>
                </a:path>
                <a:path w="3706495" h="1146175">
                  <a:moveTo>
                    <a:pt x="2916923" y="353580"/>
                  </a:moveTo>
                  <a:lnTo>
                    <a:pt x="2910827" y="315480"/>
                  </a:lnTo>
                  <a:lnTo>
                    <a:pt x="1793367" y="494512"/>
                  </a:lnTo>
                  <a:lnTo>
                    <a:pt x="1916099" y="0"/>
                  </a:lnTo>
                  <a:lnTo>
                    <a:pt x="1876196" y="0"/>
                  </a:lnTo>
                  <a:lnTo>
                    <a:pt x="1752371" y="501078"/>
                  </a:lnTo>
                  <a:lnTo>
                    <a:pt x="1422006" y="553999"/>
                  </a:lnTo>
                  <a:lnTo>
                    <a:pt x="1214716" y="0"/>
                  </a:lnTo>
                  <a:lnTo>
                    <a:pt x="1196898" y="0"/>
                  </a:lnTo>
                  <a:lnTo>
                    <a:pt x="1173708" y="0"/>
                  </a:lnTo>
                  <a:lnTo>
                    <a:pt x="1124267" y="0"/>
                  </a:lnTo>
                  <a:lnTo>
                    <a:pt x="7620" y="708672"/>
                  </a:lnTo>
                  <a:lnTo>
                    <a:pt x="27432" y="740676"/>
                  </a:lnTo>
                  <a:lnTo>
                    <a:pt x="1178140" y="11887"/>
                  </a:lnTo>
                  <a:lnTo>
                    <a:pt x="1382953" y="560260"/>
                  </a:lnTo>
                  <a:lnTo>
                    <a:pt x="0" y="781812"/>
                  </a:lnTo>
                  <a:lnTo>
                    <a:pt x="3048" y="800862"/>
                  </a:lnTo>
                  <a:lnTo>
                    <a:pt x="0" y="819912"/>
                  </a:lnTo>
                  <a:lnTo>
                    <a:pt x="1551432" y="1118616"/>
                  </a:lnTo>
                  <a:lnTo>
                    <a:pt x="1559052" y="1082040"/>
                  </a:lnTo>
                  <a:lnTo>
                    <a:pt x="113855" y="802652"/>
                  </a:lnTo>
                  <a:lnTo>
                    <a:pt x="1396720" y="597128"/>
                  </a:lnTo>
                  <a:lnTo>
                    <a:pt x="1563611" y="1043940"/>
                  </a:lnTo>
                  <a:lnTo>
                    <a:pt x="1600200" y="1030224"/>
                  </a:lnTo>
                  <a:lnTo>
                    <a:pt x="1435798" y="590867"/>
                  </a:lnTo>
                  <a:lnTo>
                    <a:pt x="1742313" y="541769"/>
                  </a:lnTo>
                  <a:lnTo>
                    <a:pt x="1627632" y="1005852"/>
                  </a:lnTo>
                  <a:lnTo>
                    <a:pt x="1664208" y="1014984"/>
                  </a:lnTo>
                  <a:lnTo>
                    <a:pt x="1783270" y="535203"/>
                  </a:lnTo>
                  <a:lnTo>
                    <a:pt x="2916923" y="353580"/>
                  </a:lnTo>
                  <a:close/>
                </a:path>
                <a:path w="3706495" h="1146175">
                  <a:moveTo>
                    <a:pt x="3697211" y="1037856"/>
                  </a:moveTo>
                  <a:lnTo>
                    <a:pt x="3058668" y="385572"/>
                  </a:lnTo>
                  <a:lnTo>
                    <a:pt x="3031223" y="411480"/>
                  </a:lnTo>
                  <a:lnTo>
                    <a:pt x="3669779" y="1063764"/>
                  </a:lnTo>
                  <a:lnTo>
                    <a:pt x="3697211" y="1037856"/>
                  </a:lnTo>
                  <a:close/>
                </a:path>
                <a:path w="3706495" h="1146175">
                  <a:moveTo>
                    <a:pt x="3706368" y="1107948"/>
                  </a:moveTo>
                  <a:lnTo>
                    <a:pt x="1645907" y="1066800"/>
                  </a:lnTo>
                  <a:lnTo>
                    <a:pt x="1645907" y="1104900"/>
                  </a:lnTo>
                  <a:lnTo>
                    <a:pt x="3704844" y="1146048"/>
                  </a:lnTo>
                  <a:lnTo>
                    <a:pt x="3706368" y="110794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793480" y="3947160"/>
              <a:ext cx="352043" cy="284988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517380" y="4684776"/>
              <a:ext cx="352043" cy="286511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435596" y="4684776"/>
              <a:ext cx="353567" cy="286511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716523" y="4413504"/>
              <a:ext cx="352043" cy="286512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991664" y="3230330"/>
            <a:ext cx="3914140" cy="1671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spc="-35" dirty="0">
                <a:solidFill>
                  <a:srgbClr val="FFFFFF"/>
                </a:solidFill>
                <a:latin typeface="Verdana"/>
                <a:cs typeface="Verdana"/>
              </a:rPr>
              <a:t>Le</a:t>
            </a:r>
            <a:r>
              <a:rPr sz="1800" spc="-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25" dirty="0">
                <a:solidFill>
                  <a:srgbClr val="FFFFFF"/>
                </a:solidFill>
                <a:latin typeface="Verdana"/>
                <a:cs typeface="Verdana"/>
              </a:rPr>
              <a:t>graphe </a:t>
            </a:r>
            <a:r>
              <a:rPr sz="1800" spc="-70" dirty="0">
                <a:solidFill>
                  <a:srgbClr val="FFFFFF"/>
                </a:solidFill>
                <a:latin typeface="Verdana"/>
                <a:cs typeface="Verdana"/>
              </a:rPr>
              <a:t>suivant</a:t>
            </a:r>
            <a:r>
              <a:rPr sz="1800" spc="-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35" dirty="0">
                <a:solidFill>
                  <a:srgbClr val="FFFFFF"/>
                </a:solidFill>
                <a:latin typeface="Verdana"/>
                <a:cs typeface="Verdana"/>
              </a:rPr>
              <a:t>représente</a:t>
            </a:r>
            <a:r>
              <a:rPr sz="1800" spc="-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le </a:t>
            </a: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20" dirty="0">
                <a:solidFill>
                  <a:srgbClr val="FFFFFF"/>
                </a:solidFill>
                <a:latin typeface="Verdana"/>
                <a:cs typeface="Verdana"/>
              </a:rPr>
              <a:t>plan</a:t>
            </a:r>
            <a:r>
              <a:rPr sz="1800" spc="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50" dirty="0">
                <a:solidFill>
                  <a:srgbClr val="FFFFFF"/>
                </a:solidFill>
                <a:latin typeface="Verdana"/>
                <a:cs typeface="Verdana"/>
              </a:rPr>
              <a:t>d’une</a:t>
            </a:r>
            <a:r>
              <a:rPr sz="1800" spc="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75" dirty="0">
                <a:solidFill>
                  <a:srgbClr val="FFFFFF"/>
                </a:solidFill>
                <a:latin typeface="Verdana"/>
                <a:cs typeface="Verdana"/>
              </a:rPr>
              <a:t>ville</a:t>
            </a:r>
            <a:r>
              <a:rPr sz="1800" spc="-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80" dirty="0">
                <a:solidFill>
                  <a:srgbClr val="FFFFFF"/>
                </a:solidFill>
                <a:latin typeface="Verdana"/>
                <a:cs typeface="Verdana"/>
              </a:rPr>
              <a:t>sur</a:t>
            </a:r>
            <a:r>
              <a:rPr sz="18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80" dirty="0">
                <a:solidFill>
                  <a:srgbClr val="FFFFFF"/>
                </a:solidFill>
                <a:latin typeface="Verdana"/>
                <a:cs typeface="Verdana"/>
              </a:rPr>
              <a:t>chaque </a:t>
            </a:r>
            <a:r>
              <a:rPr sz="1800" spc="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Verdana"/>
                <a:cs typeface="Verdana"/>
              </a:rPr>
              <a:t>sommet </a:t>
            </a:r>
            <a:r>
              <a:rPr sz="1800" spc="-65" dirty="0">
                <a:solidFill>
                  <a:srgbClr val="FFFFFF"/>
                </a:solidFill>
                <a:latin typeface="Verdana"/>
                <a:cs typeface="Verdana"/>
              </a:rPr>
              <a:t>vous </a:t>
            </a:r>
            <a:r>
              <a:rPr sz="1800" spc="-5" dirty="0">
                <a:solidFill>
                  <a:srgbClr val="FFFFFF"/>
                </a:solidFill>
                <a:latin typeface="Verdana"/>
                <a:cs typeface="Verdana"/>
              </a:rPr>
              <a:t>avez </a:t>
            </a: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des </a:t>
            </a:r>
            <a:r>
              <a:rPr sz="1800" spc="-20" dirty="0">
                <a:solidFill>
                  <a:srgbClr val="FFFFFF"/>
                </a:solidFill>
                <a:latin typeface="Verdana"/>
                <a:cs typeface="Verdana"/>
              </a:rPr>
              <a:t>boutiques </a:t>
            </a: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30" dirty="0">
                <a:solidFill>
                  <a:srgbClr val="FFFFFF"/>
                </a:solidFill>
                <a:latin typeface="Verdana"/>
                <a:cs typeface="Verdana"/>
              </a:rPr>
              <a:t>qui </a:t>
            </a:r>
            <a:r>
              <a:rPr sz="1800" spc="145" dirty="0">
                <a:solidFill>
                  <a:srgbClr val="FFFFFF"/>
                </a:solidFill>
                <a:latin typeface="Verdana"/>
                <a:cs typeface="Verdana"/>
              </a:rPr>
              <a:t>à </a:t>
            </a:r>
            <a:r>
              <a:rPr sz="1800" spc="15" dirty="0">
                <a:solidFill>
                  <a:srgbClr val="FFFFFF"/>
                </a:solidFill>
                <a:latin typeface="Verdana"/>
                <a:cs typeface="Verdana"/>
              </a:rPr>
              <a:t>la 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fin</a:t>
            </a:r>
            <a:r>
              <a:rPr sz="1800" spc="-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05" dirty="0">
                <a:solidFill>
                  <a:srgbClr val="FFFFFF"/>
                </a:solidFill>
                <a:latin typeface="Verdana"/>
                <a:cs typeface="Verdana"/>
              </a:rPr>
              <a:t>de </a:t>
            </a:r>
            <a:r>
              <a:rPr sz="1800" spc="-40" dirty="0">
                <a:solidFill>
                  <a:srgbClr val="FFFFFF"/>
                </a:solidFill>
                <a:latin typeface="Verdana"/>
                <a:cs typeface="Verdana"/>
              </a:rPr>
              <a:t>journée </a:t>
            </a:r>
            <a:r>
              <a:rPr sz="1800" spc="-20" dirty="0">
                <a:solidFill>
                  <a:srgbClr val="FFFFFF"/>
                </a:solidFill>
                <a:latin typeface="Verdana"/>
                <a:cs typeface="Verdana"/>
              </a:rPr>
              <a:t>ont </a:t>
            </a: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des </a:t>
            </a:r>
            <a:r>
              <a:rPr sz="1800" spc="-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60" dirty="0">
                <a:solidFill>
                  <a:srgbClr val="FFFFFF"/>
                </a:solidFill>
                <a:latin typeface="Verdana"/>
                <a:cs typeface="Verdana"/>
              </a:rPr>
              <a:t>caisses</a:t>
            </a:r>
            <a:r>
              <a:rPr sz="1800" spc="-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Verdana"/>
                <a:cs typeface="Verdana"/>
              </a:rPr>
              <a:t>qu’ils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Verdana"/>
                <a:cs typeface="Verdana"/>
              </a:rPr>
              <a:t>faut</a:t>
            </a: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Verdana"/>
                <a:cs typeface="Verdana"/>
              </a:rPr>
              <a:t>mettre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25" dirty="0">
                <a:solidFill>
                  <a:srgbClr val="FFFFFF"/>
                </a:solidFill>
                <a:latin typeface="Verdana"/>
                <a:cs typeface="Verdana"/>
              </a:rPr>
              <a:t>en </a:t>
            </a:r>
            <a:r>
              <a:rPr sz="1800" spc="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24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1800" spc="75" dirty="0">
                <a:solidFill>
                  <a:srgbClr val="FFFFFF"/>
                </a:solidFill>
                <a:latin typeface="Verdana"/>
                <a:cs typeface="Verdana"/>
              </a:rPr>
              <a:t>é</a:t>
            </a:r>
            <a:r>
              <a:rPr sz="1800" spc="229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1800" spc="-23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it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é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14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1800" spc="13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800" spc="-6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1800" spc="-24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6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00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sz="1800" spc="13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1800" spc="100" dirty="0">
                <a:solidFill>
                  <a:srgbClr val="FFFFFF"/>
                </a:solidFill>
                <a:latin typeface="Verdana"/>
                <a:cs typeface="Verdana"/>
              </a:rPr>
              <a:t>q</a:t>
            </a:r>
            <a:r>
              <a:rPr sz="1800" spc="-6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160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518618" y="6888581"/>
            <a:ext cx="193675" cy="212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105" dirty="0">
                <a:solidFill>
                  <a:srgbClr val="FFFFFF"/>
                </a:solidFill>
                <a:latin typeface="Verdana"/>
                <a:cs typeface="Verdana"/>
              </a:rPr>
              <a:t>3</a:t>
            </a:r>
            <a:r>
              <a:rPr sz="1200" spc="-100" dirty="0">
                <a:solidFill>
                  <a:srgbClr val="FFFFFF"/>
                </a:solidFill>
                <a:latin typeface="Verdana"/>
                <a:cs typeface="Verdana"/>
              </a:rPr>
              <a:t>8</a:t>
            </a:r>
            <a:endParaRPr sz="1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1485" y="1267479"/>
            <a:ext cx="25927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9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800" b="1" spc="-180" dirty="0">
                <a:solidFill>
                  <a:srgbClr val="FFFFFF"/>
                </a:solidFill>
                <a:latin typeface="Tahoma"/>
                <a:cs typeface="Tahoma"/>
              </a:rPr>
              <a:t>PP</a:t>
            </a:r>
            <a:r>
              <a:rPr sz="1800" b="1" spc="-240" dirty="0">
                <a:solidFill>
                  <a:srgbClr val="FFFFFF"/>
                </a:solidFill>
                <a:latin typeface="Tahoma"/>
                <a:cs typeface="Tahoma"/>
              </a:rPr>
              <a:t>L</a:t>
            </a:r>
            <a:r>
              <a:rPr sz="1800" b="1" spc="-370" dirty="0">
                <a:solidFill>
                  <a:srgbClr val="FFFFFF"/>
                </a:solidFill>
                <a:latin typeface="Tahoma"/>
                <a:cs typeface="Tahoma"/>
              </a:rPr>
              <a:t>I</a:t>
            </a:r>
            <a:r>
              <a:rPr sz="1800" b="1" spc="200" dirty="0">
                <a:solidFill>
                  <a:srgbClr val="FFFFFF"/>
                </a:solidFill>
                <a:latin typeface="Tahoma"/>
                <a:cs typeface="Tahoma"/>
              </a:rPr>
              <a:t>C</a:t>
            </a:r>
            <a:r>
              <a:rPr sz="1800" b="1" spc="9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800" b="1" spc="-350" dirty="0">
                <a:solidFill>
                  <a:srgbClr val="FFFFFF"/>
                </a:solidFill>
                <a:latin typeface="Tahoma"/>
                <a:cs typeface="Tahoma"/>
              </a:rPr>
              <a:t>T</a:t>
            </a:r>
            <a:r>
              <a:rPr sz="1800" b="1" spc="-370" dirty="0">
                <a:solidFill>
                  <a:srgbClr val="FFFFFF"/>
                </a:solidFill>
                <a:latin typeface="Tahoma"/>
                <a:cs typeface="Tahoma"/>
              </a:rPr>
              <a:t>I</a:t>
            </a:r>
            <a:r>
              <a:rPr sz="1800" b="1" spc="125" dirty="0">
                <a:solidFill>
                  <a:srgbClr val="FFFFFF"/>
                </a:solidFill>
                <a:latin typeface="Tahoma"/>
                <a:cs typeface="Tahoma"/>
              </a:rPr>
              <a:t>O</a:t>
            </a:r>
            <a:r>
              <a:rPr sz="1800" b="1" spc="-60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r>
              <a:rPr sz="1800" b="1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b="1" spc="-180" dirty="0">
                <a:solidFill>
                  <a:srgbClr val="FFFFFF"/>
                </a:solidFill>
                <a:latin typeface="Tahoma"/>
                <a:cs typeface="Tahoma"/>
              </a:rPr>
              <a:t>P</a:t>
            </a:r>
            <a:r>
              <a:rPr sz="1800" b="1" spc="-270" dirty="0">
                <a:solidFill>
                  <a:srgbClr val="FFFFFF"/>
                </a:solidFill>
                <a:latin typeface="Tahoma"/>
                <a:cs typeface="Tahoma"/>
              </a:rPr>
              <a:t>R</a:t>
            </a:r>
            <a:r>
              <a:rPr sz="1800" b="1" spc="9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800" b="1" spc="-350" dirty="0">
                <a:solidFill>
                  <a:srgbClr val="FFFFFF"/>
                </a:solidFill>
                <a:latin typeface="Tahoma"/>
                <a:cs typeface="Tahoma"/>
              </a:rPr>
              <a:t>T</a:t>
            </a:r>
            <a:r>
              <a:rPr sz="1800" b="1" spc="-370" dirty="0">
                <a:solidFill>
                  <a:srgbClr val="FFFFFF"/>
                </a:solidFill>
                <a:latin typeface="Tahoma"/>
                <a:cs typeface="Tahoma"/>
              </a:rPr>
              <a:t>I</a:t>
            </a:r>
            <a:r>
              <a:rPr sz="1800" b="1" spc="125" dirty="0">
                <a:solidFill>
                  <a:srgbClr val="FFFFFF"/>
                </a:solidFill>
                <a:latin typeface="Tahoma"/>
                <a:cs typeface="Tahoma"/>
              </a:rPr>
              <a:t>Q</a:t>
            </a:r>
            <a:r>
              <a:rPr sz="1800" b="1" spc="-185" dirty="0">
                <a:solidFill>
                  <a:srgbClr val="FFFFFF"/>
                </a:solidFill>
                <a:latin typeface="Tahoma"/>
                <a:cs typeface="Tahoma"/>
              </a:rPr>
              <a:t>U</a:t>
            </a:r>
            <a:r>
              <a:rPr sz="1800" b="1" spc="-175" dirty="0">
                <a:solidFill>
                  <a:srgbClr val="FFFFFF"/>
                </a:solidFill>
                <a:latin typeface="Tahoma"/>
                <a:cs typeface="Tahoma"/>
              </a:rPr>
              <a:t>E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81482" y="459697"/>
            <a:ext cx="463867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204" dirty="0">
                <a:solidFill>
                  <a:srgbClr val="FF5697"/>
                </a:solidFill>
              </a:rPr>
              <a:t>G</a:t>
            </a:r>
            <a:r>
              <a:rPr sz="2200" spc="-330" dirty="0">
                <a:solidFill>
                  <a:srgbClr val="FF5697"/>
                </a:solidFill>
              </a:rPr>
              <a:t>R</a:t>
            </a:r>
            <a:r>
              <a:rPr sz="2200" spc="114" dirty="0">
                <a:solidFill>
                  <a:srgbClr val="FF5697"/>
                </a:solidFill>
              </a:rPr>
              <a:t>A</a:t>
            </a:r>
            <a:r>
              <a:rPr sz="2200" spc="-225" dirty="0">
                <a:solidFill>
                  <a:srgbClr val="FF5697"/>
                </a:solidFill>
              </a:rPr>
              <a:t>P</a:t>
            </a:r>
            <a:r>
              <a:rPr sz="2200" spc="-215" dirty="0">
                <a:solidFill>
                  <a:srgbClr val="FF5697"/>
                </a:solidFill>
              </a:rPr>
              <a:t>HE</a:t>
            </a:r>
            <a:r>
              <a:rPr sz="2200" spc="10" dirty="0">
                <a:solidFill>
                  <a:srgbClr val="FF5697"/>
                </a:solidFill>
              </a:rPr>
              <a:t> 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225" dirty="0">
                <a:solidFill>
                  <a:srgbClr val="FF5697"/>
                </a:solidFill>
              </a:rPr>
              <a:t>U</a:t>
            </a:r>
            <a:r>
              <a:rPr sz="2200" spc="-295" dirty="0">
                <a:solidFill>
                  <a:srgbClr val="FF5697"/>
                </a:solidFill>
              </a:rPr>
              <a:t>L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330" dirty="0">
                <a:solidFill>
                  <a:srgbClr val="FF5697"/>
                </a:solidFill>
              </a:rPr>
              <a:t>R</a:t>
            </a:r>
            <a:r>
              <a:rPr sz="2200" spc="-450" dirty="0">
                <a:solidFill>
                  <a:srgbClr val="FF5697"/>
                </a:solidFill>
              </a:rPr>
              <a:t>I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75" dirty="0">
                <a:solidFill>
                  <a:srgbClr val="FF5697"/>
                </a:solidFill>
              </a:rPr>
              <a:t>N</a:t>
            </a:r>
            <a:r>
              <a:rPr sz="2200" spc="-10" dirty="0">
                <a:solidFill>
                  <a:srgbClr val="FF5697"/>
                </a:solidFill>
              </a:rPr>
              <a:t> 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425" dirty="0">
                <a:solidFill>
                  <a:srgbClr val="FF5697"/>
                </a:solidFill>
              </a:rPr>
              <a:t>T</a:t>
            </a:r>
            <a:r>
              <a:rPr sz="2200" spc="-30" dirty="0">
                <a:solidFill>
                  <a:srgbClr val="FF5697"/>
                </a:solidFill>
              </a:rPr>
              <a:t> </a:t>
            </a:r>
            <a:r>
              <a:rPr sz="2200" spc="-195" dirty="0">
                <a:solidFill>
                  <a:srgbClr val="FF5697"/>
                </a:solidFill>
              </a:rPr>
              <a:t>H</a:t>
            </a:r>
            <a:r>
              <a:rPr sz="2200" spc="114" dirty="0">
                <a:solidFill>
                  <a:srgbClr val="FF5697"/>
                </a:solidFill>
              </a:rPr>
              <a:t>A</a:t>
            </a:r>
            <a:r>
              <a:rPr sz="2200" spc="10" dirty="0">
                <a:solidFill>
                  <a:srgbClr val="FF5697"/>
                </a:solidFill>
              </a:rPr>
              <a:t>M</a:t>
            </a:r>
            <a:r>
              <a:rPr sz="2200" spc="-450" dirty="0">
                <a:solidFill>
                  <a:srgbClr val="FF5697"/>
                </a:solidFill>
              </a:rPr>
              <a:t>I</a:t>
            </a:r>
            <a:r>
              <a:rPr sz="2200" spc="-295" dirty="0">
                <a:solidFill>
                  <a:srgbClr val="FF5697"/>
                </a:solidFill>
              </a:rPr>
              <a:t>L</a:t>
            </a:r>
            <a:r>
              <a:rPr sz="2200" spc="-425" dirty="0">
                <a:solidFill>
                  <a:srgbClr val="FF5697"/>
                </a:solidFill>
              </a:rPr>
              <a:t>T</a:t>
            </a:r>
            <a:r>
              <a:rPr sz="2200" spc="150" dirty="0">
                <a:solidFill>
                  <a:srgbClr val="FF5697"/>
                </a:solidFill>
              </a:rPr>
              <a:t>O</a:t>
            </a:r>
            <a:r>
              <a:rPr sz="2200" spc="-75" dirty="0">
                <a:solidFill>
                  <a:srgbClr val="FF5697"/>
                </a:solidFill>
              </a:rPr>
              <a:t>N</a:t>
            </a:r>
            <a:r>
              <a:rPr sz="2200" spc="-450" dirty="0">
                <a:solidFill>
                  <a:srgbClr val="FF5697"/>
                </a:solidFill>
              </a:rPr>
              <a:t>I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75" dirty="0">
                <a:solidFill>
                  <a:srgbClr val="FF5697"/>
                </a:solidFill>
              </a:rPr>
              <a:t>N</a:t>
            </a:r>
            <a:endParaRPr sz="2200"/>
          </a:p>
        </p:txBody>
      </p:sp>
      <p:grpSp>
        <p:nvGrpSpPr>
          <p:cNvPr id="4" name="object 4"/>
          <p:cNvGrpSpPr/>
          <p:nvPr/>
        </p:nvGrpSpPr>
        <p:grpSpPr>
          <a:xfrm>
            <a:off x="772668" y="1751076"/>
            <a:ext cx="9144000" cy="5457825"/>
            <a:chOff x="772668" y="1751076"/>
            <a:chExt cx="9144000" cy="545782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44055" y="2333244"/>
              <a:ext cx="205740" cy="20726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18120" y="3119627"/>
              <a:ext cx="205740" cy="20726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726936" y="2484119"/>
              <a:ext cx="1165860" cy="692150"/>
            </a:xfrm>
            <a:custGeom>
              <a:avLst/>
              <a:gdLst/>
              <a:ahLst/>
              <a:cxnLst/>
              <a:rect l="l" t="t" r="r" b="b"/>
              <a:pathLst>
                <a:path w="1165859" h="692150">
                  <a:moveTo>
                    <a:pt x="1147571" y="691896"/>
                  </a:moveTo>
                  <a:lnTo>
                    <a:pt x="0" y="33528"/>
                  </a:lnTo>
                  <a:lnTo>
                    <a:pt x="19812" y="0"/>
                  </a:lnTo>
                  <a:lnTo>
                    <a:pt x="1165860" y="658368"/>
                  </a:lnTo>
                  <a:lnTo>
                    <a:pt x="1147571" y="69189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92851" y="3371088"/>
              <a:ext cx="205740" cy="20726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483339" y="2499359"/>
              <a:ext cx="3080385" cy="1280160"/>
            </a:xfrm>
            <a:custGeom>
              <a:avLst/>
              <a:gdLst/>
              <a:ahLst/>
              <a:cxnLst/>
              <a:rect l="l" t="t" r="r" b="b"/>
              <a:pathLst>
                <a:path w="3080384" h="1280160">
                  <a:moveTo>
                    <a:pt x="2410980" y="804684"/>
                  </a:moveTo>
                  <a:lnTo>
                    <a:pt x="2389644" y="771144"/>
                  </a:lnTo>
                  <a:lnTo>
                    <a:pt x="1660664" y="1233779"/>
                  </a:lnTo>
                  <a:lnTo>
                    <a:pt x="1502549" y="811187"/>
                  </a:lnTo>
                  <a:lnTo>
                    <a:pt x="2375916" y="742188"/>
                  </a:lnTo>
                  <a:lnTo>
                    <a:pt x="2372868" y="705624"/>
                  </a:lnTo>
                  <a:lnTo>
                    <a:pt x="1488960" y="774890"/>
                  </a:lnTo>
                  <a:lnTo>
                    <a:pt x="1207020" y="21348"/>
                  </a:lnTo>
                  <a:lnTo>
                    <a:pt x="1171968" y="35064"/>
                  </a:lnTo>
                  <a:lnTo>
                    <a:pt x="1449438" y="777989"/>
                  </a:lnTo>
                  <a:lnTo>
                    <a:pt x="100291" y="883691"/>
                  </a:lnTo>
                  <a:lnTo>
                    <a:pt x="1126236" y="28956"/>
                  </a:lnTo>
                  <a:lnTo>
                    <a:pt x="1101852" y="0"/>
                  </a:lnTo>
                  <a:lnTo>
                    <a:pt x="33020" y="888961"/>
                  </a:lnTo>
                  <a:lnTo>
                    <a:pt x="0" y="891540"/>
                  </a:lnTo>
                  <a:lnTo>
                    <a:pt x="3060" y="929640"/>
                  </a:lnTo>
                  <a:lnTo>
                    <a:pt x="34010" y="927201"/>
                  </a:lnTo>
                  <a:lnTo>
                    <a:pt x="39636" y="934224"/>
                  </a:lnTo>
                  <a:lnTo>
                    <a:pt x="49542" y="925969"/>
                  </a:lnTo>
                  <a:lnTo>
                    <a:pt x="1463014" y="814311"/>
                  </a:lnTo>
                  <a:lnTo>
                    <a:pt x="1627543" y="1254798"/>
                  </a:lnTo>
                  <a:lnTo>
                    <a:pt x="1587576" y="1280160"/>
                  </a:lnTo>
                  <a:lnTo>
                    <a:pt x="1637017" y="1280160"/>
                  </a:lnTo>
                  <a:lnTo>
                    <a:pt x="1660207" y="1280160"/>
                  </a:lnTo>
                  <a:lnTo>
                    <a:pt x="1678025" y="1280160"/>
                  </a:lnTo>
                  <a:lnTo>
                    <a:pt x="1674609" y="1271041"/>
                  </a:lnTo>
                  <a:lnTo>
                    <a:pt x="2410980" y="804684"/>
                  </a:lnTo>
                  <a:close/>
                </a:path>
                <a:path w="3080384" h="1280160">
                  <a:moveTo>
                    <a:pt x="2490228" y="833640"/>
                  </a:moveTo>
                  <a:lnTo>
                    <a:pt x="2452128" y="824484"/>
                  </a:lnTo>
                  <a:lnTo>
                    <a:pt x="2339505" y="1280160"/>
                  </a:lnTo>
                  <a:lnTo>
                    <a:pt x="2379408" y="1280160"/>
                  </a:lnTo>
                  <a:lnTo>
                    <a:pt x="2490228" y="833640"/>
                  </a:lnTo>
                  <a:close/>
                </a:path>
                <a:path w="3080384" h="1280160">
                  <a:moveTo>
                    <a:pt x="3080181" y="1280160"/>
                  </a:moveTo>
                  <a:lnTo>
                    <a:pt x="2517660" y="774192"/>
                  </a:lnTo>
                  <a:lnTo>
                    <a:pt x="2493276" y="801636"/>
                  </a:lnTo>
                  <a:lnTo>
                    <a:pt x="3024238" y="1280160"/>
                  </a:lnTo>
                  <a:lnTo>
                    <a:pt x="3080181" y="128016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03264" y="1751076"/>
              <a:ext cx="762000" cy="7620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263896" y="3313176"/>
              <a:ext cx="353567" cy="28651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798307" y="3055620"/>
              <a:ext cx="352043" cy="28651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345936" y="2150364"/>
              <a:ext cx="408432" cy="56387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72668" y="3779520"/>
              <a:ext cx="9143999" cy="34290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1812" y="3781044"/>
              <a:ext cx="5925311" cy="102412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463027" y="4777739"/>
              <a:ext cx="205740" cy="20574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730239" y="4477511"/>
              <a:ext cx="205740" cy="20574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9585960" y="4791455"/>
              <a:ext cx="205740" cy="20574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8820912" y="4011168"/>
              <a:ext cx="205740" cy="205740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5946648" y="3779520"/>
              <a:ext cx="3706495" cy="1146175"/>
            </a:xfrm>
            <a:custGeom>
              <a:avLst/>
              <a:gdLst/>
              <a:ahLst/>
              <a:cxnLst/>
              <a:rect l="l" t="t" r="r" b="b"/>
              <a:pathLst>
                <a:path w="3706495" h="1146175">
                  <a:moveTo>
                    <a:pt x="2903207" y="257556"/>
                  </a:moveTo>
                  <a:lnTo>
                    <a:pt x="2616873" y="0"/>
                  </a:lnTo>
                  <a:lnTo>
                    <a:pt x="2560929" y="0"/>
                  </a:lnTo>
                  <a:lnTo>
                    <a:pt x="2878823" y="286512"/>
                  </a:lnTo>
                  <a:lnTo>
                    <a:pt x="2903207" y="257556"/>
                  </a:lnTo>
                  <a:close/>
                </a:path>
                <a:path w="3706495" h="1146175">
                  <a:moveTo>
                    <a:pt x="2916923" y="353580"/>
                  </a:moveTo>
                  <a:lnTo>
                    <a:pt x="2910827" y="315480"/>
                  </a:lnTo>
                  <a:lnTo>
                    <a:pt x="1793367" y="494512"/>
                  </a:lnTo>
                  <a:lnTo>
                    <a:pt x="1916099" y="0"/>
                  </a:lnTo>
                  <a:lnTo>
                    <a:pt x="1876196" y="0"/>
                  </a:lnTo>
                  <a:lnTo>
                    <a:pt x="1752371" y="501078"/>
                  </a:lnTo>
                  <a:lnTo>
                    <a:pt x="1422006" y="553999"/>
                  </a:lnTo>
                  <a:lnTo>
                    <a:pt x="1214716" y="0"/>
                  </a:lnTo>
                  <a:lnTo>
                    <a:pt x="1196898" y="0"/>
                  </a:lnTo>
                  <a:lnTo>
                    <a:pt x="1173708" y="0"/>
                  </a:lnTo>
                  <a:lnTo>
                    <a:pt x="1124267" y="0"/>
                  </a:lnTo>
                  <a:lnTo>
                    <a:pt x="7620" y="708672"/>
                  </a:lnTo>
                  <a:lnTo>
                    <a:pt x="27432" y="740676"/>
                  </a:lnTo>
                  <a:lnTo>
                    <a:pt x="1178140" y="11887"/>
                  </a:lnTo>
                  <a:lnTo>
                    <a:pt x="1382953" y="560260"/>
                  </a:lnTo>
                  <a:lnTo>
                    <a:pt x="0" y="781812"/>
                  </a:lnTo>
                  <a:lnTo>
                    <a:pt x="3048" y="800862"/>
                  </a:lnTo>
                  <a:lnTo>
                    <a:pt x="0" y="819912"/>
                  </a:lnTo>
                  <a:lnTo>
                    <a:pt x="1551432" y="1118616"/>
                  </a:lnTo>
                  <a:lnTo>
                    <a:pt x="1559052" y="1082040"/>
                  </a:lnTo>
                  <a:lnTo>
                    <a:pt x="113855" y="802652"/>
                  </a:lnTo>
                  <a:lnTo>
                    <a:pt x="1396720" y="597128"/>
                  </a:lnTo>
                  <a:lnTo>
                    <a:pt x="1563611" y="1043940"/>
                  </a:lnTo>
                  <a:lnTo>
                    <a:pt x="1600200" y="1030224"/>
                  </a:lnTo>
                  <a:lnTo>
                    <a:pt x="1435798" y="590867"/>
                  </a:lnTo>
                  <a:lnTo>
                    <a:pt x="1742313" y="541769"/>
                  </a:lnTo>
                  <a:lnTo>
                    <a:pt x="1627632" y="1005852"/>
                  </a:lnTo>
                  <a:lnTo>
                    <a:pt x="1664208" y="1014984"/>
                  </a:lnTo>
                  <a:lnTo>
                    <a:pt x="1783270" y="535203"/>
                  </a:lnTo>
                  <a:lnTo>
                    <a:pt x="2916923" y="353580"/>
                  </a:lnTo>
                  <a:close/>
                </a:path>
                <a:path w="3706495" h="1146175">
                  <a:moveTo>
                    <a:pt x="3697211" y="1037856"/>
                  </a:moveTo>
                  <a:lnTo>
                    <a:pt x="3058668" y="385572"/>
                  </a:lnTo>
                  <a:lnTo>
                    <a:pt x="3031223" y="411480"/>
                  </a:lnTo>
                  <a:lnTo>
                    <a:pt x="3669779" y="1063764"/>
                  </a:lnTo>
                  <a:lnTo>
                    <a:pt x="3697211" y="1037856"/>
                  </a:lnTo>
                  <a:close/>
                </a:path>
                <a:path w="3706495" h="1146175">
                  <a:moveTo>
                    <a:pt x="3706368" y="1107948"/>
                  </a:moveTo>
                  <a:lnTo>
                    <a:pt x="1645907" y="1066800"/>
                  </a:lnTo>
                  <a:lnTo>
                    <a:pt x="1645907" y="1104900"/>
                  </a:lnTo>
                  <a:lnTo>
                    <a:pt x="3704844" y="1146048"/>
                  </a:lnTo>
                  <a:lnTo>
                    <a:pt x="3706368" y="110794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793480" y="3947160"/>
              <a:ext cx="352043" cy="284988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517380" y="4684776"/>
              <a:ext cx="352043" cy="286511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435596" y="4684776"/>
              <a:ext cx="353567" cy="286511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716523" y="4413504"/>
              <a:ext cx="352043" cy="286512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991664" y="3230330"/>
            <a:ext cx="3914140" cy="1671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spc="-35" dirty="0">
                <a:solidFill>
                  <a:srgbClr val="FFFFFF"/>
                </a:solidFill>
                <a:latin typeface="Verdana"/>
                <a:cs typeface="Verdana"/>
              </a:rPr>
              <a:t>Le</a:t>
            </a:r>
            <a:r>
              <a:rPr sz="1800" spc="-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25" dirty="0">
                <a:solidFill>
                  <a:srgbClr val="FFFFFF"/>
                </a:solidFill>
                <a:latin typeface="Verdana"/>
                <a:cs typeface="Verdana"/>
              </a:rPr>
              <a:t>graphe </a:t>
            </a:r>
            <a:r>
              <a:rPr sz="1800" spc="-70" dirty="0">
                <a:solidFill>
                  <a:srgbClr val="FFFFFF"/>
                </a:solidFill>
                <a:latin typeface="Verdana"/>
                <a:cs typeface="Verdana"/>
              </a:rPr>
              <a:t>suivant</a:t>
            </a:r>
            <a:r>
              <a:rPr sz="1800" spc="-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35" dirty="0">
                <a:solidFill>
                  <a:srgbClr val="FFFFFF"/>
                </a:solidFill>
                <a:latin typeface="Verdana"/>
                <a:cs typeface="Verdana"/>
              </a:rPr>
              <a:t>représente</a:t>
            </a:r>
            <a:r>
              <a:rPr sz="1800" spc="-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le </a:t>
            </a: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20" dirty="0">
                <a:solidFill>
                  <a:srgbClr val="FFFFFF"/>
                </a:solidFill>
                <a:latin typeface="Verdana"/>
                <a:cs typeface="Verdana"/>
              </a:rPr>
              <a:t>plan</a:t>
            </a:r>
            <a:r>
              <a:rPr sz="1800" spc="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50" dirty="0">
                <a:solidFill>
                  <a:srgbClr val="FFFFFF"/>
                </a:solidFill>
                <a:latin typeface="Verdana"/>
                <a:cs typeface="Verdana"/>
              </a:rPr>
              <a:t>d’une</a:t>
            </a:r>
            <a:r>
              <a:rPr sz="1800" spc="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75" dirty="0">
                <a:solidFill>
                  <a:srgbClr val="FFFFFF"/>
                </a:solidFill>
                <a:latin typeface="Verdana"/>
                <a:cs typeface="Verdana"/>
              </a:rPr>
              <a:t>ville</a:t>
            </a:r>
            <a:r>
              <a:rPr sz="1800" spc="-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80" dirty="0">
                <a:solidFill>
                  <a:srgbClr val="FFFFFF"/>
                </a:solidFill>
                <a:latin typeface="Verdana"/>
                <a:cs typeface="Verdana"/>
              </a:rPr>
              <a:t>sur</a:t>
            </a:r>
            <a:r>
              <a:rPr sz="18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80" dirty="0">
                <a:solidFill>
                  <a:srgbClr val="FFFFFF"/>
                </a:solidFill>
                <a:latin typeface="Verdana"/>
                <a:cs typeface="Verdana"/>
              </a:rPr>
              <a:t>chaque </a:t>
            </a:r>
            <a:r>
              <a:rPr sz="1800" spc="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Verdana"/>
                <a:cs typeface="Verdana"/>
              </a:rPr>
              <a:t>sommet </a:t>
            </a:r>
            <a:r>
              <a:rPr sz="1800" spc="-65" dirty="0">
                <a:solidFill>
                  <a:srgbClr val="FFFFFF"/>
                </a:solidFill>
                <a:latin typeface="Verdana"/>
                <a:cs typeface="Verdana"/>
              </a:rPr>
              <a:t>vous </a:t>
            </a:r>
            <a:r>
              <a:rPr sz="1800" spc="-5" dirty="0">
                <a:solidFill>
                  <a:srgbClr val="FFFFFF"/>
                </a:solidFill>
                <a:latin typeface="Verdana"/>
                <a:cs typeface="Verdana"/>
              </a:rPr>
              <a:t>avez </a:t>
            </a: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des </a:t>
            </a:r>
            <a:r>
              <a:rPr sz="1800" spc="-20" dirty="0">
                <a:solidFill>
                  <a:srgbClr val="FFFFFF"/>
                </a:solidFill>
                <a:latin typeface="Verdana"/>
                <a:cs typeface="Verdana"/>
              </a:rPr>
              <a:t>boutiques </a:t>
            </a: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30" dirty="0">
                <a:solidFill>
                  <a:srgbClr val="FFFFFF"/>
                </a:solidFill>
                <a:latin typeface="Verdana"/>
                <a:cs typeface="Verdana"/>
              </a:rPr>
              <a:t>qui </a:t>
            </a:r>
            <a:r>
              <a:rPr sz="1800" spc="145" dirty="0">
                <a:solidFill>
                  <a:srgbClr val="FFFFFF"/>
                </a:solidFill>
                <a:latin typeface="Verdana"/>
                <a:cs typeface="Verdana"/>
              </a:rPr>
              <a:t>à </a:t>
            </a:r>
            <a:r>
              <a:rPr sz="1800" spc="15" dirty="0">
                <a:solidFill>
                  <a:srgbClr val="FFFFFF"/>
                </a:solidFill>
                <a:latin typeface="Verdana"/>
                <a:cs typeface="Verdana"/>
              </a:rPr>
              <a:t>la 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fin</a:t>
            </a:r>
            <a:r>
              <a:rPr sz="1800" spc="-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05" dirty="0">
                <a:solidFill>
                  <a:srgbClr val="FFFFFF"/>
                </a:solidFill>
                <a:latin typeface="Verdana"/>
                <a:cs typeface="Verdana"/>
              </a:rPr>
              <a:t>de </a:t>
            </a:r>
            <a:r>
              <a:rPr sz="1800" spc="-40" dirty="0">
                <a:solidFill>
                  <a:srgbClr val="FFFFFF"/>
                </a:solidFill>
                <a:latin typeface="Verdana"/>
                <a:cs typeface="Verdana"/>
              </a:rPr>
              <a:t>journée </a:t>
            </a:r>
            <a:r>
              <a:rPr sz="1800" spc="-20" dirty="0">
                <a:solidFill>
                  <a:srgbClr val="FFFFFF"/>
                </a:solidFill>
                <a:latin typeface="Verdana"/>
                <a:cs typeface="Verdana"/>
              </a:rPr>
              <a:t>ont </a:t>
            </a: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des </a:t>
            </a:r>
            <a:r>
              <a:rPr sz="1800" spc="-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60" dirty="0">
                <a:solidFill>
                  <a:srgbClr val="FFFFFF"/>
                </a:solidFill>
                <a:latin typeface="Verdana"/>
                <a:cs typeface="Verdana"/>
              </a:rPr>
              <a:t>caisses</a:t>
            </a:r>
            <a:r>
              <a:rPr sz="1800" spc="-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Verdana"/>
                <a:cs typeface="Verdana"/>
              </a:rPr>
              <a:t>qu’ils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Verdana"/>
                <a:cs typeface="Verdana"/>
              </a:rPr>
              <a:t>faut</a:t>
            </a: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Verdana"/>
                <a:cs typeface="Verdana"/>
              </a:rPr>
              <a:t>mettre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25" dirty="0">
                <a:solidFill>
                  <a:srgbClr val="FFFFFF"/>
                </a:solidFill>
                <a:latin typeface="Verdana"/>
                <a:cs typeface="Verdana"/>
              </a:rPr>
              <a:t>en </a:t>
            </a:r>
            <a:r>
              <a:rPr sz="1800" spc="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24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1800" spc="75" dirty="0">
                <a:solidFill>
                  <a:srgbClr val="FFFFFF"/>
                </a:solidFill>
                <a:latin typeface="Verdana"/>
                <a:cs typeface="Verdana"/>
              </a:rPr>
              <a:t>é</a:t>
            </a:r>
            <a:r>
              <a:rPr sz="1800" spc="229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1800" spc="-23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it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é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14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1800" spc="13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800" spc="-6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1800" spc="-24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6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00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sz="1800" spc="13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1800" spc="100" dirty="0">
                <a:solidFill>
                  <a:srgbClr val="FFFFFF"/>
                </a:solidFill>
                <a:latin typeface="Verdana"/>
                <a:cs typeface="Verdana"/>
              </a:rPr>
              <a:t>q</a:t>
            </a:r>
            <a:r>
              <a:rPr sz="1800" spc="-6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160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518618" y="6888581"/>
            <a:ext cx="193675" cy="212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105" dirty="0">
                <a:solidFill>
                  <a:srgbClr val="FFFFFF"/>
                </a:solidFill>
                <a:latin typeface="Verdana"/>
                <a:cs typeface="Verdana"/>
              </a:rPr>
              <a:t>3</a:t>
            </a:r>
            <a:r>
              <a:rPr sz="1200" spc="-100" dirty="0">
                <a:solidFill>
                  <a:srgbClr val="FFFFFF"/>
                </a:solidFill>
                <a:latin typeface="Verdana"/>
                <a:cs typeface="Verdana"/>
              </a:rPr>
              <a:t>8</a:t>
            </a:r>
            <a:endParaRPr sz="1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1485" y="1267479"/>
            <a:ext cx="25927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9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800" b="1" spc="-180" dirty="0">
                <a:solidFill>
                  <a:srgbClr val="FFFFFF"/>
                </a:solidFill>
                <a:latin typeface="Tahoma"/>
                <a:cs typeface="Tahoma"/>
              </a:rPr>
              <a:t>PP</a:t>
            </a:r>
            <a:r>
              <a:rPr sz="1800" b="1" spc="-240" dirty="0">
                <a:solidFill>
                  <a:srgbClr val="FFFFFF"/>
                </a:solidFill>
                <a:latin typeface="Tahoma"/>
                <a:cs typeface="Tahoma"/>
              </a:rPr>
              <a:t>L</a:t>
            </a:r>
            <a:r>
              <a:rPr sz="1800" b="1" spc="-370" dirty="0">
                <a:solidFill>
                  <a:srgbClr val="FFFFFF"/>
                </a:solidFill>
                <a:latin typeface="Tahoma"/>
                <a:cs typeface="Tahoma"/>
              </a:rPr>
              <a:t>I</a:t>
            </a:r>
            <a:r>
              <a:rPr sz="1800" b="1" spc="200" dirty="0">
                <a:solidFill>
                  <a:srgbClr val="FFFFFF"/>
                </a:solidFill>
                <a:latin typeface="Tahoma"/>
                <a:cs typeface="Tahoma"/>
              </a:rPr>
              <a:t>C</a:t>
            </a:r>
            <a:r>
              <a:rPr sz="1800" b="1" spc="9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800" b="1" spc="-350" dirty="0">
                <a:solidFill>
                  <a:srgbClr val="FFFFFF"/>
                </a:solidFill>
                <a:latin typeface="Tahoma"/>
                <a:cs typeface="Tahoma"/>
              </a:rPr>
              <a:t>T</a:t>
            </a:r>
            <a:r>
              <a:rPr sz="1800" b="1" spc="-370" dirty="0">
                <a:solidFill>
                  <a:srgbClr val="FFFFFF"/>
                </a:solidFill>
                <a:latin typeface="Tahoma"/>
                <a:cs typeface="Tahoma"/>
              </a:rPr>
              <a:t>I</a:t>
            </a:r>
            <a:r>
              <a:rPr sz="1800" b="1" spc="125" dirty="0">
                <a:solidFill>
                  <a:srgbClr val="FFFFFF"/>
                </a:solidFill>
                <a:latin typeface="Tahoma"/>
                <a:cs typeface="Tahoma"/>
              </a:rPr>
              <a:t>O</a:t>
            </a:r>
            <a:r>
              <a:rPr sz="1800" b="1" spc="-60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r>
              <a:rPr sz="1800" b="1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b="1" spc="-180" dirty="0">
                <a:solidFill>
                  <a:srgbClr val="FFFFFF"/>
                </a:solidFill>
                <a:latin typeface="Tahoma"/>
                <a:cs typeface="Tahoma"/>
              </a:rPr>
              <a:t>P</a:t>
            </a:r>
            <a:r>
              <a:rPr sz="1800" b="1" spc="-270" dirty="0">
                <a:solidFill>
                  <a:srgbClr val="FFFFFF"/>
                </a:solidFill>
                <a:latin typeface="Tahoma"/>
                <a:cs typeface="Tahoma"/>
              </a:rPr>
              <a:t>R</a:t>
            </a:r>
            <a:r>
              <a:rPr sz="1800" b="1" spc="9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800" b="1" spc="-350" dirty="0">
                <a:solidFill>
                  <a:srgbClr val="FFFFFF"/>
                </a:solidFill>
                <a:latin typeface="Tahoma"/>
                <a:cs typeface="Tahoma"/>
              </a:rPr>
              <a:t>T</a:t>
            </a:r>
            <a:r>
              <a:rPr sz="1800" b="1" spc="-370" dirty="0">
                <a:solidFill>
                  <a:srgbClr val="FFFFFF"/>
                </a:solidFill>
                <a:latin typeface="Tahoma"/>
                <a:cs typeface="Tahoma"/>
              </a:rPr>
              <a:t>I</a:t>
            </a:r>
            <a:r>
              <a:rPr sz="1800" b="1" spc="125" dirty="0">
                <a:solidFill>
                  <a:srgbClr val="FFFFFF"/>
                </a:solidFill>
                <a:latin typeface="Tahoma"/>
                <a:cs typeface="Tahoma"/>
              </a:rPr>
              <a:t>Q</a:t>
            </a:r>
            <a:r>
              <a:rPr sz="1800" b="1" spc="-185" dirty="0">
                <a:solidFill>
                  <a:srgbClr val="FFFFFF"/>
                </a:solidFill>
                <a:latin typeface="Tahoma"/>
                <a:cs typeface="Tahoma"/>
              </a:rPr>
              <a:t>U</a:t>
            </a:r>
            <a:r>
              <a:rPr sz="1800" b="1" spc="-175" dirty="0">
                <a:solidFill>
                  <a:srgbClr val="FFFFFF"/>
                </a:solidFill>
                <a:latin typeface="Tahoma"/>
                <a:cs typeface="Tahoma"/>
              </a:rPr>
              <a:t>E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81482" y="459697"/>
            <a:ext cx="463867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204" dirty="0">
                <a:solidFill>
                  <a:srgbClr val="FF5697"/>
                </a:solidFill>
              </a:rPr>
              <a:t>G</a:t>
            </a:r>
            <a:r>
              <a:rPr sz="2200" spc="-330" dirty="0">
                <a:solidFill>
                  <a:srgbClr val="FF5697"/>
                </a:solidFill>
              </a:rPr>
              <a:t>R</a:t>
            </a:r>
            <a:r>
              <a:rPr sz="2200" spc="114" dirty="0">
                <a:solidFill>
                  <a:srgbClr val="FF5697"/>
                </a:solidFill>
              </a:rPr>
              <a:t>A</a:t>
            </a:r>
            <a:r>
              <a:rPr sz="2200" spc="-225" dirty="0">
                <a:solidFill>
                  <a:srgbClr val="FF5697"/>
                </a:solidFill>
              </a:rPr>
              <a:t>P</a:t>
            </a:r>
            <a:r>
              <a:rPr sz="2200" spc="-215" dirty="0">
                <a:solidFill>
                  <a:srgbClr val="FF5697"/>
                </a:solidFill>
              </a:rPr>
              <a:t>HE</a:t>
            </a:r>
            <a:r>
              <a:rPr sz="2200" spc="10" dirty="0">
                <a:solidFill>
                  <a:srgbClr val="FF5697"/>
                </a:solidFill>
              </a:rPr>
              <a:t> 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225" dirty="0">
                <a:solidFill>
                  <a:srgbClr val="FF5697"/>
                </a:solidFill>
              </a:rPr>
              <a:t>U</a:t>
            </a:r>
            <a:r>
              <a:rPr sz="2200" spc="-295" dirty="0">
                <a:solidFill>
                  <a:srgbClr val="FF5697"/>
                </a:solidFill>
              </a:rPr>
              <a:t>L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330" dirty="0">
                <a:solidFill>
                  <a:srgbClr val="FF5697"/>
                </a:solidFill>
              </a:rPr>
              <a:t>R</a:t>
            </a:r>
            <a:r>
              <a:rPr sz="2200" spc="-450" dirty="0">
                <a:solidFill>
                  <a:srgbClr val="FF5697"/>
                </a:solidFill>
              </a:rPr>
              <a:t>I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75" dirty="0">
                <a:solidFill>
                  <a:srgbClr val="FF5697"/>
                </a:solidFill>
              </a:rPr>
              <a:t>N</a:t>
            </a:r>
            <a:r>
              <a:rPr sz="2200" spc="-10" dirty="0">
                <a:solidFill>
                  <a:srgbClr val="FF5697"/>
                </a:solidFill>
              </a:rPr>
              <a:t> 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425" dirty="0">
                <a:solidFill>
                  <a:srgbClr val="FF5697"/>
                </a:solidFill>
              </a:rPr>
              <a:t>T</a:t>
            </a:r>
            <a:r>
              <a:rPr sz="2200" spc="-30" dirty="0">
                <a:solidFill>
                  <a:srgbClr val="FF5697"/>
                </a:solidFill>
              </a:rPr>
              <a:t> </a:t>
            </a:r>
            <a:r>
              <a:rPr sz="2200" spc="-195" dirty="0">
                <a:solidFill>
                  <a:srgbClr val="FF5697"/>
                </a:solidFill>
              </a:rPr>
              <a:t>H</a:t>
            </a:r>
            <a:r>
              <a:rPr sz="2200" spc="114" dirty="0">
                <a:solidFill>
                  <a:srgbClr val="FF5697"/>
                </a:solidFill>
              </a:rPr>
              <a:t>A</a:t>
            </a:r>
            <a:r>
              <a:rPr sz="2200" spc="10" dirty="0">
                <a:solidFill>
                  <a:srgbClr val="FF5697"/>
                </a:solidFill>
              </a:rPr>
              <a:t>M</a:t>
            </a:r>
            <a:r>
              <a:rPr sz="2200" spc="-450" dirty="0">
                <a:solidFill>
                  <a:srgbClr val="FF5697"/>
                </a:solidFill>
              </a:rPr>
              <a:t>I</a:t>
            </a:r>
            <a:r>
              <a:rPr sz="2200" spc="-295" dirty="0">
                <a:solidFill>
                  <a:srgbClr val="FF5697"/>
                </a:solidFill>
              </a:rPr>
              <a:t>L</a:t>
            </a:r>
            <a:r>
              <a:rPr sz="2200" spc="-425" dirty="0">
                <a:solidFill>
                  <a:srgbClr val="FF5697"/>
                </a:solidFill>
              </a:rPr>
              <a:t>T</a:t>
            </a:r>
            <a:r>
              <a:rPr sz="2200" spc="150" dirty="0">
                <a:solidFill>
                  <a:srgbClr val="FF5697"/>
                </a:solidFill>
              </a:rPr>
              <a:t>O</a:t>
            </a:r>
            <a:r>
              <a:rPr sz="2200" spc="-75" dirty="0">
                <a:solidFill>
                  <a:srgbClr val="FF5697"/>
                </a:solidFill>
              </a:rPr>
              <a:t>N</a:t>
            </a:r>
            <a:r>
              <a:rPr sz="2200" spc="-450" dirty="0">
                <a:solidFill>
                  <a:srgbClr val="FF5697"/>
                </a:solidFill>
              </a:rPr>
              <a:t>I</a:t>
            </a:r>
            <a:r>
              <a:rPr sz="2200" spc="-215" dirty="0">
                <a:solidFill>
                  <a:srgbClr val="FF5697"/>
                </a:solidFill>
              </a:rPr>
              <a:t>E</a:t>
            </a:r>
            <a:r>
              <a:rPr sz="2200" spc="-75" dirty="0">
                <a:solidFill>
                  <a:srgbClr val="FF5697"/>
                </a:solidFill>
              </a:rPr>
              <a:t>N</a:t>
            </a:r>
            <a:endParaRPr sz="2200"/>
          </a:p>
        </p:txBody>
      </p:sp>
      <p:grpSp>
        <p:nvGrpSpPr>
          <p:cNvPr id="4" name="object 4"/>
          <p:cNvGrpSpPr/>
          <p:nvPr/>
        </p:nvGrpSpPr>
        <p:grpSpPr>
          <a:xfrm>
            <a:off x="772668" y="1751076"/>
            <a:ext cx="9144000" cy="5457825"/>
            <a:chOff x="772668" y="1751076"/>
            <a:chExt cx="9144000" cy="545782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44055" y="2333244"/>
              <a:ext cx="205740" cy="20726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18120" y="3119627"/>
              <a:ext cx="205740" cy="20726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726936" y="2484119"/>
              <a:ext cx="1165860" cy="692150"/>
            </a:xfrm>
            <a:custGeom>
              <a:avLst/>
              <a:gdLst/>
              <a:ahLst/>
              <a:cxnLst/>
              <a:rect l="l" t="t" r="r" b="b"/>
              <a:pathLst>
                <a:path w="1165859" h="692150">
                  <a:moveTo>
                    <a:pt x="1147571" y="691896"/>
                  </a:moveTo>
                  <a:lnTo>
                    <a:pt x="0" y="33528"/>
                  </a:lnTo>
                  <a:lnTo>
                    <a:pt x="19812" y="0"/>
                  </a:lnTo>
                  <a:lnTo>
                    <a:pt x="1165860" y="658368"/>
                  </a:lnTo>
                  <a:lnTo>
                    <a:pt x="1147571" y="69189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92851" y="3371088"/>
              <a:ext cx="205740" cy="20726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483339" y="2499359"/>
              <a:ext cx="3080385" cy="1280160"/>
            </a:xfrm>
            <a:custGeom>
              <a:avLst/>
              <a:gdLst/>
              <a:ahLst/>
              <a:cxnLst/>
              <a:rect l="l" t="t" r="r" b="b"/>
              <a:pathLst>
                <a:path w="3080384" h="1280160">
                  <a:moveTo>
                    <a:pt x="2410980" y="804684"/>
                  </a:moveTo>
                  <a:lnTo>
                    <a:pt x="2389644" y="771144"/>
                  </a:lnTo>
                  <a:lnTo>
                    <a:pt x="1660664" y="1233779"/>
                  </a:lnTo>
                  <a:lnTo>
                    <a:pt x="1502549" y="811187"/>
                  </a:lnTo>
                  <a:lnTo>
                    <a:pt x="2375916" y="742188"/>
                  </a:lnTo>
                  <a:lnTo>
                    <a:pt x="2372868" y="705624"/>
                  </a:lnTo>
                  <a:lnTo>
                    <a:pt x="1488960" y="774890"/>
                  </a:lnTo>
                  <a:lnTo>
                    <a:pt x="1207020" y="21348"/>
                  </a:lnTo>
                  <a:lnTo>
                    <a:pt x="1171968" y="35064"/>
                  </a:lnTo>
                  <a:lnTo>
                    <a:pt x="1449438" y="777989"/>
                  </a:lnTo>
                  <a:lnTo>
                    <a:pt x="100291" y="883691"/>
                  </a:lnTo>
                  <a:lnTo>
                    <a:pt x="1126236" y="28956"/>
                  </a:lnTo>
                  <a:lnTo>
                    <a:pt x="1101852" y="0"/>
                  </a:lnTo>
                  <a:lnTo>
                    <a:pt x="33020" y="888961"/>
                  </a:lnTo>
                  <a:lnTo>
                    <a:pt x="0" y="891540"/>
                  </a:lnTo>
                  <a:lnTo>
                    <a:pt x="3060" y="929640"/>
                  </a:lnTo>
                  <a:lnTo>
                    <a:pt x="34010" y="927201"/>
                  </a:lnTo>
                  <a:lnTo>
                    <a:pt x="39636" y="934224"/>
                  </a:lnTo>
                  <a:lnTo>
                    <a:pt x="49542" y="925969"/>
                  </a:lnTo>
                  <a:lnTo>
                    <a:pt x="1463014" y="814311"/>
                  </a:lnTo>
                  <a:lnTo>
                    <a:pt x="1627543" y="1254798"/>
                  </a:lnTo>
                  <a:lnTo>
                    <a:pt x="1587576" y="1280160"/>
                  </a:lnTo>
                  <a:lnTo>
                    <a:pt x="1637017" y="1280160"/>
                  </a:lnTo>
                  <a:lnTo>
                    <a:pt x="1660207" y="1280160"/>
                  </a:lnTo>
                  <a:lnTo>
                    <a:pt x="1678025" y="1280160"/>
                  </a:lnTo>
                  <a:lnTo>
                    <a:pt x="1674609" y="1271041"/>
                  </a:lnTo>
                  <a:lnTo>
                    <a:pt x="2410980" y="804684"/>
                  </a:lnTo>
                  <a:close/>
                </a:path>
                <a:path w="3080384" h="1280160">
                  <a:moveTo>
                    <a:pt x="2490228" y="833640"/>
                  </a:moveTo>
                  <a:lnTo>
                    <a:pt x="2452128" y="824484"/>
                  </a:lnTo>
                  <a:lnTo>
                    <a:pt x="2339505" y="1280160"/>
                  </a:lnTo>
                  <a:lnTo>
                    <a:pt x="2379408" y="1280160"/>
                  </a:lnTo>
                  <a:lnTo>
                    <a:pt x="2490228" y="833640"/>
                  </a:lnTo>
                  <a:close/>
                </a:path>
                <a:path w="3080384" h="1280160">
                  <a:moveTo>
                    <a:pt x="3080181" y="1280160"/>
                  </a:moveTo>
                  <a:lnTo>
                    <a:pt x="2517660" y="774192"/>
                  </a:lnTo>
                  <a:lnTo>
                    <a:pt x="2493276" y="801636"/>
                  </a:lnTo>
                  <a:lnTo>
                    <a:pt x="3024238" y="1280160"/>
                  </a:lnTo>
                  <a:lnTo>
                    <a:pt x="3080181" y="128016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03264" y="1751076"/>
              <a:ext cx="762000" cy="7620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263896" y="3313176"/>
              <a:ext cx="353567" cy="28651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798307" y="3055620"/>
              <a:ext cx="352043" cy="286512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591543" y="2394203"/>
              <a:ext cx="2218055" cy="1385570"/>
            </a:xfrm>
            <a:custGeom>
              <a:avLst/>
              <a:gdLst/>
              <a:ahLst/>
              <a:cxnLst/>
              <a:rect l="l" t="t" r="r" b="b"/>
              <a:pathLst>
                <a:path w="2218054" h="1385570">
                  <a:moveTo>
                    <a:pt x="2217432" y="966216"/>
                  </a:moveTo>
                  <a:lnTo>
                    <a:pt x="2176284" y="900696"/>
                  </a:lnTo>
                  <a:lnTo>
                    <a:pt x="1548193" y="1297698"/>
                  </a:lnTo>
                  <a:lnTo>
                    <a:pt x="1412328" y="937133"/>
                  </a:lnTo>
                  <a:lnTo>
                    <a:pt x="2211336" y="842772"/>
                  </a:lnTo>
                  <a:lnTo>
                    <a:pt x="2202180" y="766572"/>
                  </a:lnTo>
                  <a:lnTo>
                    <a:pt x="1384452" y="863155"/>
                  </a:lnTo>
                  <a:lnTo>
                    <a:pt x="1098816" y="105156"/>
                  </a:lnTo>
                  <a:lnTo>
                    <a:pt x="1036574" y="129006"/>
                  </a:lnTo>
                  <a:lnTo>
                    <a:pt x="1117104" y="57912"/>
                  </a:lnTo>
                  <a:lnTo>
                    <a:pt x="1066800" y="0"/>
                  </a:lnTo>
                  <a:lnTo>
                    <a:pt x="0" y="943356"/>
                  </a:lnTo>
                  <a:lnTo>
                    <a:pt x="50304" y="999744"/>
                  </a:lnTo>
                  <a:lnTo>
                    <a:pt x="1028509" y="136131"/>
                  </a:lnTo>
                  <a:lnTo>
                    <a:pt x="1306461" y="872363"/>
                  </a:lnTo>
                  <a:lnTo>
                    <a:pt x="21348" y="1024128"/>
                  </a:lnTo>
                  <a:lnTo>
                    <a:pt x="30480" y="1100328"/>
                  </a:lnTo>
                  <a:lnTo>
                    <a:pt x="1334401" y="946340"/>
                  </a:lnTo>
                  <a:lnTo>
                    <a:pt x="1482686" y="1339113"/>
                  </a:lnTo>
                  <a:lnTo>
                    <a:pt x="1409573" y="1385316"/>
                  </a:lnTo>
                  <a:lnTo>
                    <a:pt x="1500136" y="1385316"/>
                  </a:lnTo>
                  <a:lnTo>
                    <a:pt x="1553464" y="1385316"/>
                  </a:lnTo>
                  <a:lnTo>
                    <a:pt x="1581226" y="1385316"/>
                  </a:lnTo>
                  <a:lnTo>
                    <a:pt x="1575879" y="1371168"/>
                  </a:lnTo>
                  <a:lnTo>
                    <a:pt x="2217432" y="966216"/>
                  </a:lnTo>
                  <a:close/>
                </a:path>
              </a:pathLst>
            </a:custGeom>
            <a:solidFill>
              <a:srgbClr val="FF00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345936" y="2150364"/>
              <a:ext cx="408432" cy="56387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72668" y="3779520"/>
              <a:ext cx="9143999" cy="34290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1812" y="3781044"/>
              <a:ext cx="5925311" cy="102412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463027" y="4777739"/>
              <a:ext cx="205740" cy="20574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730239" y="4477511"/>
              <a:ext cx="205740" cy="20574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9585960" y="4791455"/>
              <a:ext cx="205740" cy="20574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8820912" y="4011168"/>
              <a:ext cx="205740" cy="205740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5946648" y="3779520"/>
              <a:ext cx="3706495" cy="1146175"/>
            </a:xfrm>
            <a:custGeom>
              <a:avLst/>
              <a:gdLst/>
              <a:ahLst/>
              <a:cxnLst/>
              <a:rect l="l" t="t" r="r" b="b"/>
              <a:pathLst>
                <a:path w="3706495" h="1146175">
                  <a:moveTo>
                    <a:pt x="2903207" y="257556"/>
                  </a:moveTo>
                  <a:lnTo>
                    <a:pt x="2616873" y="0"/>
                  </a:lnTo>
                  <a:lnTo>
                    <a:pt x="2560929" y="0"/>
                  </a:lnTo>
                  <a:lnTo>
                    <a:pt x="2878823" y="286512"/>
                  </a:lnTo>
                  <a:lnTo>
                    <a:pt x="2903207" y="257556"/>
                  </a:lnTo>
                  <a:close/>
                </a:path>
                <a:path w="3706495" h="1146175">
                  <a:moveTo>
                    <a:pt x="2916923" y="353580"/>
                  </a:moveTo>
                  <a:lnTo>
                    <a:pt x="2910827" y="315480"/>
                  </a:lnTo>
                  <a:lnTo>
                    <a:pt x="1793367" y="494512"/>
                  </a:lnTo>
                  <a:lnTo>
                    <a:pt x="1916099" y="0"/>
                  </a:lnTo>
                  <a:lnTo>
                    <a:pt x="1876196" y="0"/>
                  </a:lnTo>
                  <a:lnTo>
                    <a:pt x="1752371" y="501078"/>
                  </a:lnTo>
                  <a:lnTo>
                    <a:pt x="1422006" y="553999"/>
                  </a:lnTo>
                  <a:lnTo>
                    <a:pt x="1214716" y="0"/>
                  </a:lnTo>
                  <a:lnTo>
                    <a:pt x="1196898" y="0"/>
                  </a:lnTo>
                  <a:lnTo>
                    <a:pt x="1173708" y="0"/>
                  </a:lnTo>
                  <a:lnTo>
                    <a:pt x="1124267" y="0"/>
                  </a:lnTo>
                  <a:lnTo>
                    <a:pt x="7620" y="708672"/>
                  </a:lnTo>
                  <a:lnTo>
                    <a:pt x="27432" y="740676"/>
                  </a:lnTo>
                  <a:lnTo>
                    <a:pt x="1178140" y="11887"/>
                  </a:lnTo>
                  <a:lnTo>
                    <a:pt x="1382953" y="560260"/>
                  </a:lnTo>
                  <a:lnTo>
                    <a:pt x="0" y="781812"/>
                  </a:lnTo>
                  <a:lnTo>
                    <a:pt x="3048" y="800862"/>
                  </a:lnTo>
                  <a:lnTo>
                    <a:pt x="0" y="819912"/>
                  </a:lnTo>
                  <a:lnTo>
                    <a:pt x="1551432" y="1118616"/>
                  </a:lnTo>
                  <a:lnTo>
                    <a:pt x="1559052" y="1082040"/>
                  </a:lnTo>
                  <a:lnTo>
                    <a:pt x="113855" y="802652"/>
                  </a:lnTo>
                  <a:lnTo>
                    <a:pt x="1396720" y="597128"/>
                  </a:lnTo>
                  <a:lnTo>
                    <a:pt x="1563611" y="1043940"/>
                  </a:lnTo>
                  <a:lnTo>
                    <a:pt x="1600200" y="1030224"/>
                  </a:lnTo>
                  <a:lnTo>
                    <a:pt x="1435798" y="590867"/>
                  </a:lnTo>
                  <a:lnTo>
                    <a:pt x="1742313" y="541769"/>
                  </a:lnTo>
                  <a:lnTo>
                    <a:pt x="1627632" y="1005852"/>
                  </a:lnTo>
                  <a:lnTo>
                    <a:pt x="1664208" y="1014984"/>
                  </a:lnTo>
                  <a:lnTo>
                    <a:pt x="1783270" y="535203"/>
                  </a:lnTo>
                  <a:lnTo>
                    <a:pt x="2916923" y="353580"/>
                  </a:lnTo>
                  <a:close/>
                </a:path>
                <a:path w="3706495" h="1146175">
                  <a:moveTo>
                    <a:pt x="3697211" y="1037856"/>
                  </a:moveTo>
                  <a:lnTo>
                    <a:pt x="3058668" y="385572"/>
                  </a:lnTo>
                  <a:lnTo>
                    <a:pt x="3031223" y="411480"/>
                  </a:lnTo>
                  <a:lnTo>
                    <a:pt x="3669779" y="1063764"/>
                  </a:lnTo>
                  <a:lnTo>
                    <a:pt x="3697211" y="1037856"/>
                  </a:lnTo>
                  <a:close/>
                </a:path>
                <a:path w="3706495" h="1146175">
                  <a:moveTo>
                    <a:pt x="3706368" y="1107948"/>
                  </a:moveTo>
                  <a:lnTo>
                    <a:pt x="1645907" y="1066800"/>
                  </a:lnTo>
                  <a:lnTo>
                    <a:pt x="1645907" y="1104900"/>
                  </a:lnTo>
                  <a:lnTo>
                    <a:pt x="3704844" y="1146048"/>
                  </a:lnTo>
                  <a:lnTo>
                    <a:pt x="3706368" y="110794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793480" y="3947160"/>
              <a:ext cx="352043" cy="284988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517380" y="4684776"/>
              <a:ext cx="352043" cy="286511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435596" y="4684776"/>
              <a:ext cx="353567" cy="286511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716523" y="4413504"/>
              <a:ext cx="352043" cy="286512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6048756" y="3779520"/>
              <a:ext cx="3484245" cy="1125220"/>
            </a:xfrm>
            <a:custGeom>
              <a:avLst/>
              <a:gdLst/>
              <a:ahLst/>
              <a:cxnLst/>
              <a:rect l="l" t="t" r="r" b="b"/>
              <a:pathLst>
                <a:path w="3484245" h="1125220">
                  <a:moveTo>
                    <a:pt x="2750820" y="347472"/>
                  </a:moveTo>
                  <a:lnTo>
                    <a:pt x="2738615" y="272796"/>
                  </a:lnTo>
                  <a:lnTo>
                    <a:pt x="1318412" y="515861"/>
                  </a:lnTo>
                  <a:lnTo>
                    <a:pt x="1124013" y="0"/>
                  </a:lnTo>
                  <a:lnTo>
                    <a:pt x="1096251" y="0"/>
                  </a:lnTo>
                  <a:lnTo>
                    <a:pt x="1042924" y="0"/>
                  </a:lnTo>
                  <a:lnTo>
                    <a:pt x="952360" y="0"/>
                  </a:lnTo>
                  <a:lnTo>
                    <a:pt x="0" y="601992"/>
                  </a:lnTo>
                  <a:lnTo>
                    <a:pt x="41148" y="666000"/>
                  </a:lnTo>
                  <a:lnTo>
                    <a:pt x="1053185" y="27190"/>
                  </a:lnTo>
                  <a:lnTo>
                    <a:pt x="1242580" y="528840"/>
                  </a:lnTo>
                  <a:lnTo>
                    <a:pt x="13703" y="739140"/>
                  </a:lnTo>
                  <a:lnTo>
                    <a:pt x="27419" y="813816"/>
                  </a:lnTo>
                  <a:lnTo>
                    <a:pt x="1269847" y="601078"/>
                  </a:lnTo>
                  <a:lnTo>
                    <a:pt x="1389888" y="918984"/>
                  </a:lnTo>
                  <a:lnTo>
                    <a:pt x="1459992" y="891540"/>
                  </a:lnTo>
                  <a:lnTo>
                    <a:pt x="1345628" y="588098"/>
                  </a:lnTo>
                  <a:lnTo>
                    <a:pt x="2750820" y="347472"/>
                  </a:lnTo>
                  <a:close/>
                </a:path>
                <a:path w="3484245" h="1125220">
                  <a:moveTo>
                    <a:pt x="3468624" y="1048512"/>
                  </a:moveTo>
                  <a:lnTo>
                    <a:pt x="1740408" y="1046988"/>
                  </a:lnTo>
                  <a:lnTo>
                    <a:pt x="1740408" y="1123188"/>
                  </a:lnTo>
                  <a:lnTo>
                    <a:pt x="3468624" y="1124712"/>
                  </a:lnTo>
                  <a:lnTo>
                    <a:pt x="3468624" y="1048512"/>
                  </a:lnTo>
                  <a:close/>
                </a:path>
                <a:path w="3484245" h="1125220">
                  <a:moveTo>
                    <a:pt x="3483851" y="876300"/>
                  </a:moveTo>
                  <a:lnTo>
                    <a:pt x="2945892" y="423672"/>
                  </a:lnTo>
                  <a:lnTo>
                    <a:pt x="2897124" y="481584"/>
                  </a:lnTo>
                  <a:lnTo>
                    <a:pt x="3435083" y="934212"/>
                  </a:lnTo>
                  <a:lnTo>
                    <a:pt x="3483851" y="876300"/>
                  </a:lnTo>
                  <a:close/>
                </a:path>
              </a:pathLst>
            </a:custGeom>
            <a:solidFill>
              <a:srgbClr val="FF00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991664" y="3230330"/>
            <a:ext cx="3914140" cy="1671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spc="-35" dirty="0">
                <a:solidFill>
                  <a:srgbClr val="FFFFFF"/>
                </a:solidFill>
                <a:latin typeface="Verdana"/>
                <a:cs typeface="Verdana"/>
              </a:rPr>
              <a:t>Le</a:t>
            </a:r>
            <a:r>
              <a:rPr sz="1800" spc="-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25" dirty="0">
                <a:solidFill>
                  <a:srgbClr val="FFFFFF"/>
                </a:solidFill>
                <a:latin typeface="Verdana"/>
                <a:cs typeface="Verdana"/>
              </a:rPr>
              <a:t>graphe </a:t>
            </a:r>
            <a:r>
              <a:rPr sz="1800" spc="-70" dirty="0">
                <a:solidFill>
                  <a:srgbClr val="FFFFFF"/>
                </a:solidFill>
                <a:latin typeface="Verdana"/>
                <a:cs typeface="Verdana"/>
              </a:rPr>
              <a:t>suivant</a:t>
            </a:r>
            <a:r>
              <a:rPr sz="1800" spc="-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35" dirty="0">
                <a:solidFill>
                  <a:srgbClr val="FFFFFF"/>
                </a:solidFill>
                <a:latin typeface="Verdana"/>
                <a:cs typeface="Verdana"/>
              </a:rPr>
              <a:t>représente</a:t>
            </a:r>
            <a:r>
              <a:rPr sz="1800" spc="-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le </a:t>
            </a: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20" dirty="0">
                <a:solidFill>
                  <a:srgbClr val="FFFFFF"/>
                </a:solidFill>
                <a:latin typeface="Verdana"/>
                <a:cs typeface="Verdana"/>
              </a:rPr>
              <a:t>plan</a:t>
            </a:r>
            <a:r>
              <a:rPr sz="1800" spc="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50" dirty="0">
                <a:solidFill>
                  <a:srgbClr val="FFFFFF"/>
                </a:solidFill>
                <a:latin typeface="Verdana"/>
                <a:cs typeface="Verdana"/>
              </a:rPr>
              <a:t>d’une</a:t>
            </a:r>
            <a:r>
              <a:rPr sz="1800" spc="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75" dirty="0">
                <a:solidFill>
                  <a:srgbClr val="FFFFFF"/>
                </a:solidFill>
                <a:latin typeface="Verdana"/>
                <a:cs typeface="Verdana"/>
              </a:rPr>
              <a:t>ville</a:t>
            </a:r>
            <a:r>
              <a:rPr sz="1800" spc="-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80" dirty="0">
                <a:solidFill>
                  <a:srgbClr val="FFFFFF"/>
                </a:solidFill>
                <a:latin typeface="Verdana"/>
                <a:cs typeface="Verdana"/>
              </a:rPr>
              <a:t>sur</a:t>
            </a:r>
            <a:r>
              <a:rPr sz="18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80" dirty="0">
                <a:solidFill>
                  <a:srgbClr val="FFFFFF"/>
                </a:solidFill>
                <a:latin typeface="Verdana"/>
                <a:cs typeface="Verdana"/>
              </a:rPr>
              <a:t>chaque </a:t>
            </a:r>
            <a:r>
              <a:rPr sz="1800" spc="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Verdana"/>
                <a:cs typeface="Verdana"/>
              </a:rPr>
              <a:t>sommet </a:t>
            </a:r>
            <a:r>
              <a:rPr sz="1800" spc="-65" dirty="0">
                <a:solidFill>
                  <a:srgbClr val="FFFFFF"/>
                </a:solidFill>
                <a:latin typeface="Verdana"/>
                <a:cs typeface="Verdana"/>
              </a:rPr>
              <a:t>vous </a:t>
            </a:r>
            <a:r>
              <a:rPr sz="1800" spc="-5" dirty="0">
                <a:solidFill>
                  <a:srgbClr val="FFFFFF"/>
                </a:solidFill>
                <a:latin typeface="Verdana"/>
                <a:cs typeface="Verdana"/>
              </a:rPr>
              <a:t>avez </a:t>
            </a: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des </a:t>
            </a:r>
            <a:r>
              <a:rPr sz="1800" spc="-20" dirty="0">
                <a:solidFill>
                  <a:srgbClr val="FFFFFF"/>
                </a:solidFill>
                <a:latin typeface="Verdana"/>
                <a:cs typeface="Verdana"/>
              </a:rPr>
              <a:t>boutiques </a:t>
            </a: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30" dirty="0">
                <a:solidFill>
                  <a:srgbClr val="FFFFFF"/>
                </a:solidFill>
                <a:latin typeface="Verdana"/>
                <a:cs typeface="Verdana"/>
              </a:rPr>
              <a:t>qui </a:t>
            </a:r>
            <a:r>
              <a:rPr sz="1800" spc="145" dirty="0">
                <a:solidFill>
                  <a:srgbClr val="FFFFFF"/>
                </a:solidFill>
                <a:latin typeface="Verdana"/>
                <a:cs typeface="Verdana"/>
              </a:rPr>
              <a:t>à </a:t>
            </a:r>
            <a:r>
              <a:rPr sz="1800" spc="15" dirty="0">
                <a:solidFill>
                  <a:srgbClr val="FFFFFF"/>
                </a:solidFill>
                <a:latin typeface="Verdana"/>
                <a:cs typeface="Verdana"/>
              </a:rPr>
              <a:t>la 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fin</a:t>
            </a:r>
            <a:r>
              <a:rPr sz="1800" spc="-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05" dirty="0">
                <a:solidFill>
                  <a:srgbClr val="FFFFFF"/>
                </a:solidFill>
                <a:latin typeface="Verdana"/>
                <a:cs typeface="Verdana"/>
              </a:rPr>
              <a:t>de </a:t>
            </a:r>
            <a:r>
              <a:rPr sz="1800" spc="-40" dirty="0">
                <a:solidFill>
                  <a:srgbClr val="FFFFFF"/>
                </a:solidFill>
                <a:latin typeface="Verdana"/>
                <a:cs typeface="Verdana"/>
              </a:rPr>
              <a:t>journée </a:t>
            </a:r>
            <a:r>
              <a:rPr sz="1800" spc="-20" dirty="0">
                <a:solidFill>
                  <a:srgbClr val="FFFFFF"/>
                </a:solidFill>
                <a:latin typeface="Verdana"/>
                <a:cs typeface="Verdana"/>
              </a:rPr>
              <a:t>ont </a:t>
            </a: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des </a:t>
            </a:r>
            <a:r>
              <a:rPr sz="1800" spc="-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60" dirty="0">
                <a:solidFill>
                  <a:srgbClr val="FFFFFF"/>
                </a:solidFill>
                <a:latin typeface="Verdana"/>
                <a:cs typeface="Verdana"/>
              </a:rPr>
              <a:t>caisses</a:t>
            </a:r>
            <a:r>
              <a:rPr sz="1800" spc="-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Verdana"/>
                <a:cs typeface="Verdana"/>
              </a:rPr>
              <a:t>qu’ils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Verdana"/>
                <a:cs typeface="Verdana"/>
              </a:rPr>
              <a:t>faut</a:t>
            </a: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Verdana"/>
                <a:cs typeface="Verdana"/>
              </a:rPr>
              <a:t>mettre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25" dirty="0">
                <a:solidFill>
                  <a:srgbClr val="FFFFFF"/>
                </a:solidFill>
                <a:latin typeface="Verdana"/>
                <a:cs typeface="Verdana"/>
              </a:rPr>
              <a:t>en </a:t>
            </a:r>
            <a:r>
              <a:rPr sz="1800" spc="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24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1800" spc="75" dirty="0">
                <a:solidFill>
                  <a:srgbClr val="FFFFFF"/>
                </a:solidFill>
                <a:latin typeface="Verdana"/>
                <a:cs typeface="Verdana"/>
              </a:rPr>
              <a:t>é</a:t>
            </a:r>
            <a:r>
              <a:rPr sz="1800" spc="229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1800" spc="-23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it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é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14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1800" spc="13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800" spc="-6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1800" spc="-24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6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00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sz="1800" spc="13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1800" spc="100" dirty="0">
                <a:solidFill>
                  <a:srgbClr val="FFFFFF"/>
                </a:solidFill>
                <a:latin typeface="Verdana"/>
                <a:cs typeface="Verdana"/>
              </a:rPr>
              <a:t>q</a:t>
            </a:r>
            <a:r>
              <a:rPr sz="1800" spc="-6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160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518618" y="6888581"/>
            <a:ext cx="193675" cy="212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105" dirty="0">
                <a:solidFill>
                  <a:srgbClr val="FFFFFF"/>
                </a:solidFill>
                <a:latin typeface="Verdana"/>
                <a:cs typeface="Verdana"/>
              </a:rPr>
              <a:t>3</a:t>
            </a:r>
            <a:r>
              <a:rPr sz="1200" spc="-100" dirty="0">
                <a:solidFill>
                  <a:srgbClr val="FFFFFF"/>
                </a:solidFill>
                <a:latin typeface="Verdana"/>
                <a:cs typeface="Verdana"/>
              </a:rPr>
              <a:t>8</a:t>
            </a:r>
            <a:endParaRPr sz="1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08175" y="720852"/>
            <a:ext cx="5672328" cy="309118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772668" y="3779519"/>
            <a:ext cx="9144000" cy="3429000"/>
            <a:chOff x="772668" y="3779519"/>
            <a:chExt cx="9144000" cy="342900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3779520"/>
              <a:ext cx="9143999" cy="34290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1812" y="3781044"/>
              <a:ext cx="5925311" cy="10241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374117" y="1272008"/>
            <a:ext cx="8009255" cy="49752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96240" marR="5080" indent="-384175" algn="just">
              <a:lnSpc>
                <a:spcPct val="100000"/>
              </a:lnSpc>
              <a:spcBef>
                <a:spcPts val="95"/>
              </a:spcBef>
              <a:buClr>
                <a:srgbClr val="FF388C"/>
              </a:buClr>
              <a:buSzPct val="80357"/>
              <a:buFont typeface="Times New Roman"/>
              <a:buChar char="◉"/>
              <a:tabLst>
                <a:tab pos="396875" algn="l"/>
              </a:tabLst>
            </a:pPr>
            <a:r>
              <a:rPr sz="2800" b="1" u="heavy" spc="-6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ahoma"/>
                <a:cs typeface="Tahoma"/>
              </a:rPr>
              <a:t>Colorier</a:t>
            </a:r>
            <a:r>
              <a:rPr sz="2800" b="1" spc="-60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2800" spc="-70" dirty="0">
                <a:solidFill>
                  <a:srgbClr val="FFFFFF"/>
                </a:solidFill>
                <a:latin typeface="Verdana"/>
                <a:cs typeface="Verdana"/>
              </a:rPr>
              <a:t>un </a:t>
            </a:r>
            <a:r>
              <a:rPr sz="2800" spc="45" dirty="0">
                <a:solidFill>
                  <a:srgbClr val="FFFFFF"/>
                </a:solidFill>
                <a:latin typeface="Verdana"/>
                <a:cs typeface="Verdana"/>
              </a:rPr>
              <a:t>graphe </a:t>
            </a:r>
            <a:r>
              <a:rPr sz="2800" spc="-70" dirty="0">
                <a:solidFill>
                  <a:srgbClr val="FFFFFF"/>
                </a:solidFill>
                <a:latin typeface="Verdana"/>
                <a:cs typeface="Verdana"/>
              </a:rPr>
              <a:t>consiste </a:t>
            </a:r>
            <a:r>
              <a:rPr sz="2800" spc="225" dirty="0">
                <a:solidFill>
                  <a:srgbClr val="FFFFFF"/>
                </a:solidFill>
                <a:latin typeface="Verdana"/>
                <a:cs typeface="Verdana"/>
              </a:rPr>
              <a:t>à </a:t>
            </a:r>
            <a:r>
              <a:rPr sz="2800" spc="15" dirty="0">
                <a:solidFill>
                  <a:srgbClr val="FFFFFF"/>
                </a:solidFill>
                <a:latin typeface="Verdana"/>
                <a:cs typeface="Verdana"/>
              </a:rPr>
              <a:t>affecter </a:t>
            </a:r>
            <a:r>
              <a:rPr sz="2800" spc="10" dirty="0">
                <a:solidFill>
                  <a:srgbClr val="FFFFFF"/>
                </a:solidFill>
                <a:latin typeface="Verdana"/>
                <a:cs typeface="Verdana"/>
              </a:rPr>
              <a:t>une </a:t>
            </a:r>
            <a:r>
              <a:rPr sz="2800" spc="-969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-15" dirty="0">
                <a:solidFill>
                  <a:srgbClr val="FFFFFF"/>
                </a:solidFill>
                <a:latin typeface="Verdana"/>
                <a:cs typeface="Verdana"/>
              </a:rPr>
              <a:t>couleur </a:t>
            </a:r>
            <a:r>
              <a:rPr sz="2800" spc="225" dirty="0">
                <a:solidFill>
                  <a:srgbClr val="FFFFFF"/>
                </a:solidFill>
                <a:latin typeface="Verdana"/>
                <a:cs typeface="Verdana"/>
              </a:rPr>
              <a:t>à </a:t>
            </a:r>
            <a:r>
              <a:rPr sz="2800" spc="120" dirty="0">
                <a:solidFill>
                  <a:srgbClr val="FFFFFF"/>
                </a:solidFill>
                <a:latin typeface="Verdana"/>
                <a:cs typeface="Verdana"/>
              </a:rPr>
              <a:t>chacun </a:t>
            </a:r>
            <a:r>
              <a:rPr sz="2800" spc="-15" dirty="0">
                <a:solidFill>
                  <a:srgbClr val="FFFFFF"/>
                </a:solidFill>
                <a:latin typeface="Verdana"/>
                <a:cs typeface="Verdana"/>
              </a:rPr>
              <a:t>des </a:t>
            </a:r>
            <a:r>
              <a:rPr sz="2800" spc="-114" dirty="0">
                <a:solidFill>
                  <a:srgbClr val="FFFFFF"/>
                </a:solidFill>
                <a:latin typeface="Verdana"/>
                <a:cs typeface="Verdana"/>
              </a:rPr>
              <a:t>sommets </a:t>
            </a:r>
            <a:r>
              <a:rPr sz="2800" spc="150" dirty="0">
                <a:solidFill>
                  <a:srgbClr val="FFFFFF"/>
                </a:solidFill>
                <a:latin typeface="Verdana"/>
                <a:cs typeface="Verdana"/>
              </a:rPr>
              <a:t>de </a:t>
            </a:r>
            <a:r>
              <a:rPr sz="2800" spc="-125" dirty="0">
                <a:solidFill>
                  <a:srgbClr val="FFFFFF"/>
                </a:solidFill>
                <a:latin typeface="Verdana"/>
                <a:cs typeface="Verdana"/>
              </a:rPr>
              <a:t>sorte </a:t>
            </a:r>
            <a:r>
              <a:rPr sz="28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75" dirty="0">
                <a:solidFill>
                  <a:srgbClr val="FFFFFF"/>
                </a:solidFill>
                <a:latin typeface="Verdana"/>
                <a:cs typeface="Verdana"/>
              </a:rPr>
              <a:t>que </a:t>
            </a:r>
            <a:r>
              <a:rPr sz="2800" spc="-15" dirty="0">
                <a:solidFill>
                  <a:srgbClr val="FFFFFF"/>
                </a:solidFill>
                <a:latin typeface="Verdana"/>
                <a:cs typeface="Verdana"/>
              </a:rPr>
              <a:t>deux </a:t>
            </a:r>
            <a:r>
              <a:rPr sz="2800" spc="-114" dirty="0">
                <a:solidFill>
                  <a:srgbClr val="FFFFFF"/>
                </a:solidFill>
                <a:latin typeface="Verdana"/>
                <a:cs typeface="Verdana"/>
              </a:rPr>
              <a:t>sommets </a:t>
            </a:r>
            <a:r>
              <a:rPr sz="2800" b="1" u="heavy" spc="-1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ahoma"/>
                <a:cs typeface="Tahoma"/>
              </a:rPr>
              <a:t>adjacents</a:t>
            </a:r>
            <a:r>
              <a:rPr sz="2800" b="1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800" spc="40" dirty="0">
                <a:solidFill>
                  <a:srgbClr val="FFFFFF"/>
                </a:solidFill>
                <a:latin typeface="Verdana"/>
                <a:cs typeface="Verdana"/>
              </a:rPr>
              <a:t>ne </a:t>
            </a:r>
            <a:r>
              <a:rPr sz="2800" spc="-90" dirty="0">
                <a:solidFill>
                  <a:srgbClr val="FFFFFF"/>
                </a:solidFill>
                <a:latin typeface="Verdana"/>
                <a:cs typeface="Verdana"/>
              </a:rPr>
              <a:t>soient </a:t>
            </a:r>
            <a:r>
              <a:rPr sz="2800" spc="15" dirty="0">
                <a:solidFill>
                  <a:srgbClr val="FFFFFF"/>
                </a:solidFill>
                <a:latin typeface="Verdana"/>
                <a:cs typeface="Verdana"/>
              </a:rPr>
              <a:t>pas </a:t>
            </a:r>
            <a:r>
              <a:rPr sz="2800" spc="-9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165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2800" spc="-2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b="1" u="heavy" spc="-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ahoma"/>
                <a:cs typeface="Tahoma"/>
              </a:rPr>
              <a:t>la</a:t>
            </a:r>
            <a:r>
              <a:rPr sz="2800" b="1" u="heavy" spc="-4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ahoma"/>
                <a:cs typeface="Tahoma"/>
              </a:rPr>
              <a:t> </a:t>
            </a:r>
            <a:r>
              <a:rPr sz="2800" b="1" u="heavy" spc="4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ahoma"/>
                <a:cs typeface="Tahoma"/>
              </a:rPr>
              <a:t>même</a:t>
            </a:r>
            <a:r>
              <a:rPr sz="2800" b="1" u="heavy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ahoma"/>
                <a:cs typeface="Tahoma"/>
              </a:rPr>
              <a:t> </a:t>
            </a:r>
            <a:r>
              <a:rPr sz="2800" b="1" u="heavy" spc="-6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ahoma"/>
                <a:cs typeface="Tahoma"/>
              </a:rPr>
              <a:t>couleur</a:t>
            </a:r>
            <a:r>
              <a:rPr sz="2800" spc="-65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2800">
              <a:latin typeface="Verdana"/>
              <a:cs typeface="Verdana"/>
            </a:endParaRPr>
          </a:p>
          <a:p>
            <a:pPr marL="396240" marR="6985" indent="-384175" algn="just">
              <a:lnSpc>
                <a:spcPct val="100200"/>
              </a:lnSpc>
              <a:spcBef>
                <a:spcPts val="665"/>
              </a:spcBef>
              <a:buClr>
                <a:srgbClr val="FF388C"/>
              </a:buClr>
              <a:buSzPct val="80357"/>
              <a:buFont typeface="Times New Roman"/>
              <a:buChar char="◉"/>
              <a:tabLst>
                <a:tab pos="396875" algn="l"/>
              </a:tabLst>
            </a:pPr>
            <a:r>
              <a:rPr sz="2800" b="1" spc="-125" dirty="0">
                <a:solidFill>
                  <a:srgbClr val="FFFF00"/>
                </a:solidFill>
                <a:latin typeface="Tahoma"/>
                <a:cs typeface="Tahoma"/>
              </a:rPr>
              <a:t>Le </a:t>
            </a:r>
            <a:r>
              <a:rPr sz="2800" b="1" spc="-40" dirty="0">
                <a:solidFill>
                  <a:srgbClr val="FFFF00"/>
                </a:solidFill>
                <a:latin typeface="Tahoma"/>
                <a:cs typeface="Tahoma"/>
              </a:rPr>
              <a:t>nombre </a:t>
            </a:r>
            <a:r>
              <a:rPr sz="2800" b="1" spc="-35" dirty="0">
                <a:solidFill>
                  <a:srgbClr val="FFFF00"/>
                </a:solidFill>
                <a:latin typeface="Tahoma"/>
                <a:cs typeface="Tahoma"/>
              </a:rPr>
              <a:t>chromatique </a:t>
            </a:r>
            <a:r>
              <a:rPr sz="2800" spc="65" dirty="0">
                <a:solidFill>
                  <a:srgbClr val="FFFFFF"/>
                </a:solidFill>
                <a:latin typeface="Verdana"/>
                <a:cs typeface="Verdana"/>
              </a:rPr>
              <a:t>d’un </a:t>
            </a:r>
            <a:r>
              <a:rPr sz="2800" spc="40" dirty="0">
                <a:solidFill>
                  <a:srgbClr val="FFFFFF"/>
                </a:solidFill>
                <a:latin typeface="Verdana"/>
                <a:cs typeface="Verdana"/>
              </a:rPr>
              <a:t>graphe </a:t>
            </a:r>
            <a:r>
              <a:rPr sz="2800" spc="265" dirty="0">
                <a:solidFill>
                  <a:srgbClr val="FFFFFF"/>
                </a:solidFill>
                <a:latin typeface="Verdana"/>
                <a:cs typeface="Verdana"/>
              </a:rPr>
              <a:t>G </a:t>
            </a:r>
            <a:r>
              <a:rPr sz="2800" spc="-125" dirty="0">
                <a:solidFill>
                  <a:srgbClr val="FFFFFF"/>
                </a:solidFill>
                <a:latin typeface="Verdana"/>
                <a:cs typeface="Verdana"/>
              </a:rPr>
              <a:t>est </a:t>
            </a:r>
            <a:r>
              <a:rPr sz="2800" spc="-969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-35" dirty="0">
                <a:solidFill>
                  <a:srgbClr val="FFFFFF"/>
                </a:solidFill>
                <a:latin typeface="Verdana"/>
                <a:cs typeface="Verdana"/>
              </a:rPr>
              <a:t>le</a:t>
            </a:r>
            <a:r>
              <a:rPr sz="2800" spc="-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-15" dirty="0">
                <a:solidFill>
                  <a:srgbClr val="FFFFFF"/>
                </a:solidFill>
                <a:latin typeface="Verdana"/>
                <a:cs typeface="Verdana"/>
              </a:rPr>
              <a:t>nombre</a:t>
            </a:r>
            <a:r>
              <a:rPr sz="2800" spc="-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-125" dirty="0">
                <a:solidFill>
                  <a:srgbClr val="FFFFFF"/>
                </a:solidFill>
                <a:latin typeface="Verdana"/>
                <a:cs typeface="Verdana"/>
              </a:rPr>
              <a:t>minimum</a:t>
            </a:r>
            <a:r>
              <a:rPr sz="28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165" dirty="0">
                <a:solidFill>
                  <a:srgbClr val="FFFFFF"/>
                </a:solidFill>
                <a:latin typeface="Verdana"/>
                <a:cs typeface="Verdana"/>
              </a:rPr>
              <a:t>de </a:t>
            </a:r>
            <a:r>
              <a:rPr sz="2800" spc="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-60" dirty="0">
                <a:solidFill>
                  <a:srgbClr val="FFFFFF"/>
                </a:solidFill>
                <a:latin typeface="Verdana"/>
                <a:cs typeface="Verdana"/>
              </a:rPr>
              <a:t>couleurs </a:t>
            </a:r>
            <a:r>
              <a:rPr sz="2800" spc="-969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-7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800" spc="145" dirty="0">
                <a:solidFill>
                  <a:srgbClr val="FFFFFF"/>
                </a:solidFill>
                <a:latin typeface="Verdana"/>
                <a:cs typeface="Verdana"/>
              </a:rPr>
              <a:t>é</a:t>
            </a:r>
            <a:r>
              <a:rPr sz="2800" spc="355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800" spc="114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800" spc="-370" dirty="0">
                <a:solidFill>
                  <a:srgbClr val="FFFFFF"/>
                </a:solidFill>
                <a:latin typeface="Verdana"/>
                <a:cs typeface="Verdana"/>
              </a:rPr>
              <a:t>ss</a:t>
            </a:r>
            <a:r>
              <a:rPr sz="2800" spc="21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800" spc="-21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800" spc="-36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800" spc="14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800" spc="-37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8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150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2800" spc="114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800" spc="-7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800" spc="-35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80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355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800" spc="114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800" spc="-18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800" spc="114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800" spc="-36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800" spc="-18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800" spc="14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800" spc="-36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800" spc="-245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r>
              <a:rPr sz="2800" spc="-2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22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800" spc="-7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80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-7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800" spc="140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800" spc="-16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800" spc="14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8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b="1" spc="-1639" dirty="0">
                <a:solidFill>
                  <a:srgbClr val="CCFF33"/>
                </a:solidFill>
                <a:latin typeface="Cambria"/>
                <a:cs typeface="Cambria"/>
              </a:rPr>
              <a:t></a:t>
            </a:r>
            <a:r>
              <a:rPr sz="2800" b="1" spc="-210" dirty="0">
                <a:solidFill>
                  <a:srgbClr val="CCFF33"/>
                </a:solidFill>
                <a:latin typeface="Tahoma"/>
                <a:cs typeface="Tahoma"/>
              </a:rPr>
              <a:t>(</a:t>
            </a:r>
            <a:r>
              <a:rPr sz="2800" b="1" spc="260" dirty="0">
                <a:solidFill>
                  <a:srgbClr val="CCFF33"/>
                </a:solidFill>
                <a:latin typeface="Tahoma"/>
                <a:cs typeface="Tahoma"/>
              </a:rPr>
              <a:t>G</a:t>
            </a:r>
            <a:r>
              <a:rPr sz="2800" b="1" spc="-200" dirty="0">
                <a:solidFill>
                  <a:srgbClr val="CCFF33"/>
                </a:solidFill>
                <a:latin typeface="Tahoma"/>
                <a:cs typeface="Tahoma"/>
              </a:rPr>
              <a:t>)</a:t>
            </a:r>
            <a:r>
              <a:rPr sz="2800" spc="-245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2800">
              <a:latin typeface="Verdana"/>
              <a:cs typeface="Verdana"/>
            </a:endParaRPr>
          </a:p>
          <a:p>
            <a:pPr marL="396240" marR="8890" indent="-384175" algn="just">
              <a:lnSpc>
                <a:spcPct val="100400"/>
              </a:lnSpc>
              <a:spcBef>
                <a:spcPts val="645"/>
              </a:spcBef>
              <a:buClr>
                <a:srgbClr val="FF388C"/>
              </a:buClr>
              <a:buSzPct val="80357"/>
              <a:buFont typeface="Times New Roman"/>
              <a:buChar char="◉"/>
              <a:tabLst>
                <a:tab pos="396875" algn="l"/>
              </a:tabLst>
            </a:pPr>
            <a:r>
              <a:rPr sz="2800" spc="-185" dirty="0">
                <a:solidFill>
                  <a:srgbClr val="FFFFFF"/>
                </a:solidFill>
                <a:latin typeface="Verdana"/>
                <a:cs typeface="Verdana"/>
              </a:rPr>
              <a:t>Soit </a:t>
            </a:r>
            <a:r>
              <a:rPr sz="2800" spc="-80" dirty="0">
                <a:solidFill>
                  <a:srgbClr val="FFFFFF"/>
                </a:solidFill>
                <a:latin typeface="Verdana"/>
                <a:cs typeface="Verdana"/>
              </a:rPr>
              <a:t>D </a:t>
            </a:r>
            <a:r>
              <a:rPr sz="2800" spc="-35" dirty="0">
                <a:solidFill>
                  <a:srgbClr val="FFFFFF"/>
                </a:solidFill>
                <a:latin typeface="Verdana"/>
                <a:cs typeface="Verdana"/>
              </a:rPr>
              <a:t>le </a:t>
            </a:r>
            <a:r>
              <a:rPr sz="2800" spc="45" dirty="0">
                <a:solidFill>
                  <a:srgbClr val="FFFFFF"/>
                </a:solidFill>
                <a:latin typeface="Verdana"/>
                <a:cs typeface="Verdana"/>
              </a:rPr>
              <a:t>degré </a:t>
            </a:r>
            <a:r>
              <a:rPr sz="2800" spc="-35" dirty="0">
                <a:solidFill>
                  <a:srgbClr val="FFFFFF"/>
                </a:solidFill>
                <a:latin typeface="Verdana"/>
                <a:cs typeface="Verdana"/>
              </a:rPr>
              <a:t>le </a:t>
            </a:r>
            <a:r>
              <a:rPr sz="2800" spc="-120" dirty="0">
                <a:solidFill>
                  <a:srgbClr val="FFFFFF"/>
                </a:solidFill>
                <a:latin typeface="Verdana"/>
                <a:cs typeface="Verdana"/>
              </a:rPr>
              <a:t>plus </a:t>
            </a:r>
            <a:r>
              <a:rPr sz="2800" spc="20" dirty="0">
                <a:solidFill>
                  <a:srgbClr val="FFFFFF"/>
                </a:solidFill>
                <a:latin typeface="Verdana"/>
                <a:cs typeface="Verdana"/>
              </a:rPr>
              <a:t>grand </a:t>
            </a:r>
            <a:r>
              <a:rPr sz="2800" spc="-25" dirty="0">
                <a:solidFill>
                  <a:srgbClr val="FFFFFF"/>
                </a:solidFill>
                <a:latin typeface="Verdana"/>
                <a:cs typeface="Verdana"/>
              </a:rPr>
              <a:t>des </a:t>
            </a:r>
            <a:r>
              <a:rPr sz="2800" spc="-120" dirty="0">
                <a:solidFill>
                  <a:srgbClr val="FFFFFF"/>
                </a:solidFill>
                <a:latin typeface="Verdana"/>
                <a:cs typeface="Verdana"/>
              </a:rPr>
              <a:t>sommets </a:t>
            </a:r>
            <a:r>
              <a:rPr sz="28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18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800" spc="-75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800" spc="-2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125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2800" spc="-36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800" spc="21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800" spc="180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2800" spc="-100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2800" spc="14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8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254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2800" spc="-245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r>
              <a:rPr sz="2800" spc="-1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12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800" spc="-18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800" spc="114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800" spc="-36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800" spc="-37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800" spc="-1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b="1" spc="-1639" dirty="0">
                <a:solidFill>
                  <a:srgbClr val="CCFF33"/>
                </a:solidFill>
                <a:latin typeface="Cambria"/>
                <a:cs typeface="Cambria"/>
              </a:rPr>
              <a:t></a:t>
            </a:r>
            <a:r>
              <a:rPr sz="2800" b="1" spc="-210" dirty="0">
                <a:solidFill>
                  <a:srgbClr val="CCFF33"/>
                </a:solidFill>
                <a:latin typeface="Tahoma"/>
                <a:cs typeface="Tahoma"/>
              </a:rPr>
              <a:t>(</a:t>
            </a:r>
            <a:r>
              <a:rPr sz="2800" b="1" spc="260" dirty="0">
                <a:solidFill>
                  <a:srgbClr val="CCFF33"/>
                </a:solidFill>
                <a:latin typeface="Tahoma"/>
                <a:cs typeface="Tahoma"/>
              </a:rPr>
              <a:t>G</a:t>
            </a:r>
            <a:r>
              <a:rPr sz="2800" b="1" spc="-210" dirty="0">
                <a:solidFill>
                  <a:srgbClr val="CCFF33"/>
                </a:solidFill>
                <a:latin typeface="Tahoma"/>
                <a:cs typeface="Tahoma"/>
              </a:rPr>
              <a:t>)</a:t>
            </a:r>
            <a:r>
              <a:rPr sz="2800" b="1" spc="-50" dirty="0">
                <a:solidFill>
                  <a:srgbClr val="CCFF33"/>
                </a:solidFill>
                <a:latin typeface="Tahoma"/>
                <a:cs typeface="Tahoma"/>
              </a:rPr>
              <a:t> </a:t>
            </a:r>
            <a:r>
              <a:rPr sz="2800" b="1" spc="-1270" dirty="0">
                <a:solidFill>
                  <a:srgbClr val="CCFF33"/>
                </a:solidFill>
                <a:latin typeface="Cambria"/>
                <a:cs typeface="Cambria"/>
              </a:rPr>
              <a:t></a:t>
            </a:r>
            <a:r>
              <a:rPr sz="2800" b="1" spc="175" dirty="0">
                <a:solidFill>
                  <a:srgbClr val="CCFF33"/>
                </a:solidFill>
                <a:latin typeface="Cambria"/>
                <a:cs typeface="Cambria"/>
              </a:rPr>
              <a:t> </a:t>
            </a:r>
            <a:r>
              <a:rPr sz="2800" b="1" spc="-170" dirty="0">
                <a:solidFill>
                  <a:srgbClr val="CCFF33"/>
                </a:solidFill>
                <a:latin typeface="Tahoma"/>
                <a:cs typeface="Tahoma"/>
              </a:rPr>
              <a:t>D</a:t>
            </a:r>
            <a:r>
              <a:rPr sz="2800" b="1" spc="-620" dirty="0">
                <a:solidFill>
                  <a:srgbClr val="CCFF33"/>
                </a:solidFill>
                <a:latin typeface="Tahoma"/>
                <a:cs typeface="Tahoma"/>
              </a:rPr>
              <a:t>+</a:t>
            </a:r>
            <a:r>
              <a:rPr sz="2800" b="1" spc="-220" dirty="0">
                <a:solidFill>
                  <a:srgbClr val="CCFF33"/>
                </a:solidFill>
                <a:latin typeface="Tahoma"/>
                <a:cs typeface="Tahoma"/>
              </a:rPr>
              <a:t>1</a:t>
            </a:r>
            <a:r>
              <a:rPr sz="2800" b="1" spc="-35" dirty="0">
                <a:solidFill>
                  <a:srgbClr val="CCFF33"/>
                </a:solidFill>
                <a:latin typeface="Tahoma"/>
                <a:cs typeface="Tahoma"/>
              </a:rPr>
              <a:t> </a:t>
            </a:r>
            <a:r>
              <a:rPr sz="2800" spc="-240" dirty="0">
                <a:solidFill>
                  <a:srgbClr val="FFFFFF"/>
                </a:solidFill>
                <a:latin typeface="Verdana"/>
                <a:cs typeface="Verdana"/>
              </a:rPr>
              <a:t>(</a:t>
            </a:r>
            <a:r>
              <a:rPr sz="2800" spc="-16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800" spc="-70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2800" spc="145" dirty="0">
                <a:solidFill>
                  <a:srgbClr val="FFFFFF"/>
                </a:solidFill>
                <a:latin typeface="Verdana"/>
                <a:cs typeface="Verdana"/>
              </a:rPr>
              <a:t>é</a:t>
            </a:r>
            <a:r>
              <a:rPr sz="2800" spc="140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800" spc="-36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800" spc="145" dirty="0">
                <a:solidFill>
                  <a:srgbClr val="FFFFFF"/>
                </a:solidFill>
                <a:latin typeface="Verdana"/>
                <a:cs typeface="Verdana"/>
              </a:rPr>
              <a:t>è</a:t>
            </a:r>
            <a:r>
              <a:rPr sz="2800" spc="-10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800" spc="14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800" spc="-240" dirty="0">
                <a:solidFill>
                  <a:srgbClr val="FFFFFF"/>
                </a:solidFill>
                <a:latin typeface="Verdana"/>
                <a:cs typeface="Verdana"/>
              </a:rPr>
              <a:t>)</a:t>
            </a:r>
            <a:endParaRPr sz="2800">
              <a:latin typeface="Verdana"/>
              <a:cs typeface="Verdana"/>
            </a:endParaRPr>
          </a:p>
          <a:p>
            <a:pPr marL="396240" indent="-384175" algn="just">
              <a:lnSpc>
                <a:spcPct val="100000"/>
              </a:lnSpc>
              <a:spcBef>
                <a:spcPts val="660"/>
              </a:spcBef>
              <a:buClr>
                <a:srgbClr val="FF388C"/>
              </a:buClr>
              <a:buSzPct val="80357"/>
              <a:buFont typeface="Times New Roman"/>
              <a:buChar char="◉"/>
              <a:tabLst>
                <a:tab pos="396875" algn="l"/>
              </a:tabLst>
            </a:pPr>
            <a:r>
              <a:rPr sz="2800" spc="-65" dirty="0">
                <a:solidFill>
                  <a:srgbClr val="FFFFFF"/>
                </a:solidFill>
                <a:latin typeface="Verdana"/>
                <a:cs typeface="Verdana"/>
              </a:rPr>
              <a:t>Le</a:t>
            </a:r>
            <a:r>
              <a:rPr sz="2800" spc="9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-15" dirty="0">
                <a:solidFill>
                  <a:srgbClr val="FFFFFF"/>
                </a:solidFill>
                <a:latin typeface="Verdana"/>
                <a:cs typeface="Verdana"/>
              </a:rPr>
              <a:t>nombre</a:t>
            </a:r>
            <a:r>
              <a:rPr sz="2800" spc="8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5" dirty="0">
                <a:solidFill>
                  <a:srgbClr val="FFFFFF"/>
                </a:solidFill>
                <a:latin typeface="Verdana"/>
                <a:cs typeface="Verdana"/>
              </a:rPr>
              <a:t>chromatique</a:t>
            </a:r>
            <a:r>
              <a:rPr sz="2800" spc="8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65" dirty="0">
                <a:solidFill>
                  <a:srgbClr val="FFFFFF"/>
                </a:solidFill>
                <a:latin typeface="Verdana"/>
                <a:cs typeface="Verdana"/>
              </a:rPr>
              <a:t>d’un</a:t>
            </a:r>
            <a:r>
              <a:rPr sz="2800" spc="9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45" dirty="0">
                <a:solidFill>
                  <a:srgbClr val="FFFFFF"/>
                </a:solidFill>
                <a:latin typeface="Verdana"/>
                <a:cs typeface="Verdana"/>
              </a:rPr>
              <a:t>graphe</a:t>
            </a:r>
            <a:r>
              <a:rPr sz="2800" spc="8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265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endParaRPr sz="2800">
              <a:latin typeface="Verdana"/>
              <a:cs typeface="Verdana"/>
            </a:endParaRPr>
          </a:p>
          <a:p>
            <a:pPr marL="396240" algn="just">
              <a:lnSpc>
                <a:spcPct val="100000"/>
              </a:lnSpc>
              <a:spcBef>
                <a:spcPts val="5"/>
              </a:spcBef>
            </a:pPr>
            <a:r>
              <a:rPr sz="2800" b="1" spc="305" dirty="0">
                <a:solidFill>
                  <a:srgbClr val="FFFFFF"/>
                </a:solidFill>
                <a:latin typeface="Tahoma"/>
                <a:cs typeface="Tahoma"/>
              </a:rPr>
              <a:t>c</a:t>
            </a:r>
            <a:r>
              <a:rPr sz="2800" b="1" spc="55" dirty="0">
                <a:solidFill>
                  <a:srgbClr val="FFFFFF"/>
                </a:solidFill>
                <a:latin typeface="Tahoma"/>
                <a:cs typeface="Tahoma"/>
              </a:rPr>
              <a:t>o</a:t>
            </a:r>
            <a:r>
              <a:rPr sz="2800" b="1" spc="-45" dirty="0">
                <a:solidFill>
                  <a:srgbClr val="FFFFFF"/>
                </a:solidFill>
                <a:latin typeface="Tahoma"/>
                <a:cs typeface="Tahoma"/>
              </a:rPr>
              <a:t>m</a:t>
            </a:r>
            <a:r>
              <a:rPr sz="2800" b="1" spc="75" dirty="0">
                <a:solidFill>
                  <a:srgbClr val="FFFFFF"/>
                </a:solidFill>
                <a:latin typeface="Tahoma"/>
                <a:cs typeface="Tahoma"/>
              </a:rPr>
              <a:t>p</a:t>
            </a:r>
            <a:r>
              <a:rPr sz="2800" b="1" spc="-175" dirty="0">
                <a:solidFill>
                  <a:srgbClr val="FFFFFF"/>
                </a:solidFill>
                <a:latin typeface="Tahoma"/>
                <a:cs typeface="Tahoma"/>
              </a:rPr>
              <a:t>l</a:t>
            </a:r>
            <a:r>
              <a:rPr sz="2800" b="1" spc="120" dirty="0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sz="2800" b="1" spc="-330" dirty="0">
                <a:solidFill>
                  <a:srgbClr val="FFFFFF"/>
                </a:solidFill>
                <a:latin typeface="Tahoma"/>
                <a:cs typeface="Tahoma"/>
              </a:rPr>
              <a:t>t</a:t>
            </a:r>
            <a:r>
              <a:rPr sz="2800" b="1" spc="-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800" spc="14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800" spc="-40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800" spc="-16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8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145" dirty="0">
                <a:solidFill>
                  <a:srgbClr val="FFFFFF"/>
                </a:solidFill>
                <a:latin typeface="Verdana"/>
                <a:cs typeface="Verdana"/>
              </a:rPr>
              <a:t>é</a:t>
            </a:r>
            <a:r>
              <a:rPr sz="2800" spc="125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2800" spc="24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800" spc="-210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80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225" dirty="0">
                <a:solidFill>
                  <a:srgbClr val="FFFFFF"/>
                </a:solidFill>
                <a:latin typeface="Verdana"/>
                <a:cs typeface="Verdana"/>
              </a:rPr>
              <a:t>à</a:t>
            </a:r>
            <a:r>
              <a:rPr sz="2800" spc="-215" dirty="0">
                <a:solidFill>
                  <a:srgbClr val="FFFFFF"/>
                </a:solidFill>
                <a:latin typeface="Verdana"/>
                <a:cs typeface="Verdana"/>
              </a:rPr>
              <a:t> l</a:t>
            </a:r>
            <a:r>
              <a:rPr sz="2800" spc="250" dirty="0">
                <a:solidFill>
                  <a:srgbClr val="FFFFFF"/>
                </a:solidFill>
                <a:latin typeface="Verdana"/>
                <a:cs typeface="Verdana"/>
              </a:rPr>
              <a:t>’</a:t>
            </a:r>
            <a:r>
              <a:rPr sz="2800" spc="114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800" spc="-36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800" spc="18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800" spc="-36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800" spc="14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80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15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800" spc="14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80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355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800" spc="14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80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125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2800" spc="-36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800" spc="24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800" spc="150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2800" spc="-70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2800" spc="14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100" dirty="0"/>
              <a:t>39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8344" y="720852"/>
            <a:ext cx="5670804" cy="309118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772668" y="3779519"/>
            <a:ext cx="9144000" cy="3429000"/>
            <a:chOff x="772668" y="3779519"/>
            <a:chExt cx="9144000" cy="342900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3779520"/>
              <a:ext cx="9143999" cy="34290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1812" y="3781044"/>
              <a:ext cx="5925311" cy="10241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374076" y="1290370"/>
            <a:ext cx="8007984" cy="441452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400" b="1" spc="-65" dirty="0">
                <a:solidFill>
                  <a:srgbClr val="FFFFFF"/>
                </a:solidFill>
                <a:latin typeface="Tahoma"/>
                <a:cs typeface="Tahoma"/>
              </a:rPr>
              <a:t>Algorithme</a:t>
            </a:r>
            <a:r>
              <a:rPr sz="2400" b="1" spc="-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90" dirty="0">
                <a:solidFill>
                  <a:srgbClr val="FFFFFF"/>
                </a:solidFill>
                <a:latin typeface="Tahoma"/>
                <a:cs typeface="Tahoma"/>
              </a:rPr>
              <a:t>de</a:t>
            </a:r>
            <a:r>
              <a:rPr sz="2400" b="1" spc="-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-105" dirty="0">
                <a:solidFill>
                  <a:srgbClr val="FFFFFF"/>
                </a:solidFill>
                <a:latin typeface="Tahoma"/>
                <a:cs typeface="Tahoma"/>
              </a:rPr>
              <a:t>Welsh-Powell</a:t>
            </a:r>
            <a:endParaRPr sz="2400">
              <a:latin typeface="Tahoma"/>
              <a:cs typeface="Tahoma"/>
            </a:endParaRPr>
          </a:p>
          <a:p>
            <a:pPr marL="396240" marR="5715" indent="-384175" algn="just">
              <a:lnSpc>
                <a:spcPct val="100000"/>
              </a:lnSpc>
              <a:spcBef>
                <a:spcPts val="575"/>
              </a:spcBef>
              <a:buClr>
                <a:srgbClr val="FF388C"/>
              </a:buClr>
              <a:buSzPct val="79166"/>
              <a:buFont typeface="Times New Roman"/>
              <a:buChar char="◉"/>
              <a:tabLst>
                <a:tab pos="396875" algn="l"/>
              </a:tabLst>
            </a:pPr>
            <a:r>
              <a:rPr sz="2400" b="1" spc="-40" dirty="0">
                <a:solidFill>
                  <a:srgbClr val="FFBF00"/>
                </a:solidFill>
                <a:latin typeface="Tahoma"/>
                <a:cs typeface="Tahoma"/>
              </a:rPr>
              <a:t>Etape</a:t>
            </a:r>
            <a:r>
              <a:rPr sz="2400" b="1" spc="-35" dirty="0">
                <a:solidFill>
                  <a:srgbClr val="FFBF00"/>
                </a:solidFill>
                <a:latin typeface="Tahoma"/>
                <a:cs typeface="Tahoma"/>
              </a:rPr>
              <a:t> </a:t>
            </a:r>
            <a:r>
              <a:rPr sz="2400" b="1" spc="-185" dirty="0">
                <a:solidFill>
                  <a:srgbClr val="FFBF00"/>
                </a:solidFill>
                <a:latin typeface="Tahoma"/>
                <a:cs typeface="Tahoma"/>
              </a:rPr>
              <a:t>1</a:t>
            </a:r>
            <a:r>
              <a:rPr sz="2400" b="1" spc="-180" dirty="0">
                <a:solidFill>
                  <a:srgbClr val="FFBF00"/>
                </a:solidFill>
                <a:latin typeface="Tahoma"/>
                <a:cs typeface="Tahoma"/>
              </a:rPr>
              <a:t> </a:t>
            </a:r>
            <a:r>
              <a:rPr sz="2400" spc="-430" dirty="0">
                <a:solidFill>
                  <a:srgbClr val="FFFFFF"/>
                </a:solidFill>
                <a:latin typeface="Verdana"/>
                <a:cs typeface="Verdana"/>
              </a:rPr>
              <a:t>:</a:t>
            </a:r>
            <a:r>
              <a:rPr sz="2400" spc="-4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70" dirty="0">
                <a:solidFill>
                  <a:srgbClr val="FFFFFF"/>
                </a:solidFill>
                <a:latin typeface="Verdana"/>
                <a:cs typeface="Verdana"/>
              </a:rPr>
              <a:t>Lister </a:t>
            </a:r>
            <a:r>
              <a:rPr sz="2400" spc="-135" dirty="0">
                <a:solidFill>
                  <a:srgbClr val="FFFFFF"/>
                </a:solidFill>
                <a:latin typeface="Verdana"/>
                <a:cs typeface="Verdana"/>
              </a:rPr>
              <a:t>les </a:t>
            </a:r>
            <a:r>
              <a:rPr sz="2400" spc="-100" dirty="0">
                <a:solidFill>
                  <a:srgbClr val="FFFFFF"/>
                </a:solidFill>
                <a:latin typeface="Verdana"/>
                <a:cs typeface="Verdana"/>
              </a:rPr>
              <a:t>sommets </a:t>
            </a:r>
            <a:r>
              <a:rPr sz="2400" spc="10" dirty="0">
                <a:solidFill>
                  <a:srgbClr val="FFFFFF"/>
                </a:solidFill>
                <a:latin typeface="Verdana"/>
                <a:cs typeface="Verdana"/>
              </a:rPr>
              <a:t>par </a:t>
            </a:r>
            <a:r>
              <a:rPr sz="2400" spc="-45" dirty="0">
                <a:solidFill>
                  <a:srgbClr val="FFFFFF"/>
                </a:solidFill>
                <a:latin typeface="Verdana"/>
                <a:cs typeface="Verdana"/>
              </a:rPr>
              <a:t>ordre </a:t>
            </a:r>
            <a:r>
              <a:rPr sz="2400" spc="140" dirty="0">
                <a:solidFill>
                  <a:srgbClr val="FFFFFF"/>
                </a:solidFill>
                <a:latin typeface="Verdana"/>
                <a:cs typeface="Verdana"/>
              </a:rPr>
              <a:t>de </a:t>
            </a:r>
            <a:r>
              <a:rPr sz="2400" spc="45" dirty="0">
                <a:solidFill>
                  <a:srgbClr val="FFFFFF"/>
                </a:solidFill>
                <a:latin typeface="Verdana"/>
                <a:cs typeface="Verdana"/>
              </a:rPr>
              <a:t>degré </a:t>
            </a:r>
            <a:r>
              <a:rPr sz="2400" spc="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40" dirty="0">
                <a:solidFill>
                  <a:srgbClr val="FFFFFF"/>
                </a:solidFill>
                <a:latin typeface="Verdana"/>
                <a:cs typeface="Verdana"/>
              </a:rPr>
              <a:t>décroissant</a:t>
            </a:r>
            <a:endParaRPr sz="2400">
              <a:latin typeface="Verdana"/>
              <a:cs typeface="Verdana"/>
            </a:endParaRPr>
          </a:p>
          <a:p>
            <a:pPr marL="396240" marR="5715" indent="-384175" algn="just">
              <a:lnSpc>
                <a:spcPct val="100000"/>
              </a:lnSpc>
              <a:spcBef>
                <a:spcPts val="575"/>
              </a:spcBef>
              <a:buClr>
                <a:srgbClr val="FF388C"/>
              </a:buClr>
              <a:buSzPct val="79166"/>
              <a:buFont typeface="Times New Roman"/>
              <a:buChar char="◉"/>
              <a:tabLst>
                <a:tab pos="396875" algn="l"/>
              </a:tabLst>
            </a:pPr>
            <a:r>
              <a:rPr sz="2400" b="1" spc="-40" dirty="0">
                <a:solidFill>
                  <a:srgbClr val="FFBF00"/>
                </a:solidFill>
                <a:latin typeface="Tahoma"/>
                <a:cs typeface="Tahoma"/>
              </a:rPr>
              <a:t>Etape</a:t>
            </a:r>
            <a:r>
              <a:rPr sz="2400" b="1" spc="-35" dirty="0">
                <a:solidFill>
                  <a:srgbClr val="FFBF00"/>
                </a:solidFill>
                <a:latin typeface="Tahoma"/>
                <a:cs typeface="Tahoma"/>
              </a:rPr>
              <a:t> </a:t>
            </a:r>
            <a:r>
              <a:rPr sz="2400" b="1" spc="-185" dirty="0">
                <a:solidFill>
                  <a:srgbClr val="FFBF00"/>
                </a:solidFill>
                <a:latin typeface="Tahoma"/>
                <a:cs typeface="Tahoma"/>
              </a:rPr>
              <a:t>2</a:t>
            </a:r>
            <a:r>
              <a:rPr sz="2400" b="1" spc="-180" dirty="0">
                <a:solidFill>
                  <a:srgbClr val="FFBF00"/>
                </a:solidFill>
                <a:latin typeface="Tahoma"/>
                <a:cs typeface="Tahoma"/>
              </a:rPr>
              <a:t> </a:t>
            </a:r>
            <a:r>
              <a:rPr sz="2400" spc="-430" dirty="0">
                <a:solidFill>
                  <a:srgbClr val="FFFFFF"/>
                </a:solidFill>
                <a:latin typeface="Verdana"/>
                <a:cs typeface="Verdana"/>
              </a:rPr>
              <a:t>:</a:t>
            </a:r>
            <a:r>
              <a:rPr sz="2400" spc="-4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80" dirty="0">
                <a:solidFill>
                  <a:srgbClr val="FFFFFF"/>
                </a:solidFill>
                <a:latin typeface="Verdana"/>
                <a:cs typeface="Verdana"/>
              </a:rPr>
              <a:t>Attribuer</a:t>
            </a:r>
            <a:r>
              <a:rPr sz="2400" spc="-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5" dirty="0">
                <a:solidFill>
                  <a:srgbClr val="FFFFFF"/>
                </a:solidFill>
                <a:latin typeface="Verdana"/>
                <a:cs typeface="Verdana"/>
              </a:rPr>
              <a:t>une </a:t>
            </a:r>
            <a:r>
              <a:rPr sz="2400" spc="-10" dirty="0">
                <a:solidFill>
                  <a:srgbClr val="FFFFFF"/>
                </a:solidFill>
                <a:latin typeface="Verdana"/>
                <a:cs typeface="Verdana"/>
              </a:rPr>
              <a:t>couleur </a:t>
            </a:r>
            <a:r>
              <a:rPr sz="2400" spc="45" dirty="0">
                <a:solidFill>
                  <a:srgbClr val="FFFFFF"/>
                </a:solidFill>
                <a:latin typeface="Verdana"/>
                <a:cs typeface="Verdana"/>
              </a:rPr>
              <a:t>C1 </a:t>
            </a:r>
            <a:r>
              <a:rPr sz="2400" spc="75" dirty="0">
                <a:solidFill>
                  <a:srgbClr val="FFFFFF"/>
                </a:solidFill>
                <a:latin typeface="Verdana"/>
                <a:cs typeface="Verdana"/>
              </a:rPr>
              <a:t>au </a:t>
            </a:r>
            <a:r>
              <a:rPr sz="2400" spc="-65" dirty="0">
                <a:solidFill>
                  <a:srgbClr val="FFFFFF"/>
                </a:solidFill>
                <a:latin typeface="Verdana"/>
                <a:cs typeface="Verdana"/>
              </a:rPr>
              <a:t>premier 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32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9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400" spc="-85" dirty="0">
                <a:solidFill>
                  <a:srgbClr val="FFFFFF"/>
                </a:solidFill>
                <a:latin typeface="Verdana"/>
                <a:cs typeface="Verdana"/>
              </a:rPr>
              <a:t>mm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13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400" spc="-1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24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60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400" spc="19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204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400" spc="-16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400" spc="-32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-13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400" spc="15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210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2400">
              <a:latin typeface="Verdana"/>
              <a:cs typeface="Verdana"/>
            </a:endParaRPr>
          </a:p>
          <a:p>
            <a:pPr marL="396240" marR="5080" indent="-384175" algn="just">
              <a:lnSpc>
                <a:spcPct val="100000"/>
              </a:lnSpc>
              <a:spcBef>
                <a:spcPts val="575"/>
              </a:spcBef>
              <a:buClr>
                <a:srgbClr val="FF388C"/>
              </a:buClr>
              <a:buSzPct val="79166"/>
              <a:buFont typeface="Times New Roman"/>
              <a:buChar char="◉"/>
              <a:tabLst>
                <a:tab pos="396875" algn="l"/>
              </a:tabLst>
            </a:pPr>
            <a:r>
              <a:rPr sz="2400" b="1" spc="-229" dirty="0">
                <a:solidFill>
                  <a:srgbClr val="FFBF00"/>
                </a:solidFill>
                <a:latin typeface="Tahoma"/>
                <a:cs typeface="Tahoma"/>
              </a:rPr>
              <a:t>E</a:t>
            </a:r>
            <a:r>
              <a:rPr sz="2400" b="1" spc="-280" dirty="0">
                <a:solidFill>
                  <a:srgbClr val="FFBF00"/>
                </a:solidFill>
                <a:latin typeface="Tahoma"/>
                <a:cs typeface="Tahoma"/>
              </a:rPr>
              <a:t>t</a:t>
            </a:r>
            <a:r>
              <a:rPr sz="2400" b="1" spc="140" dirty="0">
                <a:solidFill>
                  <a:srgbClr val="FFBF00"/>
                </a:solidFill>
                <a:latin typeface="Tahoma"/>
                <a:cs typeface="Tahoma"/>
              </a:rPr>
              <a:t>a</a:t>
            </a:r>
            <a:r>
              <a:rPr sz="2400" b="1" spc="65" dirty="0">
                <a:solidFill>
                  <a:srgbClr val="FFBF00"/>
                </a:solidFill>
                <a:latin typeface="Tahoma"/>
                <a:cs typeface="Tahoma"/>
              </a:rPr>
              <a:t>p</a:t>
            </a:r>
            <a:r>
              <a:rPr sz="2400" b="1" spc="110" dirty="0">
                <a:solidFill>
                  <a:srgbClr val="FFBF00"/>
                </a:solidFill>
                <a:latin typeface="Tahoma"/>
                <a:cs typeface="Tahoma"/>
              </a:rPr>
              <a:t>e</a:t>
            </a:r>
            <a:r>
              <a:rPr sz="2400" b="1" spc="300" dirty="0">
                <a:solidFill>
                  <a:srgbClr val="FFBF00"/>
                </a:solidFill>
                <a:latin typeface="Tahoma"/>
                <a:cs typeface="Tahoma"/>
              </a:rPr>
              <a:t> </a:t>
            </a:r>
            <a:r>
              <a:rPr sz="2400" b="1" spc="-185" dirty="0">
                <a:solidFill>
                  <a:srgbClr val="FFBF00"/>
                </a:solidFill>
                <a:latin typeface="Tahoma"/>
                <a:cs typeface="Tahoma"/>
              </a:rPr>
              <a:t>3</a:t>
            </a:r>
            <a:r>
              <a:rPr sz="2400" b="1" spc="305" dirty="0">
                <a:solidFill>
                  <a:srgbClr val="FFBF00"/>
                </a:solidFill>
                <a:latin typeface="Tahoma"/>
                <a:cs typeface="Tahoma"/>
              </a:rPr>
              <a:t> </a:t>
            </a:r>
            <a:r>
              <a:rPr sz="2400" spc="-430" dirty="0">
                <a:solidFill>
                  <a:srgbClr val="FFFFFF"/>
                </a:solidFill>
                <a:latin typeface="Verdana"/>
                <a:cs typeface="Verdana"/>
              </a:rPr>
              <a:t>:</a:t>
            </a:r>
            <a:r>
              <a:rPr sz="2400" spc="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135" dirty="0">
                <a:solidFill>
                  <a:srgbClr val="FFFFFF"/>
                </a:solidFill>
                <a:latin typeface="Verdana"/>
                <a:cs typeface="Verdana"/>
              </a:rPr>
              <a:t>tt</a:t>
            </a:r>
            <a:r>
              <a:rPr sz="2400" spc="-33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400" spc="-16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sz="2400" spc="-55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30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400" spc="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305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400" spc="10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13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400" spc="-1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85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ê</a:t>
            </a:r>
            <a:r>
              <a:rPr sz="2400" spc="-85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305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400" spc="9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400" spc="-55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400" spc="-18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55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400" spc="-30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400" spc="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9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3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400" spc="120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400" spc="-8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400" spc="-32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8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250" dirty="0">
                <a:solidFill>
                  <a:srgbClr val="FFFFFF"/>
                </a:solidFill>
                <a:latin typeface="Verdana"/>
                <a:cs typeface="Verdana"/>
              </a:rPr>
              <a:t>s  </a:t>
            </a:r>
            <a:r>
              <a:rPr sz="2400" spc="-100" dirty="0">
                <a:solidFill>
                  <a:srgbClr val="FFFFFF"/>
                </a:solidFill>
                <a:latin typeface="Verdana"/>
                <a:cs typeface="Verdana"/>
              </a:rPr>
              <a:t>sommets</a:t>
            </a:r>
            <a:r>
              <a:rPr sz="2400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35" dirty="0">
                <a:solidFill>
                  <a:srgbClr val="FFFFFF"/>
                </a:solidFill>
                <a:latin typeface="Verdana"/>
                <a:cs typeface="Verdana"/>
              </a:rPr>
              <a:t>qui</a:t>
            </a:r>
            <a:r>
              <a:rPr sz="2400" spc="-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35" dirty="0">
                <a:solidFill>
                  <a:srgbClr val="FFFFFF"/>
                </a:solidFill>
                <a:latin typeface="Verdana"/>
                <a:cs typeface="Verdana"/>
              </a:rPr>
              <a:t>ne</a:t>
            </a:r>
            <a:r>
              <a:rPr sz="2400" spc="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05" dirty="0">
                <a:solidFill>
                  <a:srgbClr val="FFFFFF"/>
                </a:solidFill>
                <a:latin typeface="Verdana"/>
                <a:cs typeface="Verdana"/>
              </a:rPr>
              <a:t>sont</a:t>
            </a:r>
            <a:r>
              <a:rPr sz="240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5" dirty="0">
                <a:solidFill>
                  <a:srgbClr val="FFFFFF"/>
                </a:solidFill>
                <a:latin typeface="Verdana"/>
                <a:cs typeface="Verdana"/>
              </a:rPr>
              <a:t>pas</a:t>
            </a:r>
            <a:r>
              <a:rPr sz="2400" spc="10" dirty="0">
                <a:solidFill>
                  <a:srgbClr val="FFFFFF"/>
                </a:solidFill>
                <a:latin typeface="Verdana"/>
                <a:cs typeface="Verdana"/>
              </a:rPr>
              <a:t> adjacents</a:t>
            </a:r>
            <a:r>
              <a:rPr sz="2400" spc="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25" dirty="0">
                <a:solidFill>
                  <a:srgbClr val="FFFFFF"/>
                </a:solidFill>
                <a:latin typeface="Verdana"/>
                <a:cs typeface="Verdana"/>
              </a:rPr>
              <a:t>avec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30" dirty="0">
                <a:solidFill>
                  <a:srgbClr val="FFFFFF"/>
                </a:solidFill>
                <a:latin typeface="Verdana"/>
                <a:cs typeface="Verdana"/>
              </a:rPr>
              <a:t>le </a:t>
            </a:r>
            <a:r>
              <a:rPr sz="2400" spc="-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70" dirty="0">
                <a:solidFill>
                  <a:srgbClr val="FFFFFF"/>
                </a:solidFill>
                <a:latin typeface="Verdana"/>
                <a:cs typeface="Verdana"/>
              </a:rPr>
              <a:t>premier</a:t>
            </a:r>
            <a:r>
              <a:rPr sz="2400" spc="-65" dirty="0">
                <a:solidFill>
                  <a:srgbClr val="FFFFFF"/>
                </a:solidFill>
                <a:latin typeface="Verdana"/>
                <a:cs typeface="Verdana"/>
              </a:rPr>
              <a:t> sommet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de </a:t>
            </a:r>
            <a:r>
              <a:rPr sz="2400" spc="5" dirty="0">
                <a:solidFill>
                  <a:srgbClr val="FFFFFF"/>
                </a:solidFill>
                <a:latin typeface="Verdana"/>
                <a:cs typeface="Verdana"/>
              </a:rPr>
              <a:t>la </a:t>
            </a:r>
            <a:r>
              <a:rPr sz="2400" spc="-145" dirty="0">
                <a:solidFill>
                  <a:srgbClr val="FFFFFF"/>
                </a:solidFill>
                <a:latin typeface="Verdana"/>
                <a:cs typeface="Verdana"/>
              </a:rPr>
              <a:t>liste</a:t>
            </a:r>
            <a:r>
              <a:rPr sz="24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Verdana"/>
                <a:cs typeface="Verdana"/>
              </a:rPr>
              <a:t>et </a:t>
            </a:r>
            <a:r>
              <a:rPr sz="2400" spc="-45" dirty="0">
                <a:solidFill>
                  <a:srgbClr val="FFFFFF"/>
                </a:solidFill>
                <a:latin typeface="Verdana"/>
                <a:cs typeface="Verdana"/>
              </a:rPr>
              <a:t>qui</a:t>
            </a:r>
            <a:r>
              <a:rPr sz="2400" spc="-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25" dirty="0">
                <a:solidFill>
                  <a:srgbClr val="FFFFFF"/>
                </a:solidFill>
                <a:latin typeface="Verdana"/>
                <a:cs typeface="Verdana"/>
              </a:rPr>
              <a:t>ne </a:t>
            </a:r>
            <a:r>
              <a:rPr sz="2400" spc="-100" dirty="0">
                <a:solidFill>
                  <a:srgbClr val="FFFFFF"/>
                </a:solidFill>
                <a:latin typeface="Verdana"/>
                <a:cs typeface="Verdana"/>
              </a:rPr>
              <a:t>sont</a:t>
            </a:r>
            <a:r>
              <a:rPr sz="2400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5" dirty="0">
                <a:solidFill>
                  <a:srgbClr val="FFFFFF"/>
                </a:solidFill>
                <a:latin typeface="Verdana"/>
                <a:cs typeface="Verdana"/>
              </a:rPr>
              <a:t>pas </a:t>
            </a:r>
            <a:r>
              <a:rPr sz="2400" spc="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21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400" spc="-325" dirty="0">
                <a:solidFill>
                  <a:srgbClr val="FFFFFF"/>
                </a:solidFill>
                <a:latin typeface="Verdana"/>
                <a:cs typeface="Verdana"/>
              </a:rPr>
              <a:t>j</a:t>
            </a:r>
            <a:r>
              <a:rPr sz="2400" spc="21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280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400" spc="-13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400" spc="-32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-2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400" spc="-13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400" spc="-31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55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400" spc="-270" dirty="0">
                <a:solidFill>
                  <a:srgbClr val="FFFFFF"/>
                </a:solidFill>
                <a:latin typeface="Verdana"/>
                <a:cs typeface="Verdana"/>
              </a:rPr>
              <a:t>x</a:t>
            </a:r>
            <a:r>
              <a:rPr sz="2400" spc="-210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2400">
              <a:latin typeface="Verdana"/>
              <a:cs typeface="Verdana"/>
            </a:endParaRPr>
          </a:p>
          <a:p>
            <a:pPr marL="396240" marR="5080" indent="-384175" algn="just">
              <a:lnSpc>
                <a:spcPct val="100000"/>
              </a:lnSpc>
              <a:spcBef>
                <a:spcPts val="580"/>
              </a:spcBef>
              <a:buClr>
                <a:srgbClr val="FF388C"/>
              </a:buClr>
              <a:buSzPct val="79166"/>
              <a:buFont typeface="Times New Roman"/>
              <a:buChar char="◉"/>
              <a:tabLst>
                <a:tab pos="396875" algn="l"/>
              </a:tabLst>
            </a:pPr>
            <a:r>
              <a:rPr sz="2400" b="1" spc="-40" dirty="0">
                <a:solidFill>
                  <a:srgbClr val="FFBF00"/>
                </a:solidFill>
                <a:latin typeface="Tahoma"/>
                <a:cs typeface="Tahoma"/>
              </a:rPr>
              <a:t>Etape </a:t>
            </a:r>
            <a:r>
              <a:rPr sz="2400" b="1" spc="-185" dirty="0">
                <a:solidFill>
                  <a:srgbClr val="FFBF00"/>
                </a:solidFill>
                <a:latin typeface="Tahoma"/>
                <a:cs typeface="Tahoma"/>
              </a:rPr>
              <a:t>4 </a:t>
            </a:r>
            <a:r>
              <a:rPr sz="2400" spc="-430" dirty="0">
                <a:solidFill>
                  <a:srgbClr val="FFFFFF"/>
                </a:solidFill>
                <a:latin typeface="Verdana"/>
                <a:cs typeface="Verdana"/>
              </a:rPr>
              <a:t>: </a:t>
            </a:r>
            <a:r>
              <a:rPr sz="2400" spc="-20" dirty="0">
                <a:solidFill>
                  <a:srgbClr val="FFFFFF"/>
                </a:solidFill>
                <a:latin typeface="Verdana"/>
                <a:cs typeface="Verdana"/>
              </a:rPr>
              <a:t>Répéter </a:t>
            </a:r>
            <a:r>
              <a:rPr sz="2400" spc="-125" dirty="0">
                <a:solidFill>
                  <a:srgbClr val="FFFFFF"/>
                </a:solidFill>
                <a:latin typeface="Verdana"/>
                <a:cs typeface="Verdana"/>
              </a:rPr>
              <a:t>les </a:t>
            </a:r>
            <a:r>
              <a:rPr sz="2400" spc="20" dirty="0">
                <a:solidFill>
                  <a:srgbClr val="FFFFFF"/>
                </a:solidFill>
                <a:latin typeface="Verdana"/>
                <a:cs typeface="Verdana"/>
              </a:rPr>
              <a:t>étapes </a:t>
            </a:r>
            <a:r>
              <a:rPr sz="2400" spc="-200" dirty="0">
                <a:solidFill>
                  <a:srgbClr val="FFFFFF"/>
                </a:solidFill>
                <a:latin typeface="Verdana"/>
                <a:cs typeface="Verdana"/>
              </a:rPr>
              <a:t>2 </a:t>
            </a:r>
            <a:r>
              <a:rPr sz="2400" spc="-5" dirty="0">
                <a:solidFill>
                  <a:srgbClr val="FFFFFF"/>
                </a:solidFill>
                <a:latin typeface="Verdana"/>
                <a:cs typeface="Verdana"/>
              </a:rPr>
              <a:t>et </a:t>
            </a:r>
            <a:r>
              <a:rPr sz="2400" spc="-200" dirty="0">
                <a:solidFill>
                  <a:srgbClr val="FFFFFF"/>
                </a:solidFill>
                <a:latin typeface="Verdana"/>
                <a:cs typeface="Verdana"/>
              </a:rPr>
              <a:t>3 </a:t>
            </a:r>
            <a:r>
              <a:rPr sz="2400" spc="-35" dirty="0">
                <a:solidFill>
                  <a:srgbClr val="FFFFFF"/>
                </a:solidFill>
                <a:latin typeface="Verdana"/>
                <a:cs typeface="Verdana"/>
              </a:rPr>
              <a:t>tant </a:t>
            </a:r>
            <a:r>
              <a:rPr sz="2400" spc="65" dirty="0">
                <a:solidFill>
                  <a:srgbClr val="FFFFFF"/>
                </a:solidFill>
                <a:latin typeface="Verdana"/>
                <a:cs typeface="Verdana"/>
              </a:rPr>
              <a:t>que </a:t>
            </a:r>
            <a:r>
              <a:rPr sz="2400" spc="-105" dirty="0">
                <a:solidFill>
                  <a:srgbClr val="FFFFFF"/>
                </a:solidFill>
                <a:latin typeface="Verdana"/>
                <a:cs typeface="Verdana"/>
              </a:rPr>
              <a:t>tous </a:t>
            </a:r>
            <a:r>
              <a:rPr sz="2400" spc="-125" dirty="0">
                <a:solidFill>
                  <a:srgbClr val="FFFFFF"/>
                </a:solidFill>
                <a:latin typeface="Verdana"/>
                <a:cs typeface="Verdana"/>
              </a:rPr>
              <a:t>les </a:t>
            </a:r>
            <a:r>
              <a:rPr sz="2400" spc="-8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32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9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400" spc="-85" dirty="0">
                <a:solidFill>
                  <a:srgbClr val="FFFFFF"/>
                </a:solidFill>
                <a:latin typeface="Verdana"/>
                <a:cs typeface="Verdana"/>
              </a:rPr>
              <a:t>mm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1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400" spc="-32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-2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4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32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9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400" spc="-4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400" spc="-13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400" spc="-1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2400" spc="21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32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-1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305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400" spc="9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400" spc="-18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400" spc="9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400" spc="-31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400" spc="-16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400" spc="15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32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100" dirty="0"/>
              <a:t>40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3124" y="810768"/>
            <a:ext cx="5672328" cy="308101"/>
          </a:xfrm>
          <a:prstGeom prst="rect">
            <a:avLst/>
          </a:prstGeom>
        </p:spPr>
      </p:pic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086612" y="1330451"/>
          <a:ext cx="6097270" cy="74142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6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66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332">
                <a:tc gridSpan="6"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325"/>
                        </a:spcBef>
                        <a:tabLst>
                          <a:tab pos="1447800" algn="l"/>
                          <a:tab pos="2479675" algn="l"/>
                          <a:tab pos="3477260" algn="l"/>
                          <a:tab pos="4500880" algn="l"/>
                          <a:tab pos="5534660" algn="l"/>
                        </a:tabLst>
                      </a:pPr>
                      <a:r>
                        <a:rPr sz="1600" b="1" spc="-4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sommet	</a:t>
                      </a:r>
                      <a:r>
                        <a:rPr sz="1600" b="1" spc="8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A	</a:t>
                      </a:r>
                      <a:r>
                        <a:rPr sz="1600" b="1" spc="-17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B	</a:t>
                      </a:r>
                      <a:r>
                        <a:rPr sz="1600" b="1" spc="17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C	</a:t>
                      </a:r>
                      <a:r>
                        <a:rPr sz="1600" b="1" spc="-9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D	</a:t>
                      </a:r>
                      <a:r>
                        <a:rPr sz="1600" b="1" spc="-15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E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57E8"/>
                      </a:solidFill>
                      <a:prstDash val="solid"/>
                    </a:lnL>
                    <a:lnR w="12700">
                      <a:solidFill>
                        <a:srgbClr val="0057E8"/>
                      </a:solidFill>
                      <a:prstDash val="solid"/>
                    </a:lnR>
                    <a:lnT w="19050">
                      <a:solidFill>
                        <a:srgbClr val="0057E8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005BD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094">
                <a:tc>
                  <a:txBody>
                    <a:bodyPr/>
                    <a:lstStyle/>
                    <a:p>
                      <a:pPr marL="2038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spc="-5" dirty="0">
                          <a:latin typeface="Verdana"/>
                          <a:cs typeface="Verdana"/>
                        </a:rPr>
                        <a:t>Degré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57E8"/>
                      </a:solidFill>
                      <a:prstDash val="solid"/>
                    </a:lnL>
                    <a:lnR w="19050">
                      <a:solidFill>
                        <a:srgbClr val="0057E8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57E8"/>
                      </a:solidFill>
                      <a:prstDash val="solid"/>
                    </a:lnB>
                    <a:solidFill>
                      <a:srgbClr val="99B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0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57E8"/>
                      </a:solidFill>
                      <a:prstDash val="solid"/>
                    </a:lnL>
                    <a:lnR w="12700">
                      <a:solidFill>
                        <a:srgbClr val="0057E8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57E8"/>
                      </a:solidFill>
                      <a:prstDash val="solid"/>
                    </a:lnB>
                    <a:solidFill>
                      <a:srgbClr val="99BDED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1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57E8"/>
                      </a:solidFill>
                      <a:prstDash val="solid"/>
                    </a:lnL>
                    <a:lnR w="12700">
                      <a:solidFill>
                        <a:srgbClr val="0057E8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57E8"/>
                      </a:solidFill>
                      <a:prstDash val="solid"/>
                    </a:lnB>
                    <a:solidFill>
                      <a:srgbClr val="99B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3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57E8"/>
                      </a:solidFill>
                      <a:prstDash val="solid"/>
                    </a:lnL>
                    <a:lnR w="19050">
                      <a:solidFill>
                        <a:srgbClr val="0057E8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57E8"/>
                      </a:solidFill>
                      <a:prstDash val="solid"/>
                    </a:lnB>
                    <a:solidFill>
                      <a:srgbClr val="99B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2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57E8"/>
                      </a:solidFill>
                      <a:prstDash val="solid"/>
                    </a:lnL>
                    <a:lnR w="12700">
                      <a:solidFill>
                        <a:srgbClr val="0057E8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57E8"/>
                      </a:solidFill>
                      <a:prstDash val="solid"/>
                    </a:lnB>
                    <a:solidFill>
                      <a:srgbClr val="99BDED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2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57E8"/>
                      </a:solidFill>
                      <a:prstDash val="solid"/>
                    </a:lnL>
                    <a:lnR w="12700">
                      <a:solidFill>
                        <a:srgbClr val="0057E8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57E8"/>
                      </a:solidFill>
                      <a:prstDash val="solid"/>
                    </a:lnB>
                    <a:solidFill>
                      <a:srgbClr val="99B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4" name="object 4"/>
          <p:cNvGrpSpPr/>
          <p:nvPr/>
        </p:nvGrpSpPr>
        <p:grpSpPr>
          <a:xfrm>
            <a:off x="1086612" y="1330451"/>
            <a:ext cx="6108700" cy="754380"/>
            <a:chOff x="1086612" y="1330451"/>
            <a:chExt cx="6108700" cy="75438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92708" y="1336548"/>
              <a:ext cx="6095999" cy="74218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86612" y="1330451"/>
              <a:ext cx="6108192" cy="754380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772668" y="3779519"/>
            <a:ext cx="9144000" cy="3429000"/>
            <a:chOff x="772668" y="3779519"/>
            <a:chExt cx="9144000" cy="3429000"/>
          </a:xfrm>
        </p:grpSpPr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2668" y="3779520"/>
              <a:ext cx="9143999" cy="34290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3781044"/>
              <a:ext cx="5925311" cy="102412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405628" y="5021592"/>
              <a:ext cx="4025265" cy="1757680"/>
            </a:xfrm>
            <a:custGeom>
              <a:avLst/>
              <a:gdLst/>
              <a:ahLst/>
              <a:cxnLst/>
              <a:rect l="l" t="t" r="r" b="b"/>
              <a:pathLst>
                <a:path w="4025265" h="1757679">
                  <a:moveTo>
                    <a:pt x="384048" y="275844"/>
                  </a:moveTo>
                  <a:lnTo>
                    <a:pt x="381000" y="256032"/>
                  </a:lnTo>
                  <a:lnTo>
                    <a:pt x="376428" y="237744"/>
                  </a:lnTo>
                  <a:lnTo>
                    <a:pt x="361188" y="204216"/>
                  </a:lnTo>
                  <a:lnTo>
                    <a:pt x="359664" y="201422"/>
                  </a:lnTo>
                  <a:lnTo>
                    <a:pt x="359664" y="297180"/>
                  </a:lnTo>
                  <a:lnTo>
                    <a:pt x="356616" y="330708"/>
                  </a:lnTo>
                  <a:lnTo>
                    <a:pt x="338328" y="376428"/>
                  </a:lnTo>
                  <a:lnTo>
                    <a:pt x="298704" y="425196"/>
                  </a:lnTo>
                  <a:lnTo>
                    <a:pt x="256032" y="451104"/>
                  </a:lnTo>
                  <a:lnTo>
                    <a:pt x="192024" y="463296"/>
                  </a:lnTo>
                  <a:lnTo>
                    <a:pt x="173736" y="461772"/>
                  </a:lnTo>
                  <a:lnTo>
                    <a:pt x="111252" y="443484"/>
                  </a:lnTo>
                  <a:lnTo>
                    <a:pt x="73152" y="414528"/>
                  </a:lnTo>
                  <a:lnTo>
                    <a:pt x="44196" y="374904"/>
                  </a:lnTo>
                  <a:lnTo>
                    <a:pt x="27432" y="329184"/>
                  </a:lnTo>
                  <a:lnTo>
                    <a:pt x="24384" y="295656"/>
                  </a:lnTo>
                  <a:lnTo>
                    <a:pt x="25908" y="278892"/>
                  </a:lnTo>
                  <a:lnTo>
                    <a:pt x="38100" y="230124"/>
                  </a:lnTo>
                  <a:lnTo>
                    <a:pt x="64008" y="188976"/>
                  </a:lnTo>
                  <a:lnTo>
                    <a:pt x="99060" y="156972"/>
                  </a:lnTo>
                  <a:lnTo>
                    <a:pt x="143256" y="135636"/>
                  </a:lnTo>
                  <a:lnTo>
                    <a:pt x="193548" y="128016"/>
                  </a:lnTo>
                  <a:lnTo>
                    <a:pt x="210312" y="129540"/>
                  </a:lnTo>
                  <a:lnTo>
                    <a:pt x="257556" y="141732"/>
                  </a:lnTo>
                  <a:lnTo>
                    <a:pt x="310896" y="178308"/>
                  </a:lnTo>
                  <a:lnTo>
                    <a:pt x="339852" y="216408"/>
                  </a:lnTo>
                  <a:lnTo>
                    <a:pt x="356616" y="263652"/>
                  </a:lnTo>
                  <a:lnTo>
                    <a:pt x="359664" y="297180"/>
                  </a:lnTo>
                  <a:lnTo>
                    <a:pt x="359664" y="201422"/>
                  </a:lnTo>
                  <a:lnTo>
                    <a:pt x="327660" y="160020"/>
                  </a:lnTo>
                  <a:lnTo>
                    <a:pt x="286004" y="128016"/>
                  </a:lnTo>
                  <a:lnTo>
                    <a:pt x="283464" y="126492"/>
                  </a:lnTo>
                  <a:lnTo>
                    <a:pt x="266700" y="118872"/>
                  </a:lnTo>
                  <a:lnTo>
                    <a:pt x="248412" y="111252"/>
                  </a:lnTo>
                  <a:lnTo>
                    <a:pt x="230124" y="106680"/>
                  </a:lnTo>
                  <a:lnTo>
                    <a:pt x="211836" y="103632"/>
                  </a:lnTo>
                  <a:lnTo>
                    <a:pt x="192024" y="103632"/>
                  </a:lnTo>
                  <a:lnTo>
                    <a:pt x="152400" y="106680"/>
                  </a:lnTo>
                  <a:lnTo>
                    <a:pt x="115824" y="118872"/>
                  </a:lnTo>
                  <a:lnTo>
                    <a:pt x="68580" y="147828"/>
                  </a:lnTo>
                  <a:lnTo>
                    <a:pt x="32004" y="188976"/>
                  </a:lnTo>
                  <a:lnTo>
                    <a:pt x="7620" y="239268"/>
                  </a:lnTo>
                  <a:lnTo>
                    <a:pt x="0" y="277368"/>
                  </a:lnTo>
                  <a:lnTo>
                    <a:pt x="0" y="316992"/>
                  </a:lnTo>
                  <a:lnTo>
                    <a:pt x="15240" y="371856"/>
                  </a:lnTo>
                  <a:lnTo>
                    <a:pt x="44196" y="419100"/>
                  </a:lnTo>
                  <a:lnTo>
                    <a:pt x="100584" y="466344"/>
                  </a:lnTo>
                  <a:lnTo>
                    <a:pt x="153924" y="484632"/>
                  </a:lnTo>
                  <a:lnTo>
                    <a:pt x="193548" y="489204"/>
                  </a:lnTo>
                  <a:lnTo>
                    <a:pt x="211836" y="487680"/>
                  </a:lnTo>
                  <a:lnTo>
                    <a:pt x="249936" y="480060"/>
                  </a:lnTo>
                  <a:lnTo>
                    <a:pt x="284988" y="464820"/>
                  </a:lnTo>
                  <a:lnTo>
                    <a:pt x="287528" y="463296"/>
                  </a:lnTo>
                  <a:lnTo>
                    <a:pt x="300228" y="455676"/>
                  </a:lnTo>
                  <a:lnTo>
                    <a:pt x="341376" y="417576"/>
                  </a:lnTo>
                  <a:lnTo>
                    <a:pt x="370332" y="370332"/>
                  </a:lnTo>
                  <a:lnTo>
                    <a:pt x="381000" y="333756"/>
                  </a:lnTo>
                  <a:lnTo>
                    <a:pt x="384048" y="315468"/>
                  </a:lnTo>
                  <a:lnTo>
                    <a:pt x="384048" y="275844"/>
                  </a:lnTo>
                  <a:close/>
                </a:path>
                <a:path w="4025265" h="1757679">
                  <a:moveTo>
                    <a:pt x="4024871" y="1368539"/>
                  </a:moveTo>
                  <a:lnTo>
                    <a:pt x="4020299" y="1330439"/>
                  </a:lnTo>
                  <a:lnTo>
                    <a:pt x="4009631" y="1293863"/>
                  </a:lnTo>
                  <a:lnTo>
                    <a:pt x="3998963" y="1274559"/>
                  </a:lnTo>
                  <a:lnTo>
                    <a:pt x="3998963" y="1353299"/>
                  </a:lnTo>
                  <a:lnTo>
                    <a:pt x="3998963" y="1370063"/>
                  </a:lnTo>
                  <a:lnTo>
                    <a:pt x="3991343" y="1420355"/>
                  </a:lnTo>
                  <a:lnTo>
                    <a:pt x="3970007" y="1464551"/>
                  </a:lnTo>
                  <a:lnTo>
                    <a:pt x="3938003" y="1499603"/>
                  </a:lnTo>
                  <a:lnTo>
                    <a:pt x="3896855" y="1523987"/>
                  </a:lnTo>
                  <a:lnTo>
                    <a:pt x="3848087" y="1536179"/>
                  </a:lnTo>
                  <a:lnTo>
                    <a:pt x="3831323" y="1537703"/>
                  </a:lnTo>
                  <a:lnTo>
                    <a:pt x="3814559" y="1536179"/>
                  </a:lnTo>
                  <a:lnTo>
                    <a:pt x="3765791" y="1523987"/>
                  </a:lnTo>
                  <a:lnTo>
                    <a:pt x="3724643" y="1498079"/>
                  </a:lnTo>
                  <a:lnTo>
                    <a:pt x="3692639" y="1463027"/>
                  </a:lnTo>
                  <a:lnTo>
                    <a:pt x="3671303" y="1418831"/>
                  </a:lnTo>
                  <a:lnTo>
                    <a:pt x="3668255" y="1402067"/>
                  </a:lnTo>
                  <a:lnTo>
                    <a:pt x="3665207" y="1386827"/>
                  </a:lnTo>
                  <a:lnTo>
                    <a:pt x="3663683" y="1368539"/>
                  </a:lnTo>
                  <a:lnTo>
                    <a:pt x="3665207" y="1351775"/>
                  </a:lnTo>
                  <a:lnTo>
                    <a:pt x="3668255" y="1335011"/>
                  </a:lnTo>
                  <a:lnTo>
                    <a:pt x="3685019" y="1289291"/>
                  </a:lnTo>
                  <a:lnTo>
                    <a:pt x="3713975" y="1251191"/>
                  </a:lnTo>
                  <a:lnTo>
                    <a:pt x="3752075" y="1222235"/>
                  </a:lnTo>
                  <a:lnTo>
                    <a:pt x="3799319" y="1205471"/>
                  </a:lnTo>
                  <a:lnTo>
                    <a:pt x="3832847" y="1202423"/>
                  </a:lnTo>
                  <a:lnTo>
                    <a:pt x="3866375" y="1205471"/>
                  </a:lnTo>
                  <a:lnTo>
                    <a:pt x="3912095" y="1222235"/>
                  </a:lnTo>
                  <a:lnTo>
                    <a:pt x="3950195" y="1251191"/>
                  </a:lnTo>
                  <a:lnTo>
                    <a:pt x="3986771" y="1304531"/>
                  </a:lnTo>
                  <a:lnTo>
                    <a:pt x="3998963" y="1353299"/>
                  </a:lnTo>
                  <a:lnTo>
                    <a:pt x="3998963" y="1274559"/>
                  </a:lnTo>
                  <a:lnTo>
                    <a:pt x="3966959" y="1232903"/>
                  </a:lnTo>
                  <a:lnTo>
                    <a:pt x="3927564" y="1202423"/>
                  </a:lnTo>
                  <a:lnTo>
                    <a:pt x="3887711" y="1185659"/>
                  </a:lnTo>
                  <a:lnTo>
                    <a:pt x="3846995" y="1177721"/>
                  </a:lnTo>
                  <a:lnTo>
                    <a:pt x="3876941" y="324167"/>
                  </a:lnTo>
                  <a:lnTo>
                    <a:pt x="3904488" y="284988"/>
                  </a:lnTo>
                  <a:lnTo>
                    <a:pt x="3919728" y="249936"/>
                  </a:lnTo>
                  <a:lnTo>
                    <a:pt x="3927348" y="211836"/>
                  </a:lnTo>
                  <a:lnTo>
                    <a:pt x="3927348" y="173736"/>
                  </a:lnTo>
                  <a:lnTo>
                    <a:pt x="3919728" y="135636"/>
                  </a:lnTo>
                  <a:lnTo>
                    <a:pt x="3904488" y="100584"/>
                  </a:lnTo>
                  <a:lnTo>
                    <a:pt x="3902964" y="98044"/>
                  </a:lnTo>
                  <a:lnTo>
                    <a:pt x="3902964" y="193548"/>
                  </a:lnTo>
                  <a:lnTo>
                    <a:pt x="3901440" y="211836"/>
                  </a:lnTo>
                  <a:lnTo>
                    <a:pt x="3898392" y="227076"/>
                  </a:lnTo>
                  <a:lnTo>
                    <a:pt x="3895344" y="243840"/>
                  </a:lnTo>
                  <a:lnTo>
                    <a:pt x="3889248" y="259080"/>
                  </a:lnTo>
                  <a:lnTo>
                    <a:pt x="3881628" y="274320"/>
                  </a:lnTo>
                  <a:lnTo>
                    <a:pt x="3874008" y="288036"/>
                  </a:lnTo>
                  <a:lnTo>
                    <a:pt x="3852672" y="312420"/>
                  </a:lnTo>
                  <a:lnTo>
                    <a:pt x="3847020" y="317373"/>
                  </a:lnTo>
                  <a:lnTo>
                    <a:pt x="3847020" y="350774"/>
                  </a:lnTo>
                  <a:lnTo>
                    <a:pt x="3818001" y="1177544"/>
                  </a:lnTo>
                  <a:lnTo>
                    <a:pt x="3811511" y="1178039"/>
                  </a:lnTo>
                  <a:lnTo>
                    <a:pt x="3791699" y="1181087"/>
                  </a:lnTo>
                  <a:lnTo>
                    <a:pt x="3723119" y="1210043"/>
                  </a:lnTo>
                  <a:lnTo>
                    <a:pt x="3681971" y="1248143"/>
                  </a:lnTo>
                  <a:lnTo>
                    <a:pt x="3654539" y="1295387"/>
                  </a:lnTo>
                  <a:lnTo>
                    <a:pt x="3642347" y="1331963"/>
                  </a:lnTo>
                  <a:lnTo>
                    <a:pt x="3639299" y="1350251"/>
                  </a:lnTo>
                  <a:lnTo>
                    <a:pt x="3639299" y="1352397"/>
                  </a:lnTo>
                  <a:lnTo>
                    <a:pt x="2062302" y="944016"/>
                  </a:lnTo>
                  <a:lnTo>
                    <a:pt x="2089404" y="899147"/>
                  </a:lnTo>
                  <a:lnTo>
                    <a:pt x="2100072" y="862571"/>
                  </a:lnTo>
                  <a:lnTo>
                    <a:pt x="2104644" y="824471"/>
                  </a:lnTo>
                  <a:lnTo>
                    <a:pt x="2103120" y="804659"/>
                  </a:lnTo>
                  <a:lnTo>
                    <a:pt x="2100072" y="784847"/>
                  </a:lnTo>
                  <a:lnTo>
                    <a:pt x="2095500" y="766559"/>
                  </a:lnTo>
                  <a:lnTo>
                    <a:pt x="2089404" y="749795"/>
                  </a:lnTo>
                  <a:lnTo>
                    <a:pt x="2078723" y="730224"/>
                  </a:lnTo>
                  <a:lnTo>
                    <a:pt x="2078723" y="825995"/>
                  </a:lnTo>
                  <a:lnTo>
                    <a:pt x="2075688" y="859523"/>
                  </a:lnTo>
                  <a:lnTo>
                    <a:pt x="2058924" y="905243"/>
                  </a:lnTo>
                  <a:lnTo>
                    <a:pt x="2029955" y="943343"/>
                  </a:lnTo>
                  <a:lnTo>
                    <a:pt x="1990344" y="972299"/>
                  </a:lnTo>
                  <a:lnTo>
                    <a:pt x="1959864" y="984491"/>
                  </a:lnTo>
                  <a:lnTo>
                    <a:pt x="1944624" y="989063"/>
                  </a:lnTo>
                  <a:lnTo>
                    <a:pt x="1911096" y="992111"/>
                  </a:lnTo>
                  <a:lnTo>
                    <a:pt x="1877555" y="989063"/>
                  </a:lnTo>
                  <a:lnTo>
                    <a:pt x="1860804" y="984491"/>
                  </a:lnTo>
                  <a:lnTo>
                    <a:pt x="1816608" y="963155"/>
                  </a:lnTo>
                  <a:lnTo>
                    <a:pt x="1781556" y="931151"/>
                  </a:lnTo>
                  <a:lnTo>
                    <a:pt x="1757172" y="890003"/>
                  </a:lnTo>
                  <a:lnTo>
                    <a:pt x="1744980" y="841235"/>
                  </a:lnTo>
                  <a:lnTo>
                    <a:pt x="1743456" y="824471"/>
                  </a:lnTo>
                  <a:lnTo>
                    <a:pt x="1744980" y="807707"/>
                  </a:lnTo>
                  <a:lnTo>
                    <a:pt x="1757172" y="758939"/>
                  </a:lnTo>
                  <a:lnTo>
                    <a:pt x="1783080" y="717791"/>
                  </a:lnTo>
                  <a:lnTo>
                    <a:pt x="1818132" y="685787"/>
                  </a:lnTo>
                  <a:lnTo>
                    <a:pt x="1862328" y="664451"/>
                  </a:lnTo>
                  <a:lnTo>
                    <a:pt x="1879079" y="661403"/>
                  </a:lnTo>
                  <a:lnTo>
                    <a:pt x="1894332" y="658355"/>
                  </a:lnTo>
                  <a:lnTo>
                    <a:pt x="1912620" y="656831"/>
                  </a:lnTo>
                  <a:lnTo>
                    <a:pt x="1929384" y="658355"/>
                  </a:lnTo>
                  <a:lnTo>
                    <a:pt x="1946148" y="661403"/>
                  </a:lnTo>
                  <a:lnTo>
                    <a:pt x="1991855" y="678167"/>
                  </a:lnTo>
                  <a:lnTo>
                    <a:pt x="2029955" y="707123"/>
                  </a:lnTo>
                  <a:lnTo>
                    <a:pt x="2058924" y="745223"/>
                  </a:lnTo>
                  <a:lnTo>
                    <a:pt x="2075688" y="792467"/>
                  </a:lnTo>
                  <a:lnTo>
                    <a:pt x="2078723" y="825995"/>
                  </a:lnTo>
                  <a:lnTo>
                    <a:pt x="2078723" y="730224"/>
                  </a:lnTo>
                  <a:lnTo>
                    <a:pt x="2071116" y="716267"/>
                  </a:lnTo>
                  <a:lnTo>
                    <a:pt x="2062645" y="705396"/>
                  </a:lnTo>
                  <a:lnTo>
                    <a:pt x="3543300" y="212852"/>
                  </a:lnTo>
                  <a:lnTo>
                    <a:pt x="3543300" y="213360"/>
                  </a:lnTo>
                  <a:lnTo>
                    <a:pt x="3546348" y="233172"/>
                  </a:lnTo>
                  <a:lnTo>
                    <a:pt x="3558540" y="269748"/>
                  </a:lnTo>
                  <a:lnTo>
                    <a:pt x="3587496" y="316992"/>
                  </a:lnTo>
                  <a:lnTo>
                    <a:pt x="3628644" y="353568"/>
                  </a:lnTo>
                  <a:lnTo>
                    <a:pt x="3678936" y="377952"/>
                  </a:lnTo>
                  <a:lnTo>
                    <a:pt x="3715512" y="385572"/>
                  </a:lnTo>
                  <a:lnTo>
                    <a:pt x="3755136" y="385572"/>
                  </a:lnTo>
                  <a:lnTo>
                    <a:pt x="3793236" y="377952"/>
                  </a:lnTo>
                  <a:lnTo>
                    <a:pt x="3828288" y="362712"/>
                  </a:lnTo>
                  <a:lnTo>
                    <a:pt x="3830828" y="361188"/>
                  </a:lnTo>
                  <a:lnTo>
                    <a:pt x="3843528" y="353568"/>
                  </a:lnTo>
                  <a:lnTo>
                    <a:pt x="3847020" y="350774"/>
                  </a:lnTo>
                  <a:lnTo>
                    <a:pt x="3847020" y="317373"/>
                  </a:lnTo>
                  <a:lnTo>
                    <a:pt x="3840480" y="323088"/>
                  </a:lnTo>
                  <a:lnTo>
                    <a:pt x="3828288" y="332232"/>
                  </a:lnTo>
                  <a:lnTo>
                    <a:pt x="3814572" y="341376"/>
                  </a:lnTo>
                  <a:lnTo>
                    <a:pt x="3784092" y="353568"/>
                  </a:lnTo>
                  <a:lnTo>
                    <a:pt x="3768852" y="358140"/>
                  </a:lnTo>
                  <a:lnTo>
                    <a:pt x="3735324" y="361188"/>
                  </a:lnTo>
                  <a:lnTo>
                    <a:pt x="3717036" y="359664"/>
                  </a:lnTo>
                  <a:lnTo>
                    <a:pt x="3669792" y="347472"/>
                  </a:lnTo>
                  <a:lnTo>
                    <a:pt x="3616452" y="310896"/>
                  </a:lnTo>
                  <a:lnTo>
                    <a:pt x="3587496" y="272796"/>
                  </a:lnTo>
                  <a:lnTo>
                    <a:pt x="3570732" y="227076"/>
                  </a:lnTo>
                  <a:lnTo>
                    <a:pt x="3567684" y="192024"/>
                  </a:lnTo>
                  <a:lnTo>
                    <a:pt x="3570732" y="158496"/>
                  </a:lnTo>
                  <a:lnTo>
                    <a:pt x="3589020" y="112776"/>
                  </a:lnTo>
                  <a:lnTo>
                    <a:pt x="3617976" y="74676"/>
                  </a:lnTo>
                  <a:lnTo>
                    <a:pt x="3656076" y="45720"/>
                  </a:lnTo>
                  <a:lnTo>
                    <a:pt x="3701796" y="28956"/>
                  </a:lnTo>
                  <a:lnTo>
                    <a:pt x="3735324" y="25908"/>
                  </a:lnTo>
                  <a:lnTo>
                    <a:pt x="3770376" y="28956"/>
                  </a:lnTo>
                  <a:lnTo>
                    <a:pt x="3816096" y="47244"/>
                  </a:lnTo>
                  <a:lnTo>
                    <a:pt x="3864864" y="86868"/>
                  </a:lnTo>
                  <a:lnTo>
                    <a:pt x="3895344" y="144780"/>
                  </a:lnTo>
                  <a:lnTo>
                    <a:pt x="3902964" y="193548"/>
                  </a:lnTo>
                  <a:lnTo>
                    <a:pt x="3902964" y="98044"/>
                  </a:lnTo>
                  <a:lnTo>
                    <a:pt x="3870960" y="56388"/>
                  </a:lnTo>
                  <a:lnTo>
                    <a:pt x="3829304" y="25908"/>
                  </a:lnTo>
                  <a:lnTo>
                    <a:pt x="3826764" y="24384"/>
                  </a:lnTo>
                  <a:lnTo>
                    <a:pt x="3791712" y="9144"/>
                  </a:lnTo>
                  <a:lnTo>
                    <a:pt x="3753612" y="1524"/>
                  </a:lnTo>
                  <a:lnTo>
                    <a:pt x="3735324" y="0"/>
                  </a:lnTo>
                  <a:lnTo>
                    <a:pt x="3715512" y="1524"/>
                  </a:lnTo>
                  <a:lnTo>
                    <a:pt x="3677412" y="9144"/>
                  </a:lnTo>
                  <a:lnTo>
                    <a:pt x="3642360" y="24384"/>
                  </a:lnTo>
                  <a:lnTo>
                    <a:pt x="3598164" y="57912"/>
                  </a:lnTo>
                  <a:lnTo>
                    <a:pt x="3566160" y="102108"/>
                  </a:lnTo>
                  <a:lnTo>
                    <a:pt x="3550920" y="137160"/>
                  </a:lnTo>
                  <a:lnTo>
                    <a:pt x="3543300" y="173736"/>
                  </a:lnTo>
                  <a:lnTo>
                    <a:pt x="3543300" y="182372"/>
                  </a:lnTo>
                  <a:lnTo>
                    <a:pt x="2040242" y="682371"/>
                  </a:lnTo>
                  <a:lnTo>
                    <a:pt x="2033003" y="675119"/>
                  </a:lnTo>
                  <a:lnTo>
                    <a:pt x="2019300" y="664451"/>
                  </a:lnTo>
                  <a:lnTo>
                    <a:pt x="2005330" y="656831"/>
                  </a:lnTo>
                  <a:lnTo>
                    <a:pt x="2002536" y="655307"/>
                  </a:lnTo>
                  <a:lnTo>
                    <a:pt x="1985772" y="647687"/>
                  </a:lnTo>
                  <a:lnTo>
                    <a:pt x="1967484" y="640067"/>
                  </a:lnTo>
                  <a:lnTo>
                    <a:pt x="1949196" y="635495"/>
                  </a:lnTo>
                  <a:lnTo>
                    <a:pt x="1930908" y="632447"/>
                  </a:lnTo>
                  <a:lnTo>
                    <a:pt x="1911096" y="632447"/>
                  </a:lnTo>
                  <a:lnTo>
                    <a:pt x="1871472" y="635495"/>
                  </a:lnTo>
                  <a:lnTo>
                    <a:pt x="1819656" y="655307"/>
                  </a:lnTo>
                  <a:lnTo>
                    <a:pt x="1787652" y="676643"/>
                  </a:lnTo>
                  <a:lnTo>
                    <a:pt x="1751076" y="717791"/>
                  </a:lnTo>
                  <a:lnTo>
                    <a:pt x="1726692" y="768083"/>
                  </a:lnTo>
                  <a:lnTo>
                    <a:pt x="1719072" y="806183"/>
                  </a:lnTo>
                  <a:lnTo>
                    <a:pt x="1719072" y="845807"/>
                  </a:lnTo>
                  <a:lnTo>
                    <a:pt x="1734312" y="900671"/>
                  </a:lnTo>
                  <a:lnTo>
                    <a:pt x="1763268" y="947915"/>
                  </a:lnTo>
                  <a:lnTo>
                    <a:pt x="1819656" y="995159"/>
                  </a:lnTo>
                  <a:lnTo>
                    <a:pt x="1872996" y="1013447"/>
                  </a:lnTo>
                  <a:lnTo>
                    <a:pt x="1912620" y="1018019"/>
                  </a:lnTo>
                  <a:lnTo>
                    <a:pt x="1932432" y="1016495"/>
                  </a:lnTo>
                  <a:lnTo>
                    <a:pt x="1987296" y="1002779"/>
                  </a:lnTo>
                  <a:lnTo>
                    <a:pt x="2006587" y="992111"/>
                  </a:lnTo>
                  <a:lnTo>
                    <a:pt x="2019300" y="984491"/>
                  </a:lnTo>
                  <a:lnTo>
                    <a:pt x="2034527" y="973823"/>
                  </a:lnTo>
                  <a:lnTo>
                    <a:pt x="2040572" y="967790"/>
                  </a:lnTo>
                  <a:lnTo>
                    <a:pt x="3558844" y="1360614"/>
                  </a:lnTo>
                  <a:lnTo>
                    <a:pt x="536448" y="1549146"/>
                  </a:lnTo>
                  <a:lnTo>
                    <a:pt x="536448" y="1543812"/>
                  </a:lnTo>
                  <a:lnTo>
                    <a:pt x="533400" y="1525524"/>
                  </a:lnTo>
                  <a:lnTo>
                    <a:pt x="528828" y="1507236"/>
                  </a:lnTo>
                  <a:lnTo>
                    <a:pt x="521208" y="1488948"/>
                  </a:lnTo>
                  <a:lnTo>
                    <a:pt x="513588" y="1472184"/>
                  </a:lnTo>
                  <a:lnTo>
                    <a:pt x="512064" y="1469644"/>
                  </a:lnTo>
                  <a:lnTo>
                    <a:pt x="512064" y="1565148"/>
                  </a:lnTo>
                  <a:lnTo>
                    <a:pt x="509016" y="1598676"/>
                  </a:lnTo>
                  <a:lnTo>
                    <a:pt x="504444" y="1615440"/>
                  </a:lnTo>
                  <a:lnTo>
                    <a:pt x="498348" y="1630680"/>
                  </a:lnTo>
                  <a:lnTo>
                    <a:pt x="490728" y="1644396"/>
                  </a:lnTo>
                  <a:lnTo>
                    <a:pt x="483108" y="1659636"/>
                  </a:lnTo>
                  <a:lnTo>
                    <a:pt x="451104" y="1694688"/>
                  </a:lnTo>
                  <a:lnTo>
                    <a:pt x="393192" y="1725168"/>
                  </a:lnTo>
                  <a:lnTo>
                    <a:pt x="344424" y="1732788"/>
                  </a:lnTo>
                  <a:lnTo>
                    <a:pt x="326136" y="1731264"/>
                  </a:lnTo>
                  <a:lnTo>
                    <a:pt x="310896" y="1728216"/>
                  </a:lnTo>
                  <a:lnTo>
                    <a:pt x="294132" y="1725168"/>
                  </a:lnTo>
                  <a:lnTo>
                    <a:pt x="249936" y="1703832"/>
                  </a:lnTo>
                  <a:lnTo>
                    <a:pt x="214884" y="1670304"/>
                  </a:lnTo>
                  <a:lnTo>
                    <a:pt x="184404" y="1613916"/>
                  </a:lnTo>
                  <a:lnTo>
                    <a:pt x="176784" y="1563624"/>
                  </a:lnTo>
                  <a:lnTo>
                    <a:pt x="178308" y="1546860"/>
                  </a:lnTo>
                  <a:lnTo>
                    <a:pt x="190500" y="1499616"/>
                  </a:lnTo>
                  <a:lnTo>
                    <a:pt x="227076" y="1446276"/>
                  </a:lnTo>
                  <a:lnTo>
                    <a:pt x="265176" y="1417320"/>
                  </a:lnTo>
                  <a:lnTo>
                    <a:pt x="310896" y="1400556"/>
                  </a:lnTo>
                  <a:lnTo>
                    <a:pt x="345948" y="1397508"/>
                  </a:lnTo>
                  <a:lnTo>
                    <a:pt x="379476" y="1400556"/>
                  </a:lnTo>
                  <a:lnTo>
                    <a:pt x="425196" y="1417320"/>
                  </a:lnTo>
                  <a:lnTo>
                    <a:pt x="463296" y="1446276"/>
                  </a:lnTo>
                  <a:lnTo>
                    <a:pt x="492252" y="1485900"/>
                  </a:lnTo>
                  <a:lnTo>
                    <a:pt x="509016" y="1531620"/>
                  </a:lnTo>
                  <a:lnTo>
                    <a:pt x="512064" y="1565148"/>
                  </a:lnTo>
                  <a:lnTo>
                    <a:pt x="512064" y="1469644"/>
                  </a:lnTo>
                  <a:lnTo>
                    <a:pt x="480060" y="1427988"/>
                  </a:lnTo>
                  <a:lnTo>
                    <a:pt x="440207" y="1397508"/>
                  </a:lnTo>
                  <a:lnTo>
                    <a:pt x="435864" y="1394460"/>
                  </a:lnTo>
                  <a:lnTo>
                    <a:pt x="382524" y="1376172"/>
                  </a:lnTo>
                  <a:lnTo>
                    <a:pt x="344424" y="1371600"/>
                  </a:lnTo>
                  <a:lnTo>
                    <a:pt x="324612" y="1373124"/>
                  </a:lnTo>
                  <a:lnTo>
                    <a:pt x="286512" y="1380744"/>
                  </a:lnTo>
                  <a:lnTo>
                    <a:pt x="251460" y="1395984"/>
                  </a:lnTo>
                  <a:lnTo>
                    <a:pt x="207264" y="1429512"/>
                  </a:lnTo>
                  <a:lnTo>
                    <a:pt x="166116" y="1490472"/>
                  </a:lnTo>
                  <a:lnTo>
                    <a:pt x="155448" y="1527048"/>
                  </a:lnTo>
                  <a:lnTo>
                    <a:pt x="152400" y="1545336"/>
                  </a:lnTo>
                  <a:lnTo>
                    <a:pt x="152400" y="1584960"/>
                  </a:lnTo>
                  <a:lnTo>
                    <a:pt x="160020" y="1623060"/>
                  </a:lnTo>
                  <a:lnTo>
                    <a:pt x="184404" y="1673352"/>
                  </a:lnTo>
                  <a:lnTo>
                    <a:pt x="196596" y="1687068"/>
                  </a:lnTo>
                  <a:lnTo>
                    <a:pt x="208788" y="1702308"/>
                  </a:lnTo>
                  <a:lnTo>
                    <a:pt x="252984" y="1734312"/>
                  </a:lnTo>
                  <a:lnTo>
                    <a:pt x="288036" y="1749552"/>
                  </a:lnTo>
                  <a:lnTo>
                    <a:pt x="326136" y="1757172"/>
                  </a:lnTo>
                  <a:lnTo>
                    <a:pt x="364236" y="1757172"/>
                  </a:lnTo>
                  <a:lnTo>
                    <a:pt x="384048" y="1754124"/>
                  </a:lnTo>
                  <a:lnTo>
                    <a:pt x="420624" y="1741932"/>
                  </a:lnTo>
                  <a:lnTo>
                    <a:pt x="437388" y="1734312"/>
                  </a:lnTo>
                  <a:lnTo>
                    <a:pt x="439559" y="1732788"/>
                  </a:lnTo>
                  <a:lnTo>
                    <a:pt x="467868" y="1712976"/>
                  </a:lnTo>
                  <a:lnTo>
                    <a:pt x="504444" y="1671828"/>
                  </a:lnTo>
                  <a:lnTo>
                    <a:pt x="528828" y="1621536"/>
                  </a:lnTo>
                  <a:lnTo>
                    <a:pt x="536448" y="1583436"/>
                  </a:lnTo>
                  <a:lnTo>
                    <a:pt x="536448" y="1578203"/>
                  </a:lnTo>
                  <a:lnTo>
                    <a:pt x="3640404" y="1384566"/>
                  </a:lnTo>
                  <a:lnTo>
                    <a:pt x="3648443" y="1427975"/>
                  </a:lnTo>
                  <a:lnTo>
                    <a:pt x="3672827" y="1478267"/>
                  </a:lnTo>
                  <a:lnTo>
                    <a:pt x="3709403" y="1519415"/>
                  </a:lnTo>
                  <a:lnTo>
                    <a:pt x="3756647" y="1546847"/>
                  </a:lnTo>
                  <a:lnTo>
                    <a:pt x="3793223" y="1559039"/>
                  </a:lnTo>
                  <a:lnTo>
                    <a:pt x="3813035" y="1562087"/>
                  </a:lnTo>
                  <a:lnTo>
                    <a:pt x="3852659" y="1562087"/>
                  </a:lnTo>
                  <a:lnTo>
                    <a:pt x="3907523" y="1546847"/>
                  </a:lnTo>
                  <a:lnTo>
                    <a:pt x="3954767" y="1517891"/>
                  </a:lnTo>
                  <a:lnTo>
                    <a:pt x="4002011" y="1461503"/>
                  </a:lnTo>
                  <a:lnTo>
                    <a:pt x="4020299" y="1408163"/>
                  </a:lnTo>
                  <a:lnTo>
                    <a:pt x="4023347" y="1388351"/>
                  </a:lnTo>
                  <a:lnTo>
                    <a:pt x="4024871" y="136853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171485" y="2450101"/>
            <a:ext cx="8478520" cy="3189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60" dirty="0">
                <a:solidFill>
                  <a:srgbClr val="FFFFFF"/>
                </a:solidFill>
                <a:latin typeface="Verdana"/>
                <a:cs typeface="Verdana"/>
              </a:rPr>
              <a:t>Classer</a:t>
            </a:r>
            <a:r>
              <a:rPr sz="18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90" dirty="0">
                <a:solidFill>
                  <a:srgbClr val="FFFFFF"/>
                </a:solidFill>
                <a:latin typeface="Verdana"/>
                <a:cs typeface="Verdana"/>
              </a:rPr>
              <a:t>les</a:t>
            </a:r>
            <a:r>
              <a:rPr sz="18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sommets</a:t>
            </a:r>
            <a:r>
              <a:rPr sz="18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35" dirty="0">
                <a:solidFill>
                  <a:srgbClr val="FFFFFF"/>
                </a:solidFill>
                <a:latin typeface="Verdana"/>
                <a:cs typeface="Verdana"/>
              </a:rPr>
              <a:t>du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85" dirty="0">
                <a:solidFill>
                  <a:srgbClr val="FFFFFF"/>
                </a:solidFill>
                <a:latin typeface="Verdana"/>
                <a:cs typeface="Verdana"/>
              </a:rPr>
              <a:t>plus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Verdana"/>
                <a:cs typeface="Verdana"/>
              </a:rPr>
              <a:t>haut</a:t>
            </a:r>
            <a:r>
              <a:rPr sz="18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25" dirty="0">
                <a:solidFill>
                  <a:srgbClr val="FFFFFF"/>
                </a:solidFill>
                <a:latin typeface="Verdana"/>
                <a:cs typeface="Verdana"/>
              </a:rPr>
              <a:t>degré</a:t>
            </a:r>
            <a:r>
              <a:rPr sz="18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45" dirty="0">
                <a:solidFill>
                  <a:srgbClr val="FFFFFF"/>
                </a:solidFill>
                <a:latin typeface="Verdana"/>
                <a:cs typeface="Verdana"/>
              </a:rPr>
              <a:t>au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plus</a:t>
            </a:r>
            <a:r>
              <a:rPr sz="18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30" dirty="0">
                <a:solidFill>
                  <a:srgbClr val="FFFFFF"/>
                </a:solidFill>
                <a:latin typeface="Verdana"/>
                <a:cs typeface="Verdana"/>
              </a:rPr>
              <a:t>petit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320" dirty="0">
                <a:solidFill>
                  <a:srgbClr val="FFFFFF"/>
                </a:solidFill>
                <a:latin typeface="Verdana"/>
                <a:cs typeface="Verdana"/>
              </a:rPr>
              <a:t>: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b="1" spc="70" dirty="0">
                <a:solidFill>
                  <a:srgbClr val="CCFF33"/>
                </a:solidFill>
                <a:latin typeface="Tahoma"/>
                <a:cs typeface="Tahoma"/>
              </a:rPr>
              <a:t>C,</a:t>
            </a:r>
            <a:r>
              <a:rPr sz="1800" b="1" spc="-40" dirty="0">
                <a:solidFill>
                  <a:srgbClr val="CCFF33"/>
                </a:solidFill>
                <a:latin typeface="Tahoma"/>
                <a:cs typeface="Tahoma"/>
              </a:rPr>
              <a:t> </a:t>
            </a:r>
            <a:r>
              <a:rPr sz="1800" b="1" spc="-185" dirty="0">
                <a:solidFill>
                  <a:srgbClr val="CCFF33"/>
                </a:solidFill>
                <a:latin typeface="Tahoma"/>
                <a:cs typeface="Tahoma"/>
              </a:rPr>
              <a:t>D=E,</a:t>
            </a:r>
            <a:r>
              <a:rPr sz="1800" b="1" spc="-25" dirty="0">
                <a:solidFill>
                  <a:srgbClr val="CCFF33"/>
                </a:solidFill>
                <a:latin typeface="Tahoma"/>
                <a:cs typeface="Tahoma"/>
              </a:rPr>
              <a:t> </a:t>
            </a:r>
            <a:r>
              <a:rPr sz="1800" b="1" spc="-130" dirty="0">
                <a:solidFill>
                  <a:srgbClr val="CCFF33"/>
                </a:solidFill>
                <a:latin typeface="Tahoma"/>
                <a:cs typeface="Tahoma"/>
              </a:rPr>
              <a:t>B,</a:t>
            </a:r>
            <a:r>
              <a:rPr sz="1800" b="1" spc="-25" dirty="0">
                <a:solidFill>
                  <a:srgbClr val="CCFF33"/>
                </a:solidFill>
                <a:latin typeface="Tahoma"/>
                <a:cs typeface="Tahoma"/>
              </a:rPr>
              <a:t> </a:t>
            </a:r>
            <a:r>
              <a:rPr sz="1800" b="1" spc="95" dirty="0">
                <a:solidFill>
                  <a:srgbClr val="CCFF33"/>
                </a:solidFill>
                <a:latin typeface="Tahoma"/>
                <a:cs typeface="Tahoma"/>
              </a:rPr>
              <a:t>A</a:t>
            </a:r>
            <a:endParaRPr sz="1800">
              <a:latin typeface="Tahoma"/>
              <a:cs typeface="Tahoma"/>
            </a:endParaRPr>
          </a:p>
          <a:p>
            <a:pPr marL="193675" marR="5080" indent="-90170">
              <a:lnSpc>
                <a:spcPct val="165000"/>
              </a:lnSpc>
            </a:pPr>
            <a:r>
              <a:rPr sz="1800" spc="50" dirty="0">
                <a:solidFill>
                  <a:srgbClr val="FFFFFF"/>
                </a:solidFill>
                <a:latin typeface="Verdana"/>
                <a:cs typeface="Verdana"/>
              </a:rPr>
              <a:t>On 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choisit </a:t>
            </a:r>
            <a:r>
              <a:rPr sz="1800" spc="-5" dirty="0">
                <a:solidFill>
                  <a:srgbClr val="FFFFFF"/>
                </a:solidFill>
                <a:latin typeface="Verdana"/>
                <a:cs typeface="Verdana"/>
              </a:rPr>
              <a:t>une </a:t>
            </a: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couleur </a:t>
            </a:r>
            <a:r>
              <a:rPr sz="1800" spc="-25" dirty="0">
                <a:solidFill>
                  <a:srgbClr val="FFFFFF"/>
                </a:solidFill>
                <a:latin typeface="Verdana"/>
                <a:cs typeface="Verdana"/>
              </a:rPr>
              <a:t>pour </a:t>
            </a: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le </a:t>
            </a:r>
            <a:r>
              <a:rPr sz="1800" spc="-55" dirty="0">
                <a:solidFill>
                  <a:srgbClr val="FFFFFF"/>
                </a:solidFill>
                <a:latin typeface="Verdana"/>
                <a:cs typeface="Verdana"/>
              </a:rPr>
              <a:t>premier sommet (ici </a:t>
            </a:r>
            <a:r>
              <a:rPr sz="1800" spc="204" dirty="0">
                <a:solidFill>
                  <a:srgbClr val="FFFFFF"/>
                </a:solidFill>
                <a:latin typeface="Verdana"/>
                <a:cs typeface="Verdana"/>
              </a:rPr>
              <a:t>C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par </a:t>
            </a:r>
            <a:r>
              <a:rPr sz="1800" spc="-5" dirty="0">
                <a:solidFill>
                  <a:srgbClr val="FFFFFF"/>
                </a:solidFill>
                <a:latin typeface="Verdana"/>
                <a:cs typeface="Verdana"/>
              </a:rPr>
              <a:t>exemple </a:t>
            </a:r>
            <a:r>
              <a:rPr sz="1800" spc="-30" dirty="0">
                <a:solidFill>
                  <a:srgbClr val="FFFFFF"/>
                </a:solidFill>
                <a:latin typeface="Verdana"/>
                <a:cs typeface="Verdana"/>
              </a:rPr>
              <a:t>rouge) </a:t>
            </a:r>
            <a:r>
              <a:rPr sz="1800" spc="-6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Verdana"/>
                <a:cs typeface="Verdana"/>
              </a:rPr>
              <a:t>Colorie</a:t>
            </a:r>
            <a:r>
              <a:rPr sz="18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05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18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5" dirty="0">
                <a:solidFill>
                  <a:srgbClr val="FFFFFF"/>
                </a:solidFill>
                <a:latin typeface="Verdana"/>
                <a:cs typeface="Verdana"/>
              </a:rPr>
              <a:t>la</a:t>
            </a:r>
            <a:r>
              <a:rPr sz="18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5" dirty="0">
                <a:solidFill>
                  <a:srgbClr val="FFFFFF"/>
                </a:solidFill>
                <a:latin typeface="Verdana"/>
                <a:cs typeface="Verdana"/>
              </a:rPr>
              <a:t>même</a:t>
            </a:r>
            <a:r>
              <a:rPr sz="18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couleur</a:t>
            </a:r>
            <a:r>
              <a:rPr sz="18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tous</a:t>
            </a:r>
            <a:r>
              <a:rPr sz="18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95" dirty="0">
                <a:solidFill>
                  <a:srgbClr val="FFFFFF"/>
                </a:solidFill>
                <a:latin typeface="Verdana"/>
                <a:cs typeface="Verdana"/>
              </a:rPr>
              <a:t>les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sommets</a:t>
            </a:r>
            <a:r>
              <a:rPr sz="18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Verdana"/>
                <a:cs typeface="Verdana"/>
              </a:rPr>
              <a:t>non</a:t>
            </a:r>
            <a:r>
              <a:rPr sz="18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5" dirty="0">
                <a:solidFill>
                  <a:srgbClr val="FFFFFF"/>
                </a:solidFill>
                <a:latin typeface="Verdana"/>
                <a:cs typeface="Verdana"/>
              </a:rPr>
              <a:t>adjacents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45" dirty="0">
                <a:solidFill>
                  <a:srgbClr val="FFFFFF"/>
                </a:solidFill>
                <a:latin typeface="Verdana"/>
                <a:cs typeface="Verdana"/>
              </a:rPr>
              <a:t>au</a:t>
            </a:r>
            <a:r>
              <a:rPr sz="18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5" dirty="0">
                <a:solidFill>
                  <a:srgbClr val="FFFFFF"/>
                </a:solidFill>
                <a:latin typeface="Verdana"/>
                <a:cs typeface="Verdana"/>
              </a:rPr>
              <a:t>sommet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204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900">
              <a:latin typeface="Verdana"/>
              <a:cs typeface="Verdana"/>
            </a:endParaRPr>
          </a:p>
          <a:p>
            <a:pPr marL="193675" marR="313690" algn="just">
              <a:lnSpc>
                <a:spcPct val="100000"/>
              </a:lnSpc>
              <a:tabLst>
                <a:tab pos="7856220" algn="l"/>
              </a:tabLst>
            </a:pPr>
            <a:r>
              <a:rPr sz="1800" spc="50" dirty="0">
                <a:solidFill>
                  <a:srgbClr val="FFFFFF"/>
                </a:solidFill>
                <a:latin typeface="Verdana"/>
                <a:cs typeface="Verdana"/>
              </a:rPr>
              <a:t>On 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re-itère</a:t>
            </a:r>
            <a:r>
              <a:rPr sz="1800" spc="-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60" dirty="0">
                <a:solidFill>
                  <a:srgbClr val="FFFFFF"/>
                </a:solidFill>
                <a:latin typeface="Verdana"/>
                <a:cs typeface="Verdana"/>
              </a:rPr>
              <a:t>ce </a:t>
            </a:r>
            <a:r>
              <a:rPr sz="1800" spc="65" dirty="0">
                <a:solidFill>
                  <a:srgbClr val="FFFFFF"/>
                </a:solidFill>
                <a:latin typeface="Verdana"/>
                <a:cs typeface="Verdana"/>
              </a:rPr>
              <a:t>procédé </a:t>
            </a:r>
            <a:r>
              <a:rPr sz="1800" spc="100" dirty="0">
                <a:solidFill>
                  <a:srgbClr val="FFFFFF"/>
                </a:solidFill>
                <a:latin typeface="Verdana"/>
                <a:cs typeface="Verdana"/>
              </a:rPr>
              <a:t>avec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une</a:t>
            </a:r>
            <a:r>
              <a:rPr sz="1800" spc="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30" dirty="0">
                <a:solidFill>
                  <a:srgbClr val="FFFFFF"/>
                </a:solidFill>
                <a:latin typeface="Verdana"/>
                <a:cs typeface="Verdana"/>
              </a:rPr>
              <a:t>autre</a:t>
            </a:r>
            <a:r>
              <a:rPr sz="1800" spc="-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Verdana"/>
                <a:cs typeface="Verdana"/>
              </a:rPr>
              <a:t>couleur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Verdana"/>
                <a:cs typeface="Verdana"/>
              </a:rPr>
              <a:t>pour</a:t>
            </a:r>
            <a:r>
              <a:rPr sz="1800" spc="-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le</a:t>
            </a: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Verdana"/>
                <a:cs typeface="Verdana"/>
              </a:rPr>
              <a:t>premier 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Verdana"/>
                <a:cs typeface="Verdana"/>
              </a:rPr>
              <a:t>sommet </a:t>
            </a:r>
            <a:r>
              <a:rPr sz="1800" spc="-5" dirty="0">
                <a:solidFill>
                  <a:srgbClr val="FFFFFF"/>
                </a:solidFill>
                <a:latin typeface="Verdana"/>
                <a:cs typeface="Verdana"/>
              </a:rPr>
              <a:t>non colorié </a:t>
            </a:r>
            <a:r>
              <a:rPr sz="1800" spc="105" dirty="0">
                <a:solidFill>
                  <a:srgbClr val="FFFFFF"/>
                </a:solidFill>
                <a:latin typeface="Verdana"/>
                <a:cs typeface="Verdana"/>
              </a:rPr>
              <a:t>de </a:t>
            </a:r>
            <a:r>
              <a:rPr sz="1800" spc="15" dirty="0">
                <a:solidFill>
                  <a:srgbClr val="FFFFFF"/>
                </a:solidFill>
                <a:latin typeface="Verdana"/>
                <a:cs typeface="Verdana"/>
              </a:rPr>
              <a:t>la </a:t>
            </a:r>
            <a:r>
              <a:rPr sz="1800" spc="-114" dirty="0">
                <a:solidFill>
                  <a:srgbClr val="FFFFFF"/>
                </a:solidFill>
                <a:latin typeface="Verdana"/>
                <a:cs typeface="Verdana"/>
              </a:rPr>
              <a:t>liste. </a:t>
            </a:r>
            <a:r>
              <a:rPr sz="1800" spc="-55" dirty="0">
                <a:solidFill>
                  <a:srgbClr val="FFFFFF"/>
                </a:solidFill>
                <a:latin typeface="Verdana"/>
                <a:cs typeface="Verdana"/>
              </a:rPr>
              <a:t>Nous </a:t>
            </a:r>
            <a:r>
              <a:rPr sz="1800" spc="-25" dirty="0">
                <a:solidFill>
                  <a:srgbClr val="FFFFFF"/>
                </a:solidFill>
                <a:latin typeface="Verdana"/>
                <a:cs typeface="Verdana"/>
              </a:rPr>
              <a:t>colorons </a:t>
            </a: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le </a:t>
            </a:r>
            <a:r>
              <a:rPr sz="1800" spc="-50" dirty="0">
                <a:solidFill>
                  <a:srgbClr val="FFFFFF"/>
                </a:solidFill>
                <a:latin typeface="Verdana"/>
                <a:cs typeface="Verdana"/>
              </a:rPr>
              <a:t>sommet D </a:t>
            </a:r>
            <a:r>
              <a:rPr sz="1800" spc="35" dirty="0">
                <a:solidFill>
                  <a:srgbClr val="FFFFFF"/>
                </a:solidFill>
                <a:latin typeface="Verdana"/>
                <a:cs typeface="Verdana"/>
              </a:rPr>
              <a:t>en </a:t>
            </a:r>
            <a:r>
              <a:rPr sz="1800" spc="-25" dirty="0">
                <a:solidFill>
                  <a:srgbClr val="FFFFFF"/>
                </a:solidFill>
                <a:latin typeface="Verdana"/>
                <a:cs typeface="Verdana"/>
              </a:rPr>
              <a:t>jaune </a:t>
            </a:r>
            <a:r>
              <a:rPr sz="1800" spc="-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ainsi</a:t>
            </a:r>
            <a:r>
              <a:rPr sz="18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50" dirty="0">
                <a:solidFill>
                  <a:srgbClr val="FFFFFF"/>
                </a:solidFill>
                <a:latin typeface="Verdana"/>
                <a:cs typeface="Verdana"/>
              </a:rPr>
              <a:t>que</a:t>
            </a:r>
            <a:r>
              <a:rPr sz="18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le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5" dirty="0">
                <a:solidFill>
                  <a:srgbClr val="FFFFFF"/>
                </a:solidFill>
                <a:latin typeface="Verdana"/>
                <a:cs typeface="Verdana"/>
              </a:rPr>
              <a:t>sommet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204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(ne</a:t>
            </a:r>
            <a:r>
              <a:rPr sz="1800" spc="-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sont</a:t>
            </a:r>
            <a:r>
              <a:rPr sz="18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pas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30" dirty="0">
                <a:solidFill>
                  <a:srgbClr val="FFFFFF"/>
                </a:solidFill>
                <a:latin typeface="Verdana"/>
                <a:cs typeface="Verdana"/>
              </a:rPr>
              <a:t>adjacents).	</a:t>
            </a:r>
            <a:r>
              <a:rPr sz="2700" spc="-75" baseline="1543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endParaRPr sz="2700" baseline="1543">
              <a:latin typeface="Verdana"/>
              <a:cs typeface="Verdana"/>
            </a:endParaRPr>
          </a:p>
          <a:p>
            <a:pPr marL="1308100" algn="ctr">
              <a:lnSpc>
                <a:spcPts val="2100"/>
              </a:lnSpc>
            </a:pPr>
            <a:r>
              <a:rPr sz="1800" spc="10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endParaRPr sz="1800">
              <a:latin typeface="Verdana"/>
              <a:cs typeface="Verdana"/>
            </a:endParaRPr>
          </a:p>
          <a:p>
            <a:pPr marR="2272665" algn="r">
              <a:lnSpc>
                <a:spcPct val="100000"/>
              </a:lnSpc>
              <a:spcBef>
                <a:spcPts val="1345"/>
              </a:spcBef>
            </a:pPr>
            <a:r>
              <a:rPr sz="1800" spc="-17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863038" y="6514773"/>
            <a:ext cx="211454" cy="30607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spc="204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877530" y="6694594"/>
            <a:ext cx="156845" cy="30607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spc="-204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518618" y="6888581"/>
            <a:ext cx="193675" cy="212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105" dirty="0">
                <a:solidFill>
                  <a:srgbClr val="FFFFFF"/>
                </a:solidFill>
                <a:latin typeface="Verdana"/>
                <a:cs typeface="Verdana"/>
              </a:rPr>
              <a:t>4</a:t>
            </a:r>
            <a:r>
              <a:rPr sz="1200" spc="-100" dirty="0">
                <a:solidFill>
                  <a:srgbClr val="FFFFFF"/>
                </a:solidFill>
                <a:latin typeface="Verdana"/>
                <a:cs typeface="Verdana"/>
              </a:rPr>
              <a:t>1</a:t>
            </a:r>
            <a:endParaRPr sz="1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3124" y="810768"/>
            <a:ext cx="5672328" cy="308101"/>
          </a:xfrm>
          <a:prstGeom prst="rect">
            <a:avLst/>
          </a:prstGeom>
        </p:spPr>
      </p:pic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086612" y="1330451"/>
          <a:ext cx="6097270" cy="74142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6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66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332">
                <a:tc gridSpan="6"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325"/>
                        </a:spcBef>
                        <a:tabLst>
                          <a:tab pos="1447800" algn="l"/>
                          <a:tab pos="2479675" algn="l"/>
                          <a:tab pos="3477260" algn="l"/>
                          <a:tab pos="4500880" algn="l"/>
                          <a:tab pos="5534660" algn="l"/>
                        </a:tabLst>
                      </a:pPr>
                      <a:r>
                        <a:rPr sz="1600" b="1" spc="-4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sommet	</a:t>
                      </a:r>
                      <a:r>
                        <a:rPr sz="1600" b="1" spc="8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A	</a:t>
                      </a:r>
                      <a:r>
                        <a:rPr sz="1600" b="1" spc="-17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B	</a:t>
                      </a:r>
                      <a:r>
                        <a:rPr sz="1600" b="1" spc="17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C	</a:t>
                      </a:r>
                      <a:r>
                        <a:rPr sz="1600" b="1" spc="-9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D	</a:t>
                      </a:r>
                      <a:r>
                        <a:rPr sz="1600" b="1" spc="-15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E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57E8"/>
                      </a:solidFill>
                      <a:prstDash val="solid"/>
                    </a:lnL>
                    <a:lnR w="12700">
                      <a:solidFill>
                        <a:srgbClr val="0057E8"/>
                      </a:solidFill>
                      <a:prstDash val="solid"/>
                    </a:lnR>
                    <a:lnT w="19050">
                      <a:solidFill>
                        <a:srgbClr val="0057E8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005BD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094">
                <a:tc>
                  <a:txBody>
                    <a:bodyPr/>
                    <a:lstStyle/>
                    <a:p>
                      <a:pPr marL="2038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spc="-5" dirty="0">
                          <a:latin typeface="Verdana"/>
                          <a:cs typeface="Verdana"/>
                        </a:rPr>
                        <a:t>Degré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57E8"/>
                      </a:solidFill>
                      <a:prstDash val="solid"/>
                    </a:lnL>
                    <a:lnR w="19050">
                      <a:solidFill>
                        <a:srgbClr val="0057E8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57E8"/>
                      </a:solidFill>
                      <a:prstDash val="solid"/>
                    </a:lnB>
                    <a:solidFill>
                      <a:srgbClr val="99B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0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57E8"/>
                      </a:solidFill>
                      <a:prstDash val="solid"/>
                    </a:lnL>
                    <a:lnR w="12700">
                      <a:solidFill>
                        <a:srgbClr val="0057E8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57E8"/>
                      </a:solidFill>
                      <a:prstDash val="solid"/>
                    </a:lnB>
                    <a:solidFill>
                      <a:srgbClr val="99BDED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1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57E8"/>
                      </a:solidFill>
                      <a:prstDash val="solid"/>
                    </a:lnL>
                    <a:lnR w="12700">
                      <a:solidFill>
                        <a:srgbClr val="0057E8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57E8"/>
                      </a:solidFill>
                      <a:prstDash val="solid"/>
                    </a:lnB>
                    <a:solidFill>
                      <a:srgbClr val="99B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3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57E8"/>
                      </a:solidFill>
                      <a:prstDash val="solid"/>
                    </a:lnL>
                    <a:lnR w="19050">
                      <a:solidFill>
                        <a:srgbClr val="0057E8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57E8"/>
                      </a:solidFill>
                      <a:prstDash val="solid"/>
                    </a:lnB>
                    <a:solidFill>
                      <a:srgbClr val="99B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2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57E8"/>
                      </a:solidFill>
                      <a:prstDash val="solid"/>
                    </a:lnL>
                    <a:lnR w="12700">
                      <a:solidFill>
                        <a:srgbClr val="0057E8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57E8"/>
                      </a:solidFill>
                      <a:prstDash val="solid"/>
                    </a:lnB>
                    <a:solidFill>
                      <a:srgbClr val="99BDED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2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57E8"/>
                      </a:solidFill>
                      <a:prstDash val="solid"/>
                    </a:lnL>
                    <a:lnR w="12700">
                      <a:solidFill>
                        <a:srgbClr val="0057E8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57E8"/>
                      </a:solidFill>
                      <a:prstDash val="solid"/>
                    </a:lnB>
                    <a:solidFill>
                      <a:srgbClr val="99B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4" name="object 4"/>
          <p:cNvGrpSpPr/>
          <p:nvPr/>
        </p:nvGrpSpPr>
        <p:grpSpPr>
          <a:xfrm>
            <a:off x="1086612" y="1330451"/>
            <a:ext cx="6108700" cy="754380"/>
            <a:chOff x="1086612" y="1330451"/>
            <a:chExt cx="6108700" cy="75438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92708" y="1336548"/>
              <a:ext cx="6095999" cy="74218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86612" y="1330451"/>
              <a:ext cx="6108192" cy="754380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772668" y="3779519"/>
            <a:ext cx="9144000" cy="3429000"/>
            <a:chOff x="772668" y="3779519"/>
            <a:chExt cx="9144000" cy="3429000"/>
          </a:xfrm>
        </p:grpSpPr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2668" y="3779520"/>
              <a:ext cx="9143999" cy="34290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3781044"/>
              <a:ext cx="5925311" cy="102412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405628" y="5021592"/>
              <a:ext cx="4025265" cy="1757680"/>
            </a:xfrm>
            <a:custGeom>
              <a:avLst/>
              <a:gdLst/>
              <a:ahLst/>
              <a:cxnLst/>
              <a:rect l="l" t="t" r="r" b="b"/>
              <a:pathLst>
                <a:path w="4025265" h="1757679">
                  <a:moveTo>
                    <a:pt x="384048" y="275844"/>
                  </a:moveTo>
                  <a:lnTo>
                    <a:pt x="381000" y="256032"/>
                  </a:lnTo>
                  <a:lnTo>
                    <a:pt x="376428" y="237744"/>
                  </a:lnTo>
                  <a:lnTo>
                    <a:pt x="361188" y="204216"/>
                  </a:lnTo>
                  <a:lnTo>
                    <a:pt x="359664" y="201422"/>
                  </a:lnTo>
                  <a:lnTo>
                    <a:pt x="359664" y="297180"/>
                  </a:lnTo>
                  <a:lnTo>
                    <a:pt x="356616" y="330708"/>
                  </a:lnTo>
                  <a:lnTo>
                    <a:pt x="338328" y="376428"/>
                  </a:lnTo>
                  <a:lnTo>
                    <a:pt x="298704" y="425196"/>
                  </a:lnTo>
                  <a:lnTo>
                    <a:pt x="256032" y="451104"/>
                  </a:lnTo>
                  <a:lnTo>
                    <a:pt x="192024" y="463296"/>
                  </a:lnTo>
                  <a:lnTo>
                    <a:pt x="173736" y="461772"/>
                  </a:lnTo>
                  <a:lnTo>
                    <a:pt x="111252" y="443484"/>
                  </a:lnTo>
                  <a:lnTo>
                    <a:pt x="73152" y="414528"/>
                  </a:lnTo>
                  <a:lnTo>
                    <a:pt x="44196" y="374904"/>
                  </a:lnTo>
                  <a:lnTo>
                    <a:pt x="27432" y="329184"/>
                  </a:lnTo>
                  <a:lnTo>
                    <a:pt x="24384" y="295656"/>
                  </a:lnTo>
                  <a:lnTo>
                    <a:pt x="25908" y="278892"/>
                  </a:lnTo>
                  <a:lnTo>
                    <a:pt x="38100" y="230124"/>
                  </a:lnTo>
                  <a:lnTo>
                    <a:pt x="64008" y="188976"/>
                  </a:lnTo>
                  <a:lnTo>
                    <a:pt x="99060" y="156972"/>
                  </a:lnTo>
                  <a:lnTo>
                    <a:pt x="143256" y="135636"/>
                  </a:lnTo>
                  <a:lnTo>
                    <a:pt x="193548" y="128016"/>
                  </a:lnTo>
                  <a:lnTo>
                    <a:pt x="210312" y="129540"/>
                  </a:lnTo>
                  <a:lnTo>
                    <a:pt x="257556" y="141732"/>
                  </a:lnTo>
                  <a:lnTo>
                    <a:pt x="310896" y="178308"/>
                  </a:lnTo>
                  <a:lnTo>
                    <a:pt x="339852" y="216408"/>
                  </a:lnTo>
                  <a:lnTo>
                    <a:pt x="356616" y="263652"/>
                  </a:lnTo>
                  <a:lnTo>
                    <a:pt x="359664" y="297180"/>
                  </a:lnTo>
                  <a:lnTo>
                    <a:pt x="359664" y="201422"/>
                  </a:lnTo>
                  <a:lnTo>
                    <a:pt x="327660" y="160020"/>
                  </a:lnTo>
                  <a:lnTo>
                    <a:pt x="286004" y="128016"/>
                  </a:lnTo>
                  <a:lnTo>
                    <a:pt x="283464" y="126492"/>
                  </a:lnTo>
                  <a:lnTo>
                    <a:pt x="266700" y="118872"/>
                  </a:lnTo>
                  <a:lnTo>
                    <a:pt x="248412" y="111252"/>
                  </a:lnTo>
                  <a:lnTo>
                    <a:pt x="230124" y="106680"/>
                  </a:lnTo>
                  <a:lnTo>
                    <a:pt x="211836" y="103632"/>
                  </a:lnTo>
                  <a:lnTo>
                    <a:pt x="192024" y="103632"/>
                  </a:lnTo>
                  <a:lnTo>
                    <a:pt x="152400" y="106680"/>
                  </a:lnTo>
                  <a:lnTo>
                    <a:pt x="115824" y="118872"/>
                  </a:lnTo>
                  <a:lnTo>
                    <a:pt x="68580" y="147828"/>
                  </a:lnTo>
                  <a:lnTo>
                    <a:pt x="32004" y="188976"/>
                  </a:lnTo>
                  <a:lnTo>
                    <a:pt x="7620" y="239268"/>
                  </a:lnTo>
                  <a:lnTo>
                    <a:pt x="0" y="277368"/>
                  </a:lnTo>
                  <a:lnTo>
                    <a:pt x="0" y="316992"/>
                  </a:lnTo>
                  <a:lnTo>
                    <a:pt x="15240" y="371856"/>
                  </a:lnTo>
                  <a:lnTo>
                    <a:pt x="44196" y="419100"/>
                  </a:lnTo>
                  <a:lnTo>
                    <a:pt x="100584" y="466344"/>
                  </a:lnTo>
                  <a:lnTo>
                    <a:pt x="153924" y="484632"/>
                  </a:lnTo>
                  <a:lnTo>
                    <a:pt x="193548" y="489204"/>
                  </a:lnTo>
                  <a:lnTo>
                    <a:pt x="211836" y="487680"/>
                  </a:lnTo>
                  <a:lnTo>
                    <a:pt x="249936" y="480060"/>
                  </a:lnTo>
                  <a:lnTo>
                    <a:pt x="284988" y="464820"/>
                  </a:lnTo>
                  <a:lnTo>
                    <a:pt x="287528" y="463296"/>
                  </a:lnTo>
                  <a:lnTo>
                    <a:pt x="300228" y="455676"/>
                  </a:lnTo>
                  <a:lnTo>
                    <a:pt x="341376" y="417576"/>
                  </a:lnTo>
                  <a:lnTo>
                    <a:pt x="370332" y="370332"/>
                  </a:lnTo>
                  <a:lnTo>
                    <a:pt x="381000" y="333756"/>
                  </a:lnTo>
                  <a:lnTo>
                    <a:pt x="384048" y="315468"/>
                  </a:lnTo>
                  <a:lnTo>
                    <a:pt x="384048" y="275844"/>
                  </a:lnTo>
                  <a:close/>
                </a:path>
                <a:path w="4025265" h="1757679">
                  <a:moveTo>
                    <a:pt x="4024871" y="1368539"/>
                  </a:moveTo>
                  <a:lnTo>
                    <a:pt x="4020299" y="1330439"/>
                  </a:lnTo>
                  <a:lnTo>
                    <a:pt x="4009631" y="1293863"/>
                  </a:lnTo>
                  <a:lnTo>
                    <a:pt x="3998963" y="1274559"/>
                  </a:lnTo>
                  <a:lnTo>
                    <a:pt x="3998963" y="1353299"/>
                  </a:lnTo>
                  <a:lnTo>
                    <a:pt x="3998963" y="1370063"/>
                  </a:lnTo>
                  <a:lnTo>
                    <a:pt x="3991343" y="1420355"/>
                  </a:lnTo>
                  <a:lnTo>
                    <a:pt x="3970007" y="1464551"/>
                  </a:lnTo>
                  <a:lnTo>
                    <a:pt x="3938003" y="1499603"/>
                  </a:lnTo>
                  <a:lnTo>
                    <a:pt x="3896855" y="1523987"/>
                  </a:lnTo>
                  <a:lnTo>
                    <a:pt x="3848087" y="1536179"/>
                  </a:lnTo>
                  <a:lnTo>
                    <a:pt x="3831323" y="1537703"/>
                  </a:lnTo>
                  <a:lnTo>
                    <a:pt x="3814559" y="1536179"/>
                  </a:lnTo>
                  <a:lnTo>
                    <a:pt x="3765791" y="1523987"/>
                  </a:lnTo>
                  <a:lnTo>
                    <a:pt x="3724643" y="1498079"/>
                  </a:lnTo>
                  <a:lnTo>
                    <a:pt x="3692639" y="1463027"/>
                  </a:lnTo>
                  <a:lnTo>
                    <a:pt x="3671303" y="1418831"/>
                  </a:lnTo>
                  <a:lnTo>
                    <a:pt x="3668255" y="1402067"/>
                  </a:lnTo>
                  <a:lnTo>
                    <a:pt x="3665207" y="1386827"/>
                  </a:lnTo>
                  <a:lnTo>
                    <a:pt x="3663683" y="1368539"/>
                  </a:lnTo>
                  <a:lnTo>
                    <a:pt x="3665207" y="1351775"/>
                  </a:lnTo>
                  <a:lnTo>
                    <a:pt x="3668255" y="1335011"/>
                  </a:lnTo>
                  <a:lnTo>
                    <a:pt x="3685019" y="1289291"/>
                  </a:lnTo>
                  <a:lnTo>
                    <a:pt x="3713975" y="1251191"/>
                  </a:lnTo>
                  <a:lnTo>
                    <a:pt x="3752075" y="1222235"/>
                  </a:lnTo>
                  <a:lnTo>
                    <a:pt x="3799319" y="1205471"/>
                  </a:lnTo>
                  <a:lnTo>
                    <a:pt x="3832847" y="1202423"/>
                  </a:lnTo>
                  <a:lnTo>
                    <a:pt x="3866375" y="1205471"/>
                  </a:lnTo>
                  <a:lnTo>
                    <a:pt x="3912095" y="1222235"/>
                  </a:lnTo>
                  <a:lnTo>
                    <a:pt x="3950195" y="1251191"/>
                  </a:lnTo>
                  <a:lnTo>
                    <a:pt x="3986771" y="1304531"/>
                  </a:lnTo>
                  <a:lnTo>
                    <a:pt x="3998963" y="1353299"/>
                  </a:lnTo>
                  <a:lnTo>
                    <a:pt x="3998963" y="1274559"/>
                  </a:lnTo>
                  <a:lnTo>
                    <a:pt x="3966959" y="1232903"/>
                  </a:lnTo>
                  <a:lnTo>
                    <a:pt x="3927564" y="1202423"/>
                  </a:lnTo>
                  <a:lnTo>
                    <a:pt x="3887711" y="1185659"/>
                  </a:lnTo>
                  <a:lnTo>
                    <a:pt x="3846995" y="1177721"/>
                  </a:lnTo>
                  <a:lnTo>
                    <a:pt x="3876941" y="324167"/>
                  </a:lnTo>
                  <a:lnTo>
                    <a:pt x="3904488" y="284988"/>
                  </a:lnTo>
                  <a:lnTo>
                    <a:pt x="3919728" y="249936"/>
                  </a:lnTo>
                  <a:lnTo>
                    <a:pt x="3927348" y="211836"/>
                  </a:lnTo>
                  <a:lnTo>
                    <a:pt x="3927348" y="173736"/>
                  </a:lnTo>
                  <a:lnTo>
                    <a:pt x="3919728" y="135636"/>
                  </a:lnTo>
                  <a:lnTo>
                    <a:pt x="3904488" y="100584"/>
                  </a:lnTo>
                  <a:lnTo>
                    <a:pt x="3902964" y="98044"/>
                  </a:lnTo>
                  <a:lnTo>
                    <a:pt x="3902964" y="193548"/>
                  </a:lnTo>
                  <a:lnTo>
                    <a:pt x="3901440" y="211836"/>
                  </a:lnTo>
                  <a:lnTo>
                    <a:pt x="3898392" y="227076"/>
                  </a:lnTo>
                  <a:lnTo>
                    <a:pt x="3895344" y="243840"/>
                  </a:lnTo>
                  <a:lnTo>
                    <a:pt x="3889248" y="259080"/>
                  </a:lnTo>
                  <a:lnTo>
                    <a:pt x="3881628" y="274320"/>
                  </a:lnTo>
                  <a:lnTo>
                    <a:pt x="3874008" y="288036"/>
                  </a:lnTo>
                  <a:lnTo>
                    <a:pt x="3852672" y="312420"/>
                  </a:lnTo>
                  <a:lnTo>
                    <a:pt x="3847020" y="317373"/>
                  </a:lnTo>
                  <a:lnTo>
                    <a:pt x="3847020" y="350774"/>
                  </a:lnTo>
                  <a:lnTo>
                    <a:pt x="3818001" y="1177544"/>
                  </a:lnTo>
                  <a:lnTo>
                    <a:pt x="3811511" y="1178039"/>
                  </a:lnTo>
                  <a:lnTo>
                    <a:pt x="3791699" y="1181087"/>
                  </a:lnTo>
                  <a:lnTo>
                    <a:pt x="3723119" y="1210043"/>
                  </a:lnTo>
                  <a:lnTo>
                    <a:pt x="3681971" y="1248143"/>
                  </a:lnTo>
                  <a:lnTo>
                    <a:pt x="3654539" y="1295387"/>
                  </a:lnTo>
                  <a:lnTo>
                    <a:pt x="3642347" y="1331963"/>
                  </a:lnTo>
                  <a:lnTo>
                    <a:pt x="3639299" y="1350251"/>
                  </a:lnTo>
                  <a:lnTo>
                    <a:pt x="3639299" y="1352397"/>
                  </a:lnTo>
                  <a:lnTo>
                    <a:pt x="2062302" y="944016"/>
                  </a:lnTo>
                  <a:lnTo>
                    <a:pt x="2089404" y="899147"/>
                  </a:lnTo>
                  <a:lnTo>
                    <a:pt x="2100072" y="862571"/>
                  </a:lnTo>
                  <a:lnTo>
                    <a:pt x="2104644" y="824471"/>
                  </a:lnTo>
                  <a:lnTo>
                    <a:pt x="2103120" y="804659"/>
                  </a:lnTo>
                  <a:lnTo>
                    <a:pt x="2100072" y="784847"/>
                  </a:lnTo>
                  <a:lnTo>
                    <a:pt x="2095500" y="766559"/>
                  </a:lnTo>
                  <a:lnTo>
                    <a:pt x="2089404" y="749795"/>
                  </a:lnTo>
                  <a:lnTo>
                    <a:pt x="2078723" y="730224"/>
                  </a:lnTo>
                  <a:lnTo>
                    <a:pt x="2078723" y="825995"/>
                  </a:lnTo>
                  <a:lnTo>
                    <a:pt x="2075688" y="859523"/>
                  </a:lnTo>
                  <a:lnTo>
                    <a:pt x="2058924" y="905243"/>
                  </a:lnTo>
                  <a:lnTo>
                    <a:pt x="2029955" y="943343"/>
                  </a:lnTo>
                  <a:lnTo>
                    <a:pt x="1990344" y="972299"/>
                  </a:lnTo>
                  <a:lnTo>
                    <a:pt x="1959864" y="984491"/>
                  </a:lnTo>
                  <a:lnTo>
                    <a:pt x="1944624" y="989063"/>
                  </a:lnTo>
                  <a:lnTo>
                    <a:pt x="1911096" y="992111"/>
                  </a:lnTo>
                  <a:lnTo>
                    <a:pt x="1877555" y="989063"/>
                  </a:lnTo>
                  <a:lnTo>
                    <a:pt x="1860804" y="984491"/>
                  </a:lnTo>
                  <a:lnTo>
                    <a:pt x="1816608" y="963155"/>
                  </a:lnTo>
                  <a:lnTo>
                    <a:pt x="1781556" y="931151"/>
                  </a:lnTo>
                  <a:lnTo>
                    <a:pt x="1757172" y="890003"/>
                  </a:lnTo>
                  <a:lnTo>
                    <a:pt x="1744980" y="841235"/>
                  </a:lnTo>
                  <a:lnTo>
                    <a:pt x="1743456" y="824471"/>
                  </a:lnTo>
                  <a:lnTo>
                    <a:pt x="1744980" y="807707"/>
                  </a:lnTo>
                  <a:lnTo>
                    <a:pt x="1757172" y="758939"/>
                  </a:lnTo>
                  <a:lnTo>
                    <a:pt x="1783080" y="717791"/>
                  </a:lnTo>
                  <a:lnTo>
                    <a:pt x="1818132" y="685787"/>
                  </a:lnTo>
                  <a:lnTo>
                    <a:pt x="1862328" y="664451"/>
                  </a:lnTo>
                  <a:lnTo>
                    <a:pt x="1879079" y="661403"/>
                  </a:lnTo>
                  <a:lnTo>
                    <a:pt x="1894332" y="658355"/>
                  </a:lnTo>
                  <a:lnTo>
                    <a:pt x="1912620" y="656831"/>
                  </a:lnTo>
                  <a:lnTo>
                    <a:pt x="1929384" y="658355"/>
                  </a:lnTo>
                  <a:lnTo>
                    <a:pt x="1946148" y="661403"/>
                  </a:lnTo>
                  <a:lnTo>
                    <a:pt x="1991855" y="678167"/>
                  </a:lnTo>
                  <a:lnTo>
                    <a:pt x="2029955" y="707123"/>
                  </a:lnTo>
                  <a:lnTo>
                    <a:pt x="2058924" y="745223"/>
                  </a:lnTo>
                  <a:lnTo>
                    <a:pt x="2075688" y="792467"/>
                  </a:lnTo>
                  <a:lnTo>
                    <a:pt x="2078723" y="825995"/>
                  </a:lnTo>
                  <a:lnTo>
                    <a:pt x="2078723" y="730224"/>
                  </a:lnTo>
                  <a:lnTo>
                    <a:pt x="2071116" y="716267"/>
                  </a:lnTo>
                  <a:lnTo>
                    <a:pt x="2062645" y="705396"/>
                  </a:lnTo>
                  <a:lnTo>
                    <a:pt x="3543300" y="212852"/>
                  </a:lnTo>
                  <a:lnTo>
                    <a:pt x="3543300" y="213360"/>
                  </a:lnTo>
                  <a:lnTo>
                    <a:pt x="3546348" y="233172"/>
                  </a:lnTo>
                  <a:lnTo>
                    <a:pt x="3558540" y="269748"/>
                  </a:lnTo>
                  <a:lnTo>
                    <a:pt x="3587496" y="316992"/>
                  </a:lnTo>
                  <a:lnTo>
                    <a:pt x="3628644" y="353568"/>
                  </a:lnTo>
                  <a:lnTo>
                    <a:pt x="3678936" y="377952"/>
                  </a:lnTo>
                  <a:lnTo>
                    <a:pt x="3715512" y="385572"/>
                  </a:lnTo>
                  <a:lnTo>
                    <a:pt x="3755136" y="385572"/>
                  </a:lnTo>
                  <a:lnTo>
                    <a:pt x="3793236" y="377952"/>
                  </a:lnTo>
                  <a:lnTo>
                    <a:pt x="3828288" y="362712"/>
                  </a:lnTo>
                  <a:lnTo>
                    <a:pt x="3830828" y="361188"/>
                  </a:lnTo>
                  <a:lnTo>
                    <a:pt x="3843528" y="353568"/>
                  </a:lnTo>
                  <a:lnTo>
                    <a:pt x="3847020" y="350774"/>
                  </a:lnTo>
                  <a:lnTo>
                    <a:pt x="3847020" y="317373"/>
                  </a:lnTo>
                  <a:lnTo>
                    <a:pt x="3840480" y="323088"/>
                  </a:lnTo>
                  <a:lnTo>
                    <a:pt x="3828288" y="332232"/>
                  </a:lnTo>
                  <a:lnTo>
                    <a:pt x="3814572" y="341376"/>
                  </a:lnTo>
                  <a:lnTo>
                    <a:pt x="3784092" y="353568"/>
                  </a:lnTo>
                  <a:lnTo>
                    <a:pt x="3768852" y="358140"/>
                  </a:lnTo>
                  <a:lnTo>
                    <a:pt x="3735324" y="361188"/>
                  </a:lnTo>
                  <a:lnTo>
                    <a:pt x="3717036" y="359664"/>
                  </a:lnTo>
                  <a:lnTo>
                    <a:pt x="3669792" y="347472"/>
                  </a:lnTo>
                  <a:lnTo>
                    <a:pt x="3616452" y="310896"/>
                  </a:lnTo>
                  <a:lnTo>
                    <a:pt x="3587496" y="272796"/>
                  </a:lnTo>
                  <a:lnTo>
                    <a:pt x="3570732" y="227076"/>
                  </a:lnTo>
                  <a:lnTo>
                    <a:pt x="3567684" y="192024"/>
                  </a:lnTo>
                  <a:lnTo>
                    <a:pt x="3570732" y="158496"/>
                  </a:lnTo>
                  <a:lnTo>
                    <a:pt x="3589020" y="112776"/>
                  </a:lnTo>
                  <a:lnTo>
                    <a:pt x="3617976" y="74676"/>
                  </a:lnTo>
                  <a:lnTo>
                    <a:pt x="3656076" y="45720"/>
                  </a:lnTo>
                  <a:lnTo>
                    <a:pt x="3701796" y="28956"/>
                  </a:lnTo>
                  <a:lnTo>
                    <a:pt x="3735324" y="25908"/>
                  </a:lnTo>
                  <a:lnTo>
                    <a:pt x="3770376" y="28956"/>
                  </a:lnTo>
                  <a:lnTo>
                    <a:pt x="3816096" y="47244"/>
                  </a:lnTo>
                  <a:lnTo>
                    <a:pt x="3864864" y="86868"/>
                  </a:lnTo>
                  <a:lnTo>
                    <a:pt x="3895344" y="144780"/>
                  </a:lnTo>
                  <a:lnTo>
                    <a:pt x="3902964" y="193548"/>
                  </a:lnTo>
                  <a:lnTo>
                    <a:pt x="3902964" y="98044"/>
                  </a:lnTo>
                  <a:lnTo>
                    <a:pt x="3870960" y="56388"/>
                  </a:lnTo>
                  <a:lnTo>
                    <a:pt x="3829304" y="25908"/>
                  </a:lnTo>
                  <a:lnTo>
                    <a:pt x="3826764" y="24384"/>
                  </a:lnTo>
                  <a:lnTo>
                    <a:pt x="3791712" y="9144"/>
                  </a:lnTo>
                  <a:lnTo>
                    <a:pt x="3753612" y="1524"/>
                  </a:lnTo>
                  <a:lnTo>
                    <a:pt x="3735324" y="0"/>
                  </a:lnTo>
                  <a:lnTo>
                    <a:pt x="3715512" y="1524"/>
                  </a:lnTo>
                  <a:lnTo>
                    <a:pt x="3677412" y="9144"/>
                  </a:lnTo>
                  <a:lnTo>
                    <a:pt x="3642360" y="24384"/>
                  </a:lnTo>
                  <a:lnTo>
                    <a:pt x="3598164" y="57912"/>
                  </a:lnTo>
                  <a:lnTo>
                    <a:pt x="3566160" y="102108"/>
                  </a:lnTo>
                  <a:lnTo>
                    <a:pt x="3550920" y="137160"/>
                  </a:lnTo>
                  <a:lnTo>
                    <a:pt x="3543300" y="173736"/>
                  </a:lnTo>
                  <a:lnTo>
                    <a:pt x="3543300" y="182372"/>
                  </a:lnTo>
                  <a:lnTo>
                    <a:pt x="2040242" y="682371"/>
                  </a:lnTo>
                  <a:lnTo>
                    <a:pt x="2033003" y="675119"/>
                  </a:lnTo>
                  <a:lnTo>
                    <a:pt x="2019300" y="664451"/>
                  </a:lnTo>
                  <a:lnTo>
                    <a:pt x="2005330" y="656831"/>
                  </a:lnTo>
                  <a:lnTo>
                    <a:pt x="2002536" y="655307"/>
                  </a:lnTo>
                  <a:lnTo>
                    <a:pt x="1985772" y="647687"/>
                  </a:lnTo>
                  <a:lnTo>
                    <a:pt x="1967484" y="640067"/>
                  </a:lnTo>
                  <a:lnTo>
                    <a:pt x="1949196" y="635495"/>
                  </a:lnTo>
                  <a:lnTo>
                    <a:pt x="1930908" y="632447"/>
                  </a:lnTo>
                  <a:lnTo>
                    <a:pt x="1911096" y="632447"/>
                  </a:lnTo>
                  <a:lnTo>
                    <a:pt x="1871472" y="635495"/>
                  </a:lnTo>
                  <a:lnTo>
                    <a:pt x="1819656" y="655307"/>
                  </a:lnTo>
                  <a:lnTo>
                    <a:pt x="1787652" y="676643"/>
                  </a:lnTo>
                  <a:lnTo>
                    <a:pt x="1751076" y="717791"/>
                  </a:lnTo>
                  <a:lnTo>
                    <a:pt x="1726692" y="768083"/>
                  </a:lnTo>
                  <a:lnTo>
                    <a:pt x="1719072" y="806183"/>
                  </a:lnTo>
                  <a:lnTo>
                    <a:pt x="1719072" y="845807"/>
                  </a:lnTo>
                  <a:lnTo>
                    <a:pt x="1734312" y="900671"/>
                  </a:lnTo>
                  <a:lnTo>
                    <a:pt x="1763268" y="947915"/>
                  </a:lnTo>
                  <a:lnTo>
                    <a:pt x="1819656" y="995159"/>
                  </a:lnTo>
                  <a:lnTo>
                    <a:pt x="1872996" y="1013447"/>
                  </a:lnTo>
                  <a:lnTo>
                    <a:pt x="1912620" y="1018019"/>
                  </a:lnTo>
                  <a:lnTo>
                    <a:pt x="1932432" y="1016495"/>
                  </a:lnTo>
                  <a:lnTo>
                    <a:pt x="1987296" y="1002779"/>
                  </a:lnTo>
                  <a:lnTo>
                    <a:pt x="2006587" y="992111"/>
                  </a:lnTo>
                  <a:lnTo>
                    <a:pt x="2019300" y="984491"/>
                  </a:lnTo>
                  <a:lnTo>
                    <a:pt x="2034527" y="973823"/>
                  </a:lnTo>
                  <a:lnTo>
                    <a:pt x="2040572" y="967790"/>
                  </a:lnTo>
                  <a:lnTo>
                    <a:pt x="3558844" y="1360614"/>
                  </a:lnTo>
                  <a:lnTo>
                    <a:pt x="536448" y="1549146"/>
                  </a:lnTo>
                  <a:lnTo>
                    <a:pt x="536448" y="1543812"/>
                  </a:lnTo>
                  <a:lnTo>
                    <a:pt x="533400" y="1525524"/>
                  </a:lnTo>
                  <a:lnTo>
                    <a:pt x="528828" y="1507236"/>
                  </a:lnTo>
                  <a:lnTo>
                    <a:pt x="521208" y="1488948"/>
                  </a:lnTo>
                  <a:lnTo>
                    <a:pt x="513588" y="1472184"/>
                  </a:lnTo>
                  <a:lnTo>
                    <a:pt x="512064" y="1469644"/>
                  </a:lnTo>
                  <a:lnTo>
                    <a:pt x="512064" y="1565148"/>
                  </a:lnTo>
                  <a:lnTo>
                    <a:pt x="509016" y="1598676"/>
                  </a:lnTo>
                  <a:lnTo>
                    <a:pt x="504444" y="1615440"/>
                  </a:lnTo>
                  <a:lnTo>
                    <a:pt x="498348" y="1630680"/>
                  </a:lnTo>
                  <a:lnTo>
                    <a:pt x="490728" y="1644396"/>
                  </a:lnTo>
                  <a:lnTo>
                    <a:pt x="483108" y="1659636"/>
                  </a:lnTo>
                  <a:lnTo>
                    <a:pt x="451104" y="1694688"/>
                  </a:lnTo>
                  <a:lnTo>
                    <a:pt x="393192" y="1725168"/>
                  </a:lnTo>
                  <a:lnTo>
                    <a:pt x="344424" y="1732788"/>
                  </a:lnTo>
                  <a:lnTo>
                    <a:pt x="326136" y="1731264"/>
                  </a:lnTo>
                  <a:lnTo>
                    <a:pt x="310896" y="1728216"/>
                  </a:lnTo>
                  <a:lnTo>
                    <a:pt x="294132" y="1725168"/>
                  </a:lnTo>
                  <a:lnTo>
                    <a:pt x="249936" y="1703832"/>
                  </a:lnTo>
                  <a:lnTo>
                    <a:pt x="214884" y="1670304"/>
                  </a:lnTo>
                  <a:lnTo>
                    <a:pt x="184404" y="1613916"/>
                  </a:lnTo>
                  <a:lnTo>
                    <a:pt x="176784" y="1563624"/>
                  </a:lnTo>
                  <a:lnTo>
                    <a:pt x="178308" y="1546860"/>
                  </a:lnTo>
                  <a:lnTo>
                    <a:pt x="190500" y="1499616"/>
                  </a:lnTo>
                  <a:lnTo>
                    <a:pt x="227076" y="1446276"/>
                  </a:lnTo>
                  <a:lnTo>
                    <a:pt x="265176" y="1417320"/>
                  </a:lnTo>
                  <a:lnTo>
                    <a:pt x="310896" y="1400556"/>
                  </a:lnTo>
                  <a:lnTo>
                    <a:pt x="345948" y="1397508"/>
                  </a:lnTo>
                  <a:lnTo>
                    <a:pt x="379476" y="1400556"/>
                  </a:lnTo>
                  <a:lnTo>
                    <a:pt x="425196" y="1417320"/>
                  </a:lnTo>
                  <a:lnTo>
                    <a:pt x="463296" y="1446276"/>
                  </a:lnTo>
                  <a:lnTo>
                    <a:pt x="492252" y="1485900"/>
                  </a:lnTo>
                  <a:lnTo>
                    <a:pt x="509016" y="1531620"/>
                  </a:lnTo>
                  <a:lnTo>
                    <a:pt x="512064" y="1565148"/>
                  </a:lnTo>
                  <a:lnTo>
                    <a:pt x="512064" y="1469644"/>
                  </a:lnTo>
                  <a:lnTo>
                    <a:pt x="480060" y="1427988"/>
                  </a:lnTo>
                  <a:lnTo>
                    <a:pt x="440207" y="1397508"/>
                  </a:lnTo>
                  <a:lnTo>
                    <a:pt x="435864" y="1394460"/>
                  </a:lnTo>
                  <a:lnTo>
                    <a:pt x="382524" y="1376172"/>
                  </a:lnTo>
                  <a:lnTo>
                    <a:pt x="344424" y="1371600"/>
                  </a:lnTo>
                  <a:lnTo>
                    <a:pt x="324612" y="1373124"/>
                  </a:lnTo>
                  <a:lnTo>
                    <a:pt x="286512" y="1380744"/>
                  </a:lnTo>
                  <a:lnTo>
                    <a:pt x="251460" y="1395984"/>
                  </a:lnTo>
                  <a:lnTo>
                    <a:pt x="207264" y="1429512"/>
                  </a:lnTo>
                  <a:lnTo>
                    <a:pt x="166116" y="1490472"/>
                  </a:lnTo>
                  <a:lnTo>
                    <a:pt x="155448" y="1527048"/>
                  </a:lnTo>
                  <a:lnTo>
                    <a:pt x="152400" y="1545336"/>
                  </a:lnTo>
                  <a:lnTo>
                    <a:pt x="152400" y="1584960"/>
                  </a:lnTo>
                  <a:lnTo>
                    <a:pt x="160020" y="1623060"/>
                  </a:lnTo>
                  <a:lnTo>
                    <a:pt x="184404" y="1673352"/>
                  </a:lnTo>
                  <a:lnTo>
                    <a:pt x="196596" y="1687068"/>
                  </a:lnTo>
                  <a:lnTo>
                    <a:pt x="208788" y="1702308"/>
                  </a:lnTo>
                  <a:lnTo>
                    <a:pt x="252984" y="1734312"/>
                  </a:lnTo>
                  <a:lnTo>
                    <a:pt x="288036" y="1749552"/>
                  </a:lnTo>
                  <a:lnTo>
                    <a:pt x="326136" y="1757172"/>
                  </a:lnTo>
                  <a:lnTo>
                    <a:pt x="364236" y="1757172"/>
                  </a:lnTo>
                  <a:lnTo>
                    <a:pt x="384048" y="1754124"/>
                  </a:lnTo>
                  <a:lnTo>
                    <a:pt x="420624" y="1741932"/>
                  </a:lnTo>
                  <a:lnTo>
                    <a:pt x="437388" y="1734312"/>
                  </a:lnTo>
                  <a:lnTo>
                    <a:pt x="439559" y="1732788"/>
                  </a:lnTo>
                  <a:lnTo>
                    <a:pt x="467868" y="1712976"/>
                  </a:lnTo>
                  <a:lnTo>
                    <a:pt x="504444" y="1671828"/>
                  </a:lnTo>
                  <a:lnTo>
                    <a:pt x="528828" y="1621536"/>
                  </a:lnTo>
                  <a:lnTo>
                    <a:pt x="536448" y="1583436"/>
                  </a:lnTo>
                  <a:lnTo>
                    <a:pt x="536448" y="1578203"/>
                  </a:lnTo>
                  <a:lnTo>
                    <a:pt x="3640404" y="1384566"/>
                  </a:lnTo>
                  <a:lnTo>
                    <a:pt x="3648443" y="1427975"/>
                  </a:lnTo>
                  <a:lnTo>
                    <a:pt x="3672827" y="1478267"/>
                  </a:lnTo>
                  <a:lnTo>
                    <a:pt x="3709403" y="1519415"/>
                  </a:lnTo>
                  <a:lnTo>
                    <a:pt x="3756647" y="1546847"/>
                  </a:lnTo>
                  <a:lnTo>
                    <a:pt x="3793223" y="1559039"/>
                  </a:lnTo>
                  <a:lnTo>
                    <a:pt x="3813035" y="1562087"/>
                  </a:lnTo>
                  <a:lnTo>
                    <a:pt x="3852659" y="1562087"/>
                  </a:lnTo>
                  <a:lnTo>
                    <a:pt x="3907523" y="1546847"/>
                  </a:lnTo>
                  <a:lnTo>
                    <a:pt x="3954767" y="1517891"/>
                  </a:lnTo>
                  <a:lnTo>
                    <a:pt x="4002011" y="1461503"/>
                  </a:lnTo>
                  <a:lnTo>
                    <a:pt x="4020299" y="1408163"/>
                  </a:lnTo>
                  <a:lnTo>
                    <a:pt x="4023347" y="1388351"/>
                  </a:lnTo>
                  <a:lnTo>
                    <a:pt x="4024871" y="136853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057132" y="6211823"/>
              <a:ext cx="360045" cy="360045"/>
            </a:xfrm>
            <a:custGeom>
              <a:avLst/>
              <a:gdLst/>
              <a:ahLst/>
              <a:cxnLst/>
              <a:rect l="l" t="t" r="r" b="b"/>
              <a:pathLst>
                <a:path w="360045" h="360045">
                  <a:moveTo>
                    <a:pt x="179831" y="359663"/>
                  </a:moveTo>
                  <a:lnTo>
                    <a:pt x="132115" y="353222"/>
                  </a:lnTo>
                  <a:lnTo>
                    <a:pt x="89182" y="335054"/>
                  </a:lnTo>
                  <a:lnTo>
                    <a:pt x="52768" y="306895"/>
                  </a:lnTo>
                  <a:lnTo>
                    <a:pt x="24609" y="270481"/>
                  </a:lnTo>
                  <a:lnTo>
                    <a:pt x="6441" y="227548"/>
                  </a:lnTo>
                  <a:lnTo>
                    <a:pt x="0" y="179831"/>
                  </a:lnTo>
                  <a:lnTo>
                    <a:pt x="6441" y="132115"/>
                  </a:lnTo>
                  <a:lnTo>
                    <a:pt x="24609" y="89182"/>
                  </a:lnTo>
                  <a:lnTo>
                    <a:pt x="52768" y="52768"/>
                  </a:lnTo>
                  <a:lnTo>
                    <a:pt x="89182" y="24609"/>
                  </a:lnTo>
                  <a:lnTo>
                    <a:pt x="132115" y="6441"/>
                  </a:lnTo>
                  <a:lnTo>
                    <a:pt x="179831" y="0"/>
                  </a:lnTo>
                  <a:lnTo>
                    <a:pt x="227548" y="6441"/>
                  </a:lnTo>
                  <a:lnTo>
                    <a:pt x="270481" y="24609"/>
                  </a:lnTo>
                  <a:lnTo>
                    <a:pt x="306895" y="52768"/>
                  </a:lnTo>
                  <a:lnTo>
                    <a:pt x="335054" y="89182"/>
                  </a:lnTo>
                  <a:lnTo>
                    <a:pt x="353222" y="132115"/>
                  </a:lnTo>
                  <a:lnTo>
                    <a:pt x="359663" y="179831"/>
                  </a:lnTo>
                  <a:lnTo>
                    <a:pt x="353222" y="227548"/>
                  </a:lnTo>
                  <a:lnTo>
                    <a:pt x="335054" y="270481"/>
                  </a:lnTo>
                  <a:lnTo>
                    <a:pt x="306895" y="306895"/>
                  </a:lnTo>
                  <a:lnTo>
                    <a:pt x="270481" y="335054"/>
                  </a:lnTo>
                  <a:lnTo>
                    <a:pt x="227548" y="353222"/>
                  </a:lnTo>
                  <a:lnTo>
                    <a:pt x="179831" y="359663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9044939" y="6198107"/>
              <a:ext cx="386080" cy="386080"/>
            </a:xfrm>
            <a:custGeom>
              <a:avLst/>
              <a:gdLst/>
              <a:ahLst/>
              <a:cxnLst/>
              <a:rect l="l" t="t" r="r" b="b"/>
              <a:pathLst>
                <a:path w="386079" h="386079">
                  <a:moveTo>
                    <a:pt x="213360" y="385572"/>
                  </a:moveTo>
                  <a:lnTo>
                    <a:pt x="173736" y="385572"/>
                  </a:lnTo>
                  <a:lnTo>
                    <a:pt x="153924" y="382524"/>
                  </a:lnTo>
                  <a:lnTo>
                    <a:pt x="117348" y="370332"/>
                  </a:lnTo>
                  <a:lnTo>
                    <a:pt x="70104" y="342900"/>
                  </a:lnTo>
                  <a:lnTo>
                    <a:pt x="33528" y="301752"/>
                  </a:lnTo>
                  <a:lnTo>
                    <a:pt x="15240" y="268224"/>
                  </a:lnTo>
                  <a:lnTo>
                    <a:pt x="0" y="193548"/>
                  </a:lnTo>
                  <a:lnTo>
                    <a:pt x="0" y="173736"/>
                  </a:lnTo>
                  <a:lnTo>
                    <a:pt x="15240" y="118872"/>
                  </a:lnTo>
                  <a:lnTo>
                    <a:pt x="42672" y="71628"/>
                  </a:lnTo>
                  <a:lnTo>
                    <a:pt x="70104" y="44196"/>
                  </a:lnTo>
                  <a:lnTo>
                    <a:pt x="117348" y="15240"/>
                  </a:lnTo>
                  <a:lnTo>
                    <a:pt x="172212" y="1524"/>
                  </a:lnTo>
                  <a:lnTo>
                    <a:pt x="192024" y="0"/>
                  </a:lnTo>
                  <a:lnTo>
                    <a:pt x="211836" y="1524"/>
                  </a:lnTo>
                  <a:lnTo>
                    <a:pt x="266700" y="15240"/>
                  </a:lnTo>
                  <a:lnTo>
                    <a:pt x="288253" y="25908"/>
                  </a:lnTo>
                  <a:lnTo>
                    <a:pt x="193548" y="25908"/>
                  </a:lnTo>
                  <a:lnTo>
                    <a:pt x="175260" y="27431"/>
                  </a:lnTo>
                  <a:lnTo>
                    <a:pt x="128016" y="38100"/>
                  </a:lnTo>
                  <a:lnTo>
                    <a:pt x="86868" y="64008"/>
                  </a:lnTo>
                  <a:lnTo>
                    <a:pt x="53340" y="99060"/>
                  </a:lnTo>
                  <a:lnTo>
                    <a:pt x="28956" y="158496"/>
                  </a:lnTo>
                  <a:lnTo>
                    <a:pt x="24384" y="192024"/>
                  </a:lnTo>
                  <a:lnTo>
                    <a:pt x="25908" y="210312"/>
                  </a:lnTo>
                  <a:lnTo>
                    <a:pt x="28956" y="225552"/>
                  </a:lnTo>
                  <a:lnTo>
                    <a:pt x="32004" y="242316"/>
                  </a:lnTo>
                  <a:lnTo>
                    <a:pt x="53340" y="286512"/>
                  </a:lnTo>
                  <a:lnTo>
                    <a:pt x="85344" y="321564"/>
                  </a:lnTo>
                  <a:lnTo>
                    <a:pt x="126492" y="347472"/>
                  </a:lnTo>
                  <a:lnTo>
                    <a:pt x="175260" y="359664"/>
                  </a:lnTo>
                  <a:lnTo>
                    <a:pt x="192024" y="361188"/>
                  </a:lnTo>
                  <a:lnTo>
                    <a:pt x="287165" y="361188"/>
                  </a:lnTo>
                  <a:lnTo>
                    <a:pt x="284988" y="362712"/>
                  </a:lnTo>
                  <a:lnTo>
                    <a:pt x="268224" y="370332"/>
                  </a:lnTo>
                  <a:lnTo>
                    <a:pt x="231648" y="382524"/>
                  </a:lnTo>
                  <a:lnTo>
                    <a:pt x="213360" y="385572"/>
                  </a:lnTo>
                  <a:close/>
                </a:path>
                <a:path w="386079" h="386079">
                  <a:moveTo>
                    <a:pt x="287165" y="361188"/>
                  </a:moveTo>
                  <a:lnTo>
                    <a:pt x="192024" y="361188"/>
                  </a:lnTo>
                  <a:lnTo>
                    <a:pt x="208788" y="359664"/>
                  </a:lnTo>
                  <a:lnTo>
                    <a:pt x="242316" y="353568"/>
                  </a:lnTo>
                  <a:lnTo>
                    <a:pt x="298704" y="323088"/>
                  </a:lnTo>
                  <a:lnTo>
                    <a:pt x="330708" y="288036"/>
                  </a:lnTo>
                  <a:lnTo>
                    <a:pt x="352044" y="243840"/>
                  </a:lnTo>
                  <a:lnTo>
                    <a:pt x="359663" y="193548"/>
                  </a:lnTo>
                  <a:lnTo>
                    <a:pt x="359663" y="176784"/>
                  </a:lnTo>
                  <a:lnTo>
                    <a:pt x="347472" y="128016"/>
                  </a:lnTo>
                  <a:lnTo>
                    <a:pt x="321563" y="86868"/>
                  </a:lnTo>
                  <a:lnTo>
                    <a:pt x="286512" y="54864"/>
                  </a:lnTo>
                  <a:lnTo>
                    <a:pt x="242316" y="33528"/>
                  </a:lnTo>
                  <a:lnTo>
                    <a:pt x="193548" y="25908"/>
                  </a:lnTo>
                  <a:lnTo>
                    <a:pt x="288253" y="25908"/>
                  </a:lnTo>
                  <a:lnTo>
                    <a:pt x="327660" y="56388"/>
                  </a:lnTo>
                  <a:lnTo>
                    <a:pt x="361187" y="100584"/>
                  </a:lnTo>
                  <a:lnTo>
                    <a:pt x="376428" y="135636"/>
                  </a:lnTo>
                  <a:lnTo>
                    <a:pt x="385572" y="192024"/>
                  </a:lnTo>
                  <a:lnTo>
                    <a:pt x="384048" y="211836"/>
                  </a:lnTo>
                  <a:lnTo>
                    <a:pt x="376428" y="249936"/>
                  </a:lnTo>
                  <a:lnTo>
                    <a:pt x="341376" y="315468"/>
                  </a:lnTo>
                  <a:lnTo>
                    <a:pt x="315467" y="341376"/>
                  </a:lnTo>
                  <a:lnTo>
                    <a:pt x="287165" y="361188"/>
                  </a:lnTo>
                  <a:close/>
                </a:path>
              </a:pathLst>
            </a:custGeom>
            <a:solidFill>
              <a:srgbClr val="BC26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171485" y="2450101"/>
            <a:ext cx="8478520" cy="3189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60" dirty="0">
                <a:solidFill>
                  <a:srgbClr val="FFFFFF"/>
                </a:solidFill>
                <a:latin typeface="Verdana"/>
                <a:cs typeface="Verdana"/>
              </a:rPr>
              <a:t>Classer</a:t>
            </a:r>
            <a:r>
              <a:rPr sz="18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90" dirty="0">
                <a:solidFill>
                  <a:srgbClr val="FFFFFF"/>
                </a:solidFill>
                <a:latin typeface="Verdana"/>
                <a:cs typeface="Verdana"/>
              </a:rPr>
              <a:t>les</a:t>
            </a:r>
            <a:r>
              <a:rPr sz="18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sommets</a:t>
            </a:r>
            <a:r>
              <a:rPr sz="18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35" dirty="0">
                <a:solidFill>
                  <a:srgbClr val="FFFFFF"/>
                </a:solidFill>
                <a:latin typeface="Verdana"/>
                <a:cs typeface="Verdana"/>
              </a:rPr>
              <a:t>du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85" dirty="0">
                <a:solidFill>
                  <a:srgbClr val="FFFFFF"/>
                </a:solidFill>
                <a:latin typeface="Verdana"/>
                <a:cs typeface="Verdana"/>
              </a:rPr>
              <a:t>plus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Verdana"/>
                <a:cs typeface="Verdana"/>
              </a:rPr>
              <a:t>haut</a:t>
            </a:r>
            <a:r>
              <a:rPr sz="18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25" dirty="0">
                <a:solidFill>
                  <a:srgbClr val="FFFFFF"/>
                </a:solidFill>
                <a:latin typeface="Verdana"/>
                <a:cs typeface="Verdana"/>
              </a:rPr>
              <a:t>degré</a:t>
            </a:r>
            <a:r>
              <a:rPr sz="18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45" dirty="0">
                <a:solidFill>
                  <a:srgbClr val="FFFFFF"/>
                </a:solidFill>
                <a:latin typeface="Verdana"/>
                <a:cs typeface="Verdana"/>
              </a:rPr>
              <a:t>au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plus</a:t>
            </a:r>
            <a:r>
              <a:rPr sz="18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30" dirty="0">
                <a:solidFill>
                  <a:srgbClr val="FFFFFF"/>
                </a:solidFill>
                <a:latin typeface="Verdana"/>
                <a:cs typeface="Verdana"/>
              </a:rPr>
              <a:t>petit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320" dirty="0">
                <a:solidFill>
                  <a:srgbClr val="FFFFFF"/>
                </a:solidFill>
                <a:latin typeface="Verdana"/>
                <a:cs typeface="Verdana"/>
              </a:rPr>
              <a:t>: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b="1" spc="70" dirty="0">
                <a:solidFill>
                  <a:srgbClr val="CCFF33"/>
                </a:solidFill>
                <a:latin typeface="Tahoma"/>
                <a:cs typeface="Tahoma"/>
              </a:rPr>
              <a:t>C,</a:t>
            </a:r>
            <a:r>
              <a:rPr sz="1800" b="1" spc="-40" dirty="0">
                <a:solidFill>
                  <a:srgbClr val="CCFF33"/>
                </a:solidFill>
                <a:latin typeface="Tahoma"/>
                <a:cs typeface="Tahoma"/>
              </a:rPr>
              <a:t> </a:t>
            </a:r>
            <a:r>
              <a:rPr sz="1800" b="1" spc="-185" dirty="0">
                <a:solidFill>
                  <a:srgbClr val="CCFF33"/>
                </a:solidFill>
                <a:latin typeface="Tahoma"/>
                <a:cs typeface="Tahoma"/>
              </a:rPr>
              <a:t>D=E,</a:t>
            </a:r>
            <a:r>
              <a:rPr sz="1800" b="1" spc="-25" dirty="0">
                <a:solidFill>
                  <a:srgbClr val="CCFF33"/>
                </a:solidFill>
                <a:latin typeface="Tahoma"/>
                <a:cs typeface="Tahoma"/>
              </a:rPr>
              <a:t> </a:t>
            </a:r>
            <a:r>
              <a:rPr sz="1800" b="1" spc="-130" dirty="0">
                <a:solidFill>
                  <a:srgbClr val="CCFF33"/>
                </a:solidFill>
                <a:latin typeface="Tahoma"/>
                <a:cs typeface="Tahoma"/>
              </a:rPr>
              <a:t>B,</a:t>
            </a:r>
            <a:r>
              <a:rPr sz="1800" b="1" spc="-25" dirty="0">
                <a:solidFill>
                  <a:srgbClr val="CCFF33"/>
                </a:solidFill>
                <a:latin typeface="Tahoma"/>
                <a:cs typeface="Tahoma"/>
              </a:rPr>
              <a:t> </a:t>
            </a:r>
            <a:r>
              <a:rPr sz="1800" b="1" spc="95" dirty="0">
                <a:solidFill>
                  <a:srgbClr val="CCFF33"/>
                </a:solidFill>
                <a:latin typeface="Tahoma"/>
                <a:cs typeface="Tahoma"/>
              </a:rPr>
              <a:t>A</a:t>
            </a:r>
            <a:endParaRPr sz="1800">
              <a:latin typeface="Tahoma"/>
              <a:cs typeface="Tahoma"/>
            </a:endParaRPr>
          </a:p>
          <a:p>
            <a:pPr marL="193675" marR="5080" indent="-90170">
              <a:lnSpc>
                <a:spcPct val="165000"/>
              </a:lnSpc>
            </a:pPr>
            <a:r>
              <a:rPr sz="1800" spc="50" dirty="0">
                <a:solidFill>
                  <a:srgbClr val="FFFFFF"/>
                </a:solidFill>
                <a:latin typeface="Verdana"/>
                <a:cs typeface="Verdana"/>
              </a:rPr>
              <a:t>On 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choisit </a:t>
            </a:r>
            <a:r>
              <a:rPr sz="1800" spc="-5" dirty="0">
                <a:solidFill>
                  <a:srgbClr val="FFFFFF"/>
                </a:solidFill>
                <a:latin typeface="Verdana"/>
                <a:cs typeface="Verdana"/>
              </a:rPr>
              <a:t>une </a:t>
            </a: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couleur </a:t>
            </a:r>
            <a:r>
              <a:rPr sz="1800" spc="-25" dirty="0">
                <a:solidFill>
                  <a:srgbClr val="FFFFFF"/>
                </a:solidFill>
                <a:latin typeface="Verdana"/>
                <a:cs typeface="Verdana"/>
              </a:rPr>
              <a:t>pour </a:t>
            </a: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le </a:t>
            </a:r>
            <a:r>
              <a:rPr sz="1800" spc="-55" dirty="0">
                <a:solidFill>
                  <a:srgbClr val="FFFFFF"/>
                </a:solidFill>
                <a:latin typeface="Verdana"/>
                <a:cs typeface="Verdana"/>
              </a:rPr>
              <a:t>premier sommet (ici </a:t>
            </a:r>
            <a:r>
              <a:rPr sz="1800" spc="204" dirty="0">
                <a:solidFill>
                  <a:srgbClr val="FFFFFF"/>
                </a:solidFill>
                <a:latin typeface="Verdana"/>
                <a:cs typeface="Verdana"/>
              </a:rPr>
              <a:t>C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par </a:t>
            </a:r>
            <a:r>
              <a:rPr sz="1800" spc="-5" dirty="0">
                <a:solidFill>
                  <a:srgbClr val="FFFFFF"/>
                </a:solidFill>
                <a:latin typeface="Verdana"/>
                <a:cs typeface="Verdana"/>
              </a:rPr>
              <a:t>exemple </a:t>
            </a:r>
            <a:r>
              <a:rPr sz="1800" spc="-30" dirty="0">
                <a:solidFill>
                  <a:srgbClr val="FFFFFF"/>
                </a:solidFill>
                <a:latin typeface="Verdana"/>
                <a:cs typeface="Verdana"/>
              </a:rPr>
              <a:t>rouge) </a:t>
            </a:r>
            <a:r>
              <a:rPr sz="1800" spc="-6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Verdana"/>
                <a:cs typeface="Verdana"/>
              </a:rPr>
              <a:t>Colorie</a:t>
            </a:r>
            <a:r>
              <a:rPr sz="18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05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18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5" dirty="0">
                <a:solidFill>
                  <a:srgbClr val="FFFFFF"/>
                </a:solidFill>
                <a:latin typeface="Verdana"/>
                <a:cs typeface="Verdana"/>
              </a:rPr>
              <a:t>la</a:t>
            </a:r>
            <a:r>
              <a:rPr sz="18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5" dirty="0">
                <a:solidFill>
                  <a:srgbClr val="FFFFFF"/>
                </a:solidFill>
                <a:latin typeface="Verdana"/>
                <a:cs typeface="Verdana"/>
              </a:rPr>
              <a:t>même</a:t>
            </a:r>
            <a:r>
              <a:rPr sz="18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couleur</a:t>
            </a:r>
            <a:r>
              <a:rPr sz="18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tous</a:t>
            </a:r>
            <a:r>
              <a:rPr sz="18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95" dirty="0">
                <a:solidFill>
                  <a:srgbClr val="FFFFFF"/>
                </a:solidFill>
                <a:latin typeface="Verdana"/>
                <a:cs typeface="Verdana"/>
              </a:rPr>
              <a:t>les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sommets</a:t>
            </a:r>
            <a:r>
              <a:rPr sz="18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Verdana"/>
                <a:cs typeface="Verdana"/>
              </a:rPr>
              <a:t>non</a:t>
            </a:r>
            <a:r>
              <a:rPr sz="18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5" dirty="0">
                <a:solidFill>
                  <a:srgbClr val="FFFFFF"/>
                </a:solidFill>
                <a:latin typeface="Verdana"/>
                <a:cs typeface="Verdana"/>
              </a:rPr>
              <a:t>adjacents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45" dirty="0">
                <a:solidFill>
                  <a:srgbClr val="FFFFFF"/>
                </a:solidFill>
                <a:latin typeface="Verdana"/>
                <a:cs typeface="Verdana"/>
              </a:rPr>
              <a:t>au</a:t>
            </a:r>
            <a:r>
              <a:rPr sz="18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5" dirty="0">
                <a:solidFill>
                  <a:srgbClr val="FFFFFF"/>
                </a:solidFill>
                <a:latin typeface="Verdana"/>
                <a:cs typeface="Verdana"/>
              </a:rPr>
              <a:t>sommet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204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900">
              <a:latin typeface="Verdana"/>
              <a:cs typeface="Verdana"/>
            </a:endParaRPr>
          </a:p>
          <a:p>
            <a:pPr marL="193675" marR="313690" algn="just">
              <a:lnSpc>
                <a:spcPct val="100000"/>
              </a:lnSpc>
              <a:tabLst>
                <a:tab pos="7856220" algn="l"/>
              </a:tabLst>
            </a:pPr>
            <a:r>
              <a:rPr sz="1800" spc="50" dirty="0">
                <a:solidFill>
                  <a:srgbClr val="FFFFFF"/>
                </a:solidFill>
                <a:latin typeface="Verdana"/>
                <a:cs typeface="Verdana"/>
              </a:rPr>
              <a:t>On 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re-itère</a:t>
            </a:r>
            <a:r>
              <a:rPr sz="1800" spc="-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60" dirty="0">
                <a:solidFill>
                  <a:srgbClr val="FFFFFF"/>
                </a:solidFill>
                <a:latin typeface="Verdana"/>
                <a:cs typeface="Verdana"/>
              </a:rPr>
              <a:t>ce </a:t>
            </a:r>
            <a:r>
              <a:rPr sz="1800" spc="65" dirty="0">
                <a:solidFill>
                  <a:srgbClr val="FFFFFF"/>
                </a:solidFill>
                <a:latin typeface="Verdana"/>
                <a:cs typeface="Verdana"/>
              </a:rPr>
              <a:t>procédé </a:t>
            </a:r>
            <a:r>
              <a:rPr sz="1800" spc="100" dirty="0">
                <a:solidFill>
                  <a:srgbClr val="FFFFFF"/>
                </a:solidFill>
                <a:latin typeface="Verdana"/>
                <a:cs typeface="Verdana"/>
              </a:rPr>
              <a:t>avec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une</a:t>
            </a:r>
            <a:r>
              <a:rPr sz="1800" spc="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30" dirty="0">
                <a:solidFill>
                  <a:srgbClr val="FFFFFF"/>
                </a:solidFill>
                <a:latin typeface="Verdana"/>
                <a:cs typeface="Verdana"/>
              </a:rPr>
              <a:t>autre</a:t>
            </a:r>
            <a:r>
              <a:rPr sz="1800" spc="-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Verdana"/>
                <a:cs typeface="Verdana"/>
              </a:rPr>
              <a:t>couleur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Verdana"/>
                <a:cs typeface="Verdana"/>
              </a:rPr>
              <a:t>pour</a:t>
            </a:r>
            <a:r>
              <a:rPr sz="1800" spc="-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le</a:t>
            </a: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Verdana"/>
                <a:cs typeface="Verdana"/>
              </a:rPr>
              <a:t>premier 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Verdana"/>
                <a:cs typeface="Verdana"/>
              </a:rPr>
              <a:t>sommet </a:t>
            </a:r>
            <a:r>
              <a:rPr sz="1800" spc="-5" dirty="0">
                <a:solidFill>
                  <a:srgbClr val="FFFFFF"/>
                </a:solidFill>
                <a:latin typeface="Verdana"/>
                <a:cs typeface="Verdana"/>
              </a:rPr>
              <a:t>non colorié </a:t>
            </a:r>
            <a:r>
              <a:rPr sz="1800" spc="105" dirty="0">
                <a:solidFill>
                  <a:srgbClr val="FFFFFF"/>
                </a:solidFill>
                <a:latin typeface="Verdana"/>
                <a:cs typeface="Verdana"/>
              </a:rPr>
              <a:t>de </a:t>
            </a:r>
            <a:r>
              <a:rPr sz="1800" spc="15" dirty="0">
                <a:solidFill>
                  <a:srgbClr val="FFFFFF"/>
                </a:solidFill>
                <a:latin typeface="Verdana"/>
                <a:cs typeface="Verdana"/>
              </a:rPr>
              <a:t>la </a:t>
            </a:r>
            <a:r>
              <a:rPr sz="1800" spc="-114" dirty="0">
                <a:solidFill>
                  <a:srgbClr val="FFFFFF"/>
                </a:solidFill>
                <a:latin typeface="Verdana"/>
                <a:cs typeface="Verdana"/>
              </a:rPr>
              <a:t>liste. </a:t>
            </a:r>
            <a:r>
              <a:rPr sz="1800" spc="-55" dirty="0">
                <a:solidFill>
                  <a:srgbClr val="FFFFFF"/>
                </a:solidFill>
                <a:latin typeface="Verdana"/>
                <a:cs typeface="Verdana"/>
              </a:rPr>
              <a:t>Nous </a:t>
            </a:r>
            <a:r>
              <a:rPr sz="1800" spc="-25" dirty="0">
                <a:solidFill>
                  <a:srgbClr val="FFFFFF"/>
                </a:solidFill>
                <a:latin typeface="Verdana"/>
                <a:cs typeface="Verdana"/>
              </a:rPr>
              <a:t>colorons </a:t>
            </a: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le </a:t>
            </a:r>
            <a:r>
              <a:rPr sz="1800" spc="-50" dirty="0">
                <a:solidFill>
                  <a:srgbClr val="FFFFFF"/>
                </a:solidFill>
                <a:latin typeface="Verdana"/>
                <a:cs typeface="Verdana"/>
              </a:rPr>
              <a:t>sommet D </a:t>
            </a:r>
            <a:r>
              <a:rPr sz="1800" spc="35" dirty="0">
                <a:solidFill>
                  <a:srgbClr val="FFFFFF"/>
                </a:solidFill>
                <a:latin typeface="Verdana"/>
                <a:cs typeface="Verdana"/>
              </a:rPr>
              <a:t>en </a:t>
            </a:r>
            <a:r>
              <a:rPr sz="1800" spc="-25" dirty="0">
                <a:solidFill>
                  <a:srgbClr val="FFFFFF"/>
                </a:solidFill>
                <a:latin typeface="Verdana"/>
                <a:cs typeface="Verdana"/>
              </a:rPr>
              <a:t>jaune </a:t>
            </a:r>
            <a:r>
              <a:rPr sz="1800" spc="-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ainsi</a:t>
            </a:r>
            <a:r>
              <a:rPr sz="18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50" dirty="0">
                <a:solidFill>
                  <a:srgbClr val="FFFFFF"/>
                </a:solidFill>
                <a:latin typeface="Verdana"/>
                <a:cs typeface="Verdana"/>
              </a:rPr>
              <a:t>que</a:t>
            </a:r>
            <a:r>
              <a:rPr sz="18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le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5" dirty="0">
                <a:solidFill>
                  <a:srgbClr val="FFFFFF"/>
                </a:solidFill>
                <a:latin typeface="Verdana"/>
                <a:cs typeface="Verdana"/>
              </a:rPr>
              <a:t>sommet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204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(ne</a:t>
            </a:r>
            <a:r>
              <a:rPr sz="1800" spc="-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sont</a:t>
            </a:r>
            <a:r>
              <a:rPr sz="18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pas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30" dirty="0">
                <a:solidFill>
                  <a:srgbClr val="FFFFFF"/>
                </a:solidFill>
                <a:latin typeface="Verdana"/>
                <a:cs typeface="Verdana"/>
              </a:rPr>
              <a:t>adjacents).	</a:t>
            </a:r>
            <a:r>
              <a:rPr sz="2700" spc="-75" baseline="1543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endParaRPr sz="2700" baseline="1543">
              <a:latin typeface="Verdana"/>
              <a:cs typeface="Verdana"/>
            </a:endParaRPr>
          </a:p>
          <a:p>
            <a:pPr marL="1308100" algn="ctr">
              <a:lnSpc>
                <a:spcPts val="2100"/>
              </a:lnSpc>
            </a:pPr>
            <a:r>
              <a:rPr sz="1800" spc="10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endParaRPr sz="1800">
              <a:latin typeface="Verdana"/>
              <a:cs typeface="Verdana"/>
            </a:endParaRPr>
          </a:p>
          <a:p>
            <a:pPr marR="2272665" algn="r">
              <a:lnSpc>
                <a:spcPct val="100000"/>
              </a:lnSpc>
              <a:spcBef>
                <a:spcPts val="1345"/>
              </a:spcBef>
            </a:pPr>
            <a:r>
              <a:rPr sz="1800" spc="-17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863038" y="6514773"/>
            <a:ext cx="211454" cy="30607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spc="204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877530" y="6694594"/>
            <a:ext cx="156845" cy="30607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spc="-204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518618" y="6888581"/>
            <a:ext cx="193675" cy="212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105" dirty="0">
                <a:solidFill>
                  <a:srgbClr val="FFFFFF"/>
                </a:solidFill>
                <a:latin typeface="Verdana"/>
                <a:cs typeface="Verdana"/>
              </a:rPr>
              <a:t>4</a:t>
            </a:r>
            <a:r>
              <a:rPr sz="1200" spc="-100" dirty="0">
                <a:solidFill>
                  <a:srgbClr val="FFFFFF"/>
                </a:solidFill>
                <a:latin typeface="Verdana"/>
                <a:cs typeface="Verdana"/>
              </a:rPr>
              <a:t>1</a:t>
            </a:r>
            <a:endParaRPr sz="1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3124" y="810768"/>
            <a:ext cx="5672328" cy="308101"/>
          </a:xfrm>
          <a:prstGeom prst="rect">
            <a:avLst/>
          </a:prstGeom>
        </p:spPr>
      </p:pic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086612" y="1330451"/>
          <a:ext cx="6097270" cy="74142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6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66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332">
                <a:tc gridSpan="6"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325"/>
                        </a:spcBef>
                        <a:tabLst>
                          <a:tab pos="1447800" algn="l"/>
                          <a:tab pos="2479675" algn="l"/>
                          <a:tab pos="3477260" algn="l"/>
                          <a:tab pos="4500880" algn="l"/>
                          <a:tab pos="5534660" algn="l"/>
                        </a:tabLst>
                      </a:pPr>
                      <a:r>
                        <a:rPr sz="1600" b="1" spc="-4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sommet	</a:t>
                      </a:r>
                      <a:r>
                        <a:rPr sz="1600" b="1" spc="8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A	</a:t>
                      </a:r>
                      <a:r>
                        <a:rPr sz="1600" b="1" spc="-17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B	</a:t>
                      </a:r>
                      <a:r>
                        <a:rPr sz="1600" b="1" spc="17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C	</a:t>
                      </a:r>
                      <a:r>
                        <a:rPr sz="1600" b="1" spc="-9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D	</a:t>
                      </a:r>
                      <a:r>
                        <a:rPr sz="1600" b="1" spc="-15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E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57E8"/>
                      </a:solidFill>
                      <a:prstDash val="solid"/>
                    </a:lnL>
                    <a:lnR w="12700">
                      <a:solidFill>
                        <a:srgbClr val="0057E8"/>
                      </a:solidFill>
                      <a:prstDash val="solid"/>
                    </a:lnR>
                    <a:lnT w="19050">
                      <a:solidFill>
                        <a:srgbClr val="0057E8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005BD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094">
                <a:tc>
                  <a:txBody>
                    <a:bodyPr/>
                    <a:lstStyle/>
                    <a:p>
                      <a:pPr marL="2038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spc="-5" dirty="0">
                          <a:latin typeface="Verdana"/>
                          <a:cs typeface="Verdana"/>
                        </a:rPr>
                        <a:t>Degré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57E8"/>
                      </a:solidFill>
                      <a:prstDash val="solid"/>
                    </a:lnL>
                    <a:lnR w="19050">
                      <a:solidFill>
                        <a:srgbClr val="0057E8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57E8"/>
                      </a:solidFill>
                      <a:prstDash val="solid"/>
                    </a:lnB>
                    <a:solidFill>
                      <a:srgbClr val="99B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0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57E8"/>
                      </a:solidFill>
                      <a:prstDash val="solid"/>
                    </a:lnL>
                    <a:lnR w="12700">
                      <a:solidFill>
                        <a:srgbClr val="0057E8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57E8"/>
                      </a:solidFill>
                      <a:prstDash val="solid"/>
                    </a:lnB>
                    <a:solidFill>
                      <a:srgbClr val="99BDED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1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57E8"/>
                      </a:solidFill>
                      <a:prstDash val="solid"/>
                    </a:lnL>
                    <a:lnR w="12700">
                      <a:solidFill>
                        <a:srgbClr val="0057E8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57E8"/>
                      </a:solidFill>
                      <a:prstDash val="solid"/>
                    </a:lnB>
                    <a:solidFill>
                      <a:srgbClr val="99B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3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57E8"/>
                      </a:solidFill>
                      <a:prstDash val="solid"/>
                    </a:lnL>
                    <a:lnR w="19050">
                      <a:solidFill>
                        <a:srgbClr val="0057E8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57E8"/>
                      </a:solidFill>
                      <a:prstDash val="solid"/>
                    </a:lnB>
                    <a:solidFill>
                      <a:srgbClr val="99B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2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57E8"/>
                      </a:solidFill>
                      <a:prstDash val="solid"/>
                    </a:lnL>
                    <a:lnR w="12700">
                      <a:solidFill>
                        <a:srgbClr val="0057E8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57E8"/>
                      </a:solidFill>
                      <a:prstDash val="solid"/>
                    </a:lnB>
                    <a:solidFill>
                      <a:srgbClr val="99BDED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2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57E8"/>
                      </a:solidFill>
                      <a:prstDash val="solid"/>
                    </a:lnL>
                    <a:lnR w="12700">
                      <a:solidFill>
                        <a:srgbClr val="0057E8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57E8"/>
                      </a:solidFill>
                      <a:prstDash val="solid"/>
                    </a:lnB>
                    <a:solidFill>
                      <a:srgbClr val="99B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4" name="object 4"/>
          <p:cNvGrpSpPr/>
          <p:nvPr/>
        </p:nvGrpSpPr>
        <p:grpSpPr>
          <a:xfrm>
            <a:off x="1086612" y="1330451"/>
            <a:ext cx="6108700" cy="754380"/>
            <a:chOff x="1086612" y="1330451"/>
            <a:chExt cx="6108700" cy="75438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92708" y="1336548"/>
              <a:ext cx="6095999" cy="74218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86612" y="1330451"/>
              <a:ext cx="6108192" cy="754380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772668" y="3779519"/>
            <a:ext cx="9144000" cy="3429000"/>
            <a:chOff x="772668" y="3779519"/>
            <a:chExt cx="9144000" cy="3429000"/>
          </a:xfrm>
        </p:grpSpPr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2668" y="3779520"/>
              <a:ext cx="9143999" cy="34290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3781044"/>
              <a:ext cx="5925311" cy="102412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405628" y="5021592"/>
              <a:ext cx="4025265" cy="1757680"/>
            </a:xfrm>
            <a:custGeom>
              <a:avLst/>
              <a:gdLst/>
              <a:ahLst/>
              <a:cxnLst/>
              <a:rect l="l" t="t" r="r" b="b"/>
              <a:pathLst>
                <a:path w="4025265" h="1757679">
                  <a:moveTo>
                    <a:pt x="384048" y="275844"/>
                  </a:moveTo>
                  <a:lnTo>
                    <a:pt x="381000" y="256032"/>
                  </a:lnTo>
                  <a:lnTo>
                    <a:pt x="376428" y="237744"/>
                  </a:lnTo>
                  <a:lnTo>
                    <a:pt x="361188" y="204216"/>
                  </a:lnTo>
                  <a:lnTo>
                    <a:pt x="359664" y="201422"/>
                  </a:lnTo>
                  <a:lnTo>
                    <a:pt x="359664" y="297180"/>
                  </a:lnTo>
                  <a:lnTo>
                    <a:pt x="356616" y="330708"/>
                  </a:lnTo>
                  <a:lnTo>
                    <a:pt x="338328" y="376428"/>
                  </a:lnTo>
                  <a:lnTo>
                    <a:pt x="298704" y="425196"/>
                  </a:lnTo>
                  <a:lnTo>
                    <a:pt x="256032" y="451104"/>
                  </a:lnTo>
                  <a:lnTo>
                    <a:pt x="192024" y="463296"/>
                  </a:lnTo>
                  <a:lnTo>
                    <a:pt x="173736" y="461772"/>
                  </a:lnTo>
                  <a:lnTo>
                    <a:pt x="111252" y="443484"/>
                  </a:lnTo>
                  <a:lnTo>
                    <a:pt x="73152" y="414528"/>
                  </a:lnTo>
                  <a:lnTo>
                    <a:pt x="44196" y="374904"/>
                  </a:lnTo>
                  <a:lnTo>
                    <a:pt x="27432" y="329184"/>
                  </a:lnTo>
                  <a:lnTo>
                    <a:pt x="24384" y="295656"/>
                  </a:lnTo>
                  <a:lnTo>
                    <a:pt x="25908" y="278892"/>
                  </a:lnTo>
                  <a:lnTo>
                    <a:pt x="38100" y="230124"/>
                  </a:lnTo>
                  <a:lnTo>
                    <a:pt x="64008" y="188976"/>
                  </a:lnTo>
                  <a:lnTo>
                    <a:pt x="99060" y="156972"/>
                  </a:lnTo>
                  <a:lnTo>
                    <a:pt x="143256" y="135636"/>
                  </a:lnTo>
                  <a:lnTo>
                    <a:pt x="193548" y="128016"/>
                  </a:lnTo>
                  <a:lnTo>
                    <a:pt x="210312" y="129540"/>
                  </a:lnTo>
                  <a:lnTo>
                    <a:pt x="257556" y="141732"/>
                  </a:lnTo>
                  <a:lnTo>
                    <a:pt x="310896" y="178308"/>
                  </a:lnTo>
                  <a:lnTo>
                    <a:pt x="339852" y="216408"/>
                  </a:lnTo>
                  <a:lnTo>
                    <a:pt x="356616" y="263652"/>
                  </a:lnTo>
                  <a:lnTo>
                    <a:pt x="359664" y="297180"/>
                  </a:lnTo>
                  <a:lnTo>
                    <a:pt x="359664" y="201422"/>
                  </a:lnTo>
                  <a:lnTo>
                    <a:pt x="327660" y="160020"/>
                  </a:lnTo>
                  <a:lnTo>
                    <a:pt x="286004" y="128016"/>
                  </a:lnTo>
                  <a:lnTo>
                    <a:pt x="283464" y="126492"/>
                  </a:lnTo>
                  <a:lnTo>
                    <a:pt x="266700" y="118872"/>
                  </a:lnTo>
                  <a:lnTo>
                    <a:pt x="248412" y="111252"/>
                  </a:lnTo>
                  <a:lnTo>
                    <a:pt x="230124" y="106680"/>
                  </a:lnTo>
                  <a:lnTo>
                    <a:pt x="211836" y="103632"/>
                  </a:lnTo>
                  <a:lnTo>
                    <a:pt x="192024" y="103632"/>
                  </a:lnTo>
                  <a:lnTo>
                    <a:pt x="152400" y="106680"/>
                  </a:lnTo>
                  <a:lnTo>
                    <a:pt x="115824" y="118872"/>
                  </a:lnTo>
                  <a:lnTo>
                    <a:pt x="68580" y="147828"/>
                  </a:lnTo>
                  <a:lnTo>
                    <a:pt x="32004" y="188976"/>
                  </a:lnTo>
                  <a:lnTo>
                    <a:pt x="7620" y="239268"/>
                  </a:lnTo>
                  <a:lnTo>
                    <a:pt x="0" y="277368"/>
                  </a:lnTo>
                  <a:lnTo>
                    <a:pt x="0" y="316992"/>
                  </a:lnTo>
                  <a:lnTo>
                    <a:pt x="15240" y="371856"/>
                  </a:lnTo>
                  <a:lnTo>
                    <a:pt x="44196" y="419100"/>
                  </a:lnTo>
                  <a:lnTo>
                    <a:pt x="100584" y="466344"/>
                  </a:lnTo>
                  <a:lnTo>
                    <a:pt x="153924" y="484632"/>
                  </a:lnTo>
                  <a:lnTo>
                    <a:pt x="193548" y="489204"/>
                  </a:lnTo>
                  <a:lnTo>
                    <a:pt x="211836" y="487680"/>
                  </a:lnTo>
                  <a:lnTo>
                    <a:pt x="249936" y="480060"/>
                  </a:lnTo>
                  <a:lnTo>
                    <a:pt x="284988" y="464820"/>
                  </a:lnTo>
                  <a:lnTo>
                    <a:pt x="287528" y="463296"/>
                  </a:lnTo>
                  <a:lnTo>
                    <a:pt x="300228" y="455676"/>
                  </a:lnTo>
                  <a:lnTo>
                    <a:pt x="341376" y="417576"/>
                  </a:lnTo>
                  <a:lnTo>
                    <a:pt x="370332" y="370332"/>
                  </a:lnTo>
                  <a:lnTo>
                    <a:pt x="381000" y="333756"/>
                  </a:lnTo>
                  <a:lnTo>
                    <a:pt x="384048" y="315468"/>
                  </a:lnTo>
                  <a:lnTo>
                    <a:pt x="384048" y="275844"/>
                  </a:lnTo>
                  <a:close/>
                </a:path>
                <a:path w="4025265" h="1757679">
                  <a:moveTo>
                    <a:pt x="4024871" y="1368539"/>
                  </a:moveTo>
                  <a:lnTo>
                    <a:pt x="4020299" y="1330439"/>
                  </a:lnTo>
                  <a:lnTo>
                    <a:pt x="4009631" y="1293863"/>
                  </a:lnTo>
                  <a:lnTo>
                    <a:pt x="3998963" y="1274559"/>
                  </a:lnTo>
                  <a:lnTo>
                    <a:pt x="3998963" y="1353299"/>
                  </a:lnTo>
                  <a:lnTo>
                    <a:pt x="3998963" y="1370063"/>
                  </a:lnTo>
                  <a:lnTo>
                    <a:pt x="3991343" y="1420355"/>
                  </a:lnTo>
                  <a:lnTo>
                    <a:pt x="3970007" y="1464551"/>
                  </a:lnTo>
                  <a:lnTo>
                    <a:pt x="3938003" y="1499603"/>
                  </a:lnTo>
                  <a:lnTo>
                    <a:pt x="3896855" y="1523987"/>
                  </a:lnTo>
                  <a:lnTo>
                    <a:pt x="3848087" y="1536179"/>
                  </a:lnTo>
                  <a:lnTo>
                    <a:pt x="3831323" y="1537703"/>
                  </a:lnTo>
                  <a:lnTo>
                    <a:pt x="3814559" y="1536179"/>
                  </a:lnTo>
                  <a:lnTo>
                    <a:pt x="3765791" y="1523987"/>
                  </a:lnTo>
                  <a:lnTo>
                    <a:pt x="3724643" y="1498079"/>
                  </a:lnTo>
                  <a:lnTo>
                    <a:pt x="3692639" y="1463027"/>
                  </a:lnTo>
                  <a:lnTo>
                    <a:pt x="3671303" y="1418831"/>
                  </a:lnTo>
                  <a:lnTo>
                    <a:pt x="3668255" y="1402067"/>
                  </a:lnTo>
                  <a:lnTo>
                    <a:pt x="3665207" y="1386827"/>
                  </a:lnTo>
                  <a:lnTo>
                    <a:pt x="3663683" y="1368539"/>
                  </a:lnTo>
                  <a:lnTo>
                    <a:pt x="3665207" y="1351775"/>
                  </a:lnTo>
                  <a:lnTo>
                    <a:pt x="3668255" y="1335011"/>
                  </a:lnTo>
                  <a:lnTo>
                    <a:pt x="3685019" y="1289291"/>
                  </a:lnTo>
                  <a:lnTo>
                    <a:pt x="3713975" y="1251191"/>
                  </a:lnTo>
                  <a:lnTo>
                    <a:pt x="3752075" y="1222235"/>
                  </a:lnTo>
                  <a:lnTo>
                    <a:pt x="3799319" y="1205471"/>
                  </a:lnTo>
                  <a:lnTo>
                    <a:pt x="3832847" y="1202423"/>
                  </a:lnTo>
                  <a:lnTo>
                    <a:pt x="3866375" y="1205471"/>
                  </a:lnTo>
                  <a:lnTo>
                    <a:pt x="3912095" y="1222235"/>
                  </a:lnTo>
                  <a:lnTo>
                    <a:pt x="3950195" y="1251191"/>
                  </a:lnTo>
                  <a:lnTo>
                    <a:pt x="3986771" y="1304531"/>
                  </a:lnTo>
                  <a:lnTo>
                    <a:pt x="3998963" y="1353299"/>
                  </a:lnTo>
                  <a:lnTo>
                    <a:pt x="3998963" y="1274559"/>
                  </a:lnTo>
                  <a:lnTo>
                    <a:pt x="3966959" y="1232903"/>
                  </a:lnTo>
                  <a:lnTo>
                    <a:pt x="3927564" y="1202423"/>
                  </a:lnTo>
                  <a:lnTo>
                    <a:pt x="3887711" y="1185659"/>
                  </a:lnTo>
                  <a:lnTo>
                    <a:pt x="3846995" y="1177721"/>
                  </a:lnTo>
                  <a:lnTo>
                    <a:pt x="3876941" y="324167"/>
                  </a:lnTo>
                  <a:lnTo>
                    <a:pt x="3904488" y="284988"/>
                  </a:lnTo>
                  <a:lnTo>
                    <a:pt x="3919728" y="249936"/>
                  </a:lnTo>
                  <a:lnTo>
                    <a:pt x="3927348" y="211836"/>
                  </a:lnTo>
                  <a:lnTo>
                    <a:pt x="3927348" y="173736"/>
                  </a:lnTo>
                  <a:lnTo>
                    <a:pt x="3919728" y="135636"/>
                  </a:lnTo>
                  <a:lnTo>
                    <a:pt x="3904488" y="100584"/>
                  </a:lnTo>
                  <a:lnTo>
                    <a:pt x="3902964" y="98044"/>
                  </a:lnTo>
                  <a:lnTo>
                    <a:pt x="3902964" y="193548"/>
                  </a:lnTo>
                  <a:lnTo>
                    <a:pt x="3901440" y="211836"/>
                  </a:lnTo>
                  <a:lnTo>
                    <a:pt x="3898392" y="227076"/>
                  </a:lnTo>
                  <a:lnTo>
                    <a:pt x="3895344" y="243840"/>
                  </a:lnTo>
                  <a:lnTo>
                    <a:pt x="3889248" y="259080"/>
                  </a:lnTo>
                  <a:lnTo>
                    <a:pt x="3881628" y="274320"/>
                  </a:lnTo>
                  <a:lnTo>
                    <a:pt x="3874008" y="288036"/>
                  </a:lnTo>
                  <a:lnTo>
                    <a:pt x="3852672" y="312420"/>
                  </a:lnTo>
                  <a:lnTo>
                    <a:pt x="3847020" y="317373"/>
                  </a:lnTo>
                  <a:lnTo>
                    <a:pt x="3847020" y="350774"/>
                  </a:lnTo>
                  <a:lnTo>
                    <a:pt x="3818001" y="1177544"/>
                  </a:lnTo>
                  <a:lnTo>
                    <a:pt x="3811511" y="1178039"/>
                  </a:lnTo>
                  <a:lnTo>
                    <a:pt x="3791699" y="1181087"/>
                  </a:lnTo>
                  <a:lnTo>
                    <a:pt x="3723119" y="1210043"/>
                  </a:lnTo>
                  <a:lnTo>
                    <a:pt x="3681971" y="1248143"/>
                  </a:lnTo>
                  <a:lnTo>
                    <a:pt x="3654539" y="1295387"/>
                  </a:lnTo>
                  <a:lnTo>
                    <a:pt x="3642347" y="1331963"/>
                  </a:lnTo>
                  <a:lnTo>
                    <a:pt x="3639299" y="1350251"/>
                  </a:lnTo>
                  <a:lnTo>
                    <a:pt x="3639299" y="1352397"/>
                  </a:lnTo>
                  <a:lnTo>
                    <a:pt x="2062302" y="944016"/>
                  </a:lnTo>
                  <a:lnTo>
                    <a:pt x="2089404" y="899147"/>
                  </a:lnTo>
                  <a:lnTo>
                    <a:pt x="2100072" y="862571"/>
                  </a:lnTo>
                  <a:lnTo>
                    <a:pt x="2104644" y="824471"/>
                  </a:lnTo>
                  <a:lnTo>
                    <a:pt x="2103120" y="804659"/>
                  </a:lnTo>
                  <a:lnTo>
                    <a:pt x="2100072" y="784847"/>
                  </a:lnTo>
                  <a:lnTo>
                    <a:pt x="2095500" y="766559"/>
                  </a:lnTo>
                  <a:lnTo>
                    <a:pt x="2089404" y="749795"/>
                  </a:lnTo>
                  <a:lnTo>
                    <a:pt x="2078723" y="730224"/>
                  </a:lnTo>
                  <a:lnTo>
                    <a:pt x="2078723" y="825995"/>
                  </a:lnTo>
                  <a:lnTo>
                    <a:pt x="2075688" y="859523"/>
                  </a:lnTo>
                  <a:lnTo>
                    <a:pt x="2058924" y="905243"/>
                  </a:lnTo>
                  <a:lnTo>
                    <a:pt x="2029955" y="943343"/>
                  </a:lnTo>
                  <a:lnTo>
                    <a:pt x="1990344" y="972299"/>
                  </a:lnTo>
                  <a:lnTo>
                    <a:pt x="1959864" y="984491"/>
                  </a:lnTo>
                  <a:lnTo>
                    <a:pt x="1944624" y="989063"/>
                  </a:lnTo>
                  <a:lnTo>
                    <a:pt x="1911096" y="992111"/>
                  </a:lnTo>
                  <a:lnTo>
                    <a:pt x="1877555" y="989063"/>
                  </a:lnTo>
                  <a:lnTo>
                    <a:pt x="1860804" y="984491"/>
                  </a:lnTo>
                  <a:lnTo>
                    <a:pt x="1816608" y="963155"/>
                  </a:lnTo>
                  <a:lnTo>
                    <a:pt x="1781556" y="931151"/>
                  </a:lnTo>
                  <a:lnTo>
                    <a:pt x="1757172" y="890003"/>
                  </a:lnTo>
                  <a:lnTo>
                    <a:pt x="1744980" y="841235"/>
                  </a:lnTo>
                  <a:lnTo>
                    <a:pt x="1743456" y="824471"/>
                  </a:lnTo>
                  <a:lnTo>
                    <a:pt x="1744980" y="807707"/>
                  </a:lnTo>
                  <a:lnTo>
                    <a:pt x="1757172" y="758939"/>
                  </a:lnTo>
                  <a:lnTo>
                    <a:pt x="1783080" y="717791"/>
                  </a:lnTo>
                  <a:lnTo>
                    <a:pt x="1818132" y="685787"/>
                  </a:lnTo>
                  <a:lnTo>
                    <a:pt x="1862328" y="664451"/>
                  </a:lnTo>
                  <a:lnTo>
                    <a:pt x="1879079" y="661403"/>
                  </a:lnTo>
                  <a:lnTo>
                    <a:pt x="1894332" y="658355"/>
                  </a:lnTo>
                  <a:lnTo>
                    <a:pt x="1912620" y="656831"/>
                  </a:lnTo>
                  <a:lnTo>
                    <a:pt x="1929384" y="658355"/>
                  </a:lnTo>
                  <a:lnTo>
                    <a:pt x="1946148" y="661403"/>
                  </a:lnTo>
                  <a:lnTo>
                    <a:pt x="1991855" y="678167"/>
                  </a:lnTo>
                  <a:lnTo>
                    <a:pt x="2029955" y="707123"/>
                  </a:lnTo>
                  <a:lnTo>
                    <a:pt x="2058924" y="745223"/>
                  </a:lnTo>
                  <a:lnTo>
                    <a:pt x="2075688" y="792467"/>
                  </a:lnTo>
                  <a:lnTo>
                    <a:pt x="2078723" y="825995"/>
                  </a:lnTo>
                  <a:lnTo>
                    <a:pt x="2078723" y="730224"/>
                  </a:lnTo>
                  <a:lnTo>
                    <a:pt x="2071116" y="716267"/>
                  </a:lnTo>
                  <a:lnTo>
                    <a:pt x="2062645" y="705396"/>
                  </a:lnTo>
                  <a:lnTo>
                    <a:pt x="3543300" y="212852"/>
                  </a:lnTo>
                  <a:lnTo>
                    <a:pt x="3543300" y="213360"/>
                  </a:lnTo>
                  <a:lnTo>
                    <a:pt x="3546348" y="233172"/>
                  </a:lnTo>
                  <a:lnTo>
                    <a:pt x="3558540" y="269748"/>
                  </a:lnTo>
                  <a:lnTo>
                    <a:pt x="3587496" y="316992"/>
                  </a:lnTo>
                  <a:lnTo>
                    <a:pt x="3628644" y="353568"/>
                  </a:lnTo>
                  <a:lnTo>
                    <a:pt x="3678936" y="377952"/>
                  </a:lnTo>
                  <a:lnTo>
                    <a:pt x="3715512" y="385572"/>
                  </a:lnTo>
                  <a:lnTo>
                    <a:pt x="3755136" y="385572"/>
                  </a:lnTo>
                  <a:lnTo>
                    <a:pt x="3793236" y="377952"/>
                  </a:lnTo>
                  <a:lnTo>
                    <a:pt x="3828288" y="362712"/>
                  </a:lnTo>
                  <a:lnTo>
                    <a:pt x="3830828" y="361188"/>
                  </a:lnTo>
                  <a:lnTo>
                    <a:pt x="3843528" y="353568"/>
                  </a:lnTo>
                  <a:lnTo>
                    <a:pt x="3847020" y="350774"/>
                  </a:lnTo>
                  <a:lnTo>
                    <a:pt x="3847020" y="317373"/>
                  </a:lnTo>
                  <a:lnTo>
                    <a:pt x="3840480" y="323088"/>
                  </a:lnTo>
                  <a:lnTo>
                    <a:pt x="3828288" y="332232"/>
                  </a:lnTo>
                  <a:lnTo>
                    <a:pt x="3814572" y="341376"/>
                  </a:lnTo>
                  <a:lnTo>
                    <a:pt x="3784092" y="353568"/>
                  </a:lnTo>
                  <a:lnTo>
                    <a:pt x="3768852" y="358140"/>
                  </a:lnTo>
                  <a:lnTo>
                    <a:pt x="3735324" y="361188"/>
                  </a:lnTo>
                  <a:lnTo>
                    <a:pt x="3717036" y="359664"/>
                  </a:lnTo>
                  <a:lnTo>
                    <a:pt x="3669792" y="347472"/>
                  </a:lnTo>
                  <a:lnTo>
                    <a:pt x="3616452" y="310896"/>
                  </a:lnTo>
                  <a:lnTo>
                    <a:pt x="3587496" y="272796"/>
                  </a:lnTo>
                  <a:lnTo>
                    <a:pt x="3570732" y="227076"/>
                  </a:lnTo>
                  <a:lnTo>
                    <a:pt x="3567684" y="192024"/>
                  </a:lnTo>
                  <a:lnTo>
                    <a:pt x="3570732" y="158496"/>
                  </a:lnTo>
                  <a:lnTo>
                    <a:pt x="3589020" y="112776"/>
                  </a:lnTo>
                  <a:lnTo>
                    <a:pt x="3617976" y="74676"/>
                  </a:lnTo>
                  <a:lnTo>
                    <a:pt x="3656076" y="45720"/>
                  </a:lnTo>
                  <a:lnTo>
                    <a:pt x="3701796" y="28956"/>
                  </a:lnTo>
                  <a:lnTo>
                    <a:pt x="3735324" y="25908"/>
                  </a:lnTo>
                  <a:lnTo>
                    <a:pt x="3770376" y="28956"/>
                  </a:lnTo>
                  <a:lnTo>
                    <a:pt x="3816096" y="47244"/>
                  </a:lnTo>
                  <a:lnTo>
                    <a:pt x="3864864" y="86868"/>
                  </a:lnTo>
                  <a:lnTo>
                    <a:pt x="3895344" y="144780"/>
                  </a:lnTo>
                  <a:lnTo>
                    <a:pt x="3902964" y="193548"/>
                  </a:lnTo>
                  <a:lnTo>
                    <a:pt x="3902964" y="98044"/>
                  </a:lnTo>
                  <a:lnTo>
                    <a:pt x="3870960" y="56388"/>
                  </a:lnTo>
                  <a:lnTo>
                    <a:pt x="3829304" y="25908"/>
                  </a:lnTo>
                  <a:lnTo>
                    <a:pt x="3826764" y="24384"/>
                  </a:lnTo>
                  <a:lnTo>
                    <a:pt x="3791712" y="9144"/>
                  </a:lnTo>
                  <a:lnTo>
                    <a:pt x="3753612" y="1524"/>
                  </a:lnTo>
                  <a:lnTo>
                    <a:pt x="3735324" y="0"/>
                  </a:lnTo>
                  <a:lnTo>
                    <a:pt x="3715512" y="1524"/>
                  </a:lnTo>
                  <a:lnTo>
                    <a:pt x="3677412" y="9144"/>
                  </a:lnTo>
                  <a:lnTo>
                    <a:pt x="3642360" y="24384"/>
                  </a:lnTo>
                  <a:lnTo>
                    <a:pt x="3598164" y="57912"/>
                  </a:lnTo>
                  <a:lnTo>
                    <a:pt x="3566160" y="102108"/>
                  </a:lnTo>
                  <a:lnTo>
                    <a:pt x="3550920" y="137160"/>
                  </a:lnTo>
                  <a:lnTo>
                    <a:pt x="3543300" y="173736"/>
                  </a:lnTo>
                  <a:lnTo>
                    <a:pt x="3543300" y="182372"/>
                  </a:lnTo>
                  <a:lnTo>
                    <a:pt x="2040242" y="682371"/>
                  </a:lnTo>
                  <a:lnTo>
                    <a:pt x="2033003" y="675119"/>
                  </a:lnTo>
                  <a:lnTo>
                    <a:pt x="2019300" y="664451"/>
                  </a:lnTo>
                  <a:lnTo>
                    <a:pt x="2005330" y="656831"/>
                  </a:lnTo>
                  <a:lnTo>
                    <a:pt x="2002536" y="655307"/>
                  </a:lnTo>
                  <a:lnTo>
                    <a:pt x="1985772" y="647687"/>
                  </a:lnTo>
                  <a:lnTo>
                    <a:pt x="1967484" y="640067"/>
                  </a:lnTo>
                  <a:lnTo>
                    <a:pt x="1949196" y="635495"/>
                  </a:lnTo>
                  <a:lnTo>
                    <a:pt x="1930908" y="632447"/>
                  </a:lnTo>
                  <a:lnTo>
                    <a:pt x="1911096" y="632447"/>
                  </a:lnTo>
                  <a:lnTo>
                    <a:pt x="1871472" y="635495"/>
                  </a:lnTo>
                  <a:lnTo>
                    <a:pt x="1819656" y="655307"/>
                  </a:lnTo>
                  <a:lnTo>
                    <a:pt x="1787652" y="676643"/>
                  </a:lnTo>
                  <a:lnTo>
                    <a:pt x="1751076" y="717791"/>
                  </a:lnTo>
                  <a:lnTo>
                    <a:pt x="1726692" y="768083"/>
                  </a:lnTo>
                  <a:lnTo>
                    <a:pt x="1719072" y="806183"/>
                  </a:lnTo>
                  <a:lnTo>
                    <a:pt x="1719072" y="845807"/>
                  </a:lnTo>
                  <a:lnTo>
                    <a:pt x="1734312" y="900671"/>
                  </a:lnTo>
                  <a:lnTo>
                    <a:pt x="1763268" y="947915"/>
                  </a:lnTo>
                  <a:lnTo>
                    <a:pt x="1819656" y="995159"/>
                  </a:lnTo>
                  <a:lnTo>
                    <a:pt x="1872996" y="1013447"/>
                  </a:lnTo>
                  <a:lnTo>
                    <a:pt x="1912620" y="1018019"/>
                  </a:lnTo>
                  <a:lnTo>
                    <a:pt x="1932432" y="1016495"/>
                  </a:lnTo>
                  <a:lnTo>
                    <a:pt x="1987296" y="1002779"/>
                  </a:lnTo>
                  <a:lnTo>
                    <a:pt x="2006587" y="992111"/>
                  </a:lnTo>
                  <a:lnTo>
                    <a:pt x="2019300" y="984491"/>
                  </a:lnTo>
                  <a:lnTo>
                    <a:pt x="2034527" y="973823"/>
                  </a:lnTo>
                  <a:lnTo>
                    <a:pt x="2040572" y="967790"/>
                  </a:lnTo>
                  <a:lnTo>
                    <a:pt x="3558844" y="1360614"/>
                  </a:lnTo>
                  <a:lnTo>
                    <a:pt x="536448" y="1549146"/>
                  </a:lnTo>
                  <a:lnTo>
                    <a:pt x="536448" y="1543812"/>
                  </a:lnTo>
                  <a:lnTo>
                    <a:pt x="533400" y="1525524"/>
                  </a:lnTo>
                  <a:lnTo>
                    <a:pt x="528828" y="1507236"/>
                  </a:lnTo>
                  <a:lnTo>
                    <a:pt x="521208" y="1488948"/>
                  </a:lnTo>
                  <a:lnTo>
                    <a:pt x="513588" y="1472184"/>
                  </a:lnTo>
                  <a:lnTo>
                    <a:pt x="512064" y="1469644"/>
                  </a:lnTo>
                  <a:lnTo>
                    <a:pt x="512064" y="1565148"/>
                  </a:lnTo>
                  <a:lnTo>
                    <a:pt x="509016" y="1598676"/>
                  </a:lnTo>
                  <a:lnTo>
                    <a:pt x="504444" y="1615440"/>
                  </a:lnTo>
                  <a:lnTo>
                    <a:pt x="498348" y="1630680"/>
                  </a:lnTo>
                  <a:lnTo>
                    <a:pt x="490728" y="1644396"/>
                  </a:lnTo>
                  <a:lnTo>
                    <a:pt x="483108" y="1659636"/>
                  </a:lnTo>
                  <a:lnTo>
                    <a:pt x="451104" y="1694688"/>
                  </a:lnTo>
                  <a:lnTo>
                    <a:pt x="393192" y="1725168"/>
                  </a:lnTo>
                  <a:lnTo>
                    <a:pt x="344424" y="1732788"/>
                  </a:lnTo>
                  <a:lnTo>
                    <a:pt x="326136" y="1731264"/>
                  </a:lnTo>
                  <a:lnTo>
                    <a:pt x="310896" y="1728216"/>
                  </a:lnTo>
                  <a:lnTo>
                    <a:pt x="294132" y="1725168"/>
                  </a:lnTo>
                  <a:lnTo>
                    <a:pt x="249936" y="1703832"/>
                  </a:lnTo>
                  <a:lnTo>
                    <a:pt x="214884" y="1670304"/>
                  </a:lnTo>
                  <a:lnTo>
                    <a:pt x="184404" y="1613916"/>
                  </a:lnTo>
                  <a:lnTo>
                    <a:pt x="176784" y="1563624"/>
                  </a:lnTo>
                  <a:lnTo>
                    <a:pt x="178308" y="1546860"/>
                  </a:lnTo>
                  <a:lnTo>
                    <a:pt x="190500" y="1499616"/>
                  </a:lnTo>
                  <a:lnTo>
                    <a:pt x="227076" y="1446276"/>
                  </a:lnTo>
                  <a:lnTo>
                    <a:pt x="265176" y="1417320"/>
                  </a:lnTo>
                  <a:lnTo>
                    <a:pt x="310896" y="1400556"/>
                  </a:lnTo>
                  <a:lnTo>
                    <a:pt x="345948" y="1397508"/>
                  </a:lnTo>
                  <a:lnTo>
                    <a:pt x="379476" y="1400556"/>
                  </a:lnTo>
                  <a:lnTo>
                    <a:pt x="425196" y="1417320"/>
                  </a:lnTo>
                  <a:lnTo>
                    <a:pt x="463296" y="1446276"/>
                  </a:lnTo>
                  <a:lnTo>
                    <a:pt x="492252" y="1485900"/>
                  </a:lnTo>
                  <a:lnTo>
                    <a:pt x="509016" y="1531620"/>
                  </a:lnTo>
                  <a:lnTo>
                    <a:pt x="512064" y="1565148"/>
                  </a:lnTo>
                  <a:lnTo>
                    <a:pt x="512064" y="1469644"/>
                  </a:lnTo>
                  <a:lnTo>
                    <a:pt x="480060" y="1427988"/>
                  </a:lnTo>
                  <a:lnTo>
                    <a:pt x="440207" y="1397508"/>
                  </a:lnTo>
                  <a:lnTo>
                    <a:pt x="435864" y="1394460"/>
                  </a:lnTo>
                  <a:lnTo>
                    <a:pt x="382524" y="1376172"/>
                  </a:lnTo>
                  <a:lnTo>
                    <a:pt x="344424" y="1371600"/>
                  </a:lnTo>
                  <a:lnTo>
                    <a:pt x="324612" y="1373124"/>
                  </a:lnTo>
                  <a:lnTo>
                    <a:pt x="286512" y="1380744"/>
                  </a:lnTo>
                  <a:lnTo>
                    <a:pt x="251460" y="1395984"/>
                  </a:lnTo>
                  <a:lnTo>
                    <a:pt x="207264" y="1429512"/>
                  </a:lnTo>
                  <a:lnTo>
                    <a:pt x="166116" y="1490472"/>
                  </a:lnTo>
                  <a:lnTo>
                    <a:pt x="155448" y="1527048"/>
                  </a:lnTo>
                  <a:lnTo>
                    <a:pt x="152400" y="1545336"/>
                  </a:lnTo>
                  <a:lnTo>
                    <a:pt x="152400" y="1584960"/>
                  </a:lnTo>
                  <a:lnTo>
                    <a:pt x="160020" y="1623060"/>
                  </a:lnTo>
                  <a:lnTo>
                    <a:pt x="184404" y="1673352"/>
                  </a:lnTo>
                  <a:lnTo>
                    <a:pt x="196596" y="1687068"/>
                  </a:lnTo>
                  <a:lnTo>
                    <a:pt x="208788" y="1702308"/>
                  </a:lnTo>
                  <a:lnTo>
                    <a:pt x="252984" y="1734312"/>
                  </a:lnTo>
                  <a:lnTo>
                    <a:pt x="288036" y="1749552"/>
                  </a:lnTo>
                  <a:lnTo>
                    <a:pt x="326136" y="1757172"/>
                  </a:lnTo>
                  <a:lnTo>
                    <a:pt x="364236" y="1757172"/>
                  </a:lnTo>
                  <a:lnTo>
                    <a:pt x="384048" y="1754124"/>
                  </a:lnTo>
                  <a:lnTo>
                    <a:pt x="420624" y="1741932"/>
                  </a:lnTo>
                  <a:lnTo>
                    <a:pt x="437388" y="1734312"/>
                  </a:lnTo>
                  <a:lnTo>
                    <a:pt x="439559" y="1732788"/>
                  </a:lnTo>
                  <a:lnTo>
                    <a:pt x="467868" y="1712976"/>
                  </a:lnTo>
                  <a:lnTo>
                    <a:pt x="504444" y="1671828"/>
                  </a:lnTo>
                  <a:lnTo>
                    <a:pt x="528828" y="1621536"/>
                  </a:lnTo>
                  <a:lnTo>
                    <a:pt x="536448" y="1583436"/>
                  </a:lnTo>
                  <a:lnTo>
                    <a:pt x="536448" y="1578203"/>
                  </a:lnTo>
                  <a:lnTo>
                    <a:pt x="3640404" y="1384566"/>
                  </a:lnTo>
                  <a:lnTo>
                    <a:pt x="3648443" y="1427975"/>
                  </a:lnTo>
                  <a:lnTo>
                    <a:pt x="3672827" y="1478267"/>
                  </a:lnTo>
                  <a:lnTo>
                    <a:pt x="3709403" y="1519415"/>
                  </a:lnTo>
                  <a:lnTo>
                    <a:pt x="3756647" y="1546847"/>
                  </a:lnTo>
                  <a:lnTo>
                    <a:pt x="3793223" y="1559039"/>
                  </a:lnTo>
                  <a:lnTo>
                    <a:pt x="3813035" y="1562087"/>
                  </a:lnTo>
                  <a:lnTo>
                    <a:pt x="3852659" y="1562087"/>
                  </a:lnTo>
                  <a:lnTo>
                    <a:pt x="3907523" y="1546847"/>
                  </a:lnTo>
                  <a:lnTo>
                    <a:pt x="3954767" y="1517891"/>
                  </a:lnTo>
                  <a:lnTo>
                    <a:pt x="4002011" y="1461503"/>
                  </a:lnTo>
                  <a:lnTo>
                    <a:pt x="4020299" y="1408163"/>
                  </a:lnTo>
                  <a:lnTo>
                    <a:pt x="4023347" y="1388351"/>
                  </a:lnTo>
                  <a:lnTo>
                    <a:pt x="4024871" y="136853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422392" y="5137404"/>
              <a:ext cx="360045" cy="360045"/>
            </a:xfrm>
            <a:custGeom>
              <a:avLst/>
              <a:gdLst/>
              <a:ahLst/>
              <a:cxnLst/>
              <a:rect l="l" t="t" r="r" b="b"/>
              <a:pathLst>
                <a:path w="360045" h="360045">
                  <a:moveTo>
                    <a:pt x="179831" y="359663"/>
                  </a:moveTo>
                  <a:lnTo>
                    <a:pt x="131586" y="353222"/>
                  </a:lnTo>
                  <a:lnTo>
                    <a:pt x="88504" y="335054"/>
                  </a:lnTo>
                  <a:lnTo>
                    <a:pt x="52197" y="306895"/>
                  </a:lnTo>
                  <a:lnTo>
                    <a:pt x="24271" y="270481"/>
                  </a:lnTo>
                  <a:lnTo>
                    <a:pt x="6335" y="227548"/>
                  </a:lnTo>
                  <a:lnTo>
                    <a:pt x="0" y="179831"/>
                  </a:lnTo>
                  <a:lnTo>
                    <a:pt x="6335" y="132115"/>
                  </a:lnTo>
                  <a:lnTo>
                    <a:pt x="24271" y="89182"/>
                  </a:lnTo>
                  <a:lnTo>
                    <a:pt x="52197" y="52768"/>
                  </a:lnTo>
                  <a:lnTo>
                    <a:pt x="88504" y="24609"/>
                  </a:lnTo>
                  <a:lnTo>
                    <a:pt x="131586" y="6441"/>
                  </a:lnTo>
                  <a:lnTo>
                    <a:pt x="179831" y="0"/>
                  </a:lnTo>
                  <a:lnTo>
                    <a:pt x="227548" y="6441"/>
                  </a:lnTo>
                  <a:lnTo>
                    <a:pt x="270481" y="24609"/>
                  </a:lnTo>
                  <a:lnTo>
                    <a:pt x="306895" y="52768"/>
                  </a:lnTo>
                  <a:lnTo>
                    <a:pt x="335054" y="89182"/>
                  </a:lnTo>
                  <a:lnTo>
                    <a:pt x="353222" y="132115"/>
                  </a:lnTo>
                  <a:lnTo>
                    <a:pt x="359663" y="179831"/>
                  </a:lnTo>
                  <a:lnTo>
                    <a:pt x="353222" y="227548"/>
                  </a:lnTo>
                  <a:lnTo>
                    <a:pt x="335054" y="270481"/>
                  </a:lnTo>
                  <a:lnTo>
                    <a:pt x="306895" y="306895"/>
                  </a:lnTo>
                  <a:lnTo>
                    <a:pt x="270481" y="335054"/>
                  </a:lnTo>
                  <a:lnTo>
                    <a:pt x="227548" y="353222"/>
                  </a:lnTo>
                  <a:lnTo>
                    <a:pt x="179831" y="359663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408676" y="5125212"/>
              <a:ext cx="386080" cy="386080"/>
            </a:xfrm>
            <a:custGeom>
              <a:avLst/>
              <a:gdLst/>
              <a:ahLst/>
              <a:cxnLst/>
              <a:rect l="l" t="t" r="r" b="b"/>
              <a:pathLst>
                <a:path w="386079" h="386079">
                  <a:moveTo>
                    <a:pt x="193548" y="385572"/>
                  </a:moveTo>
                  <a:lnTo>
                    <a:pt x="155448" y="381000"/>
                  </a:lnTo>
                  <a:lnTo>
                    <a:pt x="118872" y="370332"/>
                  </a:lnTo>
                  <a:lnTo>
                    <a:pt x="85344" y="352044"/>
                  </a:lnTo>
                  <a:lnTo>
                    <a:pt x="44196" y="315468"/>
                  </a:lnTo>
                  <a:lnTo>
                    <a:pt x="15240" y="268224"/>
                  </a:lnTo>
                  <a:lnTo>
                    <a:pt x="4572" y="231648"/>
                  </a:lnTo>
                  <a:lnTo>
                    <a:pt x="0" y="193548"/>
                  </a:lnTo>
                  <a:lnTo>
                    <a:pt x="1524" y="173736"/>
                  </a:lnTo>
                  <a:lnTo>
                    <a:pt x="9144" y="135636"/>
                  </a:lnTo>
                  <a:lnTo>
                    <a:pt x="44196" y="70104"/>
                  </a:lnTo>
                  <a:lnTo>
                    <a:pt x="100584" y="22860"/>
                  </a:lnTo>
                  <a:lnTo>
                    <a:pt x="153924" y="3048"/>
                  </a:lnTo>
                  <a:lnTo>
                    <a:pt x="192024" y="0"/>
                  </a:lnTo>
                  <a:lnTo>
                    <a:pt x="211836" y="0"/>
                  </a:lnTo>
                  <a:lnTo>
                    <a:pt x="249936" y="7620"/>
                  </a:lnTo>
                  <a:lnTo>
                    <a:pt x="284988" y="22860"/>
                  </a:lnTo>
                  <a:lnTo>
                    <a:pt x="287528" y="24384"/>
                  </a:lnTo>
                  <a:lnTo>
                    <a:pt x="193548" y="24384"/>
                  </a:lnTo>
                  <a:lnTo>
                    <a:pt x="176783" y="25908"/>
                  </a:lnTo>
                  <a:lnTo>
                    <a:pt x="128016" y="38100"/>
                  </a:lnTo>
                  <a:lnTo>
                    <a:pt x="86868" y="62484"/>
                  </a:lnTo>
                  <a:lnTo>
                    <a:pt x="45720" y="112776"/>
                  </a:lnTo>
                  <a:lnTo>
                    <a:pt x="28956" y="158496"/>
                  </a:lnTo>
                  <a:lnTo>
                    <a:pt x="25908" y="192024"/>
                  </a:lnTo>
                  <a:lnTo>
                    <a:pt x="28956" y="225552"/>
                  </a:lnTo>
                  <a:lnTo>
                    <a:pt x="33528" y="240792"/>
                  </a:lnTo>
                  <a:lnTo>
                    <a:pt x="38100" y="257556"/>
                  </a:lnTo>
                  <a:lnTo>
                    <a:pt x="64008" y="298704"/>
                  </a:lnTo>
                  <a:lnTo>
                    <a:pt x="99060" y="330708"/>
                  </a:lnTo>
                  <a:lnTo>
                    <a:pt x="143256" y="352044"/>
                  </a:lnTo>
                  <a:lnTo>
                    <a:pt x="192024" y="359664"/>
                  </a:lnTo>
                  <a:lnTo>
                    <a:pt x="287781" y="359664"/>
                  </a:lnTo>
                  <a:lnTo>
                    <a:pt x="268224" y="370332"/>
                  </a:lnTo>
                  <a:lnTo>
                    <a:pt x="251460" y="376428"/>
                  </a:lnTo>
                  <a:lnTo>
                    <a:pt x="233172" y="381000"/>
                  </a:lnTo>
                  <a:lnTo>
                    <a:pt x="213360" y="384048"/>
                  </a:lnTo>
                  <a:lnTo>
                    <a:pt x="193548" y="385572"/>
                  </a:lnTo>
                  <a:close/>
                </a:path>
                <a:path w="386079" h="386079">
                  <a:moveTo>
                    <a:pt x="287781" y="359664"/>
                  </a:moveTo>
                  <a:lnTo>
                    <a:pt x="192024" y="359664"/>
                  </a:lnTo>
                  <a:lnTo>
                    <a:pt x="210312" y="358140"/>
                  </a:lnTo>
                  <a:lnTo>
                    <a:pt x="225552" y="356616"/>
                  </a:lnTo>
                  <a:lnTo>
                    <a:pt x="272795" y="339852"/>
                  </a:lnTo>
                  <a:lnTo>
                    <a:pt x="310895" y="310896"/>
                  </a:lnTo>
                  <a:lnTo>
                    <a:pt x="339852" y="272796"/>
                  </a:lnTo>
                  <a:lnTo>
                    <a:pt x="356616" y="227076"/>
                  </a:lnTo>
                  <a:lnTo>
                    <a:pt x="361187" y="193548"/>
                  </a:lnTo>
                  <a:lnTo>
                    <a:pt x="359663" y="175260"/>
                  </a:lnTo>
                  <a:lnTo>
                    <a:pt x="356616" y="160020"/>
                  </a:lnTo>
                  <a:lnTo>
                    <a:pt x="353568" y="143256"/>
                  </a:lnTo>
                  <a:lnTo>
                    <a:pt x="332232" y="99060"/>
                  </a:lnTo>
                  <a:lnTo>
                    <a:pt x="300228" y="64008"/>
                  </a:lnTo>
                  <a:lnTo>
                    <a:pt x="259080" y="38100"/>
                  </a:lnTo>
                  <a:lnTo>
                    <a:pt x="210312" y="25908"/>
                  </a:lnTo>
                  <a:lnTo>
                    <a:pt x="193548" y="24384"/>
                  </a:lnTo>
                  <a:lnTo>
                    <a:pt x="287528" y="24384"/>
                  </a:lnTo>
                  <a:lnTo>
                    <a:pt x="329184" y="56388"/>
                  </a:lnTo>
                  <a:lnTo>
                    <a:pt x="362712" y="100584"/>
                  </a:lnTo>
                  <a:lnTo>
                    <a:pt x="382524" y="152400"/>
                  </a:lnTo>
                  <a:lnTo>
                    <a:pt x="385572" y="192024"/>
                  </a:lnTo>
                  <a:lnTo>
                    <a:pt x="385572" y="211836"/>
                  </a:lnTo>
                  <a:lnTo>
                    <a:pt x="370332" y="266700"/>
                  </a:lnTo>
                  <a:lnTo>
                    <a:pt x="342900" y="313944"/>
                  </a:lnTo>
                  <a:lnTo>
                    <a:pt x="315467" y="341376"/>
                  </a:lnTo>
                  <a:lnTo>
                    <a:pt x="301752" y="352044"/>
                  </a:lnTo>
                  <a:lnTo>
                    <a:pt x="287781" y="359664"/>
                  </a:lnTo>
                  <a:close/>
                </a:path>
              </a:pathLst>
            </a:custGeom>
            <a:solidFill>
              <a:srgbClr val="BC26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9057132" y="6211823"/>
              <a:ext cx="360045" cy="360045"/>
            </a:xfrm>
            <a:custGeom>
              <a:avLst/>
              <a:gdLst/>
              <a:ahLst/>
              <a:cxnLst/>
              <a:rect l="l" t="t" r="r" b="b"/>
              <a:pathLst>
                <a:path w="360045" h="360045">
                  <a:moveTo>
                    <a:pt x="179831" y="359663"/>
                  </a:moveTo>
                  <a:lnTo>
                    <a:pt x="132115" y="353222"/>
                  </a:lnTo>
                  <a:lnTo>
                    <a:pt x="89182" y="335054"/>
                  </a:lnTo>
                  <a:lnTo>
                    <a:pt x="52768" y="306895"/>
                  </a:lnTo>
                  <a:lnTo>
                    <a:pt x="24609" y="270481"/>
                  </a:lnTo>
                  <a:lnTo>
                    <a:pt x="6441" y="227548"/>
                  </a:lnTo>
                  <a:lnTo>
                    <a:pt x="0" y="179831"/>
                  </a:lnTo>
                  <a:lnTo>
                    <a:pt x="6441" y="132115"/>
                  </a:lnTo>
                  <a:lnTo>
                    <a:pt x="24609" y="89182"/>
                  </a:lnTo>
                  <a:lnTo>
                    <a:pt x="52768" y="52768"/>
                  </a:lnTo>
                  <a:lnTo>
                    <a:pt x="89182" y="24609"/>
                  </a:lnTo>
                  <a:lnTo>
                    <a:pt x="132115" y="6441"/>
                  </a:lnTo>
                  <a:lnTo>
                    <a:pt x="179831" y="0"/>
                  </a:lnTo>
                  <a:lnTo>
                    <a:pt x="227548" y="6441"/>
                  </a:lnTo>
                  <a:lnTo>
                    <a:pt x="270481" y="24609"/>
                  </a:lnTo>
                  <a:lnTo>
                    <a:pt x="306895" y="52768"/>
                  </a:lnTo>
                  <a:lnTo>
                    <a:pt x="335054" y="89182"/>
                  </a:lnTo>
                  <a:lnTo>
                    <a:pt x="353222" y="132115"/>
                  </a:lnTo>
                  <a:lnTo>
                    <a:pt x="359663" y="179831"/>
                  </a:lnTo>
                  <a:lnTo>
                    <a:pt x="353222" y="227548"/>
                  </a:lnTo>
                  <a:lnTo>
                    <a:pt x="335054" y="270481"/>
                  </a:lnTo>
                  <a:lnTo>
                    <a:pt x="306895" y="306895"/>
                  </a:lnTo>
                  <a:lnTo>
                    <a:pt x="270481" y="335054"/>
                  </a:lnTo>
                  <a:lnTo>
                    <a:pt x="227548" y="353222"/>
                  </a:lnTo>
                  <a:lnTo>
                    <a:pt x="179831" y="359663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9044939" y="6198107"/>
              <a:ext cx="386080" cy="386080"/>
            </a:xfrm>
            <a:custGeom>
              <a:avLst/>
              <a:gdLst/>
              <a:ahLst/>
              <a:cxnLst/>
              <a:rect l="l" t="t" r="r" b="b"/>
              <a:pathLst>
                <a:path w="386079" h="386079">
                  <a:moveTo>
                    <a:pt x="213360" y="385572"/>
                  </a:moveTo>
                  <a:lnTo>
                    <a:pt x="173736" y="385572"/>
                  </a:lnTo>
                  <a:lnTo>
                    <a:pt x="153924" y="382524"/>
                  </a:lnTo>
                  <a:lnTo>
                    <a:pt x="117348" y="370332"/>
                  </a:lnTo>
                  <a:lnTo>
                    <a:pt x="70104" y="342900"/>
                  </a:lnTo>
                  <a:lnTo>
                    <a:pt x="33528" y="301752"/>
                  </a:lnTo>
                  <a:lnTo>
                    <a:pt x="15240" y="268224"/>
                  </a:lnTo>
                  <a:lnTo>
                    <a:pt x="0" y="193548"/>
                  </a:lnTo>
                  <a:lnTo>
                    <a:pt x="0" y="173736"/>
                  </a:lnTo>
                  <a:lnTo>
                    <a:pt x="15240" y="118872"/>
                  </a:lnTo>
                  <a:lnTo>
                    <a:pt x="42672" y="71628"/>
                  </a:lnTo>
                  <a:lnTo>
                    <a:pt x="70104" y="44196"/>
                  </a:lnTo>
                  <a:lnTo>
                    <a:pt x="117348" y="15240"/>
                  </a:lnTo>
                  <a:lnTo>
                    <a:pt x="172212" y="1524"/>
                  </a:lnTo>
                  <a:lnTo>
                    <a:pt x="192024" y="0"/>
                  </a:lnTo>
                  <a:lnTo>
                    <a:pt x="211836" y="1524"/>
                  </a:lnTo>
                  <a:lnTo>
                    <a:pt x="266700" y="15240"/>
                  </a:lnTo>
                  <a:lnTo>
                    <a:pt x="288253" y="25908"/>
                  </a:lnTo>
                  <a:lnTo>
                    <a:pt x="193548" y="25908"/>
                  </a:lnTo>
                  <a:lnTo>
                    <a:pt x="175260" y="27431"/>
                  </a:lnTo>
                  <a:lnTo>
                    <a:pt x="128016" y="38100"/>
                  </a:lnTo>
                  <a:lnTo>
                    <a:pt x="86868" y="64008"/>
                  </a:lnTo>
                  <a:lnTo>
                    <a:pt x="53340" y="99060"/>
                  </a:lnTo>
                  <a:lnTo>
                    <a:pt x="28956" y="158496"/>
                  </a:lnTo>
                  <a:lnTo>
                    <a:pt x="24384" y="192024"/>
                  </a:lnTo>
                  <a:lnTo>
                    <a:pt x="25908" y="210312"/>
                  </a:lnTo>
                  <a:lnTo>
                    <a:pt x="28956" y="225552"/>
                  </a:lnTo>
                  <a:lnTo>
                    <a:pt x="32004" y="242316"/>
                  </a:lnTo>
                  <a:lnTo>
                    <a:pt x="53340" y="286512"/>
                  </a:lnTo>
                  <a:lnTo>
                    <a:pt x="85344" y="321564"/>
                  </a:lnTo>
                  <a:lnTo>
                    <a:pt x="126492" y="347472"/>
                  </a:lnTo>
                  <a:lnTo>
                    <a:pt x="175260" y="359664"/>
                  </a:lnTo>
                  <a:lnTo>
                    <a:pt x="192024" y="361188"/>
                  </a:lnTo>
                  <a:lnTo>
                    <a:pt x="287165" y="361188"/>
                  </a:lnTo>
                  <a:lnTo>
                    <a:pt x="284988" y="362712"/>
                  </a:lnTo>
                  <a:lnTo>
                    <a:pt x="268224" y="370332"/>
                  </a:lnTo>
                  <a:lnTo>
                    <a:pt x="231648" y="382524"/>
                  </a:lnTo>
                  <a:lnTo>
                    <a:pt x="213360" y="385572"/>
                  </a:lnTo>
                  <a:close/>
                </a:path>
                <a:path w="386079" h="386079">
                  <a:moveTo>
                    <a:pt x="287165" y="361188"/>
                  </a:moveTo>
                  <a:lnTo>
                    <a:pt x="192024" y="361188"/>
                  </a:lnTo>
                  <a:lnTo>
                    <a:pt x="208788" y="359664"/>
                  </a:lnTo>
                  <a:lnTo>
                    <a:pt x="242316" y="353568"/>
                  </a:lnTo>
                  <a:lnTo>
                    <a:pt x="298704" y="323088"/>
                  </a:lnTo>
                  <a:lnTo>
                    <a:pt x="330708" y="288036"/>
                  </a:lnTo>
                  <a:lnTo>
                    <a:pt x="352044" y="243840"/>
                  </a:lnTo>
                  <a:lnTo>
                    <a:pt x="359663" y="193548"/>
                  </a:lnTo>
                  <a:lnTo>
                    <a:pt x="359663" y="176784"/>
                  </a:lnTo>
                  <a:lnTo>
                    <a:pt x="347472" y="128016"/>
                  </a:lnTo>
                  <a:lnTo>
                    <a:pt x="321563" y="86868"/>
                  </a:lnTo>
                  <a:lnTo>
                    <a:pt x="286512" y="54864"/>
                  </a:lnTo>
                  <a:lnTo>
                    <a:pt x="242316" y="33528"/>
                  </a:lnTo>
                  <a:lnTo>
                    <a:pt x="193548" y="25908"/>
                  </a:lnTo>
                  <a:lnTo>
                    <a:pt x="288253" y="25908"/>
                  </a:lnTo>
                  <a:lnTo>
                    <a:pt x="327660" y="56388"/>
                  </a:lnTo>
                  <a:lnTo>
                    <a:pt x="361187" y="100584"/>
                  </a:lnTo>
                  <a:lnTo>
                    <a:pt x="376428" y="135636"/>
                  </a:lnTo>
                  <a:lnTo>
                    <a:pt x="385572" y="192024"/>
                  </a:lnTo>
                  <a:lnTo>
                    <a:pt x="384048" y="211836"/>
                  </a:lnTo>
                  <a:lnTo>
                    <a:pt x="376428" y="249936"/>
                  </a:lnTo>
                  <a:lnTo>
                    <a:pt x="341376" y="315468"/>
                  </a:lnTo>
                  <a:lnTo>
                    <a:pt x="315467" y="341376"/>
                  </a:lnTo>
                  <a:lnTo>
                    <a:pt x="287165" y="361188"/>
                  </a:lnTo>
                  <a:close/>
                </a:path>
              </a:pathLst>
            </a:custGeom>
            <a:solidFill>
              <a:srgbClr val="BC26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171485" y="2450101"/>
            <a:ext cx="8478520" cy="3189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60" dirty="0">
                <a:solidFill>
                  <a:srgbClr val="FFFFFF"/>
                </a:solidFill>
                <a:latin typeface="Verdana"/>
                <a:cs typeface="Verdana"/>
              </a:rPr>
              <a:t>Classer</a:t>
            </a:r>
            <a:r>
              <a:rPr sz="18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90" dirty="0">
                <a:solidFill>
                  <a:srgbClr val="FFFFFF"/>
                </a:solidFill>
                <a:latin typeface="Verdana"/>
                <a:cs typeface="Verdana"/>
              </a:rPr>
              <a:t>les</a:t>
            </a:r>
            <a:r>
              <a:rPr sz="18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sommets</a:t>
            </a:r>
            <a:r>
              <a:rPr sz="18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35" dirty="0">
                <a:solidFill>
                  <a:srgbClr val="FFFFFF"/>
                </a:solidFill>
                <a:latin typeface="Verdana"/>
                <a:cs typeface="Verdana"/>
              </a:rPr>
              <a:t>du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85" dirty="0">
                <a:solidFill>
                  <a:srgbClr val="FFFFFF"/>
                </a:solidFill>
                <a:latin typeface="Verdana"/>
                <a:cs typeface="Verdana"/>
              </a:rPr>
              <a:t>plus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Verdana"/>
                <a:cs typeface="Verdana"/>
              </a:rPr>
              <a:t>haut</a:t>
            </a:r>
            <a:r>
              <a:rPr sz="18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25" dirty="0">
                <a:solidFill>
                  <a:srgbClr val="FFFFFF"/>
                </a:solidFill>
                <a:latin typeface="Verdana"/>
                <a:cs typeface="Verdana"/>
              </a:rPr>
              <a:t>degré</a:t>
            </a:r>
            <a:r>
              <a:rPr sz="18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45" dirty="0">
                <a:solidFill>
                  <a:srgbClr val="FFFFFF"/>
                </a:solidFill>
                <a:latin typeface="Verdana"/>
                <a:cs typeface="Verdana"/>
              </a:rPr>
              <a:t>au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plus</a:t>
            </a:r>
            <a:r>
              <a:rPr sz="18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30" dirty="0">
                <a:solidFill>
                  <a:srgbClr val="FFFFFF"/>
                </a:solidFill>
                <a:latin typeface="Verdana"/>
                <a:cs typeface="Verdana"/>
              </a:rPr>
              <a:t>petit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320" dirty="0">
                <a:solidFill>
                  <a:srgbClr val="FFFFFF"/>
                </a:solidFill>
                <a:latin typeface="Verdana"/>
                <a:cs typeface="Verdana"/>
              </a:rPr>
              <a:t>: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b="1" spc="70" dirty="0">
                <a:solidFill>
                  <a:srgbClr val="CCFF33"/>
                </a:solidFill>
                <a:latin typeface="Tahoma"/>
                <a:cs typeface="Tahoma"/>
              </a:rPr>
              <a:t>C,</a:t>
            </a:r>
            <a:r>
              <a:rPr sz="1800" b="1" spc="-40" dirty="0">
                <a:solidFill>
                  <a:srgbClr val="CCFF33"/>
                </a:solidFill>
                <a:latin typeface="Tahoma"/>
                <a:cs typeface="Tahoma"/>
              </a:rPr>
              <a:t> </a:t>
            </a:r>
            <a:r>
              <a:rPr sz="1800" b="1" spc="-185" dirty="0">
                <a:solidFill>
                  <a:srgbClr val="CCFF33"/>
                </a:solidFill>
                <a:latin typeface="Tahoma"/>
                <a:cs typeface="Tahoma"/>
              </a:rPr>
              <a:t>D=E,</a:t>
            </a:r>
            <a:r>
              <a:rPr sz="1800" b="1" spc="-25" dirty="0">
                <a:solidFill>
                  <a:srgbClr val="CCFF33"/>
                </a:solidFill>
                <a:latin typeface="Tahoma"/>
                <a:cs typeface="Tahoma"/>
              </a:rPr>
              <a:t> </a:t>
            </a:r>
            <a:r>
              <a:rPr sz="1800" b="1" spc="-130" dirty="0">
                <a:solidFill>
                  <a:srgbClr val="CCFF33"/>
                </a:solidFill>
                <a:latin typeface="Tahoma"/>
                <a:cs typeface="Tahoma"/>
              </a:rPr>
              <a:t>B,</a:t>
            </a:r>
            <a:r>
              <a:rPr sz="1800" b="1" spc="-25" dirty="0">
                <a:solidFill>
                  <a:srgbClr val="CCFF33"/>
                </a:solidFill>
                <a:latin typeface="Tahoma"/>
                <a:cs typeface="Tahoma"/>
              </a:rPr>
              <a:t> </a:t>
            </a:r>
            <a:r>
              <a:rPr sz="1800" b="1" spc="95" dirty="0">
                <a:solidFill>
                  <a:srgbClr val="CCFF33"/>
                </a:solidFill>
                <a:latin typeface="Tahoma"/>
                <a:cs typeface="Tahoma"/>
              </a:rPr>
              <a:t>A</a:t>
            </a:r>
            <a:endParaRPr sz="1800">
              <a:latin typeface="Tahoma"/>
              <a:cs typeface="Tahoma"/>
            </a:endParaRPr>
          </a:p>
          <a:p>
            <a:pPr marL="193675" marR="5080" indent="-90170">
              <a:lnSpc>
                <a:spcPct val="165000"/>
              </a:lnSpc>
            </a:pPr>
            <a:r>
              <a:rPr sz="1800" spc="50" dirty="0">
                <a:solidFill>
                  <a:srgbClr val="FFFFFF"/>
                </a:solidFill>
                <a:latin typeface="Verdana"/>
                <a:cs typeface="Verdana"/>
              </a:rPr>
              <a:t>On 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choisit </a:t>
            </a:r>
            <a:r>
              <a:rPr sz="1800" spc="-5" dirty="0">
                <a:solidFill>
                  <a:srgbClr val="FFFFFF"/>
                </a:solidFill>
                <a:latin typeface="Verdana"/>
                <a:cs typeface="Verdana"/>
              </a:rPr>
              <a:t>une </a:t>
            </a: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couleur </a:t>
            </a:r>
            <a:r>
              <a:rPr sz="1800" spc="-25" dirty="0">
                <a:solidFill>
                  <a:srgbClr val="FFFFFF"/>
                </a:solidFill>
                <a:latin typeface="Verdana"/>
                <a:cs typeface="Verdana"/>
              </a:rPr>
              <a:t>pour </a:t>
            </a: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le </a:t>
            </a:r>
            <a:r>
              <a:rPr sz="1800" spc="-55" dirty="0">
                <a:solidFill>
                  <a:srgbClr val="FFFFFF"/>
                </a:solidFill>
                <a:latin typeface="Verdana"/>
                <a:cs typeface="Verdana"/>
              </a:rPr>
              <a:t>premier sommet (ici </a:t>
            </a:r>
            <a:r>
              <a:rPr sz="1800" spc="204" dirty="0">
                <a:solidFill>
                  <a:srgbClr val="FFFFFF"/>
                </a:solidFill>
                <a:latin typeface="Verdana"/>
                <a:cs typeface="Verdana"/>
              </a:rPr>
              <a:t>C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par </a:t>
            </a:r>
            <a:r>
              <a:rPr sz="1800" spc="-5" dirty="0">
                <a:solidFill>
                  <a:srgbClr val="FFFFFF"/>
                </a:solidFill>
                <a:latin typeface="Verdana"/>
                <a:cs typeface="Verdana"/>
              </a:rPr>
              <a:t>exemple </a:t>
            </a:r>
            <a:r>
              <a:rPr sz="1800" spc="-30" dirty="0">
                <a:solidFill>
                  <a:srgbClr val="FFFFFF"/>
                </a:solidFill>
                <a:latin typeface="Verdana"/>
                <a:cs typeface="Verdana"/>
              </a:rPr>
              <a:t>rouge) </a:t>
            </a:r>
            <a:r>
              <a:rPr sz="1800" spc="-6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Verdana"/>
                <a:cs typeface="Verdana"/>
              </a:rPr>
              <a:t>Colorie</a:t>
            </a:r>
            <a:r>
              <a:rPr sz="18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05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18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5" dirty="0">
                <a:solidFill>
                  <a:srgbClr val="FFFFFF"/>
                </a:solidFill>
                <a:latin typeface="Verdana"/>
                <a:cs typeface="Verdana"/>
              </a:rPr>
              <a:t>la</a:t>
            </a:r>
            <a:r>
              <a:rPr sz="18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5" dirty="0">
                <a:solidFill>
                  <a:srgbClr val="FFFFFF"/>
                </a:solidFill>
                <a:latin typeface="Verdana"/>
                <a:cs typeface="Verdana"/>
              </a:rPr>
              <a:t>même</a:t>
            </a:r>
            <a:r>
              <a:rPr sz="18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couleur</a:t>
            </a:r>
            <a:r>
              <a:rPr sz="18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tous</a:t>
            </a:r>
            <a:r>
              <a:rPr sz="18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95" dirty="0">
                <a:solidFill>
                  <a:srgbClr val="FFFFFF"/>
                </a:solidFill>
                <a:latin typeface="Verdana"/>
                <a:cs typeface="Verdana"/>
              </a:rPr>
              <a:t>les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sommets</a:t>
            </a:r>
            <a:r>
              <a:rPr sz="18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Verdana"/>
                <a:cs typeface="Verdana"/>
              </a:rPr>
              <a:t>non</a:t>
            </a:r>
            <a:r>
              <a:rPr sz="18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5" dirty="0">
                <a:solidFill>
                  <a:srgbClr val="FFFFFF"/>
                </a:solidFill>
                <a:latin typeface="Verdana"/>
                <a:cs typeface="Verdana"/>
              </a:rPr>
              <a:t>adjacents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45" dirty="0">
                <a:solidFill>
                  <a:srgbClr val="FFFFFF"/>
                </a:solidFill>
                <a:latin typeface="Verdana"/>
                <a:cs typeface="Verdana"/>
              </a:rPr>
              <a:t>au</a:t>
            </a:r>
            <a:r>
              <a:rPr sz="18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5" dirty="0">
                <a:solidFill>
                  <a:srgbClr val="FFFFFF"/>
                </a:solidFill>
                <a:latin typeface="Verdana"/>
                <a:cs typeface="Verdana"/>
              </a:rPr>
              <a:t>sommet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204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900">
              <a:latin typeface="Verdana"/>
              <a:cs typeface="Verdana"/>
            </a:endParaRPr>
          </a:p>
          <a:p>
            <a:pPr marL="193675" marR="313690" algn="just">
              <a:lnSpc>
                <a:spcPct val="100000"/>
              </a:lnSpc>
              <a:tabLst>
                <a:tab pos="7856220" algn="l"/>
              </a:tabLst>
            </a:pPr>
            <a:r>
              <a:rPr sz="1800" spc="50" dirty="0">
                <a:solidFill>
                  <a:srgbClr val="FFFFFF"/>
                </a:solidFill>
                <a:latin typeface="Verdana"/>
                <a:cs typeface="Verdana"/>
              </a:rPr>
              <a:t>On 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re-itère</a:t>
            </a:r>
            <a:r>
              <a:rPr sz="1800" spc="-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60" dirty="0">
                <a:solidFill>
                  <a:srgbClr val="FFFFFF"/>
                </a:solidFill>
                <a:latin typeface="Verdana"/>
                <a:cs typeface="Verdana"/>
              </a:rPr>
              <a:t>ce </a:t>
            </a:r>
            <a:r>
              <a:rPr sz="1800" spc="65" dirty="0">
                <a:solidFill>
                  <a:srgbClr val="FFFFFF"/>
                </a:solidFill>
                <a:latin typeface="Verdana"/>
                <a:cs typeface="Verdana"/>
              </a:rPr>
              <a:t>procédé </a:t>
            </a:r>
            <a:r>
              <a:rPr sz="1800" spc="100" dirty="0">
                <a:solidFill>
                  <a:srgbClr val="FFFFFF"/>
                </a:solidFill>
                <a:latin typeface="Verdana"/>
                <a:cs typeface="Verdana"/>
              </a:rPr>
              <a:t>avec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une</a:t>
            </a:r>
            <a:r>
              <a:rPr sz="1800" spc="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30" dirty="0">
                <a:solidFill>
                  <a:srgbClr val="FFFFFF"/>
                </a:solidFill>
                <a:latin typeface="Verdana"/>
                <a:cs typeface="Verdana"/>
              </a:rPr>
              <a:t>autre</a:t>
            </a:r>
            <a:r>
              <a:rPr sz="1800" spc="-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Verdana"/>
                <a:cs typeface="Verdana"/>
              </a:rPr>
              <a:t>couleur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Verdana"/>
                <a:cs typeface="Verdana"/>
              </a:rPr>
              <a:t>pour</a:t>
            </a:r>
            <a:r>
              <a:rPr sz="1800" spc="-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le</a:t>
            </a: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Verdana"/>
                <a:cs typeface="Verdana"/>
              </a:rPr>
              <a:t>premier 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Verdana"/>
                <a:cs typeface="Verdana"/>
              </a:rPr>
              <a:t>sommet </a:t>
            </a:r>
            <a:r>
              <a:rPr sz="1800" spc="-5" dirty="0">
                <a:solidFill>
                  <a:srgbClr val="FFFFFF"/>
                </a:solidFill>
                <a:latin typeface="Verdana"/>
                <a:cs typeface="Verdana"/>
              </a:rPr>
              <a:t>non colorié </a:t>
            </a:r>
            <a:r>
              <a:rPr sz="1800" spc="105" dirty="0">
                <a:solidFill>
                  <a:srgbClr val="FFFFFF"/>
                </a:solidFill>
                <a:latin typeface="Verdana"/>
                <a:cs typeface="Verdana"/>
              </a:rPr>
              <a:t>de </a:t>
            </a:r>
            <a:r>
              <a:rPr sz="1800" spc="15" dirty="0">
                <a:solidFill>
                  <a:srgbClr val="FFFFFF"/>
                </a:solidFill>
                <a:latin typeface="Verdana"/>
                <a:cs typeface="Verdana"/>
              </a:rPr>
              <a:t>la </a:t>
            </a:r>
            <a:r>
              <a:rPr sz="1800" spc="-114" dirty="0">
                <a:solidFill>
                  <a:srgbClr val="FFFFFF"/>
                </a:solidFill>
                <a:latin typeface="Verdana"/>
                <a:cs typeface="Verdana"/>
              </a:rPr>
              <a:t>liste. </a:t>
            </a:r>
            <a:r>
              <a:rPr sz="1800" spc="-55" dirty="0">
                <a:solidFill>
                  <a:srgbClr val="FFFFFF"/>
                </a:solidFill>
                <a:latin typeface="Verdana"/>
                <a:cs typeface="Verdana"/>
              </a:rPr>
              <a:t>Nous </a:t>
            </a:r>
            <a:r>
              <a:rPr sz="1800" spc="-25" dirty="0">
                <a:solidFill>
                  <a:srgbClr val="FFFFFF"/>
                </a:solidFill>
                <a:latin typeface="Verdana"/>
                <a:cs typeface="Verdana"/>
              </a:rPr>
              <a:t>colorons </a:t>
            </a: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le </a:t>
            </a:r>
            <a:r>
              <a:rPr sz="1800" spc="-50" dirty="0">
                <a:solidFill>
                  <a:srgbClr val="FFFFFF"/>
                </a:solidFill>
                <a:latin typeface="Verdana"/>
                <a:cs typeface="Verdana"/>
              </a:rPr>
              <a:t>sommet D </a:t>
            </a:r>
            <a:r>
              <a:rPr sz="1800" spc="35" dirty="0">
                <a:solidFill>
                  <a:srgbClr val="FFFFFF"/>
                </a:solidFill>
                <a:latin typeface="Verdana"/>
                <a:cs typeface="Verdana"/>
              </a:rPr>
              <a:t>en </a:t>
            </a:r>
            <a:r>
              <a:rPr sz="1800" spc="-25" dirty="0">
                <a:solidFill>
                  <a:srgbClr val="FFFFFF"/>
                </a:solidFill>
                <a:latin typeface="Verdana"/>
                <a:cs typeface="Verdana"/>
              </a:rPr>
              <a:t>jaune </a:t>
            </a:r>
            <a:r>
              <a:rPr sz="1800" spc="-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ainsi</a:t>
            </a:r>
            <a:r>
              <a:rPr sz="18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50" dirty="0">
                <a:solidFill>
                  <a:srgbClr val="FFFFFF"/>
                </a:solidFill>
                <a:latin typeface="Verdana"/>
                <a:cs typeface="Verdana"/>
              </a:rPr>
              <a:t>que</a:t>
            </a:r>
            <a:r>
              <a:rPr sz="18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le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5" dirty="0">
                <a:solidFill>
                  <a:srgbClr val="FFFFFF"/>
                </a:solidFill>
                <a:latin typeface="Verdana"/>
                <a:cs typeface="Verdana"/>
              </a:rPr>
              <a:t>sommet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204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(ne</a:t>
            </a:r>
            <a:r>
              <a:rPr sz="1800" spc="-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sont</a:t>
            </a:r>
            <a:r>
              <a:rPr sz="18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pas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30" dirty="0">
                <a:solidFill>
                  <a:srgbClr val="FFFFFF"/>
                </a:solidFill>
                <a:latin typeface="Verdana"/>
                <a:cs typeface="Verdana"/>
              </a:rPr>
              <a:t>adjacents).	</a:t>
            </a:r>
            <a:r>
              <a:rPr sz="2700" spc="-75" baseline="1543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endParaRPr sz="2700" baseline="1543">
              <a:latin typeface="Verdana"/>
              <a:cs typeface="Verdana"/>
            </a:endParaRPr>
          </a:p>
          <a:p>
            <a:pPr marL="1308100" algn="ctr">
              <a:lnSpc>
                <a:spcPts val="2100"/>
              </a:lnSpc>
            </a:pPr>
            <a:r>
              <a:rPr sz="1800" spc="10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endParaRPr sz="1800">
              <a:latin typeface="Verdana"/>
              <a:cs typeface="Verdana"/>
            </a:endParaRPr>
          </a:p>
          <a:p>
            <a:pPr marR="2272665" algn="r">
              <a:lnSpc>
                <a:spcPct val="100000"/>
              </a:lnSpc>
              <a:spcBef>
                <a:spcPts val="1345"/>
              </a:spcBef>
            </a:pPr>
            <a:r>
              <a:rPr sz="1800" spc="-17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863038" y="6514773"/>
            <a:ext cx="211454" cy="30607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spc="204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877530" y="6694594"/>
            <a:ext cx="156845" cy="30607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spc="-204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518618" y="6888581"/>
            <a:ext cx="193675" cy="212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105" dirty="0">
                <a:solidFill>
                  <a:srgbClr val="FFFFFF"/>
                </a:solidFill>
                <a:latin typeface="Verdana"/>
                <a:cs typeface="Verdana"/>
              </a:rPr>
              <a:t>4</a:t>
            </a:r>
            <a:r>
              <a:rPr sz="1200" spc="-100" dirty="0">
                <a:solidFill>
                  <a:srgbClr val="FFFFFF"/>
                </a:solidFill>
                <a:latin typeface="Verdana"/>
                <a:cs typeface="Verdana"/>
              </a:rPr>
              <a:t>1</a:t>
            </a:r>
            <a:endParaRPr sz="1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3124" y="810768"/>
            <a:ext cx="5672328" cy="308101"/>
          </a:xfrm>
          <a:prstGeom prst="rect">
            <a:avLst/>
          </a:prstGeom>
        </p:spPr>
      </p:pic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086612" y="1330451"/>
          <a:ext cx="6097270" cy="74142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6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66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332">
                <a:tc gridSpan="6"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325"/>
                        </a:spcBef>
                        <a:tabLst>
                          <a:tab pos="1447800" algn="l"/>
                          <a:tab pos="2479675" algn="l"/>
                          <a:tab pos="3477260" algn="l"/>
                          <a:tab pos="4500880" algn="l"/>
                          <a:tab pos="5534660" algn="l"/>
                        </a:tabLst>
                      </a:pPr>
                      <a:r>
                        <a:rPr sz="1600" b="1" spc="-4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sommet	</a:t>
                      </a:r>
                      <a:r>
                        <a:rPr sz="1600" b="1" spc="8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A	</a:t>
                      </a:r>
                      <a:r>
                        <a:rPr sz="1600" b="1" spc="-17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B	</a:t>
                      </a:r>
                      <a:r>
                        <a:rPr sz="1600" b="1" spc="17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C	</a:t>
                      </a:r>
                      <a:r>
                        <a:rPr sz="1600" b="1" spc="-9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D	</a:t>
                      </a:r>
                      <a:r>
                        <a:rPr sz="1600" b="1" spc="-15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E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57E8"/>
                      </a:solidFill>
                      <a:prstDash val="solid"/>
                    </a:lnL>
                    <a:lnR w="12700">
                      <a:solidFill>
                        <a:srgbClr val="0057E8"/>
                      </a:solidFill>
                      <a:prstDash val="solid"/>
                    </a:lnR>
                    <a:lnT w="19050">
                      <a:solidFill>
                        <a:srgbClr val="0057E8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005BD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094">
                <a:tc>
                  <a:txBody>
                    <a:bodyPr/>
                    <a:lstStyle/>
                    <a:p>
                      <a:pPr marL="2038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spc="-5" dirty="0">
                          <a:latin typeface="Verdana"/>
                          <a:cs typeface="Verdana"/>
                        </a:rPr>
                        <a:t>Degré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57E8"/>
                      </a:solidFill>
                      <a:prstDash val="solid"/>
                    </a:lnL>
                    <a:lnR w="19050">
                      <a:solidFill>
                        <a:srgbClr val="0057E8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57E8"/>
                      </a:solidFill>
                      <a:prstDash val="solid"/>
                    </a:lnB>
                    <a:solidFill>
                      <a:srgbClr val="99B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0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57E8"/>
                      </a:solidFill>
                      <a:prstDash val="solid"/>
                    </a:lnL>
                    <a:lnR w="12700">
                      <a:solidFill>
                        <a:srgbClr val="0057E8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57E8"/>
                      </a:solidFill>
                      <a:prstDash val="solid"/>
                    </a:lnB>
                    <a:solidFill>
                      <a:srgbClr val="99BDED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1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57E8"/>
                      </a:solidFill>
                      <a:prstDash val="solid"/>
                    </a:lnL>
                    <a:lnR w="12700">
                      <a:solidFill>
                        <a:srgbClr val="0057E8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57E8"/>
                      </a:solidFill>
                      <a:prstDash val="solid"/>
                    </a:lnB>
                    <a:solidFill>
                      <a:srgbClr val="99B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3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57E8"/>
                      </a:solidFill>
                      <a:prstDash val="solid"/>
                    </a:lnL>
                    <a:lnR w="19050">
                      <a:solidFill>
                        <a:srgbClr val="0057E8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57E8"/>
                      </a:solidFill>
                      <a:prstDash val="solid"/>
                    </a:lnB>
                    <a:solidFill>
                      <a:srgbClr val="99B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2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57E8"/>
                      </a:solidFill>
                      <a:prstDash val="solid"/>
                    </a:lnL>
                    <a:lnR w="12700">
                      <a:solidFill>
                        <a:srgbClr val="0057E8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57E8"/>
                      </a:solidFill>
                      <a:prstDash val="solid"/>
                    </a:lnB>
                    <a:solidFill>
                      <a:srgbClr val="99BDED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2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57E8"/>
                      </a:solidFill>
                      <a:prstDash val="solid"/>
                    </a:lnL>
                    <a:lnR w="12700">
                      <a:solidFill>
                        <a:srgbClr val="0057E8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57E8"/>
                      </a:solidFill>
                      <a:prstDash val="solid"/>
                    </a:lnB>
                    <a:solidFill>
                      <a:srgbClr val="99B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4" name="object 4"/>
          <p:cNvGrpSpPr/>
          <p:nvPr/>
        </p:nvGrpSpPr>
        <p:grpSpPr>
          <a:xfrm>
            <a:off x="1086612" y="1330451"/>
            <a:ext cx="6108700" cy="754380"/>
            <a:chOff x="1086612" y="1330451"/>
            <a:chExt cx="6108700" cy="75438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92708" y="1336548"/>
              <a:ext cx="6095999" cy="74218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86612" y="1330451"/>
              <a:ext cx="6108192" cy="754380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772668" y="3779519"/>
            <a:ext cx="9144000" cy="3429000"/>
            <a:chOff x="772668" y="3779519"/>
            <a:chExt cx="9144000" cy="3429000"/>
          </a:xfrm>
        </p:grpSpPr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2668" y="3779520"/>
              <a:ext cx="9143999" cy="34290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3781044"/>
              <a:ext cx="5925311" cy="102412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405628" y="5021592"/>
              <a:ext cx="4025265" cy="1757680"/>
            </a:xfrm>
            <a:custGeom>
              <a:avLst/>
              <a:gdLst/>
              <a:ahLst/>
              <a:cxnLst/>
              <a:rect l="l" t="t" r="r" b="b"/>
              <a:pathLst>
                <a:path w="4025265" h="1757679">
                  <a:moveTo>
                    <a:pt x="384048" y="275844"/>
                  </a:moveTo>
                  <a:lnTo>
                    <a:pt x="381000" y="256032"/>
                  </a:lnTo>
                  <a:lnTo>
                    <a:pt x="376428" y="237744"/>
                  </a:lnTo>
                  <a:lnTo>
                    <a:pt x="361188" y="204216"/>
                  </a:lnTo>
                  <a:lnTo>
                    <a:pt x="359664" y="201422"/>
                  </a:lnTo>
                  <a:lnTo>
                    <a:pt x="359664" y="297180"/>
                  </a:lnTo>
                  <a:lnTo>
                    <a:pt x="356616" y="330708"/>
                  </a:lnTo>
                  <a:lnTo>
                    <a:pt x="338328" y="376428"/>
                  </a:lnTo>
                  <a:lnTo>
                    <a:pt x="298704" y="425196"/>
                  </a:lnTo>
                  <a:lnTo>
                    <a:pt x="256032" y="451104"/>
                  </a:lnTo>
                  <a:lnTo>
                    <a:pt x="192024" y="463296"/>
                  </a:lnTo>
                  <a:lnTo>
                    <a:pt x="173736" y="461772"/>
                  </a:lnTo>
                  <a:lnTo>
                    <a:pt x="111252" y="443484"/>
                  </a:lnTo>
                  <a:lnTo>
                    <a:pt x="73152" y="414528"/>
                  </a:lnTo>
                  <a:lnTo>
                    <a:pt x="44196" y="374904"/>
                  </a:lnTo>
                  <a:lnTo>
                    <a:pt x="27432" y="329184"/>
                  </a:lnTo>
                  <a:lnTo>
                    <a:pt x="24384" y="295656"/>
                  </a:lnTo>
                  <a:lnTo>
                    <a:pt x="25908" y="278892"/>
                  </a:lnTo>
                  <a:lnTo>
                    <a:pt x="38100" y="230124"/>
                  </a:lnTo>
                  <a:lnTo>
                    <a:pt x="64008" y="188976"/>
                  </a:lnTo>
                  <a:lnTo>
                    <a:pt x="99060" y="156972"/>
                  </a:lnTo>
                  <a:lnTo>
                    <a:pt x="143256" y="135636"/>
                  </a:lnTo>
                  <a:lnTo>
                    <a:pt x="193548" y="128016"/>
                  </a:lnTo>
                  <a:lnTo>
                    <a:pt x="210312" y="129540"/>
                  </a:lnTo>
                  <a:lnTo>
                    <a:pt x="257556" y="141732"/>
                  </a:lnTo>
                  <a:lnTo>
                    <a:pt x="310896" y="178308"/>
                  </a:lnTo>
                  <a:lnTo>
                    <a:pt x="339852" y="216408"/>
                  </a:lnTo>
                  <a:lnTo>
                    <a:pt x="356616" y="263652"/>
                  </a:lnTo>
                  <a:lnTo>
                    <a:pt x="359664" y="297180"/>
                  </a:lnTo>
                  <a:lnTo>
                    <a:pt x="359664" y="201422"/>
                  </a:lnTo>
                  <a:lnTo>
                    <a:pt x="327660" y="160020"/>
                  </a:lnTo>
                  <a:lnTo>
                    <a:pt x="286004" y="128016"/>
                  </a:lnTo>
                  <a:lnTo>
                    <a:pt x="283464" y="126492"/>
                  </a:lnTo>
                  <a:lnTo>
                    <a:pt x="266700" y="118872"/>
                  </a:lnTo>
                  <a:lnTo>
                    <a:pt x="248412" y="111252"/>
                  </a:lnTo>
                  <a:lnTo>
                    <a:pt x="230124" y="106680"/>
                  </a:lnTo>
                  <a:lnTo>
                    <a:pt x="211836" y="103632"/>
                  </a:lnTo>
                  <a:lnTo>
                    <a:pt x="192024" y="103632"/>
                  </a:lnTo>
                  <a:lnTo>
                    <a:pt x="152400" y="106680"/>
                  </a:lnTo>
                  <a:lnTo>
                    <a:pt x="115824" y="118872"/>
                  </a:lnTo>
                  <a:lnTo>
                    <a:pt x="68580" y="147828"/>
                  </a:lnTo>
                  <a:lnTo>
                    <a:pt x="32004" y="188976"/>
                  </a:lnTo>
                  <a:lnTo>
                    <a:pt x="7620" y="239268"/>
                  </a:lnTo>
                  <a:lnTo>
                    <a:pt x="0" y="277368"/>
                  </a:lnTo>
                  <a:lnTo>
                    <a:pt x="0" y="316992"/>
                  </a:lnTo>
                  <a:lnTo>
                    <a:pt x="15240" y="371856"/>
                  </a:lnTo>
                  <a:lnTo>
                    <a:pt x="44196" y="419100"/>
                  </a:lnTo>
                  <a:lnTo>
                    <a:pt x="100584" y="466344"/>
                  </a:lnTo>
                  <a:lnTo>
                    <a:pt x="153924" y="484632"/>
                  </a:lnTo>
                  <a:lnTo>
                    <a:pt x="193548" y="489204"/>
                  </a:lnTo>
                  <a:lnTo>
                    <a:pt x="211836" y="487680"/>
                  </a:lnTo>
                  <a:lnTo>
                    <a:pt x="249936" y="480060"/>
                  </a:lnTo>
                  <a:lnTo>
                    <a:pt x="284988" y="464820"/>
                  </a:lnTo>
                  <a:lnTo>
                    <a:pt x="287528" y="463296"/>
                  </a:lnTo>
                  <a:lnTo>
                    <a:pt x="300228" y="455676"/>
                  </a:lnTo>
                  <a:lnTo>
                    <a:pt x="341376" y="417576"/>
                  </a:lnTo>
                  <a:lnTo>
                    <a:pt x="370332" y="370332"/>
                  </a:lnTo>
                  <a:lnTo>
                    <a:pt x="381000" y="333756"/>
                  </a:lnTo>
                  <a:lnTo>
                    <a:pt x="384048" y="315468"/>
                  </a:lnTo>
                  <a:lnTo>
                    <a:pt x="384048" y="275844"/>
                  </a:lnTo>
                  <a:close/>
                </a:path>
                <a:path w="4025265" h="1757679">
                  <a:moveTo>
                    <a:pt x="4024871" y="1368539"/>
                  </a:moveTo>
                  <a:lnTo>
                    <a:pt x="4020299" y="1330439"/>
                  </a:lnTo>
                  <a:lnTo>
                    <a:pt x="4009631" y="1293863"/>
                  </a:lnTo>
                  <a:lnTo>
                    <a:pt x="3998963" y="1274559"/>
                  </a:lnTo>
                  <a:lnTo>
                    <a:pt x="3998963" y="1353299"/>
                  </a:lnTo>
                  <a:lnTo>
                    <a:pt x="3998963" y="1370063"/>
                  </a:lnTo>
                  <a:lnTo>
                    <a:pt x="3991343" y="1420355"/>
                  </a:lnTo>
                  <a:lnTo>
                    <a:pt x="3970007" y="1464551"/>
                  </a:lnTo>
                  <a:lnTo>
                    <a:pt x="3938003" y="1499603"/>
                  </a:lnTo>
                  <a:lnTo>
                    <a:pt x="3896855" y="1523987"/>
                  </a:lnTo>
                  <a:lnTo>
                    <a:pt x="3848087" y="1536179"/>
                  </a:lnTo>
                  <a:lnTo>
                    <a:pt x="3831323" y="1537703"/>
                  </a:lnTo>
                  <a:lnTo>
                    <a:pt x="3814559" y="1536179"/>
                  </a:lnTo>
                  <a:lnTo>
                    <a:pt x="3765791" y="1523987"/>
                  </a:lnTo>
                  <a:lnTo>
                    <a:pt x="3724643" y="1498079"/>
                  </a:lnTo>
                  <a:lnTo>
                    <a:pt x="3692639" y="1463027"/>
                  </a:lnTo>
                  <a:lnTo>
                    <a:pt x="3671303" y="1418831"/>
                  </a:lnTo>
                  <a:lnTo>
                    <a:pt x="3668255" y="1402067"/>
                  </a:lnTo>
                  <a:lnTo>
                    <a:pt x="3665207" y="1386827"/>
                  </a:lnTo>
                  <a:lnTo>
                    <a:pt x="3663683" y="1368539"/>
                  </a:lnTo>
                  <a:lnTo>
                    <a:pt x="3665207" y="1351775"/>
                  </a:lnTo>
                  <a:lnTo>
                    <a:pt x="3668255" y="1335011"/>
                  </a:lnTo>
                  <a:lnTo>
                    <a:pt x="3685019" y="1289291"/>
                  </a:lnTo>
                  <a:lnTo>
                    <a:pt x="3713975" y="1251191"/>
                  </a:lnTo>
                  <a:lnTo>
                    <a:pt x="3752075" y="1222235"/>
                  </a:lnTo>
                  <a:lnTo>
                    <a:pt x="3799319" y="1205471"/>
                  </a:lnTo>
                  <a:lnTo>
                    <a:pt x="3832847" y="1202423"/>
                  </a:lnTo>
                  <a:lnTo>
                    <a:pt x="3866375" y="1205471"/>
                  </a:lnTo>
                  <a:lnTo>
                    <a:pt x="3912095" y="1222235"/>
                  </a:lnTo>
                  <a:lnTo>
                    <a:pt x="3950195" y="1251191"/>
                  </a:lnTo>
                  <a:lnTo>
                    <a:pt x="3986771" y="1304531"/>
                  </a:lnTo>
                  <a:lnTo>
                    <a:pt x="3998963" y="1353299"/>
                  </a:lnTo>
                  <a:lnTo>
                    <a:pt x="3998963" y="1274559"/>
                  </a:lnTo>
                  <a:lnTo>
                    <a:pt x="3966959" y="1232903"/>
                  </a:lnTo>
                  <a:lnTo>
                    <a:pt x="3927564" y="1202423"/>
                  </a:lnTo>
                  <a:lnTo>
                    <a:pt x="3887711" y="1185659"/>
                  </a:lnTo>
                  <a:lnTo>
                    <a:pt x="3846995" y="1177721"/>
                  </a:lnTo>
                  <a:lnTo>
                    <a:pt x="3876941" y="324167"/>
                  </a:lnTo>
                  <a:lnTo>
                    <a:pt x="3904488" y="284988"/>
                  </a:lnTo>
                  <a:lnTo>
                    <a:pt x="3919728" y="249936"/>
                  </a:lnTo>
                  <a:lnTo>
                    <a:pt x="3927348" y="211836"/>
                  </a:lnTo>
                  <a:lnTo>
                    <a:pt x="3927348" y="173736"/>
                  </a:lnTo>
                  <a:lnTo>
                    <a:pt x="3919728" y="135636"/>
                  </a:lnTo>
                  <a:lnTo>
                    <a:pt x="3904488" y="100584"/>
                  </a:lnTo>
                  <a:lnTo>
                    <a:pt x="3902964" y="98044"/>
                  </a:lnTo>
                  <a:lnTo>
                    <a:pt x="3902964" y="193548"/>
                  </a:lnTo>
                  <a:lnTo>
                    <a:pt x="3901440" y="211836"/>
                  </a:lnTo>
                  <a:lnTo>
                    <a:pt x="3898392" y="227076"/>
                  </a:lnTo>
                  <a:lnTo>
                    <a:pt x="3895344" y="243840"/>
                  </a:lnTo>
                  <a:lnTo>
                    <a:pt x="3889248" y="259080"/>
                  </a:lnTo>
                  <a:lnTo>
                    <a:pt x="3881628" y="274320"/>
                  </a:lnTo>
                  <a:lnTo>
                    <a:pt x="3874008" y="288036"/>
                  </a:lnTo>
                  <a:lnTo>
                    <a:pt x="3852672" y="312420"/>
                  </a:lnTo>
                  <a:lnTo>
                    <a:pt x="3847020" y="317373"/>
                  </a:lnTo>
                  <a:lnTo>
                    <a:pt x="3847020" y="350774"/>
                  </a:lnTo>
                  <a:lnTo>
                    <a:pt x="3818001" y="1177544"/>
                  </a:lnTo>
                  <a:lnTo>
                    <a:pt x="3811511" y="1178039"/>
                  </a:lnTo>
                  <a:lnTo>
                    <a:pt x="3791699" y="1181087"/>
                  </a:lnTo>
                  <a:lnTo>
                    <a:pt x="3723119" y="1210043"/>
                  </a:lnTo>
                  <a:lnTo>
                    <a:pt x="3681971" y="1248143"/>
                  </a:lnTo>
                  <a:lnTo>
                    <a:pt x="3654539" y="1295387"/>
                  </a:lnTo>
                  <a:lnTo>
                    <a:pt x="3642347" y="1331963"/>
                  </a:lnTo>
                  <a:lnTo>
                    <a:pt x="3639299" y="1350251"/>
                  </a:lnTo>
                  <a:lnTo>
                    <a:pt x="3639299" y="1352397"/>
                  </a:lnTo>
                  <a:lnTo>
                    <a:pt x="2062302" y="944016"/>
                  </a:lnTo>
                  <a:lnTo>
                    <a:pt x="2089404" y="899147"/>
                  </a:lnTo>
                  <a:lnTo>
                    <a:pt x="2100072" y="862571"/>
                  </a:lnTo>
                  <a:lnTo>
                    <a:pt x="2104644" y="824471"/>
                  </a:lnTo>
                  <a:lnTo>
                    <a:pt x="2103120" y="804659"/>
                  </a:lnTo>
                  <a:lnTo>
                    <a:pt x="2100072" y="784847"/>
                  </a:lnTo>
                  <a:lnTo>
                    <a:pt x="2095500" y="766559"/>
                  </a:lnTo>
                  <a:lnTo>
                    <a:pt x="2089404" y="749795"/>
                  </a:lnTo>
                  <a:lnTo>
                    <a:pt x="2078723" y="730224"/>
                  </a:lnTo>
                  <a:lnTo>
                    <a:pt x="2078723" y="825995"/>
                  </a:lnTo>
                  <a:lnTo>
                    <a:pt x="2075688" y="859523"/>
                  </a:lnTo>
                  <a:lnTo>
                    <a:pt x="2058924" y="905243"/>
                  </a:lnTo>
                  <a:lnTo>
                    <a:pt x="2029955" y="943343"/>
                  </a:lnTo>
                  <a:lnTo>
                    <a:pt x="1990344" y="972299"/>
                  </a:lnTo>
                  <a:lnTo>
                    <a:pt x="1959864" y="984491"/>
                  </a:lnTo>
                  <a:lnTo>
                    <a:pt x="1944624" y="989063"/>
                  </a:lnTo>
                  <a:lnTo>
                    <a:pt x="1911096" y="992111"/>
                  </a:lnTo>
                  <a:lnTo>
                    <a:pt x="1877555" y="989063"/>
                  </a:lnTo>
                  <a:lnTo>
                    <a:pt x="1860804" y="984491"/>
                  </a:lnTo>
                  <a:lnTo>
                    <a:pt x="1816608" y="963155"/>
                  </a:lnTo>
                  <a:lnTo>
                    <a:pt x="1781556" y="931151"/>
                  </a:lnTo>
                  <a:lnTo>
                    <a:pt x="1757172" y="890003"/>
                  </a:lnTo>
                  <a:lnTo>
                    <a:pt x="1744980" y="841235"/>
                  </a:lnTo>
                  <a:lnTo>
                    <a:pt x="1743456" y="824471"/>
                  </a:lnTo>
                  <a:lnTo>
                    <a:pt x="1744980" y="807707"/>
                  </a:lnTo>
                  <a:lnTo>
                    <a:pt x="1757172" y="758939"/>
                  </a:lnTo>
                  <a:lnTo>
                    <a:pt x="1783080" y="717791"/>
                  </a:lnTo>
                  <a:lnTo>
                    <a:pt x="1818132" y="685787"/>
                  </a:lnTo>
                  <a:lnTo>
                    <a:pt x="1862328" y="664451"/>
                  </a:lnTo>
                  <a:lnTo>
                    <a:pt x="1879079" y="661403"/>
                  </a:lnTo>
                  <a:lnTo>
                    <a:pt x="1894332" y="658355"/>
                  </a:lnTo>
                  <a:lnTo>
                    <a:pt x="1912620" y="656831"/>
                  </a:lnTo>
                  <a:lnTo>
                    <a:pt x="1929384" y="658355"/>
                  </a:lnTo>
                  <a:lnTo>
                    <a:pt x="1946148" y="661403"/>
                  </a:lnTo>
                  <a:lnTo>
                    <a:pt x="1991855" y="678167"/>
                  </a:lnTo>
                  <a:lnTo>
                    <a:pt x="2029955" y="707123"/>
                  </a:lnTo>
                  <a:lnTo>
                    <a:pt x="2058924" y="745223"/>
                  </a:lnTo>
                  <a:lnTo>
                    <a:pt x="2075688" y="792467"/>
                  </a:lnTo>
                  <a:lnTo>
                    <a:pt x="2078723" y="825995"/>
                  </a:lnTo>
                  <a:lnTo>
                    <a:pt x="2078723" y="730224"/>
                  </a:lnTo>
                  <a:lnTo>
                    <a:pt x="2071116" y="716267"/>
                  </a:lnTo>
                  <a:lnTo>
                    <a:pt x="2062645" y="705396"/>
                  </a:lnTo>
                  <a:lnTo>
                    <a:pt x="3543300" y="212852"/>
                  </a:lnTo>
                  <a:lnTo>
                    <a:pt x="3543300" y="213360"/>
                  </a:lnTo>
                  <a:lnTo>
                    <a:pt x="3546348" y="233172"/>
                  </a:lnTo>
                  <a:lnTo>
                    <a:pt x="3558540" y="269748"/>
                  </a:lnTo>
                  <a:lnTo>
                    <a:pt x="3587496" y="316992"/>
                  </a:lnTo>
                  <a:lnTo>
                    <a:pt x="3628644" y="353568"/>
                  </a:lnTo>
                  <a:lnTo>
                    <a:pt x="3678936" y="377952"/>
                  </a:lnTo>
                  <a:lnTo>
                    <a:pt x="3715512" y="385572"/>
                  </a:lnTo>
                  <a:lnTo>
                    <a:pt x="3755136" y="385572"/>
                  </a:lnTo>
                  <a:lnTo>
                    <a:pt x="3793236" y="377952"/>
                  </a:lnTo>
                  <a:lnTo>
                    <a:pt x="3828288" y="362712"/>
                  </a:lnTo>
                  <a:lnTo>
                    <a:pt x="3830828" y="361188"/>
                  </a:lnTo>
                  <a:lnTo>
                    <a:pt x="3843528" y="353568"/>
                  </a:lnTo>
                  <a:lnTo>
                    <a:pt x="3847020" y="350774"/>
                  </a:lnTo>
                  <a:lnTo>
                    <a:pt x="3847020" y="317373"/>
                  </a:lnTo>
                  <a:lnTo>
                    <a:pt x="3840480" y="323088"/>
                  </a:lnTo>
                  <a:lnTo>
                    <a:pt x="3828288" y="332232"/>
                  </a:lnTo>
                  <a:lnTo>
                    <a:pt x="3814572" y="341376"/>
                  </a:lnTo>
                  <a:lnTo>
                    <a:pt x="3784092" y="353568"/>
                  </a:lnTo>
                  <a:lnTo>
                    <a:pt x="3768852" y="358140"/>
                  </a:lnTo>
                  <a:lnTo>
                    <a:pt x="3735324" y="361188"/>
                  </a:lnTo>
                  <a:lnTo>
                    <a:pt x="3717036" y="359664"/>
                  </a:lnTo>
                  <a:lnTo>
                    <a:pt x="3669792" y="347472"/>
                  </a:lnTo>
                  <a:lnTo>
                    <a:pt x="3616452" y="310896"/>
                  </a:lnTo>
                  <a:lnTo>
                    <a:pt x="3587496" y="272796"/>
                  </a:lnTo>
                  <a:lnTo>
                    <a:pt x="3570732" y="227076"/>
                  </a:lnTo>
                  <a:lnTo>
                    <a:pt x="3567684" y="192024"/>
                  </a:lnTo>
                  <a:lnTo>
                    <a:pt x="3570732" y="158496"/>
                  </a:lnTo>
                  <a:lnTo>
                    <a:pt x="3589020" y="112776"/>
                  </a:lnTo>
                  <a:lnTo>
                    <a:pt x="3617976" y="74676"/>
                  </a:lnTo>
                  <a:lnTo>
                    <a:pt x="3656076" y="45720"/>
                  </a:lnTo>
                  <a:lnTo>
                    <a:pt x="3701796" y="28956"/>
                  </a:lnTo>
                  <a:lnTo>
                    <a:pt x="3735324" y="25908"/>
                  </a:lnTo>
                  <a:lnTo>
                    <a:pt x="3770376" y="28956"/>
                  </a:lnTo>
                  <a:lnTo>
                    <a:pt x="3816096" y="47244"/>
                  </a:lnTo>
                  <a:lnTo>
                    <a:pt x="3864864" y="86868"/>
                  </a:lnTo>
                  <a:lnTo>
                    <a:pt x="3895344" y="144780"/>
                  </a:lnTo>
                  <a:lnTo>
                    <a:pt x="3902964" y="193548"/>
                  </a:lnTo>
                  <a:lnTo>
                    <a:pt x="3902964" y="98044"/>
                  </a:lnTo>
                  <a:lnTo>
                    <a:pt x="3870960" y="56388"/>
                  </a:lnTo>
                  <a:lnTo>
                    <a:pt x="3829304" y="25908"/>
                  </a:lnTo>
                  <a:lnTo>
                    <a:pt x="3826764" y="24384"/>
                  </a:lnTo>
                  <a:lnTo>
                    <a:pt x="3791712" y="9144"/>
                  </a:lnTo>
                  <a:lnTo>
                    <a:pt x="3753612" y="1524"/>
                  </a:lnTo>
                  <a:lnTo>
                    <a:pt x="3735324" y="0"/>
                  </a:lnTo>
                  <a:lnTo>
                    <a:pt x="3715512" y="1524"/>
                  </a:lnTo>
                  <a:lnTo>
                    <a:pt x="3677412" y="9144"/>
                  </a:lnTo>
                  <a:lnTo>
                    <a:pt x="3642360" y="24384"/>
                  </a:lnTo>
                  <a:lnTo>
                    <a:pt x="3598164" y="57912"/>
                  </a:lnTo>
                  <a:lnTo>
                    <a:pt x="3566160" y="102108"/>
                  </a:lnTo>
                  <a:lnTo>
                    <a:pt x="3550920" y="137160"/>
                  </a:lnTo>
                  <a:lnTo>
                    <a:pt x="3543300" y="173736"/>
                  </a:lnTo>
                  <a:lnTo>
                    <a:pt x="3543300" y="182372"/>
                  </a:lnTo>
                  <a:lnTo>
                    <a:pt x="2040242" y="682371"/>
                  </a:lnTo>
                  <a:lnTo>
                    <a:pt x="2033003" y="675119"/>
                  </a:lnTo>
                  <a:lnTo>
                    <a:pt x="2019300" y="664451"/>
                  </a:lnTo>
                  <a:lnTo>
                    <a:pt x="2005330" y="656831"/>
                  </a:lnTo>
                  <a:lnTo>
                    <a:pt x="2002536" y="655307"/>
                  </a:lnTo>
                  <a:lnTo>
                    <a:pt x="1985772" y="647687"/>
                  </a:lnTo>
                  <a:lnTo>
                    <a:pt x="1967484" y="640067"/>
                  </a:lnTo>
                  <a:lnTo>
                    <a:pt x="1949196" y="635495"/>
                  </a:lnTo>
                  <a:lnTo>
                    <a:pt x="1930908" y="632447"/>
                  </a:lnTo>
                  <a:lnTo>
                    <a:pt x="1911096" y="632447"/>
                  </a:lnTo>
                  <a:lnTo>
                    <a:pt x="1871472" y="635495"/>
                  </a:lnTo>
                  <a:lnTo>
                    <a:pt x="1819656" y="655307"/>
                  </a:lnTo>
                  <a:lnTo>
                    <a:pt x="1787652" y="676643"/>
                  </a:lnTo>
                  <a:lnTo>
                    <a:pt x="1751076" y="717791"/>
                  </a:lnTo>
                  <a:lnTo>
                    <a:pt x="1726692" y="768083"/>
                  </a:lnTo>
                  <a:lnTo>
                    <a:pt x="1719072" y="806183"/>
                  </a:lnTo>
                  <a:lnTo>
                    <a:pt x="1719072" y="845807"/>
                  </a:lnTo>
                  <a:lnTo>
                    <a:pt x="1734312" y="900671"/>
                  </a:lnTo>
                  <a:lnTo>
                    <a:pt x="1763268" y="947915"/>
                  </a:lnTo>
                  <a:lnTo>
                    <a:pt x="1819656" y="995159"/>
                  </a:lnTo>
                  <a:lnTo>
                    <a:pt x="1872996" y="1013447"/>
                  </a:lnTo>
                  <a:lnTo>
                    <a:pt x="1912620" y="1018019"/>
                  </a:lnTo>
                  <a:lnTo>
                    <a:pt x="1932432" y="1016495"/>
                  </a:lnTo>
                  <a:lnTo>
                    <a:pt x="1987296" y="1002779"/>
                  </a:lnTo>
                  <a:lnTo>
                    <a:pt x="2006587" y="992111"/>
                  </a:lnTo>
                  <a:lnTo>
                    <a:pt x="2019300" y="984491"/>
                  </a:lnTo>
                  <a:lnTo>
                    <a:pt x="2034527" y="973823"/>
                  </a:lnTo>
                  <a:lnTo>
                    <a:pt x="2040572" y="967790"/>
                  </a:lnTo>
                  <a:lnTo>
                    <a:pt x="3558844" y="1360614"/>
                  </a:lnTo>
                  <a:lnTo>
                    <a:pt x="536448" y="1549146"/>
                  </a:lnTo>
                  <a:lnTo>
                    <a:pt x="536448" y="1543812"/>
                  </a:lnTo>
                  <a:lnTo>
                    <a:pt x="533400" y="1525524"/>
                  </a:lnTo>
                  <a:lnTo>
                    <a:pt x="528828" y="1507236"/>
                  </a:lnTo>
                  <a:lnTo>
                    <a:pt x="521208" y="1488948"/>
                  </a:lnTo>
                  <a:lnTo>
                    <a:pt x="513588" y="1472184"/>
                  </a:lnTo>
                  <a:lnTo>
                    <a:pt x="512064" y="1469644"/>
                  </a:lnTo>
                  <a:lnTo>
                    <a:pt x="512064" y="1565148"/>
                  </a:lnTo>
                  <a:lnTo>
                    <a:pt x="509016" y="1598676"/>
                  </a:lnTo>
                  <a:lnTo>
                    <a:pt x="504444" y="1615440"/>
                  </a:lnTo>
                  <a:lnTo>
                    <a:pt x="498348" y="1630680"/>
                  </a:lnTo>
                  <a:lnTo>
                    <a:pt x="490728" y="1644396"/>
                  </a:lnTo>
                  <a:lnTo>
                    <a:pt x="483108" y="1659636"/>
                  </a:lnTo>
                  <a:lnTo>
                    <a:pt x="451104" y="1694688"/>
                  </a:lnTo>
                  <a:lnTo>
                    <a:pt x="393192" y="1725168"/>
                  </a:lnTo>
                  <a:lnTo>
                    <a:pt x="344424" y="1732788"/>
                  </a:lnTo>
                  <a:lnTo>
                    <a:pt x="326136" y="1731264"/>
                  </a:lnTo>
                  <a:lnTo>
                    <a:pt x="310896" y="1728216"/>
                  </a:lnTo>
                  <a:lnTo>
                    <a:pt x="294132" y="1725168"/>
                  </a:lnTo>
                  <a:lnTo>
                    <a:pt x="249936" y="1703832"/>
                  </a:lnTo>
                  <a:lnTo>
                    <a:pt x="214884" y="1670304"/>
                  </a:lnTo>
                  <a:lnTo>
                    <a:pt x="184404" y="1613916"/>
                  </a:lnTo>
                  <a:lnTo>
                    <a:pt x="176784" y="1563624"/>
                  </a:lnTo>
                  <a:lnTo>
                    <a:pt x="178308" y="1546860"/>
                  </a:lnTo>
                  <a:lnTo>
                    <a:pt x="190500" y="1499616"/>
                  </a:lnTo>
                  <a:lnTo>
                    <a:pt x="227076" y="1446276"/>
                  </a:lnTo>
                  <a:lnTo>
                    <a:pt x="265176" y="1417320"/>
                  </a:lnTo>
                  <a:lnTo>
                    <a:pt x="310896" y="1400556"/>
                  </a:lnTo>
                  <a:lnTo>
                    <a:pt x="345948" y="1397508"/>
                  </a:lnTo>
                  <a:lnTo>
                    <a:pt x="379476" y="1400556"/>
                  </a:lnTo>
                  <a:lnTo>
                    <a:pt x="425196" y="1417320"/>
                  </a:lnTo>
                  <a:lnTo>
                    <a:pt x="463296" y="1446276"/>
                  </a:lnTo>
                  <a:lnTo>
                    <a:pt x="492252" y="1485900"/>
                  </a:lnTo>
                  <a:lnTo>
                    <a:pt x="509016" y="1531620"/>
                  </a:lnTo>
                  <a:lnTo>
                    <a:pt x="512064" y="1565148"/>
                  </a:lnTo>
                  <a:lnTo>
                    <a:pt x="512064" y="1469644"/>
                  </a:lnTo>
                  <a:lnTo>
                    <a:pt x="480060" y="1427988"/>
                  </a:lnTo>
                  <a:lnTo>
                    <a:pt x="440207" y="1397508"/>
                  </a:lnTo>
                  <a:lnTo>
                    <a:pt x="435864" y="1394460"/>
                  </a:lnTo>
                  <a:lnTo>
                    <a:pt x="382524" y="1376172"/>
                  </a:lnTo>
                  <a:lnTo>
                    <a:pt x="344424" y="1371600"/>
                  </a:lnTo>
                  <a:lnTo>
                    <a:pt x="324612" y="1373124"/>
                  </a:lnTo>
                  <a:lnTo>
                    <a:pt x="286512" y="1380744"/>
                  </a:lnTo>
                  <a:lnTo>
                    <a:pt x="251460" y="1395984"/>
                  </a:lnTo>
                  <a:lnTo>
                    <a:pt x="207264" y="1429512"/>
                  </a:lnTo>
                  <a:lnTo>
                    <a:pt x="166116" y="1490472"/>
                  </a:lnTo>
                  <a:lnTo>
                    <a:pt x="155448" y="1527048"/>
                  </a:lnTo>
                  <a:lnTo>
                    <a:pt x="152400" y="1545336"/>
                  </a:lnTo>
                  <a:lnTo>
                    <a:pt x="152400" y="1584960"/>
                  </a:lnTo>
                  <a:lnTo>
                    <a:pt x="160020" y="1623060"/>
                  </a:lnTo>
                  <a:lnTo>
                    <a:pt x="184404" y="1673352"/>
                  </a:lnTo>
                  <a:lnTo>
                    <a:pt x="196596" y="1687068"/>
                  </a:lnTo>
                  <a:lnTo>
                    <a:pt x="208788" y="1702308"/>
                  </a:lnTo>
                  <a:lnTo>
                    <a:pt x="252984" y="1734312"/>
                  </a:lnTo>
                  <a:lnTo>
                    <a:pt x="288036" y="1749552"/>
                  </a:lnTo>
                  <a:lnTo>
                    <a:pt x="326136" y="1757172"/>
                  </a:lnTo>
                  <a:lnTo>
                    <a:pt x="364236" y="1757172"/>
                  </a:lnTo>
                  <a:lnTo>
                    <a:pt x="384048" y="1754124"/>
                  </a:lnTo>
                  <a:lnTo>
                    <a:pt x="420624" y="1741932"/>
                  </a:lnTo>
                  <a:lnTo>
                    <a:pt x="437388" y="1734312"/>
                  </a:lnTo>
                  <a:lnTo>
                    <a:pt x="439559" y="1732788"/>
                  </a:lnTo>
                  <a:lnTo>
                    <a:pt x="467868" y="1712976"/>
                  </a:lnTo>
                  <a:lnTo>
                    <a:pt x="504444" y="1671828"/>
                  </a:lnTo>
                  <a:lnTo>
                    <a:pt x="528828" y="1621536"/>
                  </a:lnTo>
                  <a:lnTo>
                    <a:pt x="536448" y="1583436"/>
                  </a:lnTo>
                  <a:lnTo>
                    <a:pt x="536448" y="1578203"/>
                  </a:lnTo>
                  <a:lnTo>
                    <a:pt x="3640404" y="1384566"/>
                  </a:lnTo>
                  <a:lnTo>
                    <a:pt x="3648443" y="1427975"/>
                  </a:lnTo>
                  <a:lnTo>
                    <a:pt x="3672827" y="1478267"/>
                  </a:lnTo>
                  <a:lnTo>
                    <a:pt x="3709403" y="1519415"/>
                  </a:lnTo>
                  <a:lnTo>
                    <a:pt x="3756647" y="1546847"/>
                  </a:lnTo>
                  <a:lnTo>
                    <a:pt x="3793223" y="1559039"/>
                  </a:lnTo>
                  <a:lnTo>
                    <a:pt x="3813035" y="1562087"/>
                  </a:lnTo>
                  <a:lnTo>
                    <a:pt x="3852659" y="1562087"/>
                  </a:lnTo>
                  <a:lnTo>
                    <a:pt x="3907523" y="1546847"/>
                  </a:lnTo>
                  <a:lnTo>
                    <a:pt x="3954767" y="1517891"/>
                  </a:lnTo>
                  <a:lnTo>
                    <a:pt x="4002011" y="1461503"/>
                  </a:lnTo>
                  <a:lnTo>
                    <a:pt x="4020299" y="1408163"/>
                  </a:lnTo>
                  <a:lnTo>
                    <a:pt x="4023347" y="1388351"/>
                  </a:lnTo>
                  <a:lnTo>
                    <a:pt x="4024871" y="136853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422392" y="5137404"/>
              <a:ext cx="360045" cy="360045"/>
            </a:xfrm>
            <a:custGeom>
              <a:avLst/>
              <a:gdLst/>
              <a:ahLst/>
              <a:cxnLst/>
              <a:rect l="l" t="t" r="r" b="b"/>
              <a:pathLst>
                <a:path w="360045" h="360045">
                  <a:moveTo>
                    <a:pt x="179831" y="359663"/>
                  </a:moveTo>
                  <a:lnTo>
                    <a:pt x="131586" y="353222"/>
                  </a:lnTo>
                  <a:lnTo>
                    <a:pt x="88504" y="335054"/>
                  </a:lnTo>
                  <a:lnTo>
                    <a:pt x="52197" y="306895"/>
                  </a:lnTo>
                  <a:lnTo>
                    <a:pt x="24271" y="270481"/>
                  </a:lnTo>
                  <a:lnTo>
                    <a:pt x="6335" y="227548"/>
                  </a:lnTo>
                  <a:lnTo>
                    <a:pt x="0" y="179831"/>
                  </a:lnTo>
                  <a:lnTo>
                    <a:pt x="6335" y="132115"/>
                  </a:lnTo>
                  <a:lnTo>
                    <a:pt x="24271" y="89182"/>
                  </a:lnTo>
                  <a:lnTo>
                    <a:pt x="52197" y="52768"/>
                  </a:lnTo>
                  <a:lnTo>
                    <a:pt x="88504" y="24609"/>
                  </a:lnTo>
                  <a:lnTo>
                    <a:pt x="131586" y="6441"/>
                  </a:lnTo>
                  <a:lnTo>
                    <a:pt x="179831" y="0"/>
                  </a:lnTo>
                  <a:lnTo>
                    <a:pt x="227548" y="6441"/>
                  </a:lnTo>
                  <a:lnTo>
                    <a:pt x="270481" y="24609"/>
                  </a:lnTo>
                  <a:lnTo>
                    <a:pt x="306895" y="52768"/>
                  </a:lnTo>
                  <a:lnTo>
                    <a:pt x="335054" y="89182"/>
                  </a:lnTo>
                  <a:lnTo>
                    <a:pt x="353222" y="132115"/>
                  </a:lnTo>
                  <a:lnTo>
                    <a:pt x="359663" y="179831"/>
                  </a:lnTo>
                  <a:lnTo>
                    <a:pt x="353222" y="227548"/>
                  </a:lnTo>
                  <a:lnTo>
                    <a:pt x="335054" y="270481"/>
                  </a:lnTo>
                  <a:lnTo>
                    <a:pt x="306895" y="306895"/>
                  </a:lnTo>
                  <a:lnTo>
                    <a:pt x="270481" y="335054"/>
                  </a:lnTo>
                  <a:lnTo>
                    <a:pt x="227548" y="353222"/>
                  </a:lnTo>
                  <a:lnTo>
                    <a:pt x="179831" y="359663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408676" y="5125212"/>
              <a:ext cx="386080" cy="386080"/>
            </a:xfrm>
            <a:custGeom>
              <a:avLst/>
              <a:gdLst/>
              <a:ahLst/>
              <a:cxnLst/>
              <a:rect l="l" t="t" r="r" b="b"/>
              <a:pathLst>
                <a:path w="386079" h="386079">
                  <a:moveTo>
                    <a:pt x="193548" y="385572"/>
                  </a:moveTo>
                  <a:lnTo>
                    <a:pt x="155448" y="381000"/>
                  </a:lnTo>
                  <a:lnTo>
                    <a:pt x="118872" y="370332"/>
                  </a:lnTo>
                  <a:lnTo>
                    <a:pt x="85344" y="352044"/>
                  </a:lnTo>
                  <a:lnTo>
                    <a:pt x="44196" y="315468"/>
                  </a:lnTo>
                  <a:lnTo>
                    <a:pt x="15240" y="268224"/>
                  </a:lnTo>
                  <a:lnTo>
                    <a:pt x="4572" y="231648"/>
                  </a:lnTo>
                  <a:lnTo>
                    <a:pt x="0" y="193548"/>
                  </a:lnTo>
                  <a:lnTo>
                    <a:pt x="1524" y="173736"/>
                  </a:lnTo>
                  <a:lnTo>
                    <a:pt x="9144" y="135636"/>
                  </a:lnTo>
                  <a:lnTo>
                    <a:pt x="44196" y="70104"/>
                  </a:lnTo>
                  <a:lnTo>
                    <a:pt x="100584" y="22860"/>
                  </a:lnTo>
                  <a:lnTo>
                    <a:pt x="153924" y="3048"/>
                  </a:lnTo>
                  <a:lnTo>
                    <a:pt x="192024" y="0"/>
                  </a:lnTo>
                  <a:lnTo>
                    <a:pt x="211836" y="0"/>
                  </a:lnTo>
                  <a:lnTo>
                    <a:pt x="249936" y="7620"/>
                  </a:lnTo>
                  <a:lnTo>
                    <a:pt x="284988" y="22860"/>
                  </a:lnTo>
                  <a:lnTo>
                    <a:pt x="287528" y="24384"/>
                  </a:lnTo>
                  <a:lnTo>
                    <a:pt x="193548" y="24384"/>
                  </a:lnTo>
                  <a:lnTo>
                    <a:pt x="176783" y="25908"/>
                  </a:lnTo>
                  <a:lnTo>
                    <a:pt x="128016" y="38100"/>
                  </a:lnTo>
                  <a:lnTo>
                    <a:pt x="86868" y="62484"/>
                  </a:lnTo>
                  <a:lnTo>
                    <a:pt x="45720" y="112776"/>
                  </a:lnTo>
                  <a:lnTo>
                    <a:pt x="28956" y="158496"/>
                  </a:lnTo>
                  <a:lnTo>
                    <a:pt x="25908" y="192024"/>
                  </a:lnTo>
                  <a:lnTo>
                    <a:pt x="28956" y="225552"/>
                  </a:lnTo>
                  <a:lnTo>
                    <a:pt x="33528" y="240792"/>
                  </a:lnTo>
                  <a:lnTo>
                    <a:pt x="38100" y="257556"/>
                  </a:lnTo>
                  <a:lnTo>
                    <a:pt x="64008" y="298704"/>
                  </a:lnTo>
                  <a:lnTo>
                    <a:pt x="99060" y="330708"/>
                  </a:lnTo>
                  <a:lnTo>
                    <a:pt x="143256" y="352044"/>
                  </a:lnTo>
                  <a:lnTo>
                    <a:pt x="192024" y="359664"/>
                  </a:lnTo>
                  <a:lnTo>
                    <a:pt x="287781" y="359664"/>
                  </a:lnTo>
                  <a:lnTo>
                    <a:pt x="268224" y="370332"/>
                  </a:lnTo>
                  <a:lnTo>
                    <a:pt x="251460" y="376428"/>
                  </a:lnTo>
                  <a:lnTo>
                    <a:pt x="233172" y="381000"/>
                  </a:lnTo>
                  <a:lnTo>
                    <a:pt x="213360" y="384048"/>
                  </a:lnTo>
                  <a:lnTo>
                    <a:pt x="193548" y="385572"/>
                  </a:lnTo>
                  <a:close/>
                </a:path>
                <a:path w="386079" h="386079">
                  <a:moveTo>
                    <a:pt x="287781" y="359664"/>
                  </a:moveTo>
                  <a:lnTo>
                    <a:pt x="192024" y="359664"/>
                  </a:lnTo>
                  <a:lnTo>
                    <a:pt x="210312" y="358140"/>
                  </a:lnTo>
                  <a:lnTo>
                    <a:pt x="225552" y="356616"/>
                  </a:lnTo>
                  <a:lnTo>
                    <a:pt x="272795" y="339852"/>
                  </a:lnTo>
                  <a:lnTo>
                    <a:pt x="310895" y="310896"/>
                  </a:lnTo>
                  <a:lnTo>
                    <a:pt x="339852" y="272796"/>
                  </a:lnTo>
                  <a:lnTo>
                    <a:pt x="356616" y="227076"/>
                  </a:lnTo>
                  <a:lnTo>
                    <a:pt x="361187" y="193548"/>
                  </a:lnTo>
                  <a:lnTo>
                    <a:pt x="359663" y="175260"/>
                  </a:lnTo>
                  <a:lnTo>
                    <a:pt x="356616" y="160020"/>
                  </a:lnTo>
                  <a:lnTo>
                    <a:pt x="353568" y="143256"/>
                  </a:lnTo>
                  <a:lnTo>
                    <a:pt x="332232" y="99060"/>
                  </a:lnTo>
                  <a:lnTo>
                    <a:pt x="300228" y="64008"/>
                  </a:lnTo>
                  <a:lnTo>
                    <a:pt x="259080" y="38100"/>
                  </a:lnTo>
                  <a:lnTo>
                    <a:pt x="210312" y="25908"/>
                  </a:lnTo>
                  <a:lnTo>
                    <a:pt x="193548" y="24384"/>
                  </a:lnTo>
                  <a:lnTo>
                    <a:pt x="287528" y="24384"/>
                  </a:lnTo>
                  <a:lnTo>
                    <a:pt x="329184" y="56388"/>
                  </a:lnTo>
                  <a:lnTo>
                    <a:pt x="362712" y="100584"/>
                  </a:lnTo>
                  <a:lnTo>
                    <a:pt x="382524" y="152400"/>
                  </a:lnTo>
                  <a:lnTo>
                    <a:pt x="385572" y="192024"/>
                  </a:lnTo>
                  <a:lnTo>
                    <a:pt x="385572" y="211836"/>
                  </a:lnTo>
                  <a:lnTo>
                    <a:pt x="370332" y="266700"/>
                  </a:lnTo>
                  <a:lnTo>
                    <a:pt x="342900" y="313944"/>
                  </a:lnTo>
                  <a:lnTo>
                    <a:pt x="315467" y="341376"/>
                  </a:lnTo>
                  <a:lnTo>
                    <a:pt x="301752" y="352044"/>
                  </a:lnTo>
                  <a:lnTo>
                    <a:pt x="287781" y="359664"/>
                  </a:lnTo>
                  <a:close/>
                </a:path>
              </a:pathLst>
            </a:custGeom>
            <a:solidFill>
              <a:srgbClr val="BC26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9057132" y="6211823"/>
              <a:ext cx="360045" cy="360045"/>
            </a:xfrm>
            <a:custGeom>
              <a:avLst/>
              <a:gdLst/>
              <a:ahLst/>
              <a:cxnLst/>
              <a:rect l="l" t="t" r="r" b="b"/>
              <a:pathLst>
                <a:path w="360045" h="360045">
                  <a:moveTo>
                    <a:pt x="179831" y="359663"/>
                  </a:moveTo>
                  <a:lnTo>
                    <a:pt x="132115" y="353222"/>
                  </a:lnTo>
                  <a:lnTo>
                    <a:pt x="89182" y="335054"/>
                  </a:lnTo>
                  <a:lnTo>
                    <a:pt x="52768" y="306895"/>
                  </a:lnTo>
                  <a:lnTo>
                    <a:pt x="24609" y="270481"/>
                  </a:lnTo>
                  <a:lnTo>
                    <a:pt x="6441" y="227548"/>
                  </a:lnTo>
                  <a:lnTo>
                    <a:pt x="0" y="179831"/>
                  </a:lnTo>
                  <a:lnTo>
                    <a:pt x="6441" y="132115"/>
                  </a:lnTo>
                  <a:lnTo>
                    <a:pt x="24609" y="89182"/>
                  </a:lnTo>
                  <a:lnTo>
                    <a:pt x="52768" y="52768"/>
                  </a:lnTo>
                  <a:lnTo>
                    <a:pt x="89182" y="24609"/>
                  </a:lnTo>
                  <a:lnTo>
                    <a:pt x="132115" y="6441"/>
                  </a:lnTo>
                  <a:lnTo>
                    <a:pt x="179831" y="0"/>
                  </a:lnTo>
                  <a:lnTo>
                    <a:pt x="227548" y="6441"/>
                  </a:lnTo>
                  <a:lnTo>
                    <a:pt x="270481" y="24609"/>
                  </a:lnTo>
                  <a:lnTo>
                    <a:pt x="306895" y="52768"/>
                  </a:lnTo>
                  <a:lnTo>
                    <a:pt x="335054" y="89182"/>
                  </a:lnTo>
                  <a:lnTo>
                    <a:pt x="353222" y="132115"/>
                  </a:lnTo>
                  <a:lnTo>
                    <a:pt x="359663" y="179831"/>
                  </a:lnTo>
                  <a:lnTo>
                    <a:pt x="353222" y="227548"/>
                  </a:lnTo>
                  <a:lnTo>
                    <a:pt x="335054" y="270481"/>
                  </a:lnTo>
                  <a:lnTo>
                    <a:pt x="306895" y="306895"/>
                  </a:lnTo>
                  <a:lnTo>
                    <a:pt x="270481" y="335054"/>
                  </a:lnTo>
                  <a:lnTo>
                    <a:pt x="227548" y="353222"/>
                  </a:lnTo>
                  <a:lnTo>
                    <a:pt x="179831" y="359663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9044939" y="6198107"/>
              <a:ext cx="386080" cy="386080"/>
            </a:xfrm>
            <a:custGeom>
              <a:avLst/>
              <a:gdLst/>
              <a:ahLst/>
              <a:cxnLst/>
              <a:rect l="l" t="t" r="r" b="b"/>
              <a:pathLst>
                <a:path w="386079" h="386079">
                  <a:moveTo>
                    <a:pt x="213360" y="385572"/>
                  </a:moveTo>
                  <a:lnTo>
                    <a:pt x="173736" y="385572"/>
                  </a:lnTo>
                  <a:lnTo>
                    <a:pt x="153924" y="382524"/>
                  </a:lnTo>
                  <a:lnTo>
                    <a:pt x="117348" y="370332"/>
                  </a:lnTo>
                  <a:lnTo>
                    <a:pt x="70104" y="342900"/>
                  </a:lnTo>
                  <a:lnTo>
                    <a:pt x="33528" y="301752"/>
                  </a:lnTo>
                  <a:lnTo>
                    <a:pt x="15240" y="268224"/>
                  </a:lnTo>
                  <a:lnTo>
                    <a:pt x="0" y="193548"/>
                  </a:lnTo>
                  <a:lnTo>
                    <a:pt x="0" y="173736"/>
                  </a:lnTo>
                  <a:lnTo>
                    <a:pt x="15240" y="118872"/>
                  </a:lnTo>
                  <a:lnTo>
                    <a:pt x="42672" y="71628"/>
                  </a:lnTo>
                  <a:lnTo>
                    <a:pt x="70104" y="44196"/>
                  </a:lnTo>
                  <a:lnTo>
                    <a:pt x="117348" y="15240"/>
                  </a:lnTo>
                  <a:lnTo>
                    <a:pt x="172212" y="1524"/>
                  </a:lnTo>
                  <a:lnTo>
                    <a:pt x="192024" y="0"/>
                  </a:lnTo>
                  <a:lnTo>
                    <a:pt x="211836" y="1524"/>
                  </a:lnTo>
                  <a:lnTo>
                    <a:pt x="266700" y="15240"/>
                  </a:lnTo>
                  <a:lnTo>
                    <a:pt x="288253" y="25908"/>
                  </a:lnTo>
                  <a:lnTo>
                    <a:pt x="193548" y="25908"/>
                  </a:lnTo>
                  <a:lnTo>
                    <a:pt x="175260" y="27431"/>
                  </a:lnTo>
                  <a:lnTo>
                    <a:pt x="128016" y="38100"/>
                  </a:lnTo>
                  <a:lnTo>
                    <a:pt x="86868" y="64008"/>
                  </a:lnTo>
                  <a:lnTo>
                    <a:pt x="53340" y="99060"/>
                  </a:lnTo>
                  <a:lnTo>
                    <a:pt x="28956" y="158496"/>
                  </a:lnTo>
                  <a:lnTo>
                    <a:pt x="24384" y="192024"/>
                  </a:lnTo>
                  <a:lnTo>
                    <a:pt x="25908" y="210312"/>
                  </a:lnTo>
                  <a:lnTo>
                    <a:pt x="28956" y="225552"/>
                  </a:lnTo>
                  <a:lnTo>
                    <a:pt x="32004" y="242316"/>
                  </a:lnTo>
                  <a:lnTo>
                    <a:pt x="53340" y="286512"/>
                  </a:lnTo>
                  <a:lnTo>
                    <a:pt x="85344" y="321564"/>
                  </a:lnTo>
                  <a:lnTo>
                    <a:pt x="126492" y="347472"/>
                  </a:lnTo>
                  <a:lnTo>
                    <a:pt x="175260" y="359664"/>
                  </a:lnTo>
                  <a:lnTo>
                    <a:pt x="192024" y="361188"/>
                  </a:lnTo>
                  <a:lnTo>
                    <a:pt x="287165" y="361188"/>
                  </a:lnTo>
                  <a:lnTo>
                    <a:pt x="284988" y="362712"/>
                  </a:lnTo>
                  <a:lnTo>
                    <a:pt x="268224" y="370332"/>
                  </a:lnTo>
                  <a:lnTo>
                    <a:pt x="231648" y="382524"/>
                  </a:lnTo>
                  <a:lnTo>
                    <a:pt x="213360" y="385572"/>
                  </a:lnTo>
                  <a:close/>
                </a:path>
                <a:path w="386079" h="386079">
                  <a:moveTo>
                    <a:pt x="287165" y="361188"/>
                  </a:moveTo>
                  <a:lnTo>
                    <a:pt x="192024" y="361188"/>
                  </a:lnTo>
                  <a:lnTo>
                    <a:pt x="208788" y="359664"/>
                  </a:lnTo>
                  <a:lnTo>
                    <a:pt x="242316" y="353568"/>
                  </a:lnTo>
                  <a:lnTo>
                    <a:pt x="298704" y="323088"/>
                  </a:lnTo>
                  <a:lnTo>
                    <a:pt x="330708" y="288036"/>
                  </a:lnTo>
                  <a:lnTo>
                    <a:pt x="352044" y="243840"/>
                  </a:lnTo>
                  <a:lnTo>
                    <a:pt x="359663" y="193548"/>
                  </a:lnTo>
                  <a:lnTo>
                    <a:pt x="359663" y="176784"/>
                  </a:lnTo>
                  <a:lnTo>
                    <a:pt x="347472" y="128016"/>
                  </a:lnTo>
                  <a:lnTo>
                    <a:pt x="321563" y="86868"/>
                  </a:lnTo>
                  <a:lnTo>
                    <a:pt x="286512" y="54864"/>
                  </a:lnTo>
                  <a:lnTo>
                    <a:pt x="242316" y="33528"/>
                  </a:lnTo>
                  <a:lnTo>
                    <a:pt x="193548" y="25908"/>
                  </a:lnTo>
                  <a:lnTo>
                    <a:pt x="288253" y="25908"/>
                  </a:lnTo>
                  <a:lnTo>
                    <a:pt x="327660" y="56388"/>
                  </a:lnTo>
                  <a:lnTo>
                    <a:pt x="361187" y="100584"/>
                  </a:lnTo>
                  <a:lnTo>
                    <a:pt x="376428" y="135636"/>
                  </a:lnTo>
                  <a:lnTo>
                    <a:pt x="385572" y="192024"/>
                  </a:lnTo>
                  <a:lnTo>
                    <a:pt x="384048" y="211836"/>
                  </a:lnTo>
                  <a:lnTo>
                    <a:pt x="376428" y="249936"/>
                  </a:lnTo>
                  <a:lnTo>
                    <a:pt x="341376" y="315468"/>
                  </a:lnTo>
                  <a:lnTo>
                    <a:pt x="315467" y="341376"/>
                  </a:lnTo>
                  <a:lnTo>
                    <a:pt x="287165" y="361188"/>
                  </a:lnTo>
                  <a:close/>
                </a:path>
              </a:pathLst>
            </a:custGeom>
            <a:solidFill>
              <a:srgbClr val="BC26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171485" y="2450101"/>
            <a:ext cx="8478520" cy="3189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60" dirty="0">
                <a:solidFill>
                  <a:srgbClr val="FFFFFF"/>
                </a:solidFill>
                <a:latin typeface="Verdana"/>
                <a:cs typeface="Verdana"/>
              </a:rPr>
              <a:t>Classer</a:t>
            </a:r>
            <a:r>
              <a:rPr sz="18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90" dirty="0">
                <a:solidFill>
                  <a:srgbClr val="FFFFFF"/>
                </a:solidFill>
                <a:latin typeface="Verdana"/>
                <a:cs typeface="Verdana"/>
              </a:rPr>
              <a:t>les</a:t>
            </a:r>
            <a:r>
              <a:rPr sz="18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sommets</a:t>
            </a:r>
            <a:r>
              <a:rPr sz="18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35" dirty="0">
                <a:solidFill>
                  <a:srgbClr val="FFFFFF"/>
                </a:solidFill>
                <a:latin typeface="Verdana"/>
                <a:cs typeface="Verdana"/>
              </a:rPr>
              <a:t>du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85" dirty="0">
                <a:solidFill>
                  <a:srgbClr val="FFFFFF"/>
                </a:solidFill>
                <a:latin typeface="Verdana"/>
                <a:cs typeface="Verdana"/>
              </a:rPr>
              <a:t>plus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Verdana"/>
                <a:cs typeface="Verdana"/>
              </a:rPr>
              <a:t>haut</a:t>
            </a:r>
            <a:r>
              <a:rPr sz="18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25" dirty="0">
                <a:solidFill>
                  <a:srgbClr val="FFFFFF"/>
                </a:solidFill>
                <a:latin typeface="Verdana"/>
                <a:cs typeface="Verdana"/>
              </a:rPr>
              <a:t>degré</a:t>
            </a:r>
            <a:r>
              <a:rPr sz="18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45" dirty="0">
                <a:solidFill>
                  <a:srgbClr val="FFFFFF"/>
                </a:solidFill>
                <a:latin typeface="Verdana"/>
                <a:cs typeface="Verdana"/>
              </a:rPr>
              <a:t>au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plus</a:t>
            </a:r>
            <a:r>
              <a:rPr sz="18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30" dirty="0">
                <a:solidFill>
                  <a:srgbClr val="FFFFFF"/>
                </a:solidFill>
                <a:latin typeface="Verdana"/>
                <a:cs typeface="Verdana"/>
              </a:rPr>
              <a:t>petit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320" dirty="0">
                <a:solidFill>
                  <a:srgbClr val="FFFFFF"/>
                </a:solidFill>
                <a:latin typeface="Verdana"/>
                <a:cs typeface="Verdana"/>
              </a:rPr>
              <a:t>: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b="1" spc="70" dirty="0">
                <a:solidFill>
                  <a:srgbClr val="CCFF33"/>
                </a:solidFill>
                <a:latin typeface="Tahoma"/>
                <a:cs typeface="Tahoma"/>
              </a:rPr>
              <a:t>C,</a:t>
            </a:r>
            <a:r>
              <a:rPr sz="1800" b="1" spc="-40" dirty="0">
                <a:solidFill>
                  <a:srgbClr val="CCFF33"/>
                </a:solidFill>
                <a:latin typeface="Tahoma"/>
                <a:cs typeface="Tahoma"/>
              </a:rPr>
              <a:t> </a:t>
            </a:r>
            <a:r>
              <a:rPr sz="1800" b="1" spc="-185" dirty="0">
                <a:solidFill>
                  <a:srgbClr val="CCFF33"/>
                </a:solidFill>
                <a:latin typeface="Tahoma"/>
                <a:cs typeface="Tahoma"/>
              </a:rPr>
              <a:t>D=E,</a:t>
            </a:r>
            <a:r>
              <a:rPr sz="1800" b="1" spc="-25" dirty="0">
                <a:solidFill>
                  <a:srgbClr val="CCFF33"/>
                </a:solidFill>
                <a:latin typeface="Tahoma"/>
                <a:cs typeface="Tahoma"/>
              </a:rPr>
              <a:t> </a:t>
            </a:r>
            <a:r>
              <a:rPr sz="1800" b="1" spc="-130" dirty="0">
                <a:solidFill>
                  <a:srgbClr val="CCFF33"/>
                </a:solidFill>
                <a:latin typeface="Tahoma"/>
                <a:cs typeface="Tahoma"/>
              </a:rPr>
              <a:t>B,</a:t>
            </a:r>
            <a:r>
              <a:rPr sz="1800" b="1" spc="-25" dirty="0">
                <a:solidFill>
                  <a:srgbClr val="CCFF33"/>
                </a:solidFill>
                <a:latin typeface="Tahoma"/>
                <a:cs typeface="Tahoma"/>
              </a:rPr>
              <a:t> </a:t>
            </a:r>
            <a:r>
              <a:rPr sz="1800" b="1" spc="95" dirty="0">
                <a:solidFill>
                  <a:srgbClr val="CCFF33"/>
                </a:solidFill>
                <a:latin typeface="Tahoma"/>
                <a:cs typeface="Tahoma"/>
              </a:rPr>
              <a:t>A</a:t>
            </a:r>
            <a:endParaRPr sz="1800">
              <a:latin typeface="Tahoma"/>
              <a:cs typeface="Tahoma"/>
            </a:endParaRPr>
          </a:p>
          <a:p>
            <a:pPr marL="193675" marR="5080" indent="-90170">
              <a:lnSpc>
                <a:spcPct val="165000"/>
              </a:lnSpc>
            </a:pPr>
            <a:r>
              <a:rPr sz="1800" spc="50" dirty="0">
                <a:solidFill>
                  <a:srgbClr val="FFFFFF"/>
                </a:solidFill>
                <a:latin typeface="Verdana"/>
                <a:cs typeface="Verdana"/>
              </a:rPr>
              <a:t>On 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choisit </a:t>
            </a:r>
            <a:r>
              <a:rPr sz="1800" spc="-5" dirty="0">
                <a:solidFill>
                  <a:srgbClr val="FFFFFF"/>
                </a:solidFill>
                <a:latin typeface="Verdana"/>
                <a:cs typeface="Verdana"/>
              </a:rPr>
              <a:t>une </a:t>
            </a: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couleur </a:t>
            </a:r>
            <a:r>
              <a:rPr sz="1800" spc="-25" dirty="0">
                <a:solidFill>
                  <a:srgbClr val="FFFFFF"/>
                </a:solidFill>
                <a:latin typeface="Verdana"/>
                <a:cs typeface="Verdana"/>
              </a:rPr>
              <a:t>pour </a:t>
            </a: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le </a:t>
            </a:r>
            <a:r>
              <a:rPr sz="1800" spc="-55" dirty="0">
                <a:solidFill>
                  <a:srgbClr val="FFFFFF"/>
                </a:solidFill>
                <a:latin typeface="Verdana"/>
                <a:cs typeface="Verdana"/>
              </a:rPr>
              <a:t>premier sommet (ici </a:t>
            </a:r>
            <a:r>
              <a:rPr sz="1800" spc="204" dirty="0">
                <a:solidFill>
                  <a:srgbClr val="FFFFFF"/>
                </a:solidFill>
                <a:latin typeface="Verdana"/>
                <a:cs typeface="Verdana"/>
              </a:rPr>
              <a:t>C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par </a:t>
            </a:r>
            <a:r>
              <a:rPr sz="1800" spc="-5" dirty="0">
                <a:solidFill>
                  <a:srgbClr val="FFFFFF"/>
                </a:solidFill>
                <a:latin typeface="Verdana"/>
                <a:cs typeface="Verdana"/>
              </a:rPr>
              <a:t>exemple </a:t>
            </a:r>
            <a:r>
              <a:rPr sz="1800" spc="-30" dirty="0">
                <a:solidFill>
                  <a:srgbClr val="FFFFFF"/>
                </a:solidFill>
                <a:latin typeface="Verdana"/>
                <a:cs typeface="Verdana"/>
              </a:rPr>
              <a:t>rouge) </a:t>
            </a:r>
            <a:r>
              <a:rPr sz="1800" spc="-6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Verdana"/>
                <a:cs typeface="Verdana"/>
              </a:rPr>
              <a:t>Colorie</a:t>
            </a:r>
            <a:r>
              <a:rPr sz="18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05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18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5" dirty="0">
                <a:solidFill>
                  <a:srgbClr val="FFFFFF"/>
                </a:solidFill>
                <a:latin typeface="Verdana"/>
                <a:cs typeface="Verdana"/>
              </a:rPr>
              <a:t>la</a:t>
            </a:r>
            <a:r>
              <a:rPr sz="18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5" dirty="0">
                <a:solidFill>
                  <a:srgbClr val="FFFFFF"/>
                </a:solidFill>
                <a:latin typeface="Verdana"/>
                <a:cs typeface="Verdana"/>
              </a:rPr>
              <a:t>même</a:t>
            </a:r>
            <a:r>
              <a:rPr sz="18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couleur</a:t>
            </a:r>
            <a:r>
              <a:rPr sz="18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tous</a:t>
            </a:r>
            <a:r>
              <a:rPr sz="18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95" dirty="0">
                <a:solidFill>
                  <a:srgbClr val="FFFFFF"/>
                </a:solidFill>
                <a:latin typeface="Verdana"/>
                <a:cs typeface="Verdana"/>
              </a:rPr>
              <a:t>les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sommets</a:t>
            </a:r>
            <a:r>
              <a:rPr sz="18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Verdana"/>
                <a:cs typeface="Verdana"/>
              </a:rPr>
              <a:t>non</a:t>
            </a:r>
            <a:r>
              <a:rPr sz="18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5" dirty="0">
                <a:solidFill>
                  <a:srgbClr val="FFFFFF"/>
                </a:solidFill>
                <a:latin typeface="Verdana"/>
                <a:cs typeface="Verdana"/>
              </a:rPr>
              <a:t>adjacents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45" dirty="0">
                <a:solidFill>
                  <a:srgbClr val="FFFFFF"/>
                </a:solidFill>
                <a:latin typeface="Verdana"/>
                <a:cs typeface="Verdana"/>
              </a:rPr>
              <a:t>au</a:t>
            </a:r>
            <a:r>
              <a:rPr sz="18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5" dirty="0">
                <a:solidFill>
                  <a:srgbClr val="FFFFFF"/>
                </a:solidFill>
                <a:latin typeface="Verdana"/>
                <a:cs typeface="Verdana"/>
              </a:rPr>
              <a:t>sommet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204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900">
              <a:latin typeface="Verdana"/>
              <a:cs typeface="Verdana"/>
            </a:endParaRPr>
          </a:p>
          <a:p>
            <a:pPr marL="193675" marR="313690" algn="just">
              <a:lnSpc>
                <a:spcPct val="100000"/>
              </a:lnSpc>
              <a:tabLst>
                <a:tab pos="7856220" algn="l"/>
              </a:tabLst>
            </a:pPr>
            <a:r>
              <a:rPr sz="1800" spc="50" dirty="0">
                <a:solidFill>
                  <a:srgbClr val="FFFFFF"/>
                </a:solidFill>
                <a:latin typeface="Verdana"/>
                <a:cs typeface="Verdana"/>
              </a:rPr>
              <a:t>On 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re-itère</a:t>
            </a:r>
            <a:r>
              <a:rPr sz="1800" spc="-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60" dirty="0">
                <a:solidFill>
                  <a:srgbClr val="FFFFFF"/>
                </a:solidFill>
                <a:latin typeface="Verdana"/>
                <a:cs typeface="Verdana"/>
              </a:rPr>
              <a:t>ce </a:t>
            </a:r>
            <a:r>
              <a:rPr sz="1800" spc="65" dirty="0">
                <a:solidFill>
                  <a:srgbClr val="FFFFFF"/>
                </a:solidFill>
                <a:latin typeface="Verdana"/>
                <a:cs typeface="Verdana"/>
              </a:rPr>
              <a:t>procédé </a:t>
            </a:r>
            <a:r>
              <a:rPr sz="1800" spc="100" dirty="0">
                <a:solidFill>
                  <a:srgbClr val="FFFFFF"/>
                </a:solidFill>
                <a:latin typeface="Verdana"/>
                <a:cs typeface="Verdana"/>
              </a:rPr>
              <a:t>avec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une</a:t>
            </a:r>
            <a:r>
              <a:rPr sz="1800" spc="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30" dirty="0">
                <a:solidFill>
                  <a:srgbClr val="FFFFFF"/>
                </a:solidFill>
                <a:latin typeface="Verdana"/>
                <a:cs typeface="Verdana"/>
              </a:rPr>
              <a:t>autre</a:t>
            </a:r>
            <a:r>
              <a:rPr sz="1800" spc="-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Verdana"/>
                <a:cs typeface="Verdana"/>
              </a:rPr>
              <a:t>couleur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Verdana"/>
                <a:cs typeface="Verdana"/>
              </a:rPr>
              <a:t>pour</a:t>
            </a:r>
            <a:r>
              <a:rPr sz="1800" spc="-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le</a:t>
            </a: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Verdana"/>
                <a:cs typeface="Verdana"/>
              </a:rPr>
              <a:t>premier 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Verdana"/>
                <a:cs typeface="Verdana"/>
              </a:rPr>
              <a:t>sommet </a:t>
            </a:r>
            <a:r>
              <a:rPr sz="1800" spc="-5" dirty="0">
                <a:solidFill>
                  <a:srgbClr val="FFFFFF"/>
                </a:solidFill>
                <a:latin typeface="Verdana"/>
                <a:cs typeface="Verdana"/>
              </a:rPr>
              <a:t>non colorié </a:t>
            </a:r>
            <a:r>
              <a:rPr sz="1800" spc="105" dirty="0">
                <a:solidFill>
                  <a:srgbClr val="FFFFFF"/>
                </a:solidFill>
                <a:latin typeface="Verdana"/>
                <a:cs typeface="Verdana"/>
              </a:rPr>
              <a:t>de </a:t>
            </a:r>
            <a:r>
              <a:rPr sz="1800" spc="15" dirty="0">
                <a:solidFill>
                  <a:srgbClr val="FFFFFF"/>
                </a:solidFill>
                <a:latin typeface="Verdana"/>
                <a:cs typeface="Verdana"/>
              </a:rPr>
              <a:t>la </a:t>
            </a:r>
            <a:r>
              <a:rPr sz="1800" spc="-114" dirty="0">
                <a:solidFill>
                  <a:srgbClr val="FFFFFF"/>
                </a:solidFill>
                <a:latin typeface="Verdana"/>
                <a:cs typeface="Verdana"/>
              </a:rPr>
              <a:t>liste. </a:t>
            </a:r>
            <a:r>
              <a:rPr sz="1800" spc="-55" dirty="0">
                <a:solidFill>
                  <a:srgbClr val="FFFFFF"/>
                </a:solidFill>
                <a:latin typeface="Verdana"/>
                <a:cs typeface="Verdana"/>
              </a:rPr>
              <a:t>Nous </a:t>
            </a:r>
            <a:r>
              <a:rPr sz="1800" spc="-25" dirty="0">
                <a:solidFill>
                  <a:srgbClr val="FFFFFF"/>
                </a:solidFill>
                <a:latin typeface="Verdana"/>
                <a:cs typeface="Verdana"/>
              </a:rPr>
              <a:t>colorons </a:t>
            </a: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le </a:t>
            </a:r>
            <a:r>
              <a:rPr sz="1800" spc="-50" dirty="0">
                <a:solidFill>
                  <a:srgbClr val="FFFFFF"/>
                </a:solidFill>
                <a:latin typeface="Verdana"/>
                <a:cs typeface="Verdana"/>
              </a:rPr>
              <a:t>sommet D </a:t>
            </a:r>
            <a:r>
              <a:rPr sz="1800" spc="35" dirty="0">
                <a:solidFill>
                  <a:srgbClr val="FFFFFF"/>
                </a:solidFill>
                <a:latin typeface="Verdana"/>
                <a:cs typeface="Verdana"/>
              </a:rPr>
              <a:t>en </a:t>
            </a:r>
            <a:r>
              <a:rPr sz="1800" spc="-25" dirty="0">
                <a:solidFill>
                  <a:srgbClr val="FFFFFF"/>
                </a:solidFill>
                <a:latin typeface="Verdana"/>
                <a:cs typeface="Verdana"/>
              </a:rPr>
              <a:t>jaune </a:t>
            </a:r>
            <a:r>
              <a:rPr sz="1800" spc="-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ainsi</a:t>
            </a:r>
            <a:r>
              <a:rPr sz="18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50" dirty="0">
                <a:solidFill>
                  <a:srgbClr val="FFFFFF"/>
                </a:solidFill>
                <a:latin typeface="Verdana"/>
                <a:cs typeface="Verdana"/>
              </a:rPr>
              <a:t>que</a:t>
            </a:r>
            <a:r>
              <a:rPr sz="18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le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5" dirty="0">
                <a:solidFill>
                  <a:srgbClr val="FFFFFF"/>
                </a:solidFill>
                <a:latin typeface="Verdana"/>
                <a:cs typeface="Verdana"/>
              </a:rPr>
              <a:t>sommet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204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(ne</a:t>
            </a:r>
            <a:r>
              <a:rPr sz="1800" spc="-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sont</a:t>
            </a:r>
            <a:r>
              <a:rPr sz="18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pas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30" dirty="0">
                <a:solidFill>
                  <a:srgbClr val="FFFFFF"/>
                </a:solidFill>
                <a:latin typeface="Verdana"/>
                <a:cs typeface="Verdana"/>
              </a:rPr>
              <a:t>adjacents).	</a:t>
            </a:r>
            <a:r>
              <a:rPr sz="2700" spc="-75" baseline="1543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endParaRPr sz="2700" baseline="1543">
              <a:latin typeface="Verdana"/>
              <a:cs typeface="Verdana"/>
            </a:endParaRPr>
          </a:p>
          <a:p>
            <a:pPr marL="1308100" algn="ctr">
              <a:lnSpc>
                <a:spcPts val="2100"/>
              </a:lnSpc>
            </a:pPr>
            <a:r>
              <a:rPr sz="1800" spc="10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endParaRPr sz="1800">
              <a:latin typeface="Verdana"/>
              <a:cs typeface="Verdana"/>
            </a:endParaRPr>
          </a:p>
          <a:p>
            <a:pPr marR="2272665" algn="r">
              <a:lnSpc>
                <a:spcPct val="100000"/>
              </a:lnSpc>
              <a:spcBef>
                <a:spcPts val="1345"/>
              </a:spcBef>
            </a:pPr>
            <a:r>
              <a:rPr sz="1800" spc="-17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968727" y="5020055"/>
            <a:ext cx="386080" cy="386080"/>
          </a:xfrm>
          <a:custGeom>
            <a:avLst/>
            <a:gdLst/>
            <a:ahLst/>
            <a:cxnLst/>
            <a:rect l="l" t="t" r="r" b="b"/>
            <a:pathLst>
              <a:path w="386079" h="386079">
                <a:moveTo>
                  <a:pt x="385572" y="192024"/>
                </a:moveTo>
                <a:lnTo>
                  <a:pt x="381000" y="153924"/>
                </a:lnTo>
                <a:lnTo>
                  <a:pt x="368808" y="117348"/>
                </a:lnTo>
                <a:lnTo>
                  <a:pt x="339852" y="70104"/>
                </a:lnTo>
                <a:lnTo>
                  <a:pt x="287820" y="25908"/>
                </a:lnTo>
                <a:lnTo>
                  <a:pt x="248412" y="9144"/>
                </a:lnTo>
                <a:lnTo>
                  <a:pt x="192024" y="0"/>
                </a:lnTo>
                <a:lnTo>
                  <a:pt x="172212" y="1524"/>
                </a:lnTo>
                <a:lnTo>
                  <a:pt x="134112" y="9144"/>
                </a:lnTo>
                <a:lnTo>
                  <a:pt x="83820" y="33528"/>
                </a:lnTo>
                <a:lnTo>
                  <a:pt x="42672" y="71628"/>
                </a:lnTo>
                <a:lnTo>
                  <a:pt x="7620" y="135636"/>
                </a:lnTo>
                <a:lnTo>
                  <a:pt x="0" y="173736"/>
                </a:lnTo>
                <a:lnTo>
                  <a:pt x="0" y="213360"/>
                </a:lnTo>
                <a:lnTo>
                  <a:pt x="9144" y="251460"/>
                </a:lnTo>
                <a:lnTo>
                  <a:pt x="33528" y="301752"/>
                </a:lnTo>
                <a:lnTo>
                  <a:pt x="70104" y="341376"/>
                </a:lnTo>
                <a:lnTo>
                  <a:pt x="117348" y="370332"/>
                </a:lnTo>
                <a:lnTo>
                  <a:pt x="153924" y="382524"/>
                </a:lnTo>
                <a:lnTo>
                  <a:pt x="193548" y="385572"/>
                </a:lnTo>
                <a:lnTo>
                  <a:pt x="211836" y="384048"/>
                </a:lnTo>
                <a:lnTo>
                  <a:pt x="249936" y="376428"/>
                </a:lnTo>
                <a:lnTo>
                  <a:pt x="289344" y="359664"/>
                </a:lnTo>
                <a:lnTo>
                  <a:pt x="329184" y="329184"/>
                </a:lnTo>
                <a:lnTo>
                  <a:pt x="361188" y="284988"/>
                </a:lnTo>
                <a:lnTo>
                  <a:pt x="376428" y="249936"/>
                </a:lnTo>
                <a:lnTo>
                  <a:pt x="384048" y="211836"/>
                </a:lnTo>
                <a:lnTo>
                  <a:pt x="385572" y="192024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8863038" y="6514773"/>
            <a:ext cx="211454" cy="30607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spc="204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877530" y="6694594"/>
            <a:ext cx="156845" cy="30607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spc="-204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518618" y="6888581"/>
            <a:ext cx="193675" cy="212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105" dirty="0">
                <a:solidFill>
                  <a:srgbClr val="FFFFFF"/>
                </a:solidFill>
                <a:latin typeface="Verdana"/>
                <a:cs typeface="Verdana"/>
              </a:rPr>
              <a:t>4</a:t>
            </a:r>
            <a:r>
              <a:rPr sz="1200" spc="-100" dirty="0">
                <a:solidFill>
                  <a:srgbClr val="FFFFFF"/>
                </a:solidFill>
                <a:latin typeface="Verdana"/>
                <a:cs typeface="Verdana"/>
              </a:rPr>
              <a:t>1</a:t>
            </a:r>
            <a:endParaRPr sz="1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3124" y="810768"/>
            <a:ext cx="5672328" cy="308101"/>
          </a:xfrm>
          <a:prstGeom prst="rect">
            <a:avLst/>
          </a:prstGeom>
        </p:spPr>
      </p:pic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086612" y="1330451"/>
          <a:ext cx="6097270" cy="74142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6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66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332">
                <a:tc gridSpan="6"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325"/>
                        </a:spcBef>
                        <a:tabLst>
                          <a:tab pos="1447800" algn="l"/>
                          <a:tab pos="2479675" algn="l"/>
                          <a:tab pos="3477260" algn="l"/>
                          <a:tab pos="4500880" algn="l"/>
                          <a:tab pos="5534660" algn="l"/>
                        </a:tabLst>
                      </a:pPr>
                      <a:r>
                        <a:rPr sz="1600" b="1" spc="-4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sommet	</a:t>
                      </a:r>
                      <a:r>
                        <a:rPr sz="1600" b="1" spc="8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A	</a:t>
                      </a:r>
                      <a:r>
                        <a:rPr sz="1600" b="1" spc="-17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B	</a:t>
                      </a:r>
                      <a:r>
                        <a:rPr sz="1600" b="1" spc="17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C	</a:t>
                      </a:r>
                      <a:r>
                        <a:rPr sz="1600" b="1" spc="-9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D	</a:t>
                      </a:r>
                      <a:r>
                        <a:rPr sz="1600" b="1" spc="-15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E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57E8"/>
                      </a:solidFill>
                      <a:prstDash val="solid"/>
                    </a:lnL>
                    <a:lnR w="12700">
                      <a:solidFill>
                        <a:srgbClr val="0057E8"/>
                      </a:solidFill>
                      <a:prstDash val="solid"/>
                    </a:lnR>
                    <a:lnT w="19050">
                      <a:solidFill>
                        <a:srgbClr val="0057E8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005BD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094">
                <a:tc>
                  <a:txBody>
                    <a:bodyPr/>
                    <a:lstStyle/>
                    <a:p>
                      <a:pPr marL="2038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spc="-5" dirty="0">
                          <a:latin typeface="Verdana"/>
                          <a:cs typeface="Verdana"/>
                        </a:rPr>
                        <a:t>Degré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57E8"/>
                      </a:solidFill>
                      <a:prstDash val="solid"/>
                    </a:lnL>
                    <a:lnR w="19050">
                      <a:solidFill>
                        <a:srgbClr val="0057E8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57E8"/>
                      </a:solidFill>
                      <a:prstDash val="solid"/>
                    </a:lnB>
                    <a:solidFill>
                      <a:srgbClr val="99B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0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57E8"/>
                      </a:solidFill>
                      <a:prstDash val="solid"/>
                    </a:lnL>
                    <a:lnR w="12700">
                      <a:solidFill>
                        <a:srgbClr val="0057E8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57E8"/>
                      </a:solidFill>
                      <a:prstDash val="solid"/>
                    </a:lnB>
                    <a:solidFill>
                      <a:srgbClr val="99BDED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1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57E8"/>
                      </a:solidFill>
                      <a:prstDash val="solid"/>
                    </a:lnL>
                    <a:lnR w="12700">
                      <a:solidFill>
                        <a:srgbClr val="0057E8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57E8"/>
                      </a:solidFill>
                      <a:prstDash val="solid"/>
                    </a:lnB>
                    <a:solidFill>
                      <a:srgbClr val="99B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3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57E8"/>
                      </a:solidFill>
                      <a:prstDash val="solid"/>
                    </a:lnL>
                    <a:lnR w="19050">
                      <a:solidFill>
                        <a:srgbClr val="0057E8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57E8"/>
                      </a:solidFill>
                      <a:prstDash val="solid"/>
                    </a:lnB>
                    <a:solidFill>
                      <a:srgbClr val="99B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2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57E8"/>
                      </a:solidFill>
                      <a:prstDash val="solid"/>
                    </a:lnL>
                    <a:lnR w="12700">
                      <a:solidFill>
                        <a:srgbClr val="0057E8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57E8"/>
                      </a:solidFill>
                      <a:prstDash val="solid"/>
                    </a:lnB>
                    <a:solidFill>
                      <a:srgbClr val="99BDED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2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57E8"/>
                      </a:solidFill>
                      <a:prstDash val="solid"/>
                    </a:lnL>
                    <a:lnR w="12700">
                      <a:solidFill>
                        <a:srgbClr val="0057E8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57E8"/>
                      </a:solidFill>
                      <a:prstDash val="solid"/>
                    </a:lnB>
                    <a:solidFill>
                      <a:srgbClr val="99B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4" name="object 4"/>
          <p:cNvGrpSpPr/>
          <p:nvPr/>
        </p:nvGrpSpPr>
        <p:grpSpPr>
          <a:xfrm>
            <a:off x="1086612" y="1330451"/>
            <a:ext cx="6108700" cy="754380"/>
            <a:chOff x="1086612" y="1330451"/>
            <a:chExt cx="6108700" cy="75438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92708" y="1336548"/>
              <a:ext cx="6095999" cy="74218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86612" y="1330451"/>
              <a:ext cx="6108192" cy="754380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772668" y="3779519"/>
            <a:ext cx="9144000" cy="3429000"/>
            <a:chOff x="772668" y="3779519"/>
            <a:chExt cx="9144000" cy="3429000"/>
          </a:xfrm>
        </p:grpSpPr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2668" y="3779520"/>
              <a:ext cx="9143999" cy="34290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3781044"/>
              <a:ext cx="5925311" cy="102412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405628" y="5021592"/>
              <a:ext cx="4025265" cy="1757680"/>
            </a:xfrm>
            <a:custGeom>
              <a:avLst/>
              <a:gdLst/>
              <a:ahLst/>
              <a:cxnLst/>
              <a:rect l="l" t="t" r="r" b="b"/>
              <a:pathLst>
                <a:path w="4025265" h="1757679">
                  <a:moveTo>
                    <a:pt x="384048" y="275844"/>
                  </a:moveTo>
                  <a:lnTo>
                    <a:pt x="381000" y="256032"/>
                  </a:lnTo>
                  <a:lnTo>
                    <a:pt x="376428" y="237744"/>
                  </a:lnTo>
                  <a:lnTo>
                    <a:pt x="361188" y="204216"/>
                  </a:lnTo>
                  <a:lnTo>
                    <a:pt x="359664" y="201422"/>
                  </a:lnTo>
                  <a:lnTo>
                    <a:pt x="359664" y="297180"/>
                  </a:lnTo>
                  <a:lnTo>
                    <a:pt x="356616" y="330708"/>
                  </a:lnTo>
                  <a:lnTo>
                    <a:pt x="338328" y="376428"/>
                  </a:lnTo>
                  <a:lnTo>
                    <a:pt x="298704" y="425196"/>
                  </a:lnTo>
                  <a:lnTo>
                    <a:pt x="256032" y="451104"/>
                  </a:lnTo>
                  <a:lnTo>
                    <a:pt x="192024" y="463296"/>
                  </a:lnTo>
                  <a:lnTo>
                    <a:pt x="173736" y="461772"/>
                  </a:lnTo>
                  <a:lnTo>
                    <a:pt x="111252" y="443484"/>
                  </a:lnTo>
                  <a:lnTo>
                    <a:pt x="73152" y="414528"/>
                  </a:lnTo>
                  <a:lnTo>
                    <a:pt x="44196" y="374904"/>
                  </a:lnTo>
                  <a:lnTo>
                    <a:pt x="27432" y="329184"/>
                  </a:lnTo>
                  <a:lnTo>
                    <a:pt x="24384" y="295656"/>
                  </a:lnTo>
                  <a:lnTo>
                    <a:pt x="25908" y="278892"/>
                  </a:lnTo>
                  <a:lnTo>
                    <a:pt x="38100" y="230124"/>
                  </a:lnTo>
                  <a:lnTo>
                    <a:pt x="64008" y="188976"/>
                  </a:lnTo>
                  <a:lnTo>
                    <a:pt x="99060" y="156972"/>
                  </a:lnTo>
                  <a:lnTo>
                    <a:pt x="143256" y="135636"/>
                  </a:lnTo>
                  <a:lnTo>
                    <a:pt x="193548" y="128016"/>
                  </a:lnTo>
                  <a:lnTo>
                    <a:pt x="210312" y="129540"/>
                  </a:lnTo>
                  <a:lnTo>
                    <a:pt x="257556" y="141732"/>
                  </a:lnTo>
                  <a:lnTo>
                    <a:pt x="310896" y="178308"/>
                  </a:lnTo>
                  <a:lnTo>
                    <a:pt x="339852" y="216408"/>
                  </a:lnTo>
                  <a:lnTo>
                    <a:pt x="356616" y="263652"/>
                  </a:lnTo>
                  <a:lnTo>
                    <a:pt x="359664" y="297180"/>
                  </a:lnTo>
                  <a:lnTo>
                    <a:pt x="359664" y="201422"/>
                  </a:lnTo>
                  <a:lnTo>
                    <a:pt x="327660" y="160020"/>
                  </a:lnTo>
                  <a:lnTo>
                    <a:pt x="286004" y="128016"/>
                  </a:lnTo>
                  <a:lnTo>
                    <a:pt x="283464" y="126492"/>
                  </a:lnTo>
                  <a:lnTo>
                    <a:pt x="266700" y="118872"/>
                  </a:lnTo>
                  <a:lnTo>
                    <a:pt x="248412" y="111252"/>
                  </a:lnTo>
                  <a:lnTo>
                    <a:pt x="230124" y="106680"/>
                  </a:lnTo>
                  <a:lnTo>
                    <a:pt x="211836" y="103632"/>
                  </a:lnTo>
                  <a:lnTo>
                    <a:pt x="192024" y="103632"/>
                  </a:lnTo>
                  <a:lnTo>
                    <a:pt x="152400" y="106680"/>
                  </a:lnTo>
                  <a:lnTo>
                    <a:pt x="115824" y="118872"/>
                  </a:lnTo>
                  <a:lnTo>
                    <a:pt x="68580" y="147828"/>
                  </a:lnTo>
                  <a:lnTo>
                    <a:pt x="32004" y="188976"/>
                  </a:lnTo>
                  <a:lnTo>
                    <a:pt x="7620" y="239268"/>
                  </a:lnTo>
                  <a:lnTo>
                    <a:pt x="0" y="277368"/>
                  </a:lnTo>
                  <a:lnTo>
                    <a:pt x="0" y="316992"/>
                  </a:lnTo>
                  <a:lnTo>
                    <a:pt x="15240" y="371856"/>
                  </a:lnTo>
                  <a:lnTo>
                    <a:pt x="44196" y="419100"/>
                  </a:lnTo>
                  <a:lnTo>
                    <a:pt x="100584" y="466344"/>
                  </a:lnTo>
                  <a:lnTo>
                    <a:pt x="153924" y="484632"/>
                  </a:lnTo>
                  <a:lnTo>
                    <a:pt x="193548" y="489204"/>
                  </a:lnTo>
                  <a:lnTo>
                    <a:pt x="211836" y="487680"/>
                  </a:lnTo>
                  <a:lnTo>
                    <a:pt x="249936" y="480060"/>
                  </a:lnTo>
                  <a:lnTo>
                    <a:pt x="284988" y="464820"/>
                  </a:lnTo>
                  <a:lnTo>
                    <a:pt x="287528" y="463296"/>
                  </a:lnTo>
                  <a:lnTo>
                    <a:pt x="300228" y="455676"/>
                  </a:lnTo>
                  <a:lnTo>
                    <a:pt x="341376" y="417576"/>
                  </a:lnTo>
                  <a:lnTo>
                    <a:pt x="370332" y="370332"/>
                  </a:lnTo>
                  <a:lnTo>
                    <a:pt x="381000" y="333756"/>
                  </a:lnTo>
                  <a:lnTo>
                    <a:pt x="384048" y="315468"/>
                  </a:lnTo>
                  <a:lnTo>
                    <a:pt x="384048" y="275844"/>
                  </a:lnTo>
                  <a:close/>
                </a:path>
                <a:path w="4025265" h="1757679">
                  <a:moveTo>
                    <a:pt x="4024871" y="1368539"/>
                  </a:moveTo>
                  <a:lnTo>
                    <a:pt x="4020299" y="1330439"/>
                  </a:lnTo>
                  <a:lnTo>
                    <a:pt x="4009631" y="1293863"/>
                  </a:lnTo>
                  <a:lnTo>
                    <a:pt x="3998963" y="1274559"/>
                  </a:lnTo>
                  <a:lnTo>
                    <a:pt x="3998963" y="1353299"/>
                  </a:lnTo>
                  <a:lnTo>
                    <a:pt x="3998963" y="1370063"/>
                  </a:lnTo>
                  <a:lnTo>
                    <a:pt x="3991343" y="1420355"/>
                  </a:lnTo>
                  <a:lnTo>
                    <a:pt x="3970007" y="1464551"/>
                  </a:lnTo>
                  <a:lnTo>
                    <a:pt x="3938003" y="1499603"/>
                  </a:lnTo>
                  <a:lnTo>
                    <a:pt x="3896855" y="1523987"/>
                  </a:lnTo>
                  <a:lnTo>
                    <a:pt x="3848087" y="1536179"/>
                  </a:lnTo>
                  <a:lnTo>
                    <a:pt x="3831323" y="1537703"/>
                  </a:lnTo>
                  <a:lnTo>
                    <a:pt x="3814559" y="1536179"/>
                  </a:lnTo>
                  <a:lnTo>
                    <a:pt x="3765791" y="1523987"/>
                  </a:lnTo>
                  <a:lnTo>
                    <a:pt x="3724643" y="1498079"/>
                  </a:lnTo>
                  <a:lnTo>
                    <a:pt x="3692639" y="1463027"/>
                  </a:lnTo>
                  <a:lnTo>
                    <a:pt x="3671303" y="1418831"/>
                  </a:lnTo>
                  <a:lnTo>
                    <a:pt x="3668255" y="1402067"/>
                  </a:lnTo>
                  <a:lnTo>
                    <a:pt x="3665207" y="1386827"/>
                  </a:lnTo>
                  <a:lnTo>
                    <a:pt x="3663683" y="1368539"/>
                  </a:lnTo>
                  <a:lnTo>
                    <a:pt x="3665207" y="1351775"/>
                  </a:lnTo>
                  <a:lnTo>
                    <a:pt x="3668255" y="1335011"/>
                  </a:lnTo>
                  <a:lnTo>
                    <a:pt x="3685019" y="1289291"/>
                  </a:lnTo>
                  <a:lnTo>
                    <a:pt x="3713975" y="1251191"/>
                  </a:lnTo>
                  <a:lnTo>
                    <a:pt x="3752075" y="1222235"/>
                  </a:lnTo>
                  <a:lnTo>
                    <a:pt x="3799319" y="1205471"/>
                  </a:lnTo>
                  <a:lnTo>
                    <a:pt x="3832847" y="1202423"/>
                  </a:lnTo>
                  <a:lnTo>
                    <a:pt x="3866375" y="1205471"/>
                  </a:lnTo>
                  <a:lnTo>
                    <a:pt x="3912095" y="1222235"/>
                  </a:lnTo>
                  <a:lnTo>
                    <a:pt x="3950195" y="1251191"/>
                  </a:lnTo>
                  <a:lnTo>
                    <a:pt x="3986771" y="1304531"/>
                  </a:lnTo>
                  <a:lnTo>
                    <a:pt x="3998963" y="1353299"/>
                  </a:lnTo>
                  <a:lnTo>
                    <a:pt x="3998963" y="1274559"/>
                  </a:lnTo>
                  <a:lnTo>
                    <a:pt x="3966959" y="1232903"/>
                  </a:lnTo>
                  <a:lnTo>
                    <a:pt x="3927564" y="1202423"/>
                  </a:lnTo>
                  <a:lnTo>
                    <a:pt x="3887711" y="1185659"/>
                  </a:lnTo>
                  <a:lnTo>
                    <a:pt x="3846995" y="1177721"/>
                  </a:lnTo>
                  <a:lnTo>
                    <a:pt x="3876941" y="324167"/>
                  </a:lnTo>
                  <a:lnTo>
                    <a:pt x="3904488" y="284988"/>
                  </a:lnTo>
                  <a:lnTo>
                    <a:pt x="3919728" y="249936"/>
                  </a:lnTo>
                  <a:lnTo>
                    <a:pt x="3927348" y="211836"/>
                  </a:lnTo>
                  <a:lnTo>
                    <a:pt x="3927348" y="173736"/>
                  </a:lnTo>
                  <a:lnTo>
                    <a:pt x="3919728" y="135636"/>
                  </a:lnTo>
                  <a:lnTo>
                    <a:pt x="3904488" y="100584"/>
                  </a:lnTo>
                  <a:lnTo>
                    <a:pt x="3902964" y="98044"/>
                  </a:lnTo>
                  <a:lnTo>
                    <a:pt x="3902964" y="193548"/>
                  </a:lnTo>
                  <a:lnTo>
                    <a:pt x="3901440" y="211836"/>
                  </a:lnTo>
                  <a:lnTo>
                    <a:pt x="3898392" y="227076"/>
                  </a:lnTo>
                  <a:lnTo>
                    <a:pt x="3895344" y="243840"/>
                  </a:lnTo>
                  <a:lnTo>
                    <a:pt x="3889248" y="259080"/>
                  </a:lnTo>
                  <a:lnTo>
                    <a:pt x="3881628" y="274320"/>
                  </a:lnTo>
                  <a:lnTo>
                    <a:pt x="3874008" y="288036"/>
                  </a:lnTo>
                  <a:lnTo>
                    <a:pt x="3852672" y="312420"/>
                  </a:lnTo>
                  <a:lnTo>
                    <a:pt x="3847020" y="317373"/>
                  </a:lnTo>
                  <a:lnTo>
                    <a:pt x="3847020" y="350774"/>
                  </a:lnTo>
                  <a:lnTo>
                    <a:pt x="3818001" y="1177544"/>
                  </a:lnTo>
                  <a:lnTo>
                    <a:pt x="3811511" y="1178039"/>
                  </a:lnTo>
                  <a:lnTo>
                    <a:pt x="3791699" y="1181087"/>
                  </a:lnTo>
                  <a:lnTo>
                    <a:pt x="3723119" y="1210043"/>
                  </a:lnTo>
                  <a:lnTo>
                    <a:pt x="3681971" y="1248143"/>
                  </a:lnTo>
                  <a:lnTo>
                    <a:pt x="3654539" y="1295387"/>
                  </a:lnTo>
                  <a:lnTo>
                    <a:pt x="3642347" y="1331963"/>
                  </a:lnTo>
                  <a:lnTo>
                    <a:pt x="3639299" y="1350251"/>
                  </a:lnTo>
                  <a:lnTo>
                    <a:pt x="3639299" y="1352397"/>
                  </a:lnTo>
                  <a:lnTo>
                    <a:pt x="2062302" y="944016"/>
                  </a:lnTo>
                  <a:lnTo>
                    <a:pt x="2089404" y="899147"/>
                  </a:lnTo>
                  <a:lnTo>
                    <a:pt x="2100072" y="862571"/>
                  </a:lnTo>
                  <a:lnTo>
                    <a:pt x="2104644" y="824471"/>
                  </a:lnTo>
                  <a:lnTo>
                    <a:pt x="2103120" y="804659"/>
                  </a:lnTo>
                  <a:lnTo>
                    <a:pt x="2100072" y="784847"/>
                  </a:lnTo>
                  <a:lnTo>
                    <a:pt x="2095500" y="766559"/>
                  </a:lnTo>
                  <a:lnTo>
                    <a:pt x="2089404" y="749795"/>
                  </a:lnTo>
                  <a:lnTo>
                    <a:pt x="2078723" y="730224"/>
                  </a:lnTo>
                  <a:lnTo>
                    <a:pt x="2078723" y="825995"/>
                  </a:lnTo>
                  <a:lnTo>
                    <a:pt x="2075688" y="859523"/>
                  </a:lnTo>
                  <a:lnTo>
                    <a:pt x="2058924" y="905243"/>
                  </a:lnTo>
                  <a:lnTo>
                    <a:pt x="2029955" y="943343"/>
                  </a:lnTo>
                  <a:lnTo>
                    <a:pt x="1990344" y="972299"/>
                  </a:lnTo>
                  <a:lnTo>
                    <a:pt x="1959864" y="984491"/>
                  </a:lnTo>
                  <a:lnTo>
                    <a:pt x="1944624" y="989063"/>
                  </a:lnTo>
                  <a:lnTo>
                    <a:pt x="1911096" y="992111"/>
                  </a:lnTo>
                  <a:lnTo>
                    <a:pt x="1877555" y="989063"/>
                  </a:lnTo>
                  <a:lnTo>
                    <a:pt x="1860804" y="984491"/>
                  </a:lnTo>
                  <a:lnTo>
                    <a:pt x="1816608" y="963155"/>
                  </a:lnTo>
                  <a:lnTo>
                    <a:pt x="1781556" y="931151"/>
                  </a:lnTo>
                  <a:lnTo>
                    <a:pt x="1757172" y="890003"/>
                  </a:lnTo>
                  <a:lnTo>
                    <a:pt x="1744980" y="841235"/>
                  </a:lnTo>
                  <a:lnTo>
                    <a:pt x="1743456" y="824471"/>
                  </a:lnTo>
                  <a:lnTo>
                    <a:pt x="1744980" y="807707"/>
                  </a:lnTo>
                  <a:lnTo>
                    <a:pt x="1757172" y="758939"/>
                  </a:lnTo>
                  <a:lnTo>
                    <a:pt x="1783080" y="717791"/>
                  </a:lnTo>
                  <a:lnTo>
                    <a:pt x="1818132" y="685787"/>
                  </a:lnTo>
                  <a:lnTo>
                    <a:pt x="1862328" y="664451"/>
                  </a:lnTo>
                  <a:lnTo>
                    <a:pt x="1879079" y="661403"/>
                  </a:lnTo>
                  <a:lnTo>
                    <a:pt x="1894332" y="658355"/>
                  </a:lnTo>
                  <a:lnTo>
                    <a:pt x="1912620" y="656831"/>
                  </a:lnTo>
                  <a:lnTo>
                    <a:pt x="1929384" y="658355"/>
                  </a:lnTo>
                  <a:lnTo>
                    <a:pt x="1946148" y="661403"/>
                  </a:lnTo>
                  <a:lnTo>
                    <a:pt x="1991855" y="678167"/>
                  </a:lnTo>
                  <a:lnTo>
                    <a:pt x="2029955" y="707123"/>
                  </a:lnTo>
                  <a:lnTo>
                    <a:pt x="2058924" y="745223"/>
                  </a:lnTo>
                  <a:lnTo>
                    <a:pt x="2075688" y="792467"/>
                  </a:lnTo>
                  <a:lnTo>
                    <a:pt x="2078723" y="825995"/>
                  </a:lnTo>
                  <a:lnTo>
                    <a:pt x="2078723" y="730224"/>
                  </a:lnTo>
                  <a:lnTo>
                    <a:pt x="2071116" y="716267"/>
                  </a:lnTo>
                  <a:lnTo>
                    <a:pt x="2062645" y="705396"/>
                  </a:lnTo>
                  <a:lnTo>
                    <a:pt x="3543300" y="212852"/>
                  </a:lnTo>
                  <a:lnTo>
                    <a:pt x="3543300" y="213360"/>
                  </a:lnTo>
                  <a:lnTo>
                    <a:pt x="3546348" y="233172"/>
                  </a:lnTo>
                  <a:lnTo>
                    <a:pt x="3558540" y="269748"/>
                  </a:lnTo>
                  <a:lnTo>
                    <a:pt x="3587496" y="316992"/>
                  </a:lnTo>
                  <a:lnTo>
                    <a:pt x="3628644" y="353568"/>
                  </a:lnTo>
                  <a:lnTo>
                    <a:pt x="3678936" y="377952"/>
                  </a:lnTo>
                  <a:lnTo>
                    <a:pt x="3715512" y="385572"/>
                  </a:lnTo>
                  <a:lnTo>
                    <a:pt x="3755136" y="385572"/>
                  </a:lnTo>
                  <a:lnTo>
                    <a:pt x="3793236" y="377952"/>
                  </a:lnTo>
                  <a:lnTo>
                    <a:pt x="3828288" y="362712"/>
                  </a:lnTo>
                  <a:lnTo>
                    <a:pt x="3830828" y="361188"/>
                  </a:lnTo>
                  <a:lnTo>
                    <a:pt x="3843528" y="353568"/>
                  </a:lnTo>
                  <a:lnTo>
                    <a:pt x="3847020" y="350774"/>
                  </a:lnTo>
                  <a:lnTo>
                    <a:pt x="3847020" y="317373"/>
                  </a:lnTo>
                  <a:lnTo>
                    <a:pt x="3840480" y="323088"/>
                  </a:lnTo>
                  <a:lnTo>
                    <a:pt x="3828288" y="332232"/>
                  </a:lnTo>
                  <a:lnTo>
                    <a:pt x="3814572" y="341376"/>
                  </a:lnTo>
                  <a:lnTo>
                    <a:pt x="3784092" y="353568"/>
                  </a:lnTo>
                  <a:lnTo>
                    <a:pt x="3768852" y="358140"/>
                  </a:lnTo>
                  <a:lnTo>
                    <a:pt x="3735324" y="361188"/>
                  </a:lnTo>
                  <a:lnTo>
                    <a:pt x="3717036" y="359664"/>
                  </a:lnTo>
                  <a:lnTo>
                    <a:pt x="3669792" y="347472"/>
                  </a:lnTo>
                  <a:lnTo>
                    <a:pt x="3616452" y="310896"/>
                  </a:lnTo>
                  <a:lnTo>
                    <a:pt x="3587496" y="272796"/>
                  </a:lnTo>
                  <a:lnTo>
                    <a:pt x="3570732" y="227076"/>
                  </a:lnTo>
                  <a:lnTo>
                    <a:pt x="3567684" y="192024"/>
                  </a:lnTo>
                  <a:lnTo>
                    <a:pt x="3570732" y="158496"/>
                  </a:lnTo>
                  <a:lnTo>
                    <a:pt x="3589020" y="112776"/>
                  </a:lnTo>
                  <a:lnTo>
                    <a:pt x="3617976" y="74676"/>
                  </a:lnTo>
                  <a:lnTo>
                    <a:pt x="3656076" y="45720"/>
                  </a:lnTo>
                  <a:lnTo>
                    <a:pt x="3701796" y="28956"/>
                  </a:lnTo>
                  <a:lnTo>
                    <a:pt x="3735324" y="25908"/>
                  </a:lnTo>
                  <a:lnTo>
                    <a:pt x="3770376" y="28956"/>
                  </a:lnTo>
                  <a:lnTo>
                    <a:pt x="3816096" y="47244"/>
                  </a:lnTo>
                  <a:lnTo>
                    <a:pt x="3864864" y="86868"/>
                  </a:lnTo>
                  <a:lnTo>
                    <a:pt x="3895344" y="144780"/>
                  </a:lnTo>
                  <a:lnTo>
                    <a:pt x="3902964" y="193548"/>
                  </a:lnTo>
                  <a:lnTo>
                    <a:pt x="3902964" y="98044"/>
                  </a:lnTo>
                  <a:lnTo>
                    <a:pt x="3870960" y="56388"/>
                  </a:lnTo>
                  <a:lnTo>
                    <a:pt x="3829304" y="25908"/>
                  </a:lnTo>
                  <a:lnTo>
                    <a:pt x="3826764" y="24384"/>
                  </a:lnTo>
                  <a:lnTo>
                    <a:pt x="3791712" y="9144"/>
                  </a:lnTo>
                  <a:lnTo>
                    <a:pt x="3753612" y="1524"/>
                  </a:lnTo>
                  <a:lnTo>
                    <a:pt x="3735324" y="0"/>
                  </a:lnTo>
                  <a:lnTo>
                    <a:pt x="3715512" y="1524"/>
                  </a:lnTo>
                  <a:lnTo>
                    <a:pt x="3677412" y="9144"/>
                  </a:lnTo>
                  <a:lnTo>
                    <a:pt x="3642360" y="24384"/>
                  </a:lnTo>
                  <a:lnTo>
                    <a:pt x="3598164" y="57912"/>
                  </a:lnTo>
                  <a:lnTo>
                    <a:pt x="3566160" y="102108"/>
                  </a:lnTo>
                  <a:lnTo>
                    <a:pt x="3550920" y="137160"/>
                  </a:lnTo>
                  <a:lnTo>
                    <a:pt x="3543300" y="173736"/>
                  </a:lnTo>
                  <a:lnTo>
                    <a:pt x="3543300" y="182372"/>
                  </a:lnTo>
                  <a:lnTo>
                    <a:pt x="2040242" y="682371"/>
                  </a:lnTo>
                  <a:lnTo>
                    <a:pt x="2033003" y="675119"/>
                  </a:lnTo>
                  <a:lnTo>
                    <a:pt x="2019300" y="664451"/>
                  </a:lnTo>
                  <a:lnTo>
                    <a:pt x="2005330" y="656831"/>
                  </a:lnTo>
                  <a:lnTo>
                    <a:pt x="2002536" y="655307"/>
                  </a:lnTo>
                  <a:lnTo>
                    <a:pt x="1985772" y="647687"/>
                  </a:lnTo>
                  <a:lnTo>
                    <a:pt x="1967484" y="640067"/>
                  </a:lnTo>
                  <a:lnTo>
                    <a:pt x="1949196" y="635495"/>
                  </a:lnTo>
                  <a:lnTo>
                    <a:pt x="1930908" y="632447"/>
                  </a:lnTo>
                  <a:lnTo>
                    <a:pt x="1911096" y="632447"/>
                  </a:lnTo>
                  <a:lnTo>
                    <a:pt x="1871472" y="635495"/>
                  </a:lnTo>
                  <a:lnTo>
                    <a:pt x="1819656" y="655307"/>
                  </a:lnTo>
                  <a:lnTo>
                    <a:pt x="1787652" y="676643"/>
                  </a:lnTo>
                  <a:lnTo>
                    <a:pt x="1751076" y="717791"/>
                  </a:lnTo>
                  <a:lnTo>
                    <a:pt x="1726692" y="768083"/>
                  </a:lnTo>
                  <a:lnTo>
                    <a:pt x="1719072" y="806183"/>
                  </a:lnTo>
                  <a:lnTo>
                    <a:pt x="1719072" y="845807"/>
                  </a:lnTo>
                  <a:lnTo>
                    <a:pt x="1734312" y="900671"/>
                  </a:lnTo>
                  <a:lnTo>
                    <a:pt x="1763268" y="947915"/>
                  </a:lnTo>
                  <a:lnTo>
                    <a:pt x="1819656" y="995159"/>
                  </a:lnTo>
                  <a:lnTo>
                    <a:pt x="1872996" y="1013447"/>
                  </a:lnTo>
                  <a:lnTo>
                    <a:pt x="1912620" y="1018019"/>
                  </a:lnTo>
                  <a:lnTo>
                    <a:pt x="1932432" y="1016495"/>
                  </a:lnTo>
                  <a:lnTo>
                    <a:pt x="1987296" y="1002779"/>
                  </a:lnTo>
                  <a:lnTo>
                    <a:pt x="2006587" y="992111"/>
                  </a:lnTo>
                  <a:lnTo>
                    <a:pt x="2019300" y="984491"/>
                  </a:lnTo>
                  <a:lnTo>
                    <a:pt x="2034527" y="973823"/>
                  </a:lnTo>
                  <a:lnTo>
                    <a:pt x="2040572" y="967790"/>
                  </a:lnTo>
                  <a:lnTo>
                    <a:pt x="3558844" y="1360614"/>
                  </a:lnTo>
                  <a:lnTo>
                    <a:pt x="536448" y="1549146"/>
                  </a:lnTo>
                  <a:lnTo>
                    <a:pt x="536448" y="1543812"/>
                  </a:lnTo>
                  <a:lnTo>
                    <a:pt x="533400" y="1525524"/>
                  </a:lnTo>
                  <a:lnTo>
                    <a:pt x="528828" y="1507236"/>
                  </a:lnTo>
                  <a:lnTo>
                    <a:pt x="521208" y="1488948"/>
                  </a:lnTo>
                  <a:lnTo>
                    <a:pt x="513588" y="1472184"/>
                  </a:lnTo>
                  <a:lnTo>
                    <a:pt x="512064" y="1469644"/>
                  </a:lnTo>
                  <a:lnTo>
                    <a:pt x="512064" y="1565148"/>
                  </a:lnTo>
                  <a:lnTo>
                    <a:pt x="509016" y="1598676"/>
                  </a:lnTo>
                  <a:lnTo>
                    <a:pt x="504444" y="1615440"/>
                  </a:lnTo>
                  <a:lnTo>
                    <a:pt x="498348" y="1630680"/>
                  </a:lnTo>
                  <a:lnTo>
                    <a:pt x="490728" y="1644396"/>
                  </a:lnTo>
                  <a:lnTo>
                    <a:pt x="483108" y="1659636"/>
                  </a:lnTo>
                  <a:lnTo>
                    <a:pt x="451104" y="1694688"/>
                  </a:lnTo>
                  <a:lnTo>
                    <a:pt x="393192" y="1725168"/>
                  </a:lnTo>
                  <a:lnTo>
                    <a:pt x="344424" y="1732788"/>
                  </a:lnTo>
                  <a:lnTo>
                    <a:pt x="326136" y="1731264"/>
                  </a:lnTo>
                  <a:lnTo>
                    <a:pt x="310896" y="1728216"/>
                  </a:lnTo>
                  <a:lnTo>
                    <a:pt x="294132" y="1725168"/>
                  </a:lnTo>
                  <a:lnTo>
                    <a:pt x="249936" y="1703832"/>
                  </a:lnTo>
                  <a:lnTo>
                    <a:pt x="214884" y="1670304"/>
                  </a:lnTo>
                  <a:lnTo>
                    <a:pt x="184404" y="1613916"/>
                  </a:lnTo>
                  <a:lnTo>
                    <a:pt x="176784" y="1563624"/>
                  </a:lnTo>
                  <a:lnTo>
                    <a:pt x="178308" y="1546860"/>
                  </a:lnTo>
                  <a:lnTo>
                    <a:pt x="190500" y="1499616"/>
                  </a:lnTo>
                  <a:lnTo>
                    <a:pt x="227076" y="1446276"/>
                  </a:lnTo>
                  <a:lnTo>
                    <a:pt x="265176" y="1417320"/>
                  </a:lnTo>
                  <a:lnTo>
                    <a:pt x="310896" y="1400556"/>
                  </a:lnTo>
                  <a:lnTo>
                    <a:pt x="345948" y="1397508"/>
                  </a:lnTo>
                  <a:lnTo>
                    <a:pt x="379476" y="1400556"/>
                  </a:lnTo>
                  <a:lnTo>
                    <a:pt x="425196" y="1417320"/>
                  </a:lnTo>
                  <a:lnTo>
                    <a:pt x="463296" y="1446276"/>
                  </a:lnTo>
                  <a:lnTo>
                    <a:pt x="492252" y="1485900"/>
                  </a:lnTo>
                  <a:lnTo>
                    <a:pt x="509016" y="1531620"/>
                  </a:lnTo>
                  <a:lnTo>
                    <a:pt x="512064" y="1565148"/>
                  </a:lnTo>
                  <a:lnTo>
                    <a:pt x="512064" y="1469644"/>
                  </a:lnTo>
                  <a:lnTo>
                    <a:pt x="480060" y="1427988"/>
                  </a:lnTo>
                  <a:lnTo>
                    <a:pt x="440207" y="1397508"/>
                  </a:lnTo>
                  <a:lnTo>
                    <a:pt x="435864" y="1394460"/>
                  </a:lnTo>
                  <a:lnTo>
                    <a:pt x="382524" y="1376172"/>
                  </a:lnTo>
                  <a:lnTo>
                    <a:pt x="344424" y="1371600"/>
                  </a:lnTo>
                  <a:lnTo>
                    <a:pt x="324612" y="1373124"/>
                  </a:lnTo>
                  <a:lnTo>
                    <a:pt x="286512" y="1380744"/>
                  </a:lnTo>
                  <a:lnTo>
                    <a:pt x="251460" y="1395984"/>
                  </a:lnTo>
                  <a:lnTo>
                    <a:pt x="207264" y="1429512"/>
                  </a:lnTo>
                  <a:lnTo>
                    <a:pt x="166116" y="1490472"/>
                  </a:lnTo>
                  <a:lnTo>
                    <a:pt x="155448" y="1527048"/>
                  </a:lnTo>
                  <a:lnTo>
                    <a:pt x="152400" y="1545336"/>
                  </a:lnTo>
                  <a:lnTo>
                    <a:pt x="152400" y="1584960"/>
                  </a:lnTo>
                  <a:lnTo>
                    <a:pt x="160020" y="1623060"/>
                  </a:lnTo>
                  <a:lnTo>
                    <a:pt x="184404" y="1673352"/>
                  </a:lnTo>
                  <a:lnTo>
                    <a:pt x="196596" y="1687068"/>
                  </a:lnTo>
                  <a:lnTo>
                    <a:pt x="208788" y="1702308"/>
                  </a:lnTo>
                  <a:lnTo>
                    <a:pt x="252984" y="1734312"/>
                  </a:lnTo>
                  <a:lnTo>
                    <a:pt x="288036" y="1749552"/>
                  </a:lnTo>
                  <a:lnTo>
                    <a:pt x="326136" y="1757172"/>
                  </a:lnTo>
                  <a:lnTo>
                    <a:pt x="364236" y="1757172"/>
                  </a:lnTo>
                  <a:lnTo>
                    <a:pt x="384048" y="1754124"/>
                  </a:lnTo>
                  <a:lnTo>
                    <a:pt x="420624" y="1741932"/>
                  </a:lnTo>
                  <a:lnTo>
                    <a:pt x="437388" y="1734312"/>
                  </a:lnTo>
                  <a:lnTo>
                    <a:pt x="439559" y="1732788"/>
                  </a:lnTo>
                  <a:lnTo>
                    <a:pt x="467868" y="1712976"/>
                  </a:lnTo>
                  <a:lnTo>
                    <a:pt x="504444" y="1671828"/>
                  </a:lnTo>
                  <a:lnTo>
                    <a:pt x="528828" y="1621536"/>
                  </a:lnTo>
                  <a:lnTo>
                    <a:pt x="536448" y="1583436"/>
                  </a:lnTo>
                  <a:lnTo>
                    <a:pt x="536448" y="1578203"/>
                  </a:lnTo>
                  <a:lnTo>
                    <a:pt x="3640404" y="1384566"/>
                  </a:lnTo>
                  <a:lnTo>
                    <a:pt x="3648443" y="1427975"/>
                  </a:lnTo>
                  <a:lnTo>
                    <a:pt x="3672827" y="1478267"/>
                  </a:lnTo>
                  <a:lnTo>
                    <a:pt x="3709403" y="1519415"/>
                  </a:lnTo>
                  <a:lnTo>
                    <a:pt x="3756647" y="1546847"/>
                  </a:lnTo>
                  <a:lnTo>
                    <a:pt x="3793223" y="1559039"/>
                  </a:lnTo>
                  <a:lnTo>
                    <a:pt x="3813035" y="1562087"/>
                  </a:lnTo>
                  <a:lnTo>
                    <a:pt x="3852659" y="1562087"/>
                  </a:lnTo>
                  <a:lnTo>
                    <a:pt x="3907523" y="1546847"/>
                  </a:lnTo>
                  <a:lnTo>
                    <a:pt x="3954767" y="1517891"/>
                  </a:lnTo>
                  <a:lnTo>
                    <a:pt x="4002011" y="1461503"/>
                  </a:lnTo>
                  <a:lnTo>
                    <a:pt x="4020299" y="1408163"/>
                  </a:lnTo>
                  <a:lnTo>
                    <a:pt x="4023347" y="1388351"/>
                  </a:lnTo>
                  <a:lnTo>
                    <a:pt x="4024871" y="136853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422392" y="5137404"/>
              <a:ext cx="360045" cy="360045"/>
            </a:xfrm>
            <a:custGeom>
              <a:avLst/>
              <a:gdLst/>
              <a:ahLst/>
              <a:cxnLst/>
              <a:rect l="l" t="t" r="r" b="b"/>
              <a:pathLst>
                <a:path w="360045" h="360045">
                  <a:moveTo>
                    <a:pt x="179831" y="359663"/>
                  </a:moveTo>
                  <a:lnTo>
                    <a:pt x="131586" y="353222"/>
                  </a:lnTo>
                  <a:lnTo>
                    <a:pt x="88504" y="335054"/>
                  </a:lnTo>
                  <a:lnTo>
                    <a:pt x="52197" y="306895"/>
                  </a:lnTo>
                  <a:lnTo>
                    <a:pt x="24271" y="270481"/>
                  </a:lnTo>
                  <a:lnTo>
                    <a:pt x="6335" y="227548"/>
                  </a:lnTo>
                  <a:lnTo>
                    <a:pt x="0" y="179831"/>
                  </a:lnTo>
                  <a:lnTo>
                    <a:pt x="6335" y="132115"/>
                  </a:lnTo>
                  <a:lnTo>
                    <a:pt x="24271" y="89182"/>
                  </a:lnTo>
                  <a:lnTo>
                    <a:pt x="52197" y="52768"/>
                  </a:lnTo>
                  <a:lnTo>
                    <a:pt x="88504" y="24609"/>
                  </a:lnTo>
                  <a:lnTo>
                    <a:pt x="131586" y="6441"/>
                  </a:lnTo>
                  <a:lnTo>
                    <a:pt x="179831" y="0"/>
                  </a:lnTo>
                  <a:lnTo>
                    <a:pt x="227548" y="6441"/>
                  </a:lnTo>
                  <a:lnTo>
                    <a:pt x="270481" y="24609"/>
                  </a:lnTo>
                  <a:lnTo>
                    <a:pt x="306895" y="52768"/>
                  </a:lnTo>
                  <a:lnTo>
                    <a:pt x="335054" y="89182"/>
                  </a:lnTo>
                  <a:lnTo>
                    <a:pt x="353222" y="132115"/>
                  </a:lnTo>
                  <a:lnTo>
                    <a:pt x="359663" y="179831"/>
                  </a:lnTo>
                  <a:lnTo>
                    <a:pt x="353222" y="227548"/>
                  </a:lnTo>
                  <a:lnTo>
                    <a:pt x="335054" y="270481"/>
                  </a:lnTo>
                  <a:lnTo>
                    <a:pt x="306895" y="306895"/>
                  </a:lnTo>
                  <a:lnTo>
                    <a:pt x="270481" y="335054"/>
                  </a:lnTo>
                  <a:lnTo>
                    <a:pt x="227548" y="353222"/>
                  </a:lnTo>
                  <a:lnTo>
                    <a:pt x="179831" y="359663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408676" y="5125212"/>
              <a:ext cx="386080" cy="386080"/>
            </a:xfrm>
            <a:custGeom>
              <a:avLst/>
              <a:gdLst/>
              <a:ahLst/>
              <a:cxnLst/>
              <a:rect l="l" t="t" r="r" b="b"/>
              <a:pathLst>
                <a:path w="386079" h="386079">
                  <a:moveTo>
                    <a:pt x="193548" y="385572"/>
                  </a:moveTo>
                  <a:lnTo>
                    <a:pt x="155448" y="381000"/>
                  </a:lnTo>
                  <a:lnTo>
                    <a:pt x="118872" y="370332"/>
                  </a:lnTo>
                  <a:lnTo>
                    <a:pt x="85344" y="352044"/>
                  </a:lnTo>
                  <a:lnTo>
                    <a:pt x="44196" y="315468"/>
                  </a:lnTo>
                  <a:lnTo>
                    <a:pt x="15240" y="268224"/>
                  </a:lnTo>
                  <a:lnTo>
                    <a:pt x="4572" y="231648"/>
                  </a:lnTo>
                  <a:lnTo>
                    <a:pt x="0" y="193548"/>
                  </a:lnTo>
                  <a:lnTo>
                    <a:pt x="1524" y="173736"/>
                  </a:lnTo>
                  <a:lnTo>
                    <a:pt x="9144" y="135636"/>
                  </a:lnTo>
                  <a:lnTo>
                    <a:pt x="44196" y="70104"/>
                  </a:lnTo>
                  <a:lnTo>
                    <a:pt x="100584" y="22860"/>
                  </a:lnTo>
                  <a:lnTo>
                    <a:pt x="153924" y="3048"/>
                  </a:lnTo>
                  <a:lnTo>
                    <a:pt x="192024" y="0"/>
                  </a:lnTo>
                  <a:lnTo>
                    <a:pt x="211836" y="0"/>
                  </a:lnTo>
                  <a:lnTo>
                    <a:pt x="249936" y="7620"/>
                  </a:lnTo>
                  <a:lnTo>
                    <a:pt x="284988" y="22860"/>
                  </a:lnTo>
                  <a:lnTo>
                    <a:pt x="287528" y="24384"/>
                  </a:lnTo>
                  <a:lnTo>
                    <a:pt x="193548" y="24384"/>
                  </a:lnTo>
                  <a:lnTo>
                    <a:pt x="176783" y="25908"/>
                  </a:lnTo>
                  <a:lnTo>
                    <a:pt x="128016" y="38100"/>
                  </a:lnTo>
                  <a:lnTo>
                    <a:pt x="86868" y="62484"/>
                  </a:lnTo>
                  <a:lnTo>
                    <a:pt x="45720" y="112776"/>
                  </a:lnTo>
                  <a:lnTo>
                    <a:pt x="28956" y="158496"/>
                  </a:lnTo>
                  <a:lnTo>
                    <a:pt x="25908" y="192024"/>
                  </a:lnTo>
                  <a:lnTo>
                    <a:pt x="28956" y="225552"/>
                  </a:lnTo>
                  <a:lnTo>
                    <a:pt x="33528" y="240792"/>
                  </a:lnTo>
                  <a:lnTo>
                    <a:pt x="38100" y="257556"/>
                  </a:lnTo>
                  <a:lnTo>
                    <a:pt x="64008" y="298704"/>
                  </a:lnTo>
                  <a:lnTo>
                    <a:pt x="99060" y="330708"/>
                  </a:lnTo>
                  <a:lnTo>
                    <a:pt x="143256" y="352044"/>
                  </a:lnTo>
                  <a:lnTo>
                    <a:pt x="192024" y="359664"/>
                  </a:lnTo>
                  <a:lnTo>
                    <a:pt x="287781" y="359664"/>
                  </a:lnTo>
                  <a:lnTo>
                    <a:pt x="268224" y="370332"/>
                  </a:lnTo>
                  <a:lnTo>
                    <a:pt x="251460" y="376428"/>
                  </a:lnTo>
                  <a:lnTo>
                    <a:pt x="233172" y="381000"/>
                  </a:lnTo>
                  <a:lnTo>
                    <a:pt x="213360" y="384048"/>
                  </a:lnTo>
                  <a:lnTo>
                    <a:pt x="193548" y="385572"/>
                  </a:lnTo>
                  <a:close/>
                </a:path>
                <a:path w="386079" h="386079">
                  <a:moveTo>
                    <a:pt x="287781" y="359664"/>
                  </a:moveTo>
                  <a:lnTo>
                    <a:pt x="192024" y="359664"/>
                  </a:lnTo>
                  <a:lnTo>
                    <a:pt x="210312" y="358140"/>
                  </a:lnTo>
                  <a:lnTo>
                    <a:pt x="225552" y="356616"/>
                  </a:lnTo>
                  <a:lnTo>
                    <a:pt x="272795" y="339852"/>
                  </a:lnTo>
                  <a:lnTo>
                    <a:pt x="310895" y="310896"/>
                  </a:lnTo>
                  <a:lnTo>
                    <a:pt x="339852" y="272796"/>
                  </a:lnTo>
                  <a:lnTo>
                    <a:pt x="356616" y="227076"/>
                  </a:lnTo>
                  <a:lnTo>
                    <a:pt x="361187" y="193548"/>
                  </a:lnTo>
                  <a:lnTo>
                    <a:pt x="359663" y="175260"/>
                  </a:lnTo>
                  <a:lnTo>
                    <a:pt x="356616" y="160020"/>
                  </a:lnTo>
                  <a:lnTo>
                    <a:pt x="353568" y="143256"/>
                  </a:lnTo>
                  <a:lnTo>
                    <a:pt x="332232" y="99060"/>
                  </a:lnTo>
                  <a:lnTo>
                    <a:pt x="300228" y="64008"/>
                  </a:lnTo>
                  <a:lnTo>
                    <a:pt x="259080" y="38100"/>
                  </a:lnTo>
                  <a:lnTo>
                    <a:pt x="210312" y="25908"/>
                  </a:lnTo>
                  <a:lnTo>
                    <a:pt x="193548" y="24384"/>
                  </a:lnTo>
                  <a:lnTo>
                    <a:pt x="287528" y="24384"/>
                  </a:lnTo>
                  <a:lnTo>
                    <a:pt x="329184" y="56388"/>
                  </a:lnTo>
                  <a:lnTo>
                    <a:pt x="362712" y="100584"/>
                  </a:lnTo>
                  <a:lnTo>
                    <a:pt x="382524" y="152400"/>
                  </a:lnTo>
                  <a:lnTo>
                    <a:pt x="385572" y="192024"/>
                  </a:lnTo>
                  <a:lnTo>
                    <a:pt x="385572" y="211836"/>
                  </a:lnTo>
                  <a:lnTo>
                    <a:pt x="370332" y="266700"/>
                  </a:lnTo>
                  <a:lnTo>
                    <a:pt x="342900" y="313944"/>
                  </a:lnTo>
                  <a:lnTo>
                    <a:pt x="315467" y="341376"/>
                  </a:lnTo>
                  <a:lnTo>
                    <a:pt x="301752" y="352044"/>
                  </a:lnTo>
                  <a:lnTo>
                    <a:pt x="287781" y="359664"/>
                  </a:lnTo>
                  <a:close/>
                </a:path>
              </a:pathLst>
            </a:custGeom>
            <a:solidFill>
              <a:srgbClr val="BC26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9057132" y="6211823"/>
              <a:ext cx="360045" cy="360045"/>
            </a:xfrm>
            <a:custGeom>
              <a:avLst/>
              <a:gdLst/>
              <a:ahLst/>
              <a:cxnLst/>
              <a:rect l="l" t="t" r="r" b="b"/>
              <a:pathLst>
                <a:path w="360045" h="360045">
                  <a:moveTo>
                    <a:pt x="179831" y="359663"/>
                  </a:moveTo>
                  <a:lnTo>
                    <a:pt x="132115" y="353222"/>
                  </a:lnTo>
                  <a:lnTo>
                    <a:pt x="89182" y="335054"/>
                  </a:lnTo>
                  <a:lnTo>
                    <a:pt x="52768" y="306895"/>
                  </a:lnTo>
                  <a:lnTo>
                    <a:pt x="24609" y="270481"/>
                  </a:lnTo>
                  <a:lnTo>
                    <a:pt x="6441" y="227548"/>
                  </a:lnTo>
                  <a:lnTo>
                    <a:pt x="0" y="179831"/>
                  </a:lnTo>
                  <a:lnTo>
                    <a:pt x="6441" y="132115"/>
                  </a:lnTo>
                  <a:lnTo>
                    <a:pt x="24609" y="89182"/>
                  </a:lnTo>
                  <a:lnTo>
                    <a:pt x="52768" y="52768"/>
                  </a:lnTo>
                  <a:lnTo>
                    <a:pt x="89182" y="24609"/>
                  </a:lnTo>
                  <a:lnTo>
                    <a:pt x="132115" y="6441"/>
                  </a:lnTo>
                  <a:lnTo>
                    <a:pt x="179831" y="0"/>
                  </a:lnTo>
                  <a:lnTo>
                    <a:pt x="227548" y="6441"/>
                  </a:lnTo>
                  <a:lnTo>
                    <a:pt x="270481" y="24609"/>
                  </a:lnTo>
                  <a:lnTo>
                    <a:pt x="306895" y="52768"/>
                  </a:lnTo>
                  <a:lnTo>
                    <a:pt x="335054" y="89182"/>
                  </a:lnTo>
                  <a:lnTo>
                    <a:pt x="353222" y="132115"/>
                  </a:lnTo>
                  <a:lnTo>
                    <a:pt x="359663" y="179831"/>
                  </a:lnTo>
                  <a:lnTo>
                    <a:pt x="353222" y="227548"/>
                  </a:lnTo>
                  <a:lnTo>
                    <a:pt x="335054" y="270481"/>
                  </a:lnTo>
                  <a:lnTo>
                    <a:pt x="306895" y="306895"/>
                  </a:lnTo>
                  <a:lnTo>
                    <a:pt x="270481" y="335054"/>
                  </a:lnTo>
                  <a:lnTo>
                    <a:pt x="227548" y="353222"/>
                  </a:lnTo>
                  <a:lnTo>
                    <a:pt x="179831" y="359663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9044939" y="6198107"/>
              <a:ext cx="386080" cy="386080"/>
            </a:xfrm>
            <a:custGeom>
              <a:avLst/>
              <a:gdLst/>
              <a:ahLst/>
              <a:cxnLst/>
              <a:rect l="l" t="t" r="r" b="b"/>
              <a:pathLst>
                <a:path w="386079" h="386079">
                  <a:moveTo>
                    <a:pt x="213360" y="385572"/>
                  </a:moveTo>
                  <a:lnTo>
                    <a:pt x="173736" y="385572"/>
                  </a:lnTo>
                  <a:lnTo>
                    <a:pt x="153924" y="382524"/>
                  </a:lnTo>
                  <a:lnTo>
                    <a:pt x="117348" y="370332"/>
                  </a:lnTo>
                  <a:lnTo>
                    <a:pt x="70104" y="342900"/>
                  </a:lnTo>
                  <a:lnTo>
                    <a:pt x="33528" y="301752"/>
                  </a:lnTo>
                  <a:lnTo>
                    <a:pt x="15240" y="268224"/>
                  </a:lnTo>
                  <a:lnTo>
                    <a:pt x="0" y="193548"/>
                  </a:lnTo>
                  <a:lnTo>
                    <a:pt x="0" y="173736"/>
                  </a:lnTo>
                  <a:lnTo>
                    <a:pt x="15240" y="118872"/>
                  </a:lnTo>
                  <a:lnTo>
                    <a:pt x="42672" y="71628"/>
                  </a:lnTo>
                  <a:lnTo>
                    <a:pt x="70104" y="44196"/>
                  </a:lnTo>
                  <a:lnTo>
                    <a:pt x="117348" y="15240"/>
                  </a:lnTo>
                  <a:lnTo>
                    <a:pt x="172212" y="1524"/>
                  </a:lnTo>
                  <a:lnTo>
                    <a:pt x="192024" y="0"/>
                  </a:lnTo>
                  <a:lnTo>
                    <a:pt x="211836" y="1524"/>
                  </a:lnTo>
                  <a:lnTo>
                    <a:pt x="266700" y="15240"/>
                  </a:lnTo>
                  <a:lnTo>
                    <a:pt x="288253" y="25908"/>
                  </a:lnTo>
                  <a:lnTo>
                    <a:pt x="193548" y="25908"/>
                  </a:lnTo>
                  <a:lnTo>
                    <a:pt x="175260" y="27431"/>
                  </a:lnTo>
                  <a:lnTo>
                    <a:pt x="128016" y="38100"/>
                  </a:lnTo>
                  <a:lnTo>
                    <a:pt x="86868" y="64008"/>
                  </a:lnTo>
                  <a:lnTo>
                    <a:pt x="53340" y="99060"/>
                  </a:lnTo>
                  <a:lnTo>
                    <a:pt x="28956" y="158496"/>
                  </a:lnTo>
                  <a:lnTo>
                    <a:pt x="24384" y="192024"/>
                  </a:lnTo>
                  <a:lnTo>
                    <a:pt x="25908" y="210312"/>
                  </a:lnTo>
                  <a:lnTo>
                    <a:pt x="28956" y="225552"/>
                  </a:lnTo>
                  <a:lnTo>
                    <a:pt x="32004" y="242316"/>
                  </a:lnTo>
                  <a:lnTo>
                    <a:pt x="53340" y="286512"/>
                  </a:lnTo>
                  <a:lnTo>
                    <a:pt x="85344" y="321564"/>
                  </a:lnTo>
                  <a:lnTo>
                    <a:pt x="126492" y="347472"/>
                  </a:lnTo>
                  <a:lnTo>
                    <a:pt x="175260" y="359664"/>
                  </a:lnTo>
                  <a:lnTo>
                    <a:pt x="192024" y="361188"/>
                  </a:lnTo>
                  <a:lnTo>
                    <a:pt x="287165" y="361188"/>
                  </a:lnTo>
                  <a:lnTo>
                    <a:pt x="284988" y="362712"/>
                  </a:lnTo>
                  <a:lnTo>
                    <a:pt x="268224" y="370332"/>
                  </a:lnTo>
                  <a:lnTo>
                    <a:pt x="231648" y="382524"/>
                  </a:lnTo>
                  <a:lnTo>
                    <a:pt x="213360" y="385572"/>
                  </a:lnTo>
                  <a:close/>
                </a:path>
                <a:path w="386079" h="386079">
                  <a:moveTo>
                    <a:pt x="287165" y="361188"/>
                  </a:moveTo>
                  <a:lnTo>
                    <a:pt x="192024" y="361188"/>
                  </a:lnTo>
                  <a:lnTo>
                    <a:pt x="208788" y="359664"/>
                  </a:lnTo>
                  <a:lnTo>
                    <a:pt x="242316" y="353568"/>
                  </a:lnTo>
                  <a:lnTo>
                    <a:pt x="298704" y="323088"/>
                  </a:lnTo>
                  <a:lnTo>
                    <a:pt x="330708" y="288036"/>
                  </a:lnTo>
                  <a:lnTo>
                    <a:pt x="352044" y="243840"/>
                  </a:lnTo>
                  <a:lnTo>
                    <a:pt x="359663" y="193548"/>
                  </a:lnTo>
                  <a:lnTo>
                    <a:pt x="359663" y="176784"/>
                  </a:lnTo>
                  <a:lnTo>
                    <a:pt x="347472" y="128016"/>
                  </a:lnTo>
                  <a:lnTo>
                    <a:pt x="321563" y="86868"/>
                  </a:lnTo>
                  <a:lnTo>
                    <a:pt x="286512" y="54864"/>
                  </a:lnTo>
                  <a:lnTo>
                    <a:pt x="242316" y="33528"/>
                  </a:lnTo>
                  <a:lnTo>
                    <a:pt x="193548" y="25908"/>
                  </a:lnTo>
                  <a:lnTo>
                    <a:pt x="288253" y="25908"/>
                  </a:lnTo>
                  <a:lnTo>
                    <a:pt x="327660" y="56388"/>
                  </a:lnTo>
                  <a:lnTo>
                    <a:pt x="361187" y="100584"/>
                  </a:lnTo>
                  <a:lnTo>
                    <a:pt x="376428" y="135636"/>
                  </a:lnTo>
                  <a:lnTo>
                    <a:pt x="385572" y="192024"/>
                  </a:lnTo>
                  <a:lnTo>
                    <a:pt x="384048" y="211836"/>
                  </a:lnTo>
                  <a:lnTo>
                    <a:pt x="376428" y="249936"/>
                  </a:lnTo>
                  <a:lnTo>
                    <a:pt x="341376" y="315468"/>
                  </a:lnTo>
                  <a:lnTo>
                    <a:pt x="315467" y="341376"/>
                  </a:lnTo>
                  <a:lnTo>
                    <a:pt x="287165" y="361188"/>
                  </a:lnTo>
                  <a:close/>
                </a:path>
              </a:pathLst>
            </a:custGeom>
            <a:solidFill>
              <a:srgbClr val="BC26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171485" y="2450101"/>
            <a:ext cx="8478520" cy="3189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60" dirty="0">
                <a:solidFill>
                  <a:srgbClr val="FFFFFF"/>
                </a:solidFill>
                <a:latin typeface="Verdana"/>
                <a:cs typeface="Verdana"/>
              </a:rPr>
              <a:t>Classer</a:t>
            </a:r>
            <a:r>
              <a:rPr sz="18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90" dirty="0">
                <a:solidFill>
                  <a:srgbClr val="FFFFFF"/>
                </a:solidFill>
                <a:latin typeface="Verdana"/>
                <a:cs typeface="Verdana"/>
              </a:rPr>
              <a:t>les</a:t>
            </a:r>
            <a:r>
              <a:rPr sz="18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sommets</a:t>
            </a:r>
            <a:r>
              <a:rPr sz="18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35" dirty="0">
                <a:solidFill>
                  <a:srgbClr val="FFFFFF"/>
                </a:solidFill>
                <a:latin typeface="Verdana"/>
                <a:cs typeface="Verdana"/>
              </a:rPr>
              <a:t>du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85" dirty="0">
                <a:solidFill>
                  <a:srgbClr val="FFFFFF"/>
                </a:solidFill>
                <a:latin typeface="Verdana"/>
                <a:cs typeface="Verdana"/>
              </a:rPr>
              <a:t>plus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Verdana"/>
                <a:cs typeface="Verdana"/>
              </a:rPr>
              <a:t>haut</a:t>
            </a:r>
            <a:r>
              <a:rPr sz="18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25" dirty="0">
                <a:solidFill>
                  <a:srgbClr val="FFFFFF"/>
                </a:solidFill>
                <a:latin typeface="Verdana"/>
                <a:cs typeface="Verdana"/>
              </a:rPr>
              <a:t>degré</a:t>
            </a:r>
            <a:r>
              <a:rPr sz="18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45" dirty="0">
                <a:solidFill>
                  <a:srgbClr val="FFFFFF"/>
                </a:solidFill>
                <a:latin typeface="Verdana"/>
                <a:cs typeface="Verdana"/>
              </a:rPr>
              <a:t>au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plus</a:t>
            </a:r>
            <a:r>
              <a:rPr sz="18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30" dirty="0">
                <a:solidFill>
                  <a:srgbClr val="FFFFFF"/>
                </a:solidFill>
                <a:latin typeface="Verdana"/>
                <a:cs typeface="Verdana"/>
              </a:rPr>
              <a:t>petit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320" dirty="0">
                <a:solidFill>
                  <a:srgbClr val="FFFFFF"/>
                </a:solidFill>
                <a:latin typeface="Verdana"/>
                <a:cs typeface="Verdana"/>
              </a:rPr>
              <a:t>: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b="1" spc="70" dirty="0">
                <a:solidFill>
                  <a:srgbClr val="CCFF33"/>
                </a:solidFill>
                <a:latin typeface="Tahoma"/>
                <a:cs typeface="Tahoma"/>
              </a:rPr>
              <a:t>C,</a:t>
            </a:r>
            <a:r>
              <a:rPr sz="1800" b="1" spc="-40" dirty="0">
                <a:solidFill>
                  <a:srgbClr val="CCFF33"/>
                </a:solidFill>
                <a:latin typeface="Tahoma"/>
                <a:cs typeface="Tahoma"/>
              </a:rPr>
              <a:t> </a:t>
            </a:r>
            <a:r>
              <a:rPr sz="1800" b="1" spc="-185" dirty="0">
                <a:solidFill>
                  <a:srgbClr val="CCFF33"/>
                </a:solidFill>
                <a:latin typeface="Tahoma"/>
                <a:cs typeface="Tahoma"/>
              </a:rPr>
              <a:t>D=E,</a:t>
            </a:r>
            <a:r>
              <a:rPr sz="1800" b="1" spc="-25" dirty="0">
                <a:solidFill>
                  <a:srgbClr val="CCFF33"/>
                </a:solidFill>
                <a:latin typeface="Tahoma"/>
                <a:cs typeface="Tahoma"/>
              </a:rPr>
              <a:t> </a:t>
            </a:r>
            <a:r>
              <a:rPr sz="1800" b="1" spc="-130" dirty="0">
                <a:solidFill>
                  <a:srgbClr val="CCFF33"/>
                </a:solidFill>
                <a:latin typeface="Tahoma"/>
                <a:cs typeface="Tahoma"/>
              </a:rPr>
              <a:t>B,</a:t>
            </a:r>
            <a:r>
              <a:rPr sz="1800" b="1" spc="-25" dirty="0">
                <a:solidFill>
                  <a:srgbClr val="CCFF33"/>
                </a:solidFill>
                <a:latin typeface="Tahoma"/>
                <a:cs typeface="Tahoma"/>
              </a:rPr>
              <a:t> </a:t>
            </a:r>
            <a:r>
              <a:rPr sz="1800" b="1" spc="95" dirty="0">
                <a:solidFill>
                  <a:srgbClr val="CCFF33"/>
                </a:solidFill>
                <a:latin typeface="Tahoma"/>
                <a:cs typeface="Tahoma"/>
              </a:rPr>
              <a:t>A</a:t>
            </a:r>
            <a:endParaRPr sz="1800">
              <a:latin typeface="Tahoma"/>
              <a:cs typeface="Tahoma"/>
            </a:endParaRPr>
          </a:p>
          <a:p>
            <a:pPr marL="193675" marR="5080" indent="-90170">
              <a:lnSpc>
                <a:spcPct val="165000"/>
              </a:lnSpc>
            </a:pPr>
            <a:r>
              <a:rPr sz="1800" spc="50" dirty="0">
                <a:solidFill>
                  <a:srgbClr val="FFFFFF"/>
                </a:solidFill>
                <a:latin typeface="Verdana"/>
                <a:cs typeface="Verdana"/>
              </a:rPr>
              <a:t>On 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choisit </a:t>
            </a:r>
            <a:r>
              <a:rPr sz="1800" spc="-5" dirty="0">
                <a:solidFill>
                  <a:srgbClr val="FFFFFF"/>
                </a:solidFill>
                <a:latin typeface="Verdana"/>
                <a:cs typeface="Verdana"/>
              </a:rPr>
              <a:t>une </a:t>
            </a: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couleur </a:t>
            </a:r>
            <a:r>
              <a:rPr sz="1800" spc="-25" dirty="0">
                <a:solidFill>
                  <a:srgbClr val="FFFFFF"/>
                </a:solidFill>
                <a:latin typeface="Verdana"/>
                <a:cs typeface="Verdana"/>
              </a:rPr>
              <a:t>pour </a:t>
            </a: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le </a:t>
            </a:r>
            <a:r>
              <a:rPr sz="1800" spc="-55" dirty="0">
                <a:solidFill>
                  <a:srgbClr val="FFFFFF"/>
                </a:solidFill>
                <a:latin typeface="Verdana"/>
                <a:cs typeface="Verdana"/>
              </a:rPr>
              <a:t>premier sommet (ici </a:t>
            </a:r>
            <a:r>
              <a:rPr sz="1800" spc="204" dirty="0">
                <a:solidFill>
                  <a:srgbClr val="FFFFFF"/>
                </a:solidFill>
                <a:latin typeface="Verdana"/>
                <a:cs typeface="Verdana"/>
              </a:rPr>
              <a:t>C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par </a:t>
            </a:r>
            <a:r>
              <a:rPr sz="1800" spc="-5" dirty="0">
                <a:solidFill>
                  <a:srgbClr val="FFFFFF"/>
                </a:solidFill>
                <a:latin typeface="Verdana"/>
                <a:cs typeface="Verdana"/>
              </a:rPr>
              <a:t>exemple </a:t>
            </a:r>
            <a:r>
              <a:rPr sz="1800" spc="-30" dirty="0">
                <a:solidFill>
                  <a:srgbClr val="FFFFFF"/>
                </a:solidFill>
                <a:latin typeface="Verdana"/>
                <a:cs typeface="Verdana"/>
              </a:rPr>
              <a:t>rouge) </a:t>
            </a:r>
            <a:r>
              <a:rPr sz="1800" spc="-6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Verdana"/>
                <a:cs typeface="Verdana"/>
              </a:rPr>
              <a:t>Colorie</a:t>
            </a:r>
            <a:r>
              <a:rPr sz="18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05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18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5" dirty="0">
                <a:solidFill>
                  <a:srgbClr val="FFFFFF"/>
                </a:solidFill>
                <a:latin typeface="Verdana"/>
                <a:cs typeface="Verdana"/>
              </a:rPr>
              <a:t>la</a:t>
            </a:r>
            <a:r>
              <a:rPr sz="18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5" dirty="0">
                <a:solidFill>
                  <a:srgbClr val="FFFFFF"/>
                </a:solidFill>
                <a:latin typeface="Verdana"/>
                <a:cs typeface="Verdana"/>
              </a:rPr>
              <a:t>même</a:t>
            </a:r>
            <a:r>
              <a:rPr sz="18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couleur</a:t>
            </a:r>
            <a:r>
              <a:rPr sz="18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tous</a:t>
            </a:r>
            <a:r>
              <a:rPr sz="18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95" dirty="0">
                <a:solidFill>
                  <a:srgbClr val="FFFFFF"/>
                </a:solidFill>
                <a:latin typeface="Verdana"/>
                <a:cs typeface="Verdana"/>
              </a:rPr>
              <a:t>les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sommets</a:t>
            </a:r>
            <a:r>
              <a:rPr sz="18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Verdana"/>
                <a:cs typeface="Verdana"/>
              </a:rPr>
              <a:t>non</a:t>
            </a:r>
            <a:r>
              <a:rPr sz="18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5" dirty="0">
                <a:solidFill>
                  <a:srgbClr val="FFFFFF"/>
                </a:solidFill>
                <a:latin typeface="Verdana"/>
                <a:cs typeface="Verdana"/>
              </a:rPr>
              <a:t>adjacents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45" dirty="0">
                <a:solidFill>
                  <a:srgbClr val="FFFFFF"/>
                </a:solidFill>
                <a:latin typeface="Verdana"/>
                <a:cs typeface="Verdana"/>
              </a:rPr>
              <a:t>au</a:t>
            </a:r>
            <a:r>
              <a:rPr sz="18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5" dirty="0">
                <a:solidFill>
                  <a:srgbClr val="FFFFFF"/>
                </a:solidFill>
                <a:latin typeface="Verdana"/>
                <a:cs typeface="Verdana"/>
              </a:rPr>
              <a:t>sommet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204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900">
              <a:latin typeface="Verdana"/>
              <a:cs typeface="Verdana"/>
            </a:endParaRPr>
          </a:p>
          <a:p>
            <a:pPr marL="193675" marR="313690" algn="just">
              <a:lnSpc>
                <a:spcPct val="100000"/>
              </a:lnSpc>
              <a:tabLst>
                <a:tab pos="7856220" algn="l"/>
              </a:tabLst>
            </a:pPr>
            <a:r>
              <a:rPr sz="1800" spc="50" dirty="0">
                <a:solidFill>
                  <a:srgbClr val="FFFFFF"/>
                </a:solidFill>
                <a:latin typeface="Verdana"/>
                <a:cs typeface="Verdana"/>
              </a:rPr>
              <a:t>On 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re-itère</a:t>
            </a:r>
            <a:r>
              <a:rPr sz="1800" spc="-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60" dirty="0">
                <a:solidFill>
                  <a:srgbClr val="FFFFFF"/>
                </a:solidFill>
                <a:latin typeface="Verdana"/>
                <a:cs typeface="Verdana"/>
              </a:rPr>
              <a:t>ce </a:t>
            </a:r>
            <a:r>
              <a:rPr sz="1800" spc="65" dirty="0">
                <a:solidFill>
                  <a:srgbClr val="FFFFFF"/>
                </a:solidFill>
                <a:latin typeface="Verdana"/>
                <a:cs typeface="Verdana"/>
              </a:rPr>
              <a:t>procédé </a:t>
            </a:r>
            <a:r>
              <a:rPr sz="1800" spc="100" dirty="0">
                <a:solidFill>
                  <a:srgbClr val="FFFFFF"/>
                </a:solidFill>
                <a:latin typeface="Verdana"/>
                <a:cs typeface="Verdana"/>
              </a:rPr>
              <a:t>avec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une</a:t>
            </a:r>
            <a:r>
              <a:rPr sz="1800" spc="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30" dirty="0">
                <a:solidFill>
                  <a:srgbClr val="FFFFFF"/>
                </a:solidFill>
                <a:latin typeface="Verdana"/>
                <a:cs typeface="Verdana"/>
              </a:rPr>
              <a:t>autre</a:t>
            </a:r>
            <a:r>
              <a:rPr sz="1800" spc="-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Verdana"/>
                <a:cs typeface="Verdana"/>
              </a:rPr>
              <a:t>couleur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Verdana"/>
                <a:cs typeface="Verdana"/>
              </a:rPr>
              <a:t>pour</a:t>
            </a:r>
            <a:r>
              <a:rPr sz="1800" spc="-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le</a:t>
            </a: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Verdana"/>
                <a:cs typeface="Verdana"/>
              </a:rPr>
              <a:t>premier 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Verdana"/>
                <a:cs typeface="Verdana"/>
              </a:rPr>
              <a:t>sommet </a:t>
            </a:r>
            <a:r>
              <a:rPr sz="1800" spc="-5" dirty="0">
                <a:solidFill>
                  <a:srgbClr val="FFFFFF"/>
                </a:solidFill>
                <a:latin typeface="Verdana"/>
                <a:cs typeface="Verdana"/>
              </a:rPr>
              <a:t>non colorié </a:t>
            </a:r>
            <a:r>
              <a:rPr sz="1800" spc="105" dirty="0">
                <a:solidFill>
                  <a:srgbClr val="FFFFFF"/>
                </a:solidFill>
                <a:latin typeface="Verdana"/>
                <a:cs typeface="Verdana"/>
              </a:rPr>
              <a:t>de </a:t>
            </a:r>
            <a:r>
              <a:rPr sz="1800" spc="15" dirty="0">
                <a:solidFill>
                  <a:srgbClr val="FFFFFF"/>
                </a:solidFill>
                <a:latin typeface="Verdana"/>
                <a:cs typeface="Verdana"/>
              </a:rPr>
              <a:t>la </a:t>
            </a:r>
            <a:r>
              <a:rPr sz="1800" spc="-114" dirty="0">
                <a:solidFill>
                  <a:srgbClr val="FFFFFF"/>
                </a:solidFill>
                <a:latin typeface="Verdana"/>
                <a:cs typeface="Verdana"/>
              </a:rPr>
              <a:t>liste. </a:t>
            </a:r>
            <a:r>
              <a:rPr sz="1800" spc="-55" dirty="0">
                <a:solidFill>
                  <a:srgbClr val="FFFFFF"/>
                </a:solidFill>
                <a:latin typeface="Verdana"/>
                <a:cs typeface="Verdana"/>
              </a:rPr>
              <a:t>Nous </a:t>
            </a:r>
            <a:r>
              <a:rPr sz="1800" spc="-25" dirty="0">
                <a:solidFill>
                  <a:srgbClr val="FFFFFF"/>
                </a:solidFill>
                <a:latin typeface="Verdana"/>
                <a:cs typeface="Verdana"/>
              </a:rPr>
              <a:t>colorons </a:t>
            </a: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le </a:t>
            </a:r>
            <a:r>
              <a:rPr sz="1800" spc="-50" dirty="0">
                <a:solidFill>
                  <a:srgbClr val="FFFFFF"/>
                </a:solidFill>
                <a:latin typeface="Verdana"/>
                <a:cs typeface="Verdana"/>
              </a:rPr>
              <a:t>sommet D </a:t>
            </a:r>
            <a:r>
              <a:rPr sz="1800" spc="35" dirty="0">
                <a:solidFill>
                  <a:srgbClr val="FFFFFF"/>
                </a:solidFill>
                <a:latin typeface="Verdana"/>
                <a:cs typeface="Verdana"/>
              </a:rPr>
              <a:t>en </a:t>
            </a:r>
            <a:r>
              <a:rPr sz="1800" spc="-25" dirty="0">
                <a:solidFill>
                  <a:srgbClr val="FFFFFF"/>
                </a:solidFill>
                <a:latin typeface="Verdana"/>
                <a:cs typeface="Verdana"/>
              </a:rPr>
              <a:t>jaune </a:t>
            </a:r>
            <a:r>
              <a:rPr sz="1800" spc="-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ainsi</a:t>
            </a:r>
            <a:r>
              <a:rPr sz="18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50" dirty="0">
                <a:solidFill>
                  <a:srgbClr val="FFFFFF"/>
                </a:solidFill>
                <a:latin typeface="Verdana"/>
                <a:cs typeface="Verdana"/>
              </a:rPr>
              <a:t>que</a:t>
            </a:r>
            <a:r>
              <a:rPr sz="18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le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5" dirty="0">
                <a:solidFill>
                  <a:srgbClr val="FFFFFF"/>
                </a:solidFill>
                <a:latin typeface="Verdana"/>
                <a:cs typeface="Verdana"/>
              </a:rPr>
              <a:t>sommet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204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(ne</a:t>
            </a:r>
            <a:r>
              <a:rPr sz="1800" spc="-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sont</a:t>
            </a:r>
            <a:r>
              <a:rPr sz="18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pas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30" dirty="0">
                <a:solidFill>
                  <a:srgbClr val="FFFFFF"/>
                </a:solidFill>
                <a:latin typeface="Verdana"/>
                <a:cs typeface="Verdana"/>
              </a:rPr>
              <a:t>adjacents).	</a:t>
            </a:r>
            <a:r>
              <a:rPr sz="2700" spc="-75" baseline="1543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endParaRPr sz="2700" baseline="1543">
              <a:latin typeface="Verdana"/>
              <a:cs typeface="Verdana"/>
            </a:endParaRPr>
          </a:p>
          <a:p>
            <a:pPr marL="1308100" algn="ctr">
              <a:lnSpc>
                <a:spcPts val="2100"/>
              </a:lnSpc>
            </a:pPr>
            <a:r>
              <a:rPr sz="1800" spc="10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endParaRPr sz="1800">
              <a:latin typeface="Verdana"/>
              <a:cs typeface="Verdana"/>
            </a:endParaRPr>
          </a:p>
          <a:p>
            <a:pPr marR="2272665" algn="r">
              <a:lnSpc>
                <a:spcPct val="100000"/>
              </a:lnSpc>
              <a:spcBef>
                <a:spcPts val="1345"/>
              </a:spcBef>
            </a:pPr>
            <a:r>
              <a:rPr sz="1800" spc="-17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5568696" y="5020055"/>
            <a:ext cx="3785870" cy="1752600"/>
          </a:xfrm>
          <a:custGeom>
            <a:avLst/>
            <a:gdLst/>
            <a:ahLst/>
            <a:cxnLst/>
            <a:rect l="l" t="t" r="r" b="b"/>
            <a:pathLst>
              <a:path w="3785870" h="1752600">
                <a:moveTo>
                  <a:pt x="384048" y="1539240"/>
                </a:moveTo>
                <a:lnTo>
                  <a:pt x="368808" y="1484376"/>
                </a:lnTo>
                <a:lnTo>
                  <a:pt x="339852" y="1437132"/>
                </a:lnTo>
                <a:lnTo>
                  <a:pt x="287807" y="1392936"/>
                </a:lnTo>
                <a:lnTo>
                  <a:pt x="283464" y="1389888"/>
                </a:lnTo>
                <a:lnTo>
                  <a:pt x="230124" y="1371600"/>
                </a:lnTo>
                <a:lnTo>
                  <a:pt x="192024" y="1367028"/>
                </a:lnTo>
                <a:lnTo>
                  <a:pt x="172212" y="1368552"/>
                </a:lnTo>
                <a:lnTo>
                  <a:pt x="134112" y="1376172"/>
                </a:lnTo>
                <a:lnTo>
                  <a:pt x="99060" y="1391412"/>
                </a:lnTo>
                <a:lnTo>
                  <a:pt x="54864" y="1424940"/>
                </a:lnTo>
                <a:lnTo>
                  <a:pt x="13716" y="1485900"/>
                </a:lnTo>
                <a:lnTo>
                  <a:pt x="3048" y="1522476"/>
                </a:lnTo>
                <a:lnTo>
                  <a:pt x="0" y="1540764"/>
                </a:lnTo>
                <a:lnTo>
                  <a:pt x="0" y="1580388"/>
                </a:lnTo>
                <a:lnTo>
                  <a:pt x="7620" y="1618488"/>
                </a:lnTo>
                <a:lnTo>
                  <a:pt x="32004" y="1668780"/>
                </a:lnTo>
                <a:lnTo>
                  <a:pt x="44196" y="1682496"/>
                </a:lnTo>
                <a:lnTo>
                  <a:pt x="56388" y="1697736"/>
                </a:lnTo>
                <a:lnTo>
                  <a:pt x="100584" y="1729740"/>
                </a:lnTo>
                <a:lnTo>
                  <a:pt x="135636" y="1744980"/>
                </a:lnTo>
                <a:lnTo>
                  <a:pt x="173736" y="1752600"/>
                </a:lnTo>
                <a:lnTo>
                  <a:pt x="211836" y="1752600"/>
                </a:lnTo>
                <a:lnTo>
                  <a:pt x="231648" y="1749552"/>
                </a:lnTo>
                <a:lnTo>
                  <a:pt x="268224" y="1737360"/>
                </a:lnTo>
                <a:lnTo>
                  <a:pt x="284988" y="1729740"/>
                </a:lnTo>
                <a:lnTo>
                  <a:pt x="287159" y="1728216"/>
                </a:lnTo>
                <a:lnTo>
                  <a:pt x="315468" y="1708404"/>
                </a:lnTo>
                <a:lnTo>
                  <a:pt x="352044" y="1667256"/>
                </a:lnTo>
                <a:lnTo>
                  <a:pt x="376428" y="1616964"/>
                </a:lnTo>
                <a:lnTo>
                  <a:pt x="384048" y="1578864"/>
                </a:lnTo>
                <a:lnTo>
                  <a:pt x="384048" y="1539240"/>
                </a:lnTo>
                <a:close/>
              </a:path>
              <a:path w="3785870" h="1752600">
                <a:moveTo>
                  <a:pt x="3785603" y="192024"/>
                </a:moveTo>
                <a:lnTo>
                  <a:pt x="3781031" y="153924"/>
                </a:lnTo>
                <a:lnTo>
                  <a:pt x="3768839" y="117348"/>
                </a:lnTo>
                <a:lnTo>
                  <a:pt x="3739883" y="70104"/>
                </a:lnTo>
                <a:lnTo>
                  <a:pt x="3687851" y="25908"/>
                </a:lnTo>
                <a:lnTo>
                  <a:pt x="3648443" y="9144"/>
                </a:lnTo>
                <a:lnTo>
                  <a:pt x="3592055" y="0"/>
                </a:lnTo>
                <a:lnTo>
                  <a:pt x="3572243" y="1524"/>
                </a:lnTo>
                <a:lnTo>
                  <a:pt x="3534143" y="9144"/>
                </a:lnTo>
                <a:lnTo>
                  <a:pt x="3483851" y="33528"/>
                </a:lnTo>
                <a:lnTo>
                  <a:pt x="3442703" y="71628"/>
                </a:lnTo>
                <a:lnTo>
                  <a:pt x="3407651" y="135636"/>
                </a:lnTo>
                <a:lnTo>
                  <a:pt x="3400031" y="173736"/>
                </a:lnTo>
                <a:lnTo>
                  <a:pt x="3400031" y="213360"/>
                </a:lnTo>
                <a:lnTo>
                  <a:pt x="3409175" y="251460"/>
                </a:lnTo>
                <a:lnTo>
                  <a:pt x="3433559" y="301752"/>
                </a:lnTo>
                <a:lnTo>
                  <a:pt x="3470135" y="341376"/>
                </a:lnTo>
                <a:lnTo>
                  <a:pt x="3517379" y="370332"/>
                </a:lnTo>
                <a:lnTo>
                  <a:pt x="3553955" y="382524"/>
                </a:lnTo>
                <a:lnTo>
                  <a:pt x="3593579" y="385572"/>
                </a:lnTo>
                <a:lnTo>
                  <a:pt x="3611867" y="384048"/>
                </a:lnTo>
                <a:lnTo>
                  <a:pt x="3649967" y="376428"/>
                </a:lnTo>
                <a:lnTo>
                  <a:pt x="3689375" y="359664"/>
                </a:lnTo>
                <a:lnTo>
                  <a:pt x="3729215" y="329184"/>
                </a:lnTo>
                <a:lnTo>
                  <a:pt x="3761219" y="284988"/>
                </a:lnTo>
                <a:lnTo>
                  <a:pt x="3776459" y="249936"/>
                </a:lnTo>
                <a:lnTo>
                  <a:pt x="3784079" y="211836"/>
                </a:lnTo>
                <a:lnTo>
                  <a:pt x="3785603" y="192024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8863038" y="6514773"/>
            <a:ext cx="211454" cy="30607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spc="204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877530" y="6694594"/>
            <a:ext cx="156845" cy="30607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spc="-204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518618" y="6888581"/>
            <a:ext cx="193675" cy="212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105" dirty="0">
                <a:solidFill>
                  <a:srgbClr val="FFFFFF"/>
                </a:solidFill>
                <a:latin typeface="Verdana"/>
                <a:cs typeface="Verdana"/>
              </a:rPr>
              <a:t>4</a:t>
            </a:r>
            <a:r>
              <a:rPr sz="1200" spc="-100" dirty="0">
                <a:solidFill>
                  <a:srgbClr val="FFFFFF"/>
                </a:solidFill>
                <a:latin typeface="Verdana"/>
                <a:cs typeface="Verdana"/>
              </a:rPr>
              <a:t>1</a:t>
            </a:r>
            <a:endParaRPr sz="1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3124" y="810768"/>
            <a:ext cx="5672328" cy="308101"/>
          </a:xfrm>
          <a:prstGeom prst="rect">
            <a:avLst/>
          </a:prstGeom>
        </p:spPr>
      </p:pic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086612" y="1330451"/>
          <a:ext cx="6097270" cy="74142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6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66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332">
                <a:tc gridSpan="6"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325"/>
                        </a:spcBef>
                        <a:tabLst>
                          <a:tab pos="1447800" algn="l"/>
                          <a:tab pos="2479675" algn="l"/>
                          <a:tab pos="3477260" algn="l"/>
                          <a:tab pos="4500880" algn="l"/>
                          <a:tab pos="5534660" algn="l"/>
                        </a:tabLst>
                      </a:pPr>
                      <a:r>
                        <a:rPr sz="1600" b="1" spc="-4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sommet	</a:t>
                      </a:r>
                      <a:r>
                        <a:rPr sz="1600" b="1" spc="8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A	</a:t>
                      </a:r>
                      <a:r>
                        <a:rPr sz="1600" b="1" spc="-17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B	</a:t>
                      </a:r>
                      <a:r>
                        <a:rPr sz="1600" b="1" spc="17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C	</a:t>
                      </a:r>
                      <a:r>
                        <a:rPr sz="1600" b="1" spc="-9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D	</a:t>
                      </a:r>
                      <a:r>
                        <a:rPr sz="1600" b="1" spc="-15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E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57E8"/>
                      </a:solidFill>
                      <a:prstDash val="solid"/>
                    </a:lnL>
                    <a:lnR w="12700">
                      <a:solidFill>
                        <a:srgbClr val="0057E8"/>
                      </a:solidFill>
                      <a:prstDash val="solid"/>
                    </a:lnR>
                    <a:lnT w="19050">
                      <a:solidFill>
                        <a:srgbClr val="0057E8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005BD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094">
                <a:tc>
                  <a:txBody>
                    <a:bodyPr/>
                    <a:lstStyle/>
                    <a:p>
                      <a:pPr marL="2038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spc="-5" dirty="0">
                          <a:latin typeface="Verdana"/>
                          <a:cs typeface="Verdana"/>
                        </a:rPr>
                        <a:t>Degré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57E8"/>
                      </a:solidFill>
                      <a:prstDash val="solid"/>
                    </a:lnL>
                    <a:lnR w="19050">
                      <a:solidFill>
                        <a:srgbClr val="0057E8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57E8"/>
                      </a:solidFill>
                      <a:prstDash val="solid"/>
                    </a:lnB>
                    <a:solidFill>
                      <a:srgbClr val="99B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0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57E8"/>
                      </a:solidFill>
                      <a:prstDash val="solid"/>
                    </a:lnL>
                    <a:lnR w="12700">
                      <a:solidFill>
                        <a:srgbClr val="0057E8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57E8"/>
                      </a:solidFill>
                      <a:prstDash val="solid"/>
                    </a:lnB>
                    <a:solidFill>
                      <a:srgbClr val="99BDED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1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57E8"/>
                      </a:solidFill>
                      <a:prstDash val="solid"/>
                    </a:lnL>
                    <a:lnR w="12700">
                      <a:solidFill>
                        <a:srgbClr val="0057E8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57E8"/>
                      </a:solidFill>
                      <a:prstDash val="solid"/>
                    </a:lnB>
                    <a:solidFill>
                      <a:srgbClr val="99B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3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57E8"/>
                      </a:solidFill>
                      <a:prstDash val="solid"/>
                    </a:lnL>
                    <a:lnR w="19050">
                      <a:solidFill>
                        <a:srgbClr val="0057E8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57E8"/>
                      </a:solidFill>
                      <a:prstDash val="solid"/>
                    </a:lnB>
                    <a:solidFill>
                      <a:srgbClr val="99B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2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57E8"/>
                      </a:solidFill>
                      <a:prstDash val="solid"/>
                    </a:lnL>
                    <a:lnR w="12700">
                      <a:solidFill>
                        <a:srgbClr val="0057E8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57E8"/>
                      </a:solidFill>
                      <a:prstDash val="solid"/>
                    </a:lnB>
                    <a:solidFill>
                      <a:srgbClr val="99BDED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2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57E8"/>
                      </a:solidFill>
                      <a:prstDash val="solid"/>
                    </a:lnL>
                    <a:lnR w="12700">
                      <a:solidFill>
                        <a:srgbClr val="0057E8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57E8"/>
                      </a:solidFill>
                      <a:prstDash val="solid"/>
                    </a:lnB>
                    <a:solidFill>
                      <a:srgbClr val="99B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4" name="object 4"/>
          <p:cNvGrpSpPr/>
          <p:nvPr/>
        </p:nvGrpSpPr>
        <p:grpSpPr>
          <a:xfrm>
            <a:off x="1086612" y="1330451"/>
            <a:ext cx="6108700" cy="754380"/>
            <a:chOff x="1086612" y="1330451"/>
            <a:chExt cx="6108700" cy="75438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92708" y="1336548"/>
              <a:ext cx="6095999" cy="74218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86612" y="1330451"/>
              <a:ext cx="6108192" cy="754380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772668" y="3779519"/>
            <a:ext cx="9144000" cy="3429000"/>
            <a:chOff x="772668" y="3779519"/>
            <a:chExt cx="9144000" cy="3429000"/>
          </a:xfrm>
        </p:grpSpPr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2668" y="3779520"/>
              <a:ext cx="9143999" cy="34290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3781044"/>
              <a:ext cx="5925311" cy="102412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405628" y="5021592"/>
              <a:ext cx="4025265" cy="1757680"/>
            </a:xfrm>
            <a:custGeom>
              <a:avLst/>
              <a:gdLst/>
              <a:ahLst/>
              <a:cxnLst/>
              <a:rect l="l" t="t" r="r" b="b"/>
              <a:pathLst>
                <a:path w="4025265" h="1757679">
                  <a:moveTo>
                    <a:pt x="384048" y="275844"/>
                  </a:moveTo>
                  <a:lnTo>
                    <a:pt x="381000" y="256032"/>
                  </a:lnTo>
                  <a:lnTo>
                    <a:pt x="376428" y="237744"/>
                  </a:lnTo>
                  <a:lnTo>
                    <a:pt x="361188" y="204216"/>
                  </a:lnTo>
                  <a:lnTo>
                    <a:pt x="359664" y="201422"/>
                  </a:lnTo>
                  <a:lnTo>
                    <a:pt x="359664" y="297180"/>
                  </a:lnTo>
                  <a:lnTo>
                    <a:pt x="356616" y="330708"/>
                  </a:lnTo>
                  <a:lnTo>
                    <a:pt x="338328" y="376428"/>
                  </a:lnTo>
                  <a:lnTo>
                    <a:pt x="298704" y="425196"/>
                  </a:lnTo>
                  <a:lnTo>
                    <a:pt x="256032" y="451104"/>
                  </a:lnTo>
                  <a:lnTo>
                    <a:pt x="192024" y="463296"/>
                  </a:lnTo>
                  <a:lnTo>
                    <a:pt x="173736" y="461772"/>
                  </a:lnTo>
                  <a:lnTo>
                    <a:pt x="111252" y="443484"/>
                  </a:lnTo>
                  <a:lnTo>
                    <a:pt x="73152" y="414528"/>
                  </a:lnTo>
                  <a:lnTo>
                    <a:pt x="44196" y="374904"/>
                  </a:lnTo>
                  <a:lnTo>
                    <a:pt x="27432" y="329184"/>
                  </a:lnTo>
                  <a:lnTo>
                    <a:pt x="24384" y="295656"/>
                  </a:lnTo>
                  <a:lnTo>
                    <a:pt x="25908" y="278892"/>
                  </a:lnTo>
                  <a:lnTo>
                    <a:pt x="38100" y="230124"/>
                  </a:lnTo>
                  <a:lnTo>
                    <a:pt x="64008" y="188976"/>
                  </a:lnTo>
                  <a:lnTo>
                    <a:pt x="99060" y="156972"/>
                  </a:lnTo>
                  <a:lnTo>
                    <a:pt x="143256" y="135636"/>
                  </a:lnTo>
                  <a:lnTo>
                    <a:pt x="193548" y="128016"/>
                  </a:lnTo>
                  <a:lnTo>
                    <a:pt x="210312" y="129540"/>
                  </a:lnTo>
                  <a:lnTo>
                    <a:pt x="257556" y="141732"/>
                  </a:lnTo>
                  <a:lnTo>
                    <a:pt x="310896" y="178308"/>
                  </a:lnTo>
                  <a:lnTo>
                    <a:pt x="339852" y="216408"/>
                  </a:lnTo>
                  <a:lnTo>
                    <a:pt x="356616" y="263652"/>
                  </a:lnTo>
                  <a:lnTo>
                    <a:pt x="359664" y="297180"/>
                  </a:lnTo>
                  <a:lnTo>
                    <a:pt x="359664" y="201422"/>
                  </a:lnTo>
                  <a:lnTo>
                    <a:pt x="327660" y="160020"/>
                  </a:lnTo>
                  <a:lnTo>
                    <a:pt x="286004" y="128016"/>
                  </a:lnTo>
                  <a:lnTo>
                    <a:pt x="283464" y="126492"/>
                  </a:lnTo>
                  <a:lnTo>
                    <a:pt x="266700" y="118872"/>
                  </a:lnTo>
                  <a:lnTo>
                    <a:pt x="248412" y="111252"/>
                  </a:lnTo>
                  <a:lnTo>
                    <a:pt x="230124" y="106680"/>
                  </a:lnTo>
                  <a:lnTo>
                    <a:pt x="211836" y="103632"/>
                  </a:lnTo>
                  <a:lnTo>
                    <a:pt x="192024" y="103632"/>
                  </a:lnTo>
                  <a:lnTo>
                    <a:pt x="152400" y="106680"/>
                  </a:lnTo>
                  <a:lnTo>
                    <a:pt x="115824" y="118872"/>
                  </a:lnTo>
                  <a:lnTo>
                    <a:pt x="68580" y="147828"/>
                  </a:lnTo>
                  <a:lnTo>
                    <a:pt x="32004" y="188976"/>
                  </a:lnTo>
                  <a:lnTo>
                    <a:pt x="7620" y="239268"/>
                  </a:lnTo>
                  <a:lnTo>
                    <a:pt x="0" y="277368"/>
                  </a:lnTo>
                  <a:lnTo>
                    <a:pt x="0" y="316992"/>
                  </a:lnTo>
                  <a:lnTo>
                    <a:pt x="15240" y="371856"/>
                  </a:lnTo>
                  <a:lnTo>
                    <a:pt x="44196" y="419100"/>
                  </a:lnTo>
                  <a:lnTo>
                    <a:pt x="100584" y="466344"/>
                  </a:lnTo>
                  <a:lnTo>
                    <a:pt x="153924" y="484632"/>
                  </a:lnTo>
                  <a:lnTo>
                    <a:pt x="193548" y="489204"/>
                  </a:lnTo>
                  <a:lnTo>
                    <a:pt x="211836" y="487680"/>
                  </a:lnTo>
                  <a:lnTo>
                    <a:pt x="249936" y="480060"/>
                  </a:lnTo>
                  <a:lnTo>
                    <a:pt x="284988" y="464820"/>
                  </a:lnTo>
                  <a:lnTo>
                    <a:pt x="287528" y="463296"/>
                  </a:lnTo>
                  <a:lnTo>
                    <a:pt x="300228" y="455676"/>
                  </a:lnTo>
                  <a:lnTo>
                    <a:pt x="341376" y="417576"/>
                  </a:lnTo>
                  <a:lnTo>
                    <a:pt x="370332" y="370332"/>
                  </a:lnTo>
                  <a:lnTo>
                    <a:pt x="381000" y="333756"/>
                  </a:lnTo>
                  <a:lnTo>
                    <a:pt x="384048" y="315468"/>
                  </a:lnTo>
                  <a:lnTo>
                    <a:pt x="384048" y="275844"/>
                  </a:lnTo>
                  <a:close/>
                </a:path>
                <a:path w="4025265" h="1757679">
                  <a:moveTo>
                    <a:pt x="4024871" y="1368539"/>
                  </a:moveTo>
                  <a:lnTo>
                    <a:pt x="4020299" y="1330439"/>
                  </a:lnTo>
                  <a:lnTo>
                    <a:pt x="4009631" y="1293863"/>
                  </a:lnTo>
                  <a:lnTo>
                    <a:pt x="3998963" y="1274559"/>
                  </a:lnTo>
                  <a:lnTo>
                    <a:pt x="3998963" y="1353299"/>
                  </a:lnTo>
                  <a:lnTo>
                    <a:pt x="3998963" y="1370063"/>
                  </a:lnTo>
                  <a:lnTo>
                    <a:pt x="3991343" y="1420355"/>
                  </a:lnTo>
                  <a:lnTo>
                    <a:pt x="3970007" y="1464551"/>
                  </a:lnTo>
                  <a:lnTo>
                    <a:pt x="3938003" y="1499603"/>
                  </a:lnTo>
                  <a:lnTo>
                    <a:pt x="3896855" y="1523987"/>
                  </a:lnTo>
                  <a:lnTo>
                    <a:pt x="3848087" y="1536179"/>
                  </a:lnTo>
                  <a:lnTo>
                    <a:pt x="3831323" y="1537703"/>
                  </a:lnTo>
                  <a:lnTo>
                    <a:pt x="3814559" y="1536179"/>
                  </a:lnTo>
                  <a:lnTo>
                    <a:pt x="3765791" y="1523987"/>
                  </a:lnTo>
                  <a:lnTo>
                    <a:pt x="3724643" y="1498079"/>
                  </a:lnTo>
                  <a:lnTo>
                    <a:pt x="3692639" y="1463027"/>
                  </a:lnTo>
                  <a:lnTo>
                    <a:pt x="3671303" y="1418831"/>
                  </a:lnTo>
                  <a:lnTo>
                    <a:pt x="3668255" y="1402067"/>
                  </a:lnTo>
                  <a:lnTo>
                    <a:pt x="3665207" y="1386827"/>
                  </a:lnTo>
                  <a:lnTo>
                    <a:pt x="3663683" y="1368539"/>
                  </a:lnTo>
                  <a:lnTo>
                    <a:pt x="3665207" y="1351775"/>
                  </a:lnTo>
                  <a:lnTo>
                    <a:pt x="3668255" y="1335011"/>
                  </a:lnTo>
                  <a:lnTo>
                    <a:pt x="3685019" y="1289291"/>
                  </a:lnTo>
                  <a:lnTo>
                    <a:pt x="3713975" y="1251191"/>
                  </a:lnTo>
                  <a:lnTo>
                    <a:pt x="3752075" y="1222235"/>
                  </a:lnTo>
                  <a:lnTo>
                    <a:pt x="3799319" y="1205471"/>
                  </a:lnTo>
                  <a:lnTo>
                    <a:pt x="3832847" y="1202423"/>
                  </a:lnTo>
                  <a:lnTo>
                    <a:pt x="3866375" y="1205471"/>
                  </a:lnTo>
                  <a:lnTo>
                    <a:pt x="3912095" y="1222235"/>
                  </a:lnTo>
                  <a:lnTo>
                    <a:pt x="3950195" y="1251191"/>
                  </a:lnTo>
                  <a:lnTo>
                    <a:pt x="3986771" y="1304531"/>
                  </a:lnTo>
                  <a:lnTo>
                    <a:pt x="3998963" y="1353299"/>
                  </a:lnTo>
                  <a:lnTo>
                    <a:pt x="3998963" y="1274559"/>
                  </a:lnTo>
                  <a:lnTo>
                    <a:pt x="3966959" y="1232903"/>
                  </a:lnTo>
                  <a:lnTo>
                    <a:pt x="3927564" y="1202423"/>
                  </a:lnTo>
                  <a:lnTo>
                    <a:pt x="3887711" y="1185659"/>
                  </a:lnTo>
                  <a:lnTo>
                    <a:pt x="3846995" y="1177721"/>
                  </a:lnTo>
                  <a:lnTo>
                    <a:pt x="3876941" y="324167"/>
                  </a:lnTo>
                  <a:lnTo>
                    <a:pt x="3904488" y="284988"/>
                  </a:lnTo>
                  <a:lnTo>
                    <a:pt x="3919728" y="249936"/>
                  </a:lnTo>
                  <a:lnTo>
                    <a:pt x="3927348" y="211836"/>
                  </a:lnTo>
                  <a:lnTo>
                    <a:pt x="3927348" y="173736"/>
                  </a:lnTo>
                  <a:lnTo>
                    <a:pt x="3919728" y="135636"/>
                  </a:lnTo>
                  <a:lnTo>
                    <a:pt x="3904488" y="100584"/>
                  </a:lnTo>
                  <a:lnTo>
                    <a:pt x="3902964" y="98044"/>
                  </a:lnTo>
                  <a:lnTo>
                    <a:pt x="3902964" y="193548"/>
                  </a:lnTo>
                  <a:lnTo>
                    <a:pt x="3901440" y="211836"/>
                  </a:lnTo>
                  <a:lnTo>
                    <a:pt x="3898392" y="227076"/>
                  </a:lnTo>
                  <a:lnTo>
                    <a:pt x="3895344" y="243840"/>
                  </a:lnTo>
                  <a:lnTo>
                    <a:pt x="3889248" y="259080"/>
                  </a:lnTo>
                  <a:lnTo>
                    <a:pt x="3881628" y="274320"/>
                  </a:lnTo>
                  <a:lnTo>
                    <a:pt x="3874008" y="288036"/>
                  </a:lnTo>
                  <a:lnTo>
                    <a:pt x="3852672" y="312420"/>
                  </a:lnTo>
                  <a:lnTo>
                    <a:pt x="3847020" y="317373"/>
                  </a:lnTo>
                  <a:lnTo>
                    <a:pt x="3847020" y="350774"/>
                  </a:lnTo>
                  <a:lnTo>
                    <a:pt x="3818001" y="1177544"/>
                  </a:lnTo>
                  <a:lnTo>
                    <a:pt x="3811511" y="1178039"/>
                  </a:lnTo>
                  <a:lnTo>
                    <a:pt x="3791699" y="1181087"/>
                  </a:lnTo>
                  <a:lnTo>
                    <a:pt x="3723119" y="1210043"/>
                  </a:lnTo>
                  <a:lnTo>
                    <a:pt x="3681971" y="1248143"/>
                  </a:lnTo>
                  <a:lnTo>
                    <a:pt x="3654539" y="1295387"/>
                  </a:lnTo>
                  <a:lnTo>
                    <a:pt x="3642347" y="1331963"/>
                  </a:lnTo>
                  <a:lnTo>
                    <a:pt x="3639299" y="1350251"/>
                  </a:lnTo>
                  <a:lnTo>
                    <a:pt x="3639299" y="1352397"/>
                  </a:lnTo>
                  <a:lnTo>
                    <a:pt x="2062302" y="944016"/>
                  </a:lnTo>
                  <a:lnTo>
                    <a:pt x="2089404" y="899147"/>
                  </a:lnTo>
                  <a:lnTo>
                    <a:pt x="2100072" y="862571"/>
                  </a:lnTo>
                  <a:lnTo>
                    <a:pt x="2104644" y="824471"/>
                  </a:lnTo>
                  <a:lnTo>
                    <a:pt x="2103120" y="804659"/>
                  </a:lnTo>
                  <a:lnTo>
                    <a:pt x="2100072" y="784847"/>
                  </a:lnTo>
                  <a:lnTo>
                    <a:pt x="2095500" y="766559"/>
                  </a:lnTo>
                  <a:lnTo>
                    <a:pt x="2089404" y="749795"/>
                  </a:lnTo>
                  <a:lnTo>
                    <a:pt x="2078723" y="730224"/>
                  </a:lnTo>
                  <a:lnTo>
                    <a:pt x="2078723" y="825995"/>
                  </a:lnTo>
                  <a:lnTo>
                    <a:pt x="2075688" y="859523"/>
                  </a:lnTo>
                  <a:lnTo>
                    <a:pt x="2058924" y="905243"/>
                  </a:lnTo>
                  <a:lnTo>
                    <a:pt x="2029955" y="943343"/>
                  </a:lnTo>
                  <a:lnTo>
                    <a:pt x="1990344" y="972299"/>
                  </a:lnTo>
                  <a:lnTo>
                    <a:pt x="1959864" y="984491"/>
                  </a:lnTo>
                  <a:lnTo>
                    <a:pt x="1944624" y="989063"/>
                  </a:lnTo>
                  <a:lnTo>
                    <a:pt x="1911096" y="992111"/>
                  </a:lnTo>
                  <a:lnTo>
                    <a:pt x="1877555" y="989063"/>
                  </a:lnTo>
                  <a:lnTo>
                    <a:pt x="1860804" y="984491"/>
                  </a:lnTo>
                  <a:lnTo>
                    <a:pt x="1816608" y="963155"/>
                  </a:lnTo>
                  <a:lnTo>
                    <a:pt x="1781556" y="931151"/>
                  </a:lnTo>
                  <a:lnTo>
                    <a:pt x="1757172" y="890003"/>
                  </a:lnTo>
                  <a:lnTo>
                    <a:pt x="1744980" y="841235"/>
                  </a:lnTo>
                  <a:lnTo>
                    <a:pt x="1743456" y="824471"/>
                  </a:lnTo>
                  <a:lnTo>
                    <a:pt x="1744980" y="807707"/>
                  </a:lnTo>
                  <a:lnTo>
                    <a:pt x="1757172" y="758939"/>
                  </a:lnTo>
                  <a:lnTo>
                    <a:pt x="1783080" y="717791"/>
                  </a:lnTo>
                  <a:lnTo>
                    <a:pt x="1818132" y="685787"/>
                  </a:lnTo>
                  <a:lnTo>
                    <a:pt x="1862328" y="664451"/>
                  </a:lnTo>
                  <a:lnTo>
                    <a:pt x="1879079" y="661403"/>
                  </a:lnTo>
                  <a:lnTo>
                    <a:pt x="1894332" y="658355"/>
                  </a:lnTo>
                  <a:lnTo>
                    <a:pt x="1912620" y="656831"/>
                  </a:lnTo>
                  <a:lnTo>
                    <a:pt x="1929384" y="658355"/>
                  </a:lnTo>
                  <a:lnTo>
                    <a:pt x="1946148" y="661403"/>
                  </a:lnTo>
                  <a:lnTo>
                    <a:pt x="1991855" y="678167"/>
                  </a:lnTo>
                  <a:lnTo>
                    <a:pt x="2029955" y="707123"/>
                  </a:lnTo>
                  <a:lnTo>
                    <a:pt x="2058924" y="745223"/>
                  </a:lnTo>
                  <a:lnTo>
                    <a:pt x="2075688" y="792467"/>
                  </a:lnTo>
                  <a:lnTo>
                    <a:pt x="2078723" y="825995"/>
                  </a:lnTo>
                  <a:lnTo>
                    <a:pt x="2078723" y="730224"/>
                  </a:lnTo>
                  <a:lnTo>
                    <a:pt x="2071116" y="716267"/>
                  </a:lnTo>
                  <a:lnTo>
                    <a:pt x="2062645" y="705396"/>
                  </a:lnTo>
                  <a:lnTo>
                    <a:pt x="3543300" y="212852"/>
                  </a:lnTo>
                  <a:lnTo>
                    <a:pt x="3543300" y="213360"/>
                  </a:lnTo>
                  <a:lnTo>
                    <a:pt x="3546348" y="233172"/>
                  </a:lnTo>
                  <a:lnTo>
                    <a:pt x="3558540" y="269748"/>
                  </a:lnTo>
                  <a:lnTo>
                    <a:pt x="3587496" y="316992"/>
                  </a:lnTo>
                  <a:lnTo>
                    <a:pt x="3628644" y="353568"/>
                  </a:lnTo>
                  <a:lnTo>
                    <a:pt x="3678936" y="377952"/>
                  </a:lnTo>
                  <a:lnTo>
                    <a:pt x="3715512" y="385572"/>
                  </a:lnTo>
                  <a:lnTo>
                    <a:pt x="3755136" y="385572"/>
                  </a:lnTo>
                  <a:lnTo>
                    <a:pt x="3793236" y="377952"/>
                  </a:lnTo>
                  <a:lnTo>
                    <a:pt x="3828288" y="362712"/>
                  </a:lnTo>
                  <a:lnTo>
                    <a:pt x="3830828" y="361188"/>
                  </a:lnTo>
                  <a:lnTo>
                    <a:pt x="3843528" y="353568"/>
                  </a:lnTo>
                  <a:lnTo>
                    <a:pt x="3847020" y="350774"/>
                  </a:lnTo>
                  <a:lnTo>
                    <a:pt x="3847020" y="317373"/>
                  </a:lnTo>
                  <a:lnTo>
                    <a:pt x="3840480" y="323088"/>
                  </a:lnTo>
                  <a:lnTo>
                    <a:pt x="3828288" y="332232"/>
                  </a:lnTo>
                  <a:lnTo>
                    <a:pt x="3814572" y="341376"/>
                  </a:lnTo>
                  <a:lnTo>
                    <a:pt x="3784092" y="353568"/>
                  </a:lnTo>
                  <a:lnTo>
                    <a:pt x="3768852" y="358140"/>
                  </a:lnTo>
                  <a:lnTo>
                    <a:pt x="3735324" y="361188"/>
                  </a:lnTo>
                  <a:lnTo>
                    <a:pt x="3717036" y="359664"/>
                  </a:lnTo>
                  <a:lnTo>
                    <a:pt x="3669792" y="347472"/>
                  </a:lnTo>
                  <a:lnTo>
                    <a:pt x="3616452" y="310896"/>
                  </a:lnTo>
                  <a:lnTo>
                    <a:pt x="3587496" y="272796"/>
                  </a:lnTo>
                  <a:lnTo>
                    <a:pt x="3570732" y="227076"/>
                  </a:lnTo>
                  <a:lnTo>
                    <a:pt x="3567684" y="192024"/>
                  </a:lnTo>
                  <a:lnTo>
                    <a:pt x="3570732" y="158496"/>
                  </a:lnTo>
                  <a:lnTo>
                    <a:pt x="3589020" y="112776"/>
                  </a:lnTo>
                  <a:lnTo>
                    <a:pt x="3617976" y="74676"/>
                  </a:lnTo>
                  <a:lnTo>
                    <a:pt x="3656076" y="45720"/>
                  </a:lnTo>
                  <a:lnTo>
                    <a:pt x="3701796" y="28956"/>
                  </a:lnTo>
                  <a:lnTo>
                    <a:pt x="3735324" y="25908"/>
                  </a:lnTo>
                  <a:lnTo>
                    <a:pt x="3770376" y="28956"/>
                  </a:lnTo>
                  <a:lnTo>
                    <a:pt x="3816096" y="47244"/>
                  </a:lnTo>
                  <a:lnTo>
                    <a:pt x="3864864" y="86868"/>
                  </a:lnTo>
                  <a:lnTo>
                    <a:pt x="3895344" y="144780"/>
                  </a:lnTo>
                  <a:lnTo>
                    <a:pt x="3902964" y="193548"/>
                  </a:lnTo>
                  <a:lnTo>
                    <a:pt x="3902964" y="98044"/>
                  </a:lnTo>
                  <a:lnTo>
                    <a:pt x="3870960" y="56388"/>
                  </a:lnTo>
                  <a:lnTo>
                    <a:pt x="3829304" y="25908"/>
                  </a:lnTo>
                  <a:lnTo>
                    <a:pt x="3826764" y="24384"/>
                  </a:lnTo>
                  <a:lnTo>
                    <a:pt x="3791712" y="9144"/>
                  </a:lnTo>
                  <a:lnTo>
                    <a:pt x="3753612" y="1524"/>
                  </a:lnTo>
                  <a:lnTo>
                    <a:pt x="3735324" y="0"/>
                  </a:lnTo>
                  <a:lnTo>
                    <a:pt x="3715512" y="1524"/>
                  </a:lnTo>
                  <a:lnTo>
                    <a:pt x="3677412" y="9144"/>
                  </a:lnTo>
                  <a:lnTo>
                    <a:pt x="3642360" y="24384"/>
                  </a:lnTo>
                  <a:lnTo>
                    <a:pt x="3598164" y="57912"/>
                  </a:lnTo>
                  <a:lnTo>
                    <a:pt x="3566160" y="102108"/>
                  </a:lnTo>
                  <a:lnTo>
                    <a:pt x="3550920" y="137160"/>
                  </a:lnTo>
                  <a:lnTo>
                    <a:pt x="3543300" y="173736"/>
                  </a:lnTo>
                  <a:lnTo>
                    <a:pt x="3543300" y="182372"/>
                  </a:lnTo>
                  <a:lnTo>
                    <a:pt x="2040242" y="682371"/>
                  </a:lnTo>
                  <a:lnTo>
                    <a:pt x="2033003" y="675119"/>
                  </a:lnTo>
                  <a:lnTo>
                    <a:pt x="2019300" y="664451"/>
                  </a:lnTo>
                  <a:lnTo>
                    <a:pt x="2005330" y="656831"/>
                  </a:lnTo>
                  <a:lnTo>
                    <a:pt x="2002536" y="655307"/>
                  </a:lnTo>
                  <a:lnTo>
                    <a:pt x="1985772" y="647687"/>
                  </a:lnTo>
                  <a:lnTo>
                    <a:pt x="1967484" y="640067"/>
                  </a:lnTo>
                  <a:lnTo>
                    <a:pt x="1949196" y="635495"/>
                  </a:lnTo>
                  <a:lnTo>
                    <a:pt x="1930908" y="632447"/>
                  </a:lnTo>
                  <a:lnTo>
                    <a:pt x="1911096" y="632447"/>
                  </a:lnTo>
                  <a:lnTo>
                    <a:pt x="1871472" y="635495"/>
                  </a:lnTo>
                  <a:lnTo>
                    <a:pt x="1819656" y="655307"/>
                  </a:lnTo>
                  <a:lnTo>
                    <a:pt x="1787652" y="676643"/>
                  </a:lnTo>
                  <a:lnTo>
                    <a:pt x="1751076" y="717791"/>
                  </a:lnTo>
                  <a:lnTo>
                    <a:pt x="1726692" y="768083"/>
                  </a:lnTo>
                  <a:lnTo>
                    <a:pt x="1719072" y="806183"/>
                  </a:lnTo>
                  <a:lnTo>
                    <a:pt x="1719072" y="845807"/>
                  </a:lnTo>
                  <a:lnTo>
                    <a:pt x="1734312" y="900671"/>
                  </a:lnTo>
                  <a:lnTo>
                    <a:pt x="1763268" y="947915"/>
                  </a:lnTo>
                  <a:lnTo>
                    <a:pt x="1819656" y="995159"/>
                  </a:lnTo>
                  <a:lnTo>
                    <a:pt x="1872996" y="1013447"/>
                  </a:lnTo>
                  <a:lnTo>
                    <a:pt x="1912620" y="1018019"/>
                  </a:lnTo>
                  <a:lnTo>
                    <a:pt x="1932432" y="1016495"/>
                  </a:lnTo>
                  <a:lnTo>
                    <a:pt x="1987296" y="1002779"/>
                  </a:lnTo>
                  <a:lnTo>
                    <a:pt x="2006587" y="992111"/>
                  </a:lnTo>
                  <a:lnTo>
                    <a:pt x="2019300" y="984491"/>
                  </a:lnTo>
                  <a:lnTo>
                    <a:pt x="2034527" y="973823"/>
                  </a:lnTo>
                  <a:lnTo>
                    <a:pt x="2040572" y="967790"/>
                  </a:lnTo>
                  <a:lnTo>
                    <a:pt x="3558844" y="1360614"/>
                  </a:lnTo>
                  <a:lnTo>
                    <a:pt x="536448" y="1549146"/>
                  </a:lnTo>
                  <a:lnTo>
                    <a:pt x="536448" y="1543812"/>
                  </a:lnTo>
                  <a:lnTo>
                    <a:pt x="533400" y="1525524"/>
                  </a:lnTo>
                  <a:lnTo>
                    <a:pt x="528828" y="1507236"/>
                  </a:lnTo>
                  <a:lnTo>
                    <a:pt x="521208" y="1488948"/>
                  </a:lnTo>
                  <a:lnTo>
                    <a:pt x="513588" y="1472184"/>
                  </a:lnTo>
                  <a:lnTo>
                    <a:pt x="512064" y="1469644"/>
                  </a:lnTo>
                  <a:lnTo>
                    <a:pt x="512064" y="1565148"/>
                  </a:lnTo>
                  <a:lnTo>
                    <a:pt x="509016" y="1598676"/>
                  </a:lnTo>
                  <a:lnTo>
                    <a:pt x="504444" y="1615440"/>
                  </a:lnTo>
                  <a:lnTo>
                    <a:pt x="498348" y="1630680"/>
                  </a:lnTo>
                  <a:lnTo>
                    <a:pt x="490728" y="1644396"/>
                  </a:lnTo>
                  <a:lnTo>
                    <a:pt x="483108" y="1659636"/>
                  </a:lnTo>
                  <a:lnTo>
                    <a:pt x="451104" y="1694688"/>
                  </a:lnTo>
                  <a:lnTo>
                    <a:pt x="393192" y="1725168"/>
                  </a:lnTo>
                  <a:lnTo>
                    <a:pt x="344424" y="1732788"/>
                  </a:lnTo>
                  <a:lnTo>
                    <a:pt x="326136" y="1731264"/>
                  </a:lnTo>
                  <a:lnTo>
                    <a:pt x="310896" y="1728216"/>
                  </a:lnTo>
                  <a:lnTo>
                    <a:pt x="294132" y="1725168"/>
                  </a:lnTo>
                  <a:lnTo>
                    <a:pt x="249936" y="1703832"/>
                  </a:lnTo>
                  <a:lnTo>
                    <a:pt x="214884" y="1670304"/>
                  </a:lnTo>
                  <a:lnTo>
                    <a:pt x="184404" y="1613916"/>
                  </a:lnTo>
                  <a:lnTo>
                    <a:pt x="176784" y="1563624"/>
                  </a:lnTo>
                  <a:lnTo>
                    <a:pt x="178308" y="1546860"/>
                  </a:lnTo>
                  <a:lnTo>
                    <a:pt x="190500" y="1499616"/>
                  </a:lnTo>
                  <a:lnTo>
                    <a:pt x="227076" y="1446276"/>
                  </a:lnTo>
                  <a:lnTo>
                    <a:pt x="265176" y="1417320"/>
                  </a:lnTo>
                  <a:lnTo>
                    <a:pt x="310896" y="1400556"/>
                  </a:lnTo>
                  <a:lnTo>
                    <a:pt x="345948" y="1397508"/>
                  </a:lnTo>
                  <a:lnTo>
                    <a:pt x="379476" y="1400556"/>
                  </a:lnTo>
                  <a:lnTo>
                    <a:pt x="425196" y="1417320"/>
                  </a:lnTo>
                  <a:lnTo>
                    <a:pt x="463296" y="1446276"/>
                  </a:lnTo>
                  <a:lnTo>
                    <a:pt x="492252" y="1485900"/>
                  </a:lnTo>
                  <a:lnTo>
                    <a:pt x="509016" y="1531620"/>
                  </a:lnTo>
                  <a:lnTo>
                    <a:pt x="512064" y="1565148"/>
                  </a:lnTo>
                  <a:lnTo>
                    <a:pt x="512064" y="1469644"/>
                  </a:lnTo>
                  <a:lnTo>
                    <a:pt x="480060" y="1427988"/>
                  </a:lnTo>
                  <a:lnTo>
                    <a:pt x="440207" y="1397508"/>
                  </a:lnTo>
                  <a:lnTo>
                    <a:pt x="435864" y="1394460"/>
                  </a:lnTo>
                  <a:lnTo>
                    <a:pt x="382524" y="1376172"/>
                  </a:lnTo>
                  <a:lnTo>
                    <a:pt x="344424" y="1371600"/>
                  </a:lnTo>
                  <a:lnTo>
                    <a:pt x="324612" y="1373124"/>
                  </a:lnTo>
                  <a:lnTo>
                    <a:pt x="286512" y="1380744"/>
                  </a:lnTo>
                  <a:lnTo>
                    <a:pt x="251460" y="1395984"/>
                  </a:lnTo>
                  <a:lnTo>
                    <a:pt x="207264" y="1429512"/>
                  </a:lnTo>
                  <a:lnTo>
                    <a:pt x="166116" y="1490472"/>
                  </a:lnTo>
                  <a:lnTo>
                    <a:pt x="155448" y="1527048"/>
                  </a:lnTo>
                  <a:lnTo>
                    <a:pt x="152400" y="1545336"/>
                  </a:lnTo>
                  <a:lnTo>
                    <a:pt x="152400" y="1584960"/>
                  </a:lnTo>
                  <a:lnTo>
                    <a:pt x="160020" y="1623060"/>
                  </a:lnTo>
                  <a:lnTo>
                    <a:pt x="184404" y="1673352"/>
                  </a:lnTo>
                  <a:lnTo>
                    <a:pt x="196596" y="1687068"/>
                  </a:lnTo>
                  <a:lnTo>
                    <a:pt x="208788" y="1702308"/>
                  </a:lnTo>
                  <a:lnTo>
                    <a:pt x="252984" y="1734312"/>
                  </a:lnTo>
                  <a:lnTo>
                    <a:pt x="288036" y="1749552"/>
                  </a:lnTo>
                  <a:lnTo>
                    <a:pt x="326136" y="1757172"/>
                  </a:lnTo>
                  <a:lnTo>
                    <a:pt x="364236" y="1757172"/>
                  </a:lnTo>
                  <a:lnTo>
                    <a:pt x="384048" y="1754124"/>
                  </a:lnTo>
                  <a:lnTo>
                    <a:pt x="420624" y="1741932"/>
                  </a:lnTo>
                  <a:lnTo>
                    <a:pt x="437388" y="1734312"/>
                  </a:lnTo>
                  <a:lnTo>
                    <a:pt x="439559" y="1732788"/>
                  </a:lnTo>
                  <a:lnTo>
                    <a:pt x="467868" y="1712976"/>
                  </a:lnTo>
                  <a:lnTo>
                    <a:pt x="504444" y="1671828"/>
                  </a:lnTo>
                  <a:lnTo>
                    <a:pt x="528828" y="1621536"/>
                  </a:lnTo>
                  <a:lnTo>
                    <a:pt x="536448" y="1583436"/>
                  </a:lnTo>
                  <a:lnTo>
                    <a:pt x="536448" y="1578203"/>
                  </a:lnTo>
                  <a:lnTo>
                    <a:pt x="3640404" y="1384566"/>
                  </a:lnTo>
                  <a:lnTo>
                    <a:pt x="3648443" y="1427975"/>
                  </a:lnTo>
                  <a:lnTo>
                    <a:pt x="3672827" y="1478267"/>
                  </a:lnTo>
                  <a:lnTo>
                    <a:pt x="3709403" y="1519415"/>
                  </a:lnTo>
                  <a:lnTo>
                    <a:pt x="3756647" y="1546847"/>
                  </a:lnTo>
                  <a:lnTo>
                    <a:pt x="3793223" y="1559039"/>
                  </a:lnTo>
                  <a:lnTo>
                    <a:pt x="3813035" y="1562087"/>
                  </a:lnTo>
                  <a:lnTo>
                    <a:pt x="3852659" y="1562087"/>
                  </a:lnTo>
                  <a:lnTo>
                    <a:pt x="3907523" y="1546847"/>
                  </a:lnTo>
                  <a:lnTo>
                    <a:pt x="3954767" y="1517891"/>
                  </a:lnTo>
                  <a:lnTo>
                    <a:pt x="4002011" y="1461503"/>
                  </a:lnTo>
                  <a:lnTo>
                    <a:pt x="4020299" y="1408163"/>
                  </a:lnTo>
                  <a:lnTo>
                    <a:pt x="4023347" y="1388351"/>
                  </a:lnTo>
                  <a:lnTo>
                    <a:pt x="4024871" y="136853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422392" y="5137404"/>
              <a:ext cx="360045" cy="360045"/>
            </a:xfrm>
            <a:custGeom>
              <a:avLst/>
              <a:gdLst/>
              <a:ahLst/>
              <a:cxnLst/>
              <a:rect l="l" t="t" r="r" b="b"/>
              <a:pathLst>
                <a:path w="360045" h="360045">
                  <a:moveTo>
                    <a:pt x="179831" y="359663"/>
                  </a:moveTo>
                  <a:lnTo>
                    <a:pt x="131586" y="353222"/>
                  </a:lnTo>
                  <a:lnTo>
                    <a:pt x="88504" y="335054"/>
                  </a:lnTo>
                  <a:lnTo>
                    <a:pt x="52197" y="306895"/>
                  </a:lnTo>
                  <a:lnTo>
                    <a:pt x="24271" y="270481"/>
                  </a:lnTo>
                  <a:lnTo>
                    <a:pt x="6335" y="227548"/>
                  </a:lnTo>
                  <a:lnTo>
                    <a:pt x="0" y="179831"/>
                  </a:lnTo>
                  <a:lnTo>
                    <a:pt x="6335" y="132115"/>
                  </a:lnTo>
                  <a:lnTo>
                    <a:pt x="24271" y="89182"/>
                  </a:lnTo>
                  <a:lnTo>
                    <a:pt x="52197" y="52768"/>
                  </a:lnTo>
                  <a:lnTo>
                    <a:pt x="88504" y="24609"/>
                  </a:lnTo>
                  <a:lnTo>
                    <a:pt x="131586" y="6441"/>
                  </a:lnTo>
                  <a:lnTo>
                    <a:pt x="179831" y="0"/>
                  </a:lnTo>
                  <a:lnTo>
                    <a:pt x="227548" y="6441"/>
                  </a:lnTo>
                  <a:lnTo>
                    <a:pt x="270481" y="24609"/>
                  </a:lnTo>
                  <a:lnTo>
                    <a:pt x="306895" y="52768"/>
                  </a:lnTo>
                  <a:lnTo>
                    <a:pt x="335054" y="89182"/>
                  </a:lnTo>
                  <a:lnTo>
                    <a:pt x="353222" y="132115"/>
                  </a:lnTo>
                  <a:lnTo>
                    <a:pt x="359663" y="179831"/>
                  </a:lnTo>
                  <a:lnTo>
                    <a:pt x="353222" y="227548"/>
                  </a:lnTo>
                  <a:lnTo>
                    <a:pt x="335054" y="270481"/>
                  </a:lnTo>
                  <a:lnTo>
                    <a:pt x="306895" y="306895"/>
                  </a:lnTo>
                  <a:lnTo>
                    <a:pt x="270481" y="335054"/>
                  </a:lnTo>
                  <a:lnTo>
                    <a:pt x="227548" y="353222"/>
                  </a:lnTo>
                  <a:lnTo>
                    <a:pt x="179831" y="359663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408676" y="5125212"/>
              <a:ext cx="386080" cy="386080"/>
            </a:xfrm>
            <a:custGeom>
              <a:avLst/>
              <a:gdLst/>
              <a:ahLst/>
              <a:cxnLst/>
              <a:rect l="l" t="t" r="r" b="b"/>
              <a:pathLst>
                <a:path w="386079" h="386079">
                  <a:moveTo>
                    <a:pt x="193548" y="385572"/>
                  </a:moveTo>
                  <a:lnTo>
                    <a:pt x="155448" y="381000"/>
                  </a:lnTo>
                  <a:lnTo>
                    <a:pt x="118872" y="370332"/>
                  </a:lnTo>
                  <a:lnTo>
                    <a:pt x="85344" y="352044"/>
                  </a:lnTo>
                  <a:lnTo>
                    <a:pt x="44196" y="315468"/>
                  </a:lnTo>
                  <a:lnTo>
                    <a:pt x="15240" y="268224"/>
                  </a:lnTo>
                  <a:lnTo>
                    <a:pt x="4572" y="231648"/>
                  </a:lnTo>
                  <a:lnTo>
                    <a:pt x="0" y="193548"/>
                  </a:lnTo>
                  <a:lnTo>
                    <a:pt x="1524" y="173736"/>
                  </a:lnTo>
                  <a:lnTo>
                    <a:pt x="9144" y="135636"/>
                  </a:lnTo>
                  <a:lnTo>
                    <a:pt x="44196" y="70104"/>
                  </a:lnTo>
                  <a:lnTo>
                    <a:pt x="100584" y="22860"/>
                  </a:lnTo>
                  <a:lnTo>
                    <a:pt x="153924" y="3048"/>
                  </a:lnTo>
                  <a:lnTo>
                    <a:pt x="192024" y="0"/>
                  </a:lnTo>
                  <a:lnTo>
                    <a:pt x="211836" y="0"/>
                  </a:lnTo>
                  <a:lnTo>
                    <a:pt x="249936" y="7620"/>
                  </a:lnTo>
                  <a:lnTo>
                    <a:pt x="284988" y="22860"/>
                  </a:lnTo>
                  <a:lnTo>
                    <a:pt x="287528" y="24384"/>
                  </a:lnTo>
                  <a:lnTo>
                    <a:pt x="193548" y="24384"/>
                  </a:lnTo>
                  <a:lnTo>
                    <a:pt x="176783" y="25908"/>
                  </a:lnTo>
                  <a:lnTo>
                    <a:pt x="128016" y="38100"/>
                  </a:lnTo>
                  <a:lnTo>
                    <a:pt x="86868" y="62484"/>
                  </a:lnTo>
                  <a:lnTo>
                    <a:pt x="45720" y="112776"/>
                  </a:lnTo>
                  <a:lnTo>
                    <a:pt x="28956" y="158496"/>
                  </a:lnTo>
                  <a:lnTo>
                    <a:pt x="25908" y="192024"/>
                  </a:lnTo>
                  <a:lnTo>
                    <a:pt x="28956" y="225552"/>
                  </a:lnTo>
                  <a:lnTo>
                    <a:pt x="33528" y="240792"/>
                  </a:lnTo>
                  <a:lnTo>
                    <a:pt x="38100" y="257556"/>
                  </a:lnTo>
                  <a:lnTo>
                    <a:pt x="64008" y="298704"/>
                  </a:lnTo>
                  <a:lnTo>
                    <a:pt x="99060" y="330708"/>
                  </a:lnTo>
                  <a:lnTo>
                    <a:pt x="143256" y="352044"/>
                  </a:lnTo>
                  <a:lnTo>
                    <a:pt x="192024" y="359664"/>
                  </a:lnTo>
                  <a:lnTo>
                    <a:pt x="287781" y="359664"/>
                  </a:lnTo>
                  <a:lnTo>
                    <a:pt x="268224" y="370332"/>
                  </a:lnTo>
                  <a:lnTo>
                    <a:pt x="251460" y="376428"/>
                  </a:lnTo>
                  <a:lnTo>
                    <a:pt x="233172" y="381000"/>
                  </a:lnTo>
                  <a:lnTo>
                    <a:pt x="213360" y="384048"/>
                  </a:lnTo>
                  <a:lnTo>
                    <a:pt x="193548" y="385572"/>
                  </a:lnTo>
                  <a:close/>
                </a:path>
                <a:path w="386079" h="386079">
                  <a:moveTo>
                    <a:pt x="287781" y="359664"/>
                  </a:moveTo>
                  <a:lnTo>
                    <a:pt x="192024" y="359664"/>
                  </a:lnTo>
                  <a:lnTo>
                    <a:pt x="210312" y="358140"/>
                  </a:lnTo>
                  <a:lnTo>
                    <a:pt x="225552" y="356616"/>
                  </a:lnTo>
                  <a:lnTo>
                    <a:pt x="272795" y="339852"/>
                  </a:lnTo>
                  <a:lnTo>
                    <a:pt x="310895" y="310896"/>
                  </a:lnTo>
                  <a:lnTo>
                    <a:pt x="339852" y="272796"/>
                  </a:lnTo>
                  <a:lnTo>
                    <a:pt x="356616" y="227076"/>
                  </a:lnTo>
                  <a:lnTo>
                    <a:pt x="361187" y="193548"/>
                  </a:lnTo>
                  <a:lnTo>
                    <a:pt x="359663" y="175260"/>
                  </a:lnTo>
                  <a:lnTo>
                    <a:pt x="356616" y="160020"/>
                  </a:lnTo>
                  <a:lnTo>
                    <a:pt x="353568" y="143256"/>
                  </a:lnTo>
                  <a:lnTo>
                    <a:pt x="332232" y="99060"/>
                  </a:lnTo>
                  <a:lnTo>
                    <a:pt x="300228" y="64008"/>
                  </a:lnTo>
                  <a:lnTo>
                    <a:pt x="259080" y="38100"/>
                  </a:lnTo>
                  <a:lnTo>
                    <a:pt x="210312" y="25908"/>
                  </a:lnTo>
                  <a:lnTo>
                    <a:pt x="193548" y="24384"/>
                  </a:lnTo>
                  <a:lnTo>
                    <a:pt x="287528" y="24384"/>
                  </a:lnTo>
                  <a:lnTo>
                    <a:pt x="329184" y="56388"/>
                  </a:lnTo>
                  <a:lnTo>
                    <a:pt x="362712" y="100584"/>
                  </a:lnTo>
                  <a:lnTo>
                    <a:pt x="382524" y="152400"/>
                  </a:lnTo>
                  <a:lnTo>
                    <a:pt x="385572" y="192024"/>
                  </a:lnTo>
                  <a:lnTo>
                    <a:pt x="385572" y="211836"/>
                  </a:lnTo>
                  <a:lnTo>
                    <a:pt x="370332" y="266700"/>
                  </a:lnTo>
                  <a:lnTo>
                    <a:pt x="342900" y="313944"/>
                  </a:lnTo>
                  <a:lnTo>
                    <a:pt x="315467" y="341376"/>
                  </a:lnTo>
                  <a:lnTo>
                    <a:pt x="301752" y="352044"/>
                  </a:lnTo>
                  <a:lnTo>
                    <a:pt x="287781" y="359664"/>
                  </a:lnTo>
                  <a:close/>
                </a:path>
              </a:pathLst>
            </a:custGeom>
            <a:solidFill>
              <a:srgbClr val="BC26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9057132" y="6211823"/>
              <a:ext cx="360045" cy="360045"/>
            </a:xfrm>
            <a:custGeom>
              <a:avLst/>
              <a:gdLst/>
              <a:ahLst/>
              <a:cxnLst/>
              <a:rect l="l" t="t" r="r" b="b"/>
              <a:pathLst>
                <a:path w="360045" h="360045">
                  <a:moveTo>
                    <a:pt x="179831" y="359663"/>
                  </a:moveTo>
                  <a:lnTo>
                    <a:pt x="132115" y="353222"/>
                  </a:lnTo>
                  <a:lnTo>
                    <a:pt x="89182" y="335054"/>
                  </a:lnTo>
                  <a:lnTo>
                    <a:pt x="52768" y="306895"/>
                  </a:lnTo>
                  <a:lnTo>
                    <a:pt x="24609" y="270481"/>
                  </a:lnTo>
                  <a:lnTo>
                    <a:pt x="6441" y="227548"/>
                  </a:lnTo>
                  <a:lnTo>
                    <a:pt x="0" y="179831"/>
                  </a:lnTo>
                  <a:lnTo>
                    <a:pt x="6441" y="132115"/>
                  </a:lnTo>
                  <a:lnTo>
                    <a:pt x="24609" y="89182"/>
                  </a:lnTo>
                  <a:lnTo>
                    <a:pt x="52768" y="52768"/>
                  </a:lnTo>
                  <a:lnTo>
                    <a:pt x="89182" y="24609"/>
                  </a:lnTo>
                  <a:lnTo>
                    <a:pt x="132115" y="6441"/>
                  </a:lnTo>
                  <a:lnTo>
                    <a:pt x="179831" y="0"/>
                  </a:lnTo>
                  <a:lnTo>
                    <a:pt x="227548" y="6441"/>
                  </a:lnTo>
                  <a:lnTo>
                    <a:pt x="270481" y="24609"/>
                  </a:lnTo>
                  <a:lnTo>
                    <a:pt x="306895" y="52768"/>
                  </a:lnTo>
                  <a:lnTo>
                    <a:pt x="335054" y="89182"/>
                  </a:lnTo>
                  <a:lnTo>
                    <a:pt x="353222" y="132115"/>
                  </a:lnTo>
                  <a:lnTo>
                    <a:pt x="359663" y="179831"/>
                  </a:lnTo>
                  <a:lnTo>
                    <a:pt x="353222" y="227548"/>
                  </a:lnTo>
                  <a:lnTo>
                    <a:pt x="335054" y="270481"/>
                  </a:lnTo>
                  <a:lnTo>
                    <a:pt x="306895" y="306895"/>
                  </a:lnTo>
                  <a:lnTo>
                    <a:pt x="270481" y="335054"/>
                  </a:lnTo>
                  <a:lnTo>
                    <a:pt x="227548" y="353222"/>
                  </a:lnTo>
                  <a:lnTo>
                    <a:pt x="179831" y="359663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9044939" y="6198107"/>
              <a:ext cx="386080" cy="386080"/>
            </a:xfrm>
            <a:custGeom>
              <a:avLst/>
              <a:gdLst/>
              <a:ahLst/>
              <a:cxnLst/>
              <a:rect l="l" t="t" r="r" b="b"/>
              <a:pathLst>
                <a:path w="386079" h="386079">
                  <a:moveTo>
                    <a:pt x="213360" y="385572"/>
                  </a:moveTo>
                  <a:lnTo>
                    <a:pt x="173736" y="385572"/>
                  </a:lnTo>
                  <a:lnTo>
                    <a:pt x="153924" y="382524"/>
                  </a:lnTo>
                  <a:lnTo>
                    <a:pt x="117348" y="370332"/>
                  </a:lnTo>
                  <a:lnTo>
                    <a:pt x="70104" y="342900"/>
                  </a:lnTo>
                  <a:lnTo>
                    <a:pt x="33528" y="301752"/>
                  </a:lnTo>
                  <a:lnTo>
                    <a:pt x="15240" y="268224"/>
                  </a:lnTo>
                  <a:lnTo>
                    <a:pt x="0" y="193548"/>
                  </a:lnTo>
                  <a:lnTo>
                    <a:pt x="0" y="173736"/>
                  </a:lnTo>
                  <a:lnTo>
                    <a:pt x="15240" y="118872"/>
                  </a:lnTo>
                  <a:lnTo>
                    <a:pt x="42672" y="71628"/>
                  </a:lnTo>
                  <a:lnTo>
                    <a:pt x="70104" y="44196"/>
                  </a:lnTo>
                  <a:lnTo>
                    <a:pt x="117348" y="15240"/>
                  </a:lnTo>
                  <a:lnTo>
                    <a:pt x="172212" y="1524"/>
                  </a:lnTo>
                  <a:lnTo>
                    <a:pt x="192024" y="0"/>
                  </a:lnTo>
                  <a:lnTo>
                    <a:pt x="211836" y="1524"/>
                  </a:lnTo>
                  <a:lnTo>
                    <a:pt x="266700" y="15240"/>
                  </a:lnTo>
                  <a:lnTo>
                    <a:pt x="288253" y="25908"/>
                  </a:lnTo>
                  <a:lnTo>
                    <a:pt x="193548" y="25908"/>
                  </a:lnTo>
                  <a:lnTo>
                    <a:pt x="175260" y="27431"/>
                  </a:lnTo>
                  <a:lnTo>
                    <a:pt x="128016" y="38100"/>
                  </a:lnTo>
                  <a:lnTo>
                    <a:pt x="86868" y="64008"/>
                  </a:lnTo>
                  <a:lnTo>
                    <a:pt x="53340" y="99060"/>
                  </a:lnTo>
                  <a:lnTo>
                    <a:pt x="28956" y="158496"/>
                  </a:lnTo>
                  <a:lnTo>
                    <a:pt x="24384" y="192024"/>
                  </a:lnTo>
                  <a:lnTo>
                    <a:pt x="25908" y="210312"/>
                  </a:lnTo>
                  <a:lnTo>
                    <a:pt x="28956" y="225552"/>
                  </a:lnTo>
                  <a:lnTo>
                    <a:pt x="32004" y="242316"/>
                  </a:lnTo>
                  <a:lnTo>
                    <a:pt x="53340" y="286512"/>
                  </a:lnTo>
                  <a:lnTo>
                    <a:pt x="85344" y="321564"/>
                  </a:lnTo>
                  <a:lnTo>
                    <a:pt x="126492" y="347472"/>
                  </a:lnTo>
                  <a:lnTo>
                    <a:pt x="175260" y="359664"/>
                  </a:lnTo>
                  <a:lnTo>
                    <a:pt x="192024" y="361188"/>
                  </a:lnTo>
                  <a:lnTo>
                    <a:pt x="287165" y="361188"/>
                  </a:lnTo>
                  <a:lnTo>
                    <a:pt x="284988" y="362712"/>
                  </a:lnTo>
                  <a:lnTo>
                    <a:pt x="268224" y="370332"/>
                  </a:lnTo>
                  <a:lnTo>
                    <a:pt x="231648" y="382524"/>
                  </a:lnTo>
                  <a:lnTo>
                    <a:pt x="213360" y="385572"/>
                  </a:lnTo>
                  <a:close/>
                </a:path>
                <a:path w="386079" h="386079">
                  <a:moveTo>
                    <a:pt x="287165" y="361188"/>
                  </a:moveTo>
                  <a:lnTo>
                    <a:pt x="192024" y="361188"/>
                  </a:lnTo>
                  <a:lnTo>
                    <a:pt x="208788" y="359664"/>
                  </a:lnTo>
                  <a:lnTo>
                    <a:pt x="242316" y="353568"/>
                  </a:lnTo>
                  <a:lnTo>
                    <a:pt x="298704" y="323088"/>
                  </a:lnTo>
                  <a:lnTo>
                    <a:pt x="330708" y="288036"/>
                  </a:lnTo>
                  <a:lnTo>
                    <a:pt x="352044" y="243840"/>
                  </a:lnTo>
                  <a:lnTo>
                    <a:pt x="359663" y="193548"/>
                  </a:lnTo>
                  <a:lnTo>
                    <a:pt x="359663" y="176784"/>
                  </a:lnTo>
                  <a:lnTo>
                    <a:pt x="347472" y="128016"/>
                  </a:lnTo>
                  <a:lnTo>
                    <a:pt x="321563" y="86868"/>
                  </a:lnTo>
                  <a:lnTo>
                    <a:pt x="286512" y="54864"/>
                  </a:lnTo>
                  <a:lnTo>
                    <a:pt x="242316" y="33528"/>
                  </a:lnTo>
                  <a:lnTo>
                    <a:pt x="193548" y="25908"/>
                  </a:lnTo>
                  <a:lnTo>
                    <a:pt x="288253" y="25908"/>
                  </a:lnTo>
                  <a:lnTo>
                    <a:pt x="327660" y="56388"/>
                  </a:lnTo>
                  <a:lnTo>
                    <a:pt x="361187" y="100584"/>
                  </a:lnTo>
                  <a:lnTo>
                    <a:pt x="376428" y="135636"/>
                  </a:lnTo>
                  <a:lnTo>
                    <a:pt x="385572" y="192024"/>
                  </a:lnTo>
                  <a:lnTo>
                    <a:pt x="384048" y="211836"/>
                  </a:lnTo>
                  <a:lnTo>
                    <a:pt x="376428" y="249936"/>
                  </a:lnTo>
                  <a:lnTo>
                    <a:pt x="341376" y="315468"/>
                  </a:lnTo>
                  <a:lnTo>
                    <a:pt x="315467" y="341376"/>
                  </a:lnTo>
                  <a:lnTo>
                    <a:pt x="287165" y="361188"/>
                  </a:lnTo>
                  <a:close/>
                </a:path>
              </a:pathLst>
            </a:custGeom>
            <a:solidFill>
              <a:srgbClr val="BC26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171485" y="2450101"/>
            <a:ext cx="8478520" cy="3189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60" dirty="0">
                <a:solidFill>
                  <a:srgbClr val="FFFFFF"/>
                </a:solidFill>
                <a:latin typeface="Verdana"/>
                <a:cs typeface="Verdana"/>
              </a:rPr>
              <a:t>Classer</a:t>
            </a:r>
            <a:r>
              <a:rPr sz="18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90" dirty="0">
                <a:solidFill>
                  <a:srgbClr val="FFFFFF"/>
                </a:solidFill>
                <a:latin typeface="Verdana"/>
                <a:cs typeface="Verdana"/>
              </a:rPr>
              <a:t>les</a:t>
            </a:r>
            <a:r>
              <a:rPr sz="18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sommets</a:t>
            </a:r>
            <a:r>
              <a:rPr sz="18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35" dirty="0">
                <a:solidFill>
                  <a:srgbClr val="FFFFFF"/>
                </a:solidFill>
                <a:latin typeface="Verdana"/>
                <a:cs typeface="Verdana"/>
              </a:rPr>
              <a:t>du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85" dirty="0">
                <a:solidFill>
                  <a:srgbClr val="FFFFFF"/>
                </a:solidFill>
                <a:latin typeface="Verdana"/>
                <a:cs typeface="Verdana"/>
              </a:rPr>
              <a:t>plus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Verdana"/>
                <a:cs typeface="Verdana"/>
              </a:rPr>
              <a:t>haut</a:t>
            </a:r>
            <a:r>
              <a:rPr sz="18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25" dirty="0">
                <a:solidFill>
                  <a:srgbClr val="FFFFFF"/>
                </a:solidFill>
                <a:latin typeface="Verdana"/>
                <a:cs typeface="Verdana"/>
              </a:rPr>
              <a:t>degré</a:t>
            </a:r>
            <a:r>
              <a:rPr sz="18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45" dirty="0">
                <a:solidFill>
                  <a:srgbClr val="FFFFFF"/>
                </a:solidFill>
                <a:latin typeface="Verdana"/>
                <a:cs typeface="Verdana"/>
              </a:rPr>
              <a:t>au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plus</a:t>
            </a:r>
            <a:r>
              <a:rPr sz="18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30" dirty="0">
                <a:solidFill>
                  <a:srgbClr val="FFFFFF"/>
                </a:solidFill>
                <a:latin typeface="Verdana"/>
                <a:cs typeface="Verdana"/>
              </a:rPr>
              <a:t>petit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320" dirty="0">
                <a:solidFill>
                  <a:srgbClr val="FFFFFF"/>
                </a:solidFill>
                <a:latin typeface="Verdana"/>
                <a:cs typeface="Verdana"/>
              </a:rPr>
              <a:t>: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b="1" spc="70" dirty="0">
                <a:solidFill>
                  <a:srgbClr val="CCFF33"/>
                </a:solidFill>
                <a:latin typeface="Tahoma"/>
                <a:cs typeface="Tahoma"/>
              </a:rPr>
              <a:t>C,</a:t>
            </a:r>
            <a:r>
              <a:rPr sz="1800" b="1" spc="-40" dirty="0">
                <a:solidFill>
                  <a:srgbClr val="CCFF33"/>
                </a:solidFill>
                <a:latin typeface="Tahoma"/>
                <a:cs typeface="Tahoma"/>
              </a:rPr>
              <a:t> </a:t>
            </a:r>
            <a:r>
              <a:rPr sz="1800" b="1" spc="-185" dirty="0">
                <a:solidFill>
                  <a:srgbClr val="CCFF33"/>
                </a:solidFill>
                <a:latin typeface="Tahoma"/>
                <a:cs typeface="Tahoma"/>
              </a:rPr>
              <a:t>D=E,</a:t>
            </a:r>
            <a:r>
              <a:rPr sz="1800" b="1" spc="-25" dirty="0">
                <a:solidFill>
                  <a:srgbClr val="CCFF33"/>
                </a:solidFill>
                <a:latin typeface="Tahoma"/>
                <a:cs typeface="Tahoma"/>
              </a:rPr>
              <a:t> </a:t>
            </a:r>
            <a:r>
              <a:rPr sz="1800" b="1" spc="-130" dirty="0">
                <a:solidFill>
                  <a:srgbClr val="CCFF33"/>
                </a:solidFill>
                <a:latin typeface="Tahoma"/>
                <a:cs typeface="Tahoma"/>
              </a:rPr>
              <a:t>B,</a:t>
            </a:r>
            <a:r>
              <a:rPr sz="1800" b="1" spc="-25" dirty="0">
                <a:solidFill>
                  <a:srgbClr val="CCFF33"/>
                </a:solidFill>
                <a:latin typeface="Tahoma"/>
                <a:cs typeface="Tahoma"/>
              </a:rPr>
              <a:t> </a:t>
            </a:r>
            <a:r>
              <a:rPr sz="1800" b="1" spc="95" dirty="0">
                <a:solidFill>
                  <a:srgbClr val="CCFF33"/>
                </a:solidFill>
                <a:latin typeface="Tahoma"/>
                <a:cs typeface="Tahoma"/>
              </a:rPr>
              <a:t>A</a:t>
            </a:r>
            <a:endParaRPr sz="1800">
              <a:latin typeface="Tahoma"/>
              <a:cs typeface="Tahoma"/>
            </a:endParaRPr>
          </a:p>
          <a:p>
            <a:pPr marL="193675" marR="5080" indent="-90170">
              <a:lnSpc>
                <a:spcPct val="165000"/>
              </a:lnSpc>
            </a:pPr>
            <a:r>
              <a:rPr sz="1800" spc="50" dirty="0">
                <a:solidFill>
                  <a:srgbClr val="FFFFFF"/>
                </a:solidFill>
                <a:latin typeface="Verdana"/>
                <a:cs typeface="Verdana"/>
              </a:rPr>
              <a:t>On 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choisit </a:t>
            </a:r>
            <a:r>
              <a:rPr sz="1800" spc="-5" dirty="0">
                <a:solidFill>
                  <a:srgbClr val="FFFFFF"/>
                </a:solidFill>
                <a:latin typeface="Verdana"/>
                <a:cs typeface="Verdana"/>
              </a:rPr>
              <a:t>une </a:t>
            </a: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couleur </a:t>
            </a:r>
            <a:r>
              <a:rPr sz="1800" spc="-25" dirty="0">
                <a:solidFill>
                  <a:srgbClr val="FFFFFF"/>
                </a:solidFill>
                <a:latin typeface="Verdana"/>
                <a:cs typeface="Verdana"/>
              </a:rPr>
              <a:t>pour </a:t>
            </a: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le </a:t>
            </a:r>
            <a:r>
              <a:rPr sz="1800" spc="-55" dirty="0">
                <a:solidFill>
                  <a:srgbClr val="FFFFFF"/>
                </a:solidFill>
                <a:latin typeface="Verdana"/>
                <a:cs typeface="Verdana"/>
              </a:rPr>
              <a:t>premier sommet (ici </a:t>
            </a:r>
            <a:r>
              <a:rPr sz="1800" spc="204" dirty="0">
                <a:solidFill>
                  <a:srgbClr val="FFFFFF"/>
                </a:solidFill>
                <a:latin typeface="Verdana"/>
                <a:cs typeface="Verdana"/>
              </a:rPr>
              <a:t>C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par </a:t>
            </a:r>
            <a:r>
              <a:rPr sz="1800" spc="-5" dirty="0">
                <a:solidFill>
                  <a:srgbClr val="FFFFFF"/>
                </a:solidFill>
                <a:latin typeface="Verdana"/>
                <a:cs typeface="Verdana"/>
              </a:rPr>
              <a:t>exemple </a:t>
            </a:r>
            <a:r>
              <a:rPr sz="1800" spc="-30" dirty="0">
                <a:solidFill>
                  <a:srgbClr val="FFFFFF"/>
                </a:solidFill>
                <a:latin typeface="Verdana"/>
                <a:cs typeface="Verdana"/>
              </a:rPr>
              <a:t>rouge) </a:t>
            </a:r>
            <a:r>
              <a:rPr sz="1800" spc="-6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Verdana"/>
                <a:cs typeface="Verdana"/>
              </a:rPr>
              <a:t>Colorie</a:t>
            </a:r>
            <a:r>
              <a:rPr sz="18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05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18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5" dirty="0">
                <a:solidFill>
                  <a:srgbClr val="FFFFFF"/>
                </a:solidFill>
                <a:latin typeface="Verdana"/>
                <a:cs typeface="Verdana"/>
              </a:rPr>
              <a:t>la</a:t>
            </a:r>
            <a:r>
              <a:rPr sz="18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5" dirty="0">
                <a:solidFill>
                  <a:srgbClr val="FFFFFF"/>
                </a:solidFill>
                <a:latin typeface="Verdana"/>
                <a:cs typeface="Verdana"/>
              </a:rPr>
              <a:t>même</a:t>
            </a:r>
            <a:r>
              <a:rPr sz="18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couleur</a:t>
            </a:r>
            <a:r>
              <a:rPr sz="18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tous</a:t>
            </a:r>
            <a:r>
              <a:rPr sz="18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95" dirty="0">
                <a:solidFill>
                  <a:srgbClr val="FFFFFF"/>
                </a:solidFill>
                <a:latin typeface="Verdana"/>
                <a:cs typeface="Verdana"/>
              </a:rPr>
              <a:t>les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sommets</a:t>
            </a:r>
            <a:r>
              <a:rPr sz="18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Verdana"/>
                <a:cs typeface="Verdana"/>
              </a:rPr>
              <a:t>non</a:t>
            </a:r>
            <a:r>
              <a:rPr sz="18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5" dirty="0">
                <a:solidFill>
                  <a:srgbClr val="FFFFFF"/>
                </a:solidFill>
                <a:latin typeface="Verdana"/>
                <a:cs typeface="Verdana"/>
              </a:rPr>
              <a:t>adjacents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45" dirty="0">
                <a:solidFill>
                  <a:srgbClr val="FFFFFF"/>
                </a:solidFill>
                <a:latin typeface="Verdana"/>
                <a:cs typeface="Verdana"/>
              </a:rPr>
              <a:t>au</a:t>
            </a:r>
            <a:r>
              <a:rPr sz="18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5" dirty="0">
                <a:solidFill>
                  <a:srgbClr val="FFFFFF"/>
                </a:solidFill>
                <a:latin typeface="Verdana"/>
                <a:cs typeface="Verdana"/>
              </a:rPr>
              <a:t>sommet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204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900">
              <a:latin typeface="Verdana"/>
              <a:cs typeface="Verdana"/>
            </a:endParaRPr>
          </a:p>
          <a:p>
            <a:pPr marL="193675" marR="313690" algn="just">
              <a:lnSpc>
                <a:spcPct val="100000"/>
              </a:lnSpc>
              <a:tabLst>
                <a:tab pos="7856220" algn="l"/>
              </a:tabLst>
            </a:pPr>
            <a:r>
              <a:rPr sz="1800" spc="50" dirty="0">
                <a:solidFill>
                  <a:srgbClr val="FFFFFF"/>
                </a:solidFill>
                <a:latin typeface="Verdana"/>
                <a:cs typeface="Verdana"/>
              </a:rPr>
              <a:t>On 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re-itère</a:t>
            </a:r>
            <a:r>
              <a:rPr sz="1800" spc="-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60" dirty="0">
                <a:solidFill>
                  <a:srgbClr val="FFFFFF"/>
                </a:solidFill>
                <a:latin typeface="Verdana"/>
                <a:cs typeface="Verdana"/>
              </a:rPr>
              <a:t>ce </a:t>
            </a:r>
            <a:r>
              <a:rPr sz="1800" spc="65" dirty="0">
                <a:solidFill>
                  <a:srgbClr val="FFFFFF"/>
                </a:solidFill>
                <a:latin typeface="Verdana"/>
                <a:cs typeface="Verdana"/>
              </a:rPr>
              <a:t>procédé </a:t>
            </a:r>
            <a:r>
              <a:rPr sz="1800" spc="100" dirty="0">
                <a:solidFill>
                  <a:srgbClr val="FFFFFF"/>
                </a:solidFill>
                <a:latin typeface="Verdana"/>
                <a:cs typeface="Verdana"/>
              </a:rPr>
              <a:t>avec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une</a:t>
            </a:r>
            <a:r>
              <a:rPr sz="1800" spc="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30" dirty="0">
                <a:solidFill>
                  <a:srgbClr val="FFFFFF"/>
                </a:solidFill>
                <a:latin typeface="Verdana"/>
                <a:cs typeface="Verdana"/>
              </a:rPr>
              <a:t>autre</a:t>
            </a:r>
            <a:r>
              <a:rPr sz="1800" spc="-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Verdana"/>
                <a:cs typeface="Verdana"/>
              </a:rPr>
              <a:t>couleur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Verdana"/>
                <a:cs typeface="Verdana"/>
              </a:rPr>
              <a:t>pour</a:t>
            </a:r>
            <a:r>
              <a:rPr sz="1800" spc="-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le</a:t>
            </a: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Verdana"/>
                <a:cs typeface="Verdana"/>
              </a:rPr>
              <a:t>premier 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Verdana"/>
                <a:cs typeface="Verdana"/>
              </a:rPr>
              <a:t>sommet </a:t>
            </a:r>
            <a:r>
              <a:rPr sz="1800" spc="-5" dirty="0">
                <a:solidFill>
                  <a:srgbClr val="FFFFFF"/>
                </a:solidFill>
                <a:latin typeface="Verdana"/>
                <a:cs typeface="Verdana"/>
              </a:rPr>
              <a:t>non colorié </a:t>
            </a:r>
            <a:r>
              <a:rPr sz="1800" spc="105" dirty="0">
                <a:solidFill>
                  <a:srgbClr val="FFFFFF"/>
                </a:solidFill>
                <a:latin typeface="Verdana"/>
                <a:cs typeface="Verdana"/>
              </a:rPr>
              <a:t>de </a:t>
            </a:r>
            <a:r>
              <a:rPr sz="1800" spc="15" dirty="0">
                <a:solidFill>
                  <a:srgbClr val="FFFFFF"/>
                </a:solidFill>
                <a:latin typeface="Verdana"/>
                <a:cs typeface="Verdana"/>
              </a:rPr>
              <a:t>la </a:t>
            </a:r>
            <a:r>
              <a:rPr sz="1800" spc="-114" dirty="0">
                <a:solidFill>
                  <a:srgbClr val="FFFFFF"/>
                </a:solidFill>
                <a:latin typeface="Verdana"/>
                <a:cs typeface="Verdana"/>
              </a:rPr>
              <a:t>liste. </a:t>
            </a:r>
            <a:r>
              <a:rPr sz="1800" spc="-55" dirty="0">
                <a:solidFill>
                  <a:srgbClr val="FFFFFF"/>
                </a:solidFill>
                <a:latin typeface="Verdana"/>
                <a:cs typeface="Verdana"/>
              </a:rPr>
              <a:t>Nous </a:t>
            </a:r>
            <a:r>
              <a:rPr sz="1800" spc="-25" dirty="0">
                <a:solidFill>
                  <a:srgbClr val="FFFFFF"/>
                </a:solidFill>
                <a:latin typeface="Verdana"/>
                <a:cs typeface="Verdana"/>
              </a:rPr>
              <a:t>colorons </a:t>
            </a: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le </a:t>
            </a:r>
            <a:r>
              <a:rPr sz="1800" spc="-50" dirty="0">
                <a:solidFill>
                  <a:srgbClr val="FFFFFF"/>
                </a:solidFill>
                <a:latin typeface="Verdana"/>
                <a:cs typeface="Verdana"/>
              </a:rPr>
              <a:t>sommet D </a:t>
            </a:r>
            <a:r>
              <a:rPr sz="1800" spc="35" dirty="0">
                <a:solidFill>
                  <a:srgbClr val="FFFFFF"/>
                </a:solidFill>
                <a:latin typeface="Verdana"/>
                <a:cs typeface="Verdana"/>
              </a:rPr>
              <a:t>en </a:t>
            </a:r>
            <a:r>
              <a:rPr sz="1800" spc="-25" dirty="0">
                <a:solidFill>
                  <a:srgbClr val="FFFFFF"/>
                </a:solidFill>
                <a:latin typeface="Verdana"/>
                <a:cs typeface="Verdana"/>
              </a:rPr>
              <a:t>jaune </a:t>
            </a:r>
            <a:r>
              <a:rPr sz="1800" spc="-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ainsi</a:t>
            </a:r>
            <a:r>
              <a:rPr sz="18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50" dirty="0">
                <a:solidFill>
                  <a:srgbClr val="FFFFFF"/>
                </a:solidFill>
                <a:latin typeface="Verdana"/>
                <a:cs typeface="Verdana"/>
              </a:rPr>
              <a:t>que</a:t>
            </a:r>
            <a:r>
              <a:rPr sz="18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le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5" dirty="0">
                <a:solidFill>
                  <a:srgbClr val="FFFFFF"/>
                </a:solidFill>
                <a:latin typeface="Verdana"/>
                <a:cs typeface="Verdana"/>
              </a:rPr>
              <a:t>sommet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204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(ne</a:t>
            </a:r>
            <a:r>
              <a:rPr sz="1800" spc="-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sont</a:t>
            </a:r>
            <a:r>
              <a:rPr sz="18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pas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30" dirty="0">
                <a:solidFill>
                  <a:srgbClr val="FFFFFF"/>
                </a:solidFill>
                <a:latin typeface="Verdana"/>
                <a:cs typeface="Verdana"/>
              </a:rPr>
              <a:t>adjacents).	</a:t>
            </a:r>
            <a:r>
              <a:rPr sz="2700" spc="-75" baseline="1543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endParaRPr sz="2700" baseline="1543">
              <a:latin typeface="Verdana"/>
              <a:cs typeface="Verdana"/>
            </a:endParaRPr>
          </a:p>
          <a:p>
            <a:pPr marL="1308100" algn="ctr">
              <a:lnSpc>
                <a:spcPts val="2100"/>
              </a:lnSpc>
            </a:pPr>
            <a:r>
              <a:rPr sz="1800" spc="10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endParaRPr sz="1800">
              <a:latin typeface="Verdana"/>
              <a:cs typeface="Verdana"/>
            </a:endParaRPr>
          </a:p>
          <a:p>
            <a:pPr marR="2272665" algn="r">
              <a:lnSpc>
                <a:spcPct val="100000"/>
              </a:lnSpc>
              <a:spcBef>
                <a:spcPts val="1345"/>
              </a:spcBef>
            </a:pPr>
            <a:r>
              <a:rPr sz="1800" spc="-17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5568696" y="5020055"/>
            <a:ext cx="3785870" cy="1752600"/>
            <a:chOff x="5568696" y="5020055"/>
            <a:chExt cx="3785870" cy="1752600"/>
          </a:xfrm>
        </p:grpSpPr>
        <p:sp>
          <p:nvSpPr>
            <p:cNvPr id="23" name="object 23"/>
            <p:cNvSpPr/>
            <p:nvPr/>
          </p:nvSpPr>
          <p:spPr>
            <a:xfrm>
              <a:off x="5568696" y="5020056"/>
              <a:ext cx="3785870" cy="1752600"/>
            </a:xfrm>
            <a:custGeom>
              <a:avLst/>
              <a:gdLst/>
              <a:ahLst/>
              <a:cxnLst/>
              <a:rect l="l" t="t" r="r" b="b"/>
              <a:pathLst>
                <a:path w="3785870" h="1752600">
                  <a:moveTo>
                    <a:pt x="384048" y="1539240"/>
                  </a:moveTo>
                  <a:lnTo>
                    <a:pt x="368808" y="1484376"/>
                  </a:lnTo>
                  <a:lnTo>
                    <a:pt x="339852" y="1437132"/>
                  </a:lnTo>
                  <a:lnTo>
                    <a:pt x="287807" y="1392936"/>
                  </a:lnTo>
                  <a:lnTo>
                    <a:pt x="283464" y="1389888"/>
                  </a:lnTo>
                  <a:lnTo>
                    <a:pt x="230124" y="1371600"/>
                  </a:lnTo>
                  <a:lnTo>
                    <a:pt x="192024" y="1367028"/>
                  </a:lnTo>
                  <a:lnTo>
                    <a:pt x="172212" y="1368552"/>
                  </a:lnTo>
                  <a:lnTo>
                    <a:pt x="134112" y="1376172"/>
                  </a:lnTo>
                  <a:lnTo>
                    <a:pt x="99060" y="1391412"/>
                  </a:lnTo>
                  <a:lnTo>
                    <a:pt x="54864" y="1424940"/>
                  </a:lnTo>
                  <a:lnTo>
                    <a:pt x="13716" y="1485900"/>
                  </a:lnTo>
                  <a:lnTo>
                    <a:pt x="3048" y="1522476"/>
                  </a:lnTo>
                  <a:lnTo>
                    <a:pt x="0" y="1540764"/>
                  </a:lnTo>
                  <a:lnTo>
                    <a:pt x="0" y="1580388"/>
                  </a:lnTo>
                  <a:lnTo>
                    <a:pt x="7620" y="1618488"/>
                  </a:lnTo>
                  <a:lnTo>
                    <a:pt x="32004" y="1668780"/>
                  </a:lnTo>
                  <a:lnTo>
                    <a:pt x="44196" y="1682496"/>
                  </a:lnTo>
                  <a:lnTo>
                    <a:pt x="56388" y="1697736"/>
                  </a:lnTo>
                  <a:lnTo>
                    <a:pt x="100584" y="1729740"/>
                  </a:lnTo>
                  <a:lnTo>
                    <a:pt x="135636" y="1744980"/>
                  </a:lnTo>
                  <a:lnTo>
                    <a:pt x="173736" y="1752600"/>
                  </a:lnTo>
                  <a:lnTo>
                    <a:pt x="211836" y="1752600"/>
                  </a:lnTo>
                  <a:lnTo>
                    <a:pt x="231648" y="1749552"/>
                  </a:lnTo>
                  <a:lnTo>
                    <a:pt x="268224" y="1737360"/>
                  </a:lnTo>
                  <a:lnTo>
                    <a:pt x="284988" y="1729740"/>
                  </a:lnTo>
                  <a:lnTo>
                    <a:pt x="287159" y="1728216"/>
                  </a:lnTo>
                  <a:lnTo>
                    <a:pt x="315468" y="1708404"/>
                  </a:lnTo>
                  <a:lnTo>
                    <a:pt x="352044" y="1667256"/>
                  </a:lnTo>
                  <a:lnTo>
                    <a:pt x="376428" y="1616964"/>
                  </a:lnTo>
                  <a:lnTo>
                    <a:pt x="384048" y="1578864"/>
                  </a:lnTo>
                  <a:lnTo>
                    <a:pt x="384048" y="1539240"/>
                  </a:lnTo>
                  <a:close/>
                </a:path>
                <a:path w="3785870" h="1752600">
                  <a:moveTo>
                    <a:pt x="3785603" y="192024"/>
                  </a:moveTo>
                  <a:lnTo>
                    <a:pt x="3781031" y="153924"/>
                  </a:lnTo>
                  <a:lnTo>
                    <a:pt x="3768839" y="117348"/>
                  </a:lnTo>
                  <a:lnTo>
                    <a:pt x="3739883" y="70104"/>
                  </a:lnTo>
                  <a:lnTo>
                    <a:pt x="3687851" y="25908"/>
                  </a:lnTo>
                  <a:lnTo>
                    <a:pt x="3648443" y="9144"/>
                  </a:lnTo>
                  <a:lnTo>
                    <a:pt x="3592055" y="0"/>
                  </a:lnTo>
                  <a:lnTo>
                    <a:pt x="3572243" y="1524"/>
                  </a:lnTo>
                  <a:lnTo>
                    <a:pt x="3534143" y="9144"/>
                  </a:lnTo>
                  <a:lnTo>
                    <a:pt x="3483851" y="33528"/>
                  </a:lnTo>
                  <a:lnTo>
                    <a:pt x="3442703" y="71628"/>
                  </a:lnTo>
                  <a:lnTo>
                    <a:pt x="3407651" y="135636"/>
                  </a:lnTo>
                  <a:lnTo>
                    <a:pt x="3400031" y="173736"/>
                  </a:lnTo>
                  <a:lnTo>
                    <a:pt x="3400031" y="213360"/>
                  </a:lnTo>
                  <a:lnTo>
                    <a:pt x="3409175" y="251460"/>
                  </a:lnTo>
                  <a:lnTo>
                    <a:pt x="3433559" y="301752"/>
                  </a:lnTo>
                  <a:lnTo>
                    <a:pt x="3470135" y="341376"/>
                  </a:lnTo>
                  <a:lnTo>
                    <a:pt x="3517379" y="370332"/>
                  </a:lnTo>
                  <a:lnTo>
                    <a:pt x="3553955" y="382524"/>
                  </a:lnTo>
                  <a:lnTo>
                    <a:pt x="3593579" y="385572"/>
                  </a:lnTo>
                  <a:lnTo>
                    <a:pt x="3611867" y="384048"/>
                  </a:lnTo>
                  <a:lnTo>
                    <a:pt x="3649967" y="376428"/>
                  </a:lnTo>
                  <a:lnTo>
                    <a:pt x="3689375" y="359664"/>
                  </a:lnTo>
                  <a:lnTo>
                    <a:pt x="3729215" y="329184"/>
                  </a:lnTo>
                  <a:lnTo>
                    <a:pt x="3761219" y="284988"/>
                  </a:lnTo>
                  <a:lnTo>
                    <a:pt x="3776459" y="249936"/>
                  </a:lnTo>
                  <a:lnTo>
                    <a:pt x="3784079" y="211836"/>
                  </a:lnTo>
                  <a:lnTo>
                    <a:pt x="3785603" y="192024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130796" y="5655576"/>
              <a:ext cx="386080" cy="386080"/>
            </a:xfrm>
            <a:custGeom>
              <a:avLst/>
              <a:gdLst/>
              <a:ahLst/>
              <a:cxnLst/>
              <a:rect l="l" t="t" r="r" b="b"/>
              <a:pathLst>
                <a:path w="386079" h="386079">
                  <a:moveTo>
                    <a:pt x="385572" y="192024"/>
                  </a:moveTo>
                  <a:lnTo>
                    <a:pt x="381000" y="153924"/>
                  </a:lnTo>
                  <a:lnTo>
                    <a:pt x="370332" y="117348"/>
                  </a:lnTo>
                  <a:lnTo>
                    <a:pt x="352044" y="83820"/>
                  </a:lnTo>
                  <a:lnTo>
                    <a:pt x="300228" y="32004"/>
                  </a:lnTo>
                  <a:lnTo>
                    <a:pt x="289052" y="25908"/>
                  </a:lnTo>
                  <a:lnTo>
                    <a:pt x="283464" y="22860"/>
                  </a:lnTo>
                  <a:lnTo>
                    <a:pt x="230124" y="4572"/>
                  </a:lnTo>
                  <a:lnTo>
                    <a:pt x="192024" y="0"/>
                  </a:lnTo>
                  <a:lnTo>
                    <a:pt x="172212" y="1524"/>
                  </a:lnTo>
                  <a:lnTo>
                    <a:pt x="134112" y="9144"/>
                  </a:lnTo>
                  <a:lnTo>
                    <a:pt x="83820" y="33528"/>
                  </a:lnTo>
                  <a:lnTo>
                    <a:pt x="42672" y="70104"/>
                  </a:lnTo>
                  <a:lnTo>
                    <a:pt x="7620" y="135636"/>
                  </a:lnTo>
                  <a:lnTo>
                    <a:pt x="0" y="173736"/>
                  </a:lnTo>
                  <a:lnTo>
                    <a:pt x="0" y="213360"/>
                  </a:lnTo>
                  <a:lnTo>
                    <a:pt x="9144" y="251460"/>
                  </a:lnTo>
                  <a:lnTo>
                    <a:pt x="33528" y="301752"/>
                  </a:lnTo>
                  <a:lnTo>
                    <a:pt x="70104" y="341376"/>
                  </a:lnTo>
                  <a:lnTo>
                    <a:pt x="117348" y="370332"/>
                  </a:lnTo>
                  <a:lnTo>
                    <a:pt x="153924" y="382524"/>
                  </a:lnTo>
                  <a:lnTo>
                    <a:pt x="193548" y="385572"/>
                  </a:lnTo>
                  <a:lnTo>
                    <a:pt x="211836" y="384048"/>
                  </a:lnTo>
                  <a:lnTo>
                    <a:pt x="249936" y="376428"/>
                  </a:lnTo>
                  <a:lnTo>
                    <a:pt x="289331" y="359664"/>
                  </a:lnTo>
                  <a:lnTo>
                    <a:pt x="315468" y="341376"/>
                  </a:lnTo>
                  <a:lnTo>
                    <a:pt x="352044" y="300228"/>
                  </a:lnTo>
                  <a:lnTo>
                    <a:pt x="370332" y="266700"/>
                  </a:lnTo>
                  <a:lnTo>
                    <a:pt x="384048" y="211836"/>
                  </a:lnTo>
                  <a:lnTo>
                    <a:pt x="385572" y="192024"/>
                  </a:lnTo>
                  <a:close/>
                </a:path>
              </a:pathLst>
            </a:custGeom>
            <a:solidFill>
              <a:srgbClr val="66FF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8863038" y="6514773"/>
            <a:ext cx="211454" cy="30607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spc="204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877530" y="6694594"/>
            <a:ext cx="156845" cy="30607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spc="-204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518618" y="6888581"/>
            <a:ext cx="193675" cy="212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105" dirty="0">
                <a:solidFill>
                  <a:srgbClr val="FFFFFF"/>
                </a:solidFill>
                <a:latin typeface="Verdana"/>
                <a:cs typeface="Verdana"/>
              </a:rPr>
              <a:t>4</a:t>
            </a:r>
            <a:r>
              <a:rPr sz="1200" spc="-100" dirty="0">
                <a:solidFill>
                  <a:srgbClr val="FFFFFF"/>
                </a:solidFill>
                <a:latin typeface="Verdana"/>
                <a:cs typeface="Verdana"/>
              </a:rPr>
              <a:t>1</a:t>
            </a:r>
            <a:endParaRPr sz="1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5296" y="553212"/>
            <a:ext cx="4992624" cy="27228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pc="-35" dirty="0">
                <a:solidFill>
                  <a:srgbClr val="66FF33"/>
                </a:solidFill>
              </a:rPr>
              <a:t>Exemple</a:t>
            </a:r>
            <a:r>
              <a:rPr spc="-40" dirty="0">
                <a:solidFill>
                  <a:srgbClr val="66FF33"/>
                </a:solidFill>
              </a:rPr>
              <a:t> </a:t>
            </a:r>
            <a:r>
              <a:rPr spc="-35" dirty="0">
                <a:solidFill>
                  <a:srgbClr val="66FF33"/>
                </a:solidFill>
              </a:rPr>
              <a:t>d’application</a:t>
            </a:r>
            <a:r>
              <a:rPr b="0" spc="-35" dirty="0">
                <a:latin typeface="Verdana"/>
                <a:cs typeface="Verdana"/>
              </a:rPr>
              <a:t>:</a:t>
            </a:r>
            <a:r>
              <a:rPr b="0" spc="-170" dirty="0">
                <a:latin typeface="Verdana"/>
                <a:cs typeface="Verdana"/>
              </a:rPr>
              <a:t> </a:t>
            </a:r>
            <a:r>
              <a:rPr spc="-50" dirty="0"/>
              <a:t>planification</a:t>
            </a:r>
            <a:r>
              <a:rPr spc="-15" dirty="0"/>
              <a:t> </a:t>
            </a:r>
            <a:r>
              <a:rPr spc="-5" dirty="0"/>
              <a:t>d’une</a:t>
            </a:r>
            <a:r>
              <a:rPr spc="-35" dirty="0"/>
              <a:t> </a:t>
            </a:r>
            <a:r>
              <a:rPr spc="-90" dirty="0"/>
              <a:t>session </a:t>
            </a:r>
            <a:r>
              <a:rPr spc="-685" dirty="0"/>
              <a:t> </a:t>
            </a:r>
            <a:r>
              <a:rPr spc="20" dirty="0"/>
              <a:t>d’examen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772668" y="3358896"/>
            <a:ext cx="9144000" cy="3850004"/>
            <a:chOff x="772668" y="3358896"/>
            <a:chExt cx="9144000" cy="3850004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96667" y="3364991"/>
              <a:ext cx="5580887" cy="41452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290559" y="3358908"/>
              <a:ext cx="5593715" cy="421005"/>
            </a:xfrm>
            <a:custGeom>
              <a:avLst/>
              <a:gdLst/>
              <a:ahLst/>
              <a:cxnLst/>
              <a:rect l="l" t="t" r="r" b="b"/>
              <a:pathLst>
                <a:path w="5593715" h="421004">
                  <a:moveTo>
                    <a:pt x="5593092" y="0"/>
                  </a:moveTo>
                  <a:lnTo>
                    <a:pt x="5580900" y="0"/>
                  </a:lnTo>
                  <a:lnTo>
                    <a:pt x="5580900" y="12192"/>
                  </a:lnTo>
                  <a:lnTo>
                    <a:pt x="5580900" y="358127"/>
                  </a:lnTo>
                  <a:lnTo>
                    <a:pt x="2802636" y="358127"/>
                  </a:lnTo>
                  <a:lnTo>
                    <a:pt x="2802636" y="12192"/>
                  </a:lnTo>
                  <a:lnTo>
                    <a:pt x="5580900" y="12192"/>
                  </a:lnTo>
                  <a:lnTo>
                    <a:pt x="5580900" y="0"/>
                  </a:lnTo>
                  <a:lnTo>
                    <a:pt x="2802636" y="0"/>
                  </a:lnTo>
                  <a:lnTo>
                    <a:pt x="2790456" y="0"/>
                  </a:lnTo>
                  <a:lnTo>
                    <a:pt x="2790456" y="12192"/>
                  </a:lnTo>
                  <a:lnTo>
                    <a:pt x="2790456" y="358127"/>
                  </a:lnTo>
                  <a:lnTo>
                    <a:pt x="13728" y="358127"/>
                  </a:lnTo>
                  <a:lnTo>
                    <a:pt x="13728" y="12192"/>
                  </a:lnTo>
                  <a:lnTo>
                    <a:pt x="2790456" y="12192"/>
                  </a:lnTo>
                  <a:lnTo>
                    <a:pt x="2790456" y="0"/>
                  </a:lnTo>
                  <a:lnTo>
                    <a:pt x="13728" y="0"/>
                  </a:lnTo>
                  <a:lnTo>
                    <a:pt x="12" y="0"/>
                  </a:lnTo>
                  <a:lnTo>
                    <a:pt x="0" y="12192"/>
                  </a:lnTo>
                  <a:lnTo>
                    <a:pt x="12" y="358127"/>
                  </a:lnTo>
                  <a:lnTo>
                    <a:pt x="0" y="396227"/>
                  </a:lnTo>
                  <a:lnTo>
                    <a:pt x="12" y="420611"/>
                  </a:lnTo>
                  <a:lnTo>
                    <a:pt x="13728" y="420611"/>
                  </a:lnTo>
                  <a:lnTo>
                    <a:pt x="13728" y="396227"/>
                  </a:lnTo>
                  <a:lnTo>
                    <a:pt x="2790456" y="396227"/>
                  </a:lnTo>
                  <a:lnTo>
                    <a:pt x="2790456" y="420611"/>
                  </a:lnTo>
                  <a:lnTo>
                    <a:pt x="2802636" y="420611"/>
                  </a:lnTo>
                  <a:lnTo>
                    <a:pt x="2802636" y="396227"/>
                  </a:lnTo>
                  <a:lnTo>
                    <a:pt x="5580900" y="396227"/>
                  </a:lnTo>
                  <a:lnTo>
                    <a:pt x="5580900" y="420611"/>
                  </a:lnTo>
                  <a:lnTo>
                    <a:pt x="5593092" y="420611"/>
                  </a:lnTo>
                  <a:lnTo>
                    <a:pt x="55930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3779519"/>
              <a:ext cx="9143999" cy="34290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1812" y="3781043"/>
              <a:ext cx="5925311" cy="102412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296667" y="3779519"/>
              <a:ext cx="5580887" cy="1810512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2290559" y="3779519"/>
              <a:ext cx="5593715" cy="1816735"/>
            </a:xfrm>
            <a:custGeom>
              <a:avLst/>
              <a:gdLst/>
              <a:ahLst/>
              <a:cxnLst/>
              <a:rect l="l" t="t" r="r" b="b"/>
              <a:pathLst>
                <a:path w="5593715" h="1816735">
                  <a:moveTo>
                    <a:pt x="5593092" y="0"/>
                  </a:moveTo>
                  <a:lnTo>
                    <a:pt x="5580900" y="0"/>
                  </a:lnTo>
                  <a:lnTo>
                    <a:pt x="5580900" y="320040"/>
                  </a:lnTo>
                  <a:lnTo>
                    <a:pt x="5580900" y="333756"/>
                  </a:lnTo>
                  <a:lnTo>
                    <a:pt x="5580900" y="1804416"/>
                  </a:lnTo>
                  <a:lnTo>
                    <a:pt x="2802636" y="1804416"/>
                  </a:lnTo>
                  <a:lnTo>
                    <a:pt x="2802636" y="1446288"/>
                  </a:lnTo>
                  <a:lnTo>
                    <a:pt x="5580900" y="1446288"/>
                  </a:lnTo>
                  <a:lnTo>
                    <a:pt x="5580900" y="1432572"/>
                  </a:lnTo>
                  <a:lnTo>
                    <a:pt x="2802636" y="1432572"/>
                  </a:lnTo>
                  <a:lnTo>
                    <a:pt x="2802636" y="1074432"/>
                  </a:lnTo>
                  <a:lnTo>
                    <a:pt x="5580900" y="1074432"/>
                  </a:lnTo>
                  <a:lnTo>
                    <a:pt x="5580900" y="1062240"/>
                  </a:lnTo>
                  <a:lnTo>
                    <a:pt x="2802636" y="1062240"/>
                  </a:lnTo>
                  <a:lnTo>
                    <a:pt x="2802636" y="704100"/>
                  </a:lnTo>
                  <a:lnTo>
                    <a:pt x="5580900" y="704100"/>
                  </a:lnTo>
                  <a:lnTo>
                    <a:pt x="5580900" y="691908"/>
                  </a:lnTo>
                  <a:lnTo>
                    <a:pt x="2802636" y="691908"/>
                  </a:lnTo>
                  <a:lnTo>
                    <a:pt x="2802636" y="333756"/>
                  </a:lnTo>
                  <a:lnTo>
                    <a:pt x="5580900" y="333756"/>
                  </a:lnTo>
                  <a:lnTo>
                    <a:pt x="5580900" y="320040"/>
                  </a:lnTo>
                  <a:lnTo>
                    <a:pt x="2802636" y="320040"/>
                  </a:lnTo>
                  <a:lnTo>
                    <a:pt x="2802636" y="0"/>
                  </a:lnTo>
                  <a:lnTo>
                    <a:pt x="2790456" y="0"/>
                  </a:lnTo>
                  <a:lnTo>
                    <a:pt x="2790456" y="1804416"/>
                  </a:lnTo>
                  <a:lnTo>
                    <a:pt x="13728" y="1804416"/>
                  </a:lnTo>
                  <a:lnTo>
                    <a:pt x="13728" y="1446288"/>
                  </a:lnTo>
                  <a:lnTo>
                    <a:pt x="2790456" y="1446288"/>
                  </a:lnTo>
                  <a:lnTo>
                    <a:pt x="2790456" y="1432572"/>
                  </a:lnTo>
                  <a:lnTo>
                    <a:pt x="13728" y="1432572"/>
                  </a:lnTo>
                  <a:lnTo>
                    <a:pt x="13728" y="1074432"/>
                  </a:lnTo>
                  <a:lnTo>
                    <a:pt x="2790456" y="1074432"/>
                  </a:lnTo>
                  <a:lnTo>
                    <a:pt x="2790456" y="1062240"/>
                  </a:lnTo>
                  <a:lnTo>
                    <a:pt x="13728" y="1062240"/>
                  </a:lnTo>
                  <a:lnTo>
                    <a:pt x="13728" y="704100"/>
                  </a:lnTo>
                  <a:lnTo>
                    <a:pt x="2790456" y="704100"/>
                  </a:lnTo>
                  <a:lnTo>
                    <a:pt x="2790456" y="691908"/>
                  </a:lnTo>
                  <a:lnTo>
                    <a:pt x="13728" y="691908"/>
                  </a:lnTo>
                  <a:lnTo>
                    <a:pt x="13728" y="333756"/>
                  </a:lnTo>
                  <a:lnTo>
                    <a:pt x="2790456" y="333756"/>
                  </a:lnTo>
                  <a:lnTo>
                    <a:pt x="2790456" y="320040"/>
                  </a:lnTo>
                  <a:lnTo>
                    <a:pt x="13728" y="320040"/>
                  </a:lnTo>
                  <a:lnTo>
                    <a:pt x="13728" y="0"/>
                  </a:lnTo>
                  <a:lnTo>
                    <a:pt x="12" y="0"/>
                  </a:lnTo>
                  <a:lnTo>
                    <a:pt x="12" y="1804416"/>
                  </a:lnTo>
                  <a:lnTo>
                    <a:pt x="0" y="1816620"/>
                  </a:lnTo>
                  <a:lnTo>
                    <a:pt x="13728" y="1816620"/>
                  </a:lnTo>
                  <a:lnTo>
                    <a:pt x="5593092" y="1816620"/>
                  </a:lnTo>
                  <a:lnTo>
                    <a:pt x="5593092" y="1446288"/>
                  </a:lnTo>
                  <a:lnTo>
                    <a:pt x="5593092" y="320040"/>
                  </a:lnTo>
                  <a:lnTo>
                    <a:pt x="55930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442768" y="2067605"/>
            <a:ext cx="8256270" cy="4471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997585" algn="just">
              <a:lnSpc>
                <a:spcPct val="100000"/>
              </a:lnSpc>
              <a:spcBef>
                <a:spcPts val="105"/>
              </a:spcBef>
            </a:pPr>
            <a:r>
              <a:rPr sz="2000" spc="-6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0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é</a:t>
            </a:r>
            <a:r>
              <a:rPr sz="2000" spc="-1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-5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17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-6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000" spc="-1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9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-175" dirty="0">
                <a:solidFill>
                  <a:srgbClr val="FFFFFF"/>
                </a:solidFill>
                <a:latin typeface="Verdana"/>
                <a:cs typeface="Verdana"/>
              </a:rPr>
              <a:t>,</a:t>
            </a:r>
            <a:r>
              <a:rPr sz="20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215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sz="2000" spc="-175" dirty="0">
                <a:solidFill>
                  <a:srgbClr val="FFFFFF"/>
                </a:solidFill>
                <a:latin typeface="Verdana"/>
                <a:cs typeface="Verdana"/>
              </a:rPr>
              <a:t>,</a:t>
            </a:r>
            <a:r>
              <a:rPr sz="20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240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000" spc="-175" dirty="0">
                <a:solidFill>
                  <a:srgbClr val="FFFFFF"/>
                </a:solidFill>
                <a:latin typeface="Verdana"/>
                <a:cs typeface="Verdana"/>
              </a:rPr>
              <a:t>,</a:t>
            </a:r>
            <a:r>
              <a:rPr sz="20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4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000" spc="-175" dirty="0">
                <a:solidFill>
                  <a:srgbClr val="FFFFFF"/>
                </a:solidFill>
                <a:latin typeface="Verdana"/>
                <a:cs typeface="Verdana"/>
              </a:rPr>
              <a:t>,</a:t>
            </a:r>
            <a:r>
              <a:rPr sz="20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1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80" dirty="0">
                <a:solidFill>
                  <a:srgbClr val="FFFFFF"/>
                </a:solidFill>
                <a:latin typeface="Verdana"/>
                <a:cs typeface="Verdana"/>
              </a:rPr>
              <a:t>F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000" spc="8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-65" dirty="0">
                <a:solidFill>
                  <a:srgbClr val="FFFFFF"/>
                </a:solidFill>
                <a:latin typeface="Verdana"/>
                <a:cs typeface="Verdana"/>
              </a:rPr>
              <a:t>v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000" spc="-1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14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2000" spc="15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-28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254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0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225" dirty="0">
                <a:solidFill>
                  <a:srgbClr val="FFFFFF"/>
                </a:solidFill>
                <a:latin typeface="Verdana"/>
                <a:cs typeface="Verdana"/>
              </a:rPr>
              <a:t>x</a:t>
            </a:r>
            <a:r>
              <a:rPr sz="2000" spc="15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-9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0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000" spc="-210" dirty="0">
                <a:solidFill>
                  <a:srgbClr val="FFFFFF"/>
                </a:solidFill>
                <a:latin typeface="Verdana"/>
                <a:cs typeface="Verdana"/>
              </a:rPr>
              <a:t>s  </a:t>
            </a:r>
            <a:r>
              <a:rPr sz="2000" spc="-5" dirty="0">
                <a:solidFill>
                  <a:srgbClr val="FFFFFF"/>
                </a:solidFill>
                <a:latin typeface="Verdana"/>
                <a:cs typeface="Verdana"/>
              </a:rPr>
              <a:t>dans </a:t>
            </a:r>
            <a:r>
              <a:rPr sz="2000" spc="-50" dirty="0">
                <a:solidFill>
                  <a:srgbClr val="FFFFFF"/>
                </a:solidFill>
                <a:latin typeface="Verdana"/>
                <a:cs typeface="Verdana"/>
              </a:rPr>
              <a:t>différentes </a:t>
            </a:r>
            <a:r>
              <a:rPr sz="2000" spc="-65" dirty="0">
                <a:solidFill>
                  <a:srgbClr val="FFFFFF"/>
                </a:solidFill>
                <a:latin typeface="Verdana"/>
                <a:cs typeface="Verdana"/>
              </a:rPr>
              <a:t>disciplines, </a:t>
            </a:r>
            <a:r>
              <a:rPr sz="2000" spc="85" dirty="0">
                <a:solidFill>
                  <a:srgbClr val="FFFFFF"/>
                </a:solidFill>
                <a:latin typeface="Verdana"/>
                <a:cs typeface="Verdana"/>
              </a:rPr>
              <a:t>chaque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examen </a:t>
            </a:r>
            <a:r>
              <a:rPr sz="2000" spc="85" dirty="0">
                <a:solidFill>
                  <a:srgbClr val="FFFFFF"/>
                </a:solidFill>
                <a:latin typeface="Verdana"/>
                <a:cs typeface="Verdana"/>
              </a:rPr>
              <a:t>occupant </a:t>
            </a:r>
            <a:r>
              <a:rPr sz="2000" spc="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0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7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000" spc="-17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-250" dirty="0">
                <a:solidFill>
                  <a:srgbClr val="FFFFFF"/>
                </a:solidFill>
                <a:latin typeface="Verdana"/>
                <a:cs typeface="Verdana"/>
              </a:rPr>
              <a:t>-</a:t>
            </a:r>
            <a:r>
              <a:rPr sz="2000" spc="-275" dirty="0">
                <a:solidFill>
                  <a:srgbClr val="FFFFFF"/>
                </a:solidFill>
                <a:latin typeface="Verdana"/>
                <a:cs typeface="Verdana"/>
              </a:rPr>
              <a:t>j</a:t>
            </a:r>
            <a:r>
              <a:rPr sz="2000" spc="8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000" spc="-5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000" spc="-26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é</a:t>
            </a:r>
            <a:r>
              <a:rPr sz="20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175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650">
              <a:latin typeface="Verdana"/>
              <a:cs typeface="Verdana"/>
            </a:endParaRPr>
          </a:p>
          <a:p>
            <a:pPr marL="1668780">
              <a:lnSpc>
                <a:spcPct val="100000"/>
              </a:lnSpc>
              <a:tabLst>
                <a:tab pos="4546600" algn="l"/>
              </a:tabLst>
            </a:pPr>
            <a:r>
              <a:rPr sz="1800" b="1" spc="-55" dirty="0">
                <a:solidFill>
                  <a:srgbClr val="FFFFFF"/>
                </a:solidFill>
                <a:latin typeface="Tahoma"/>
                <a:cs typeface="Tahoma"/>
              </a:rPr>
              <a:t>Disciplines	</a:t>
            </a:r>
            <a:r>
              <a:rPr sz="1800" b="1" spc="-95" dirty="0">
                <a:solidFill>
                  <a:srgbClr val="FFFFFF"/>
                </a:solidFill>
                <a:latin typeface="Tahoma"/>
                <a:cs typeface="Tahoma"/>
              </a:rPr>
              <a:t>Etudiants</a:t>
            </a:r>
            <a:endParaRPr sz="1800">
              <a:latin typeface="Tahoma"/>
              <a:cs typeface="Tahoma"/>
            </a:endParaRPr>
          </a:p>
          <a:p>
            <a:pPr marL="946785">
              <a:lnSpc>
                <a:spcPct val="100000"/>
              </a:lnSpc>
              <a:spcBef>
                <a:spcPts val="760"/>
              </a:spcBef>
              <a:tabLst>
                <a:tab pos="3736975" algn="l"/>
              </a:tabLst>
            </a:pPr>
            <a:r>
              <a:rPr sz="1800" spc="195" dirty="0">
                <a:latin typeface="Verdana"/>
                <a:cs typeface="Verdana"/>
              </a:rPr>
              <a:t>C</a:t>
            </a:r>
            <a:r>
              <a:rPr sz="1800" spc="-45" dirty="0">
                <a:latin typeface="Verdana"/>
                <a:cs typeface="Verdana"/>
              </a:rPr>
              <a:t>h</a:t>
            </a:r>
            <a:r>
              <a:rPr sz="1800" spc="-120" dirty="0">
                <a:latin typeface="Verdana"/>
                <a:cs typeface="Verdana"/>
              </a:rPr>
              <a:t>i</a:t>
            </a:r>
            <a:r>
              <a:rPr sz="1800" spc="-65" dirty="0">
                <a:latin typeface="Verdana"/>
                <a:cs typeface="Verdana"/>
              </a:rPr>
              <a:t>m</a:t>
            </a:r>
            <a:r>
              <a:rPr sz="1800" spc="-100" dirty="0">
                <a:latin typeface="Verdana"/>
                <a:cs typeface="Verdana"/>
              </a:rPr>
              <a:t>i</a:t>
            </a:r>
            <a:r>
              <a:rPr sz="1800" spc="95" dirty="0">
                <a:latin typeface="Verdana"/>
                <a:cs typeface="Verdana"/>
              </a:rPr>
              <a:t>e</a:t>
            </a:r>
            <a:r>
              <a:rPr sz="1800" dirty="0">
                <a:latin typeface="Verdana"/>
                <a:cs typeface="Verdana"/>
              </a:rPr>
              <a:t>	</a:t>
            </a:r>
            <a:r>
              <a:rPr sz="1800" spc="100" dirty="0">
                <a:latin typeface="Verdana"/>
                <a:cs typeface="Verdana"/>
              </a:rPr>
              <a:t>A</a:t>
            </a:r>
            <a:r>
              <a:rPr sz="1800" spc="-150" dirty="0">
                <a:latin typeface="Verdana"/>
                <a:cs typeface="Verdana"/>
              </a:rPr>
              <a:t> </a:t>
            </a:r>
            <a:r>
              <a:rPr sz="1800" spc="95" dirty="0">
                <a:latin typeface="Verdana"/>
                <a:cs typeface="Verdana"/>
              </a:rPr>
              <a:t>e</a:t>
            </a:r>
            <a:r>
              <a:rPr sz="1800" spc="-100" dirty="0">
                <a:latin typeface="Verdana"/>
                <a:cs typeface="Verdana"/>
              </a:rPr>
              <a:t>t</a:t>
            </a:r>
            <a:r>
              <a:rPr sz="1800" spc="-110" dirty="0">
                <a:latin typeface="Verdana"/>
                <a:cs typeface="Verdana"/>
              </a:rPr>
              <a:t> </a:t>
            </a:r>
            <a:r>
              <a:rPr sz="1800" spc="-204" dirty="0">
                <a:latin typeface="Verdana"/>
                <a:cs typeface="Verdana"/>
              </a:rPr>
              <a:t>B</a:t>
            </a:r>
            <a:endParaRPr sz="1800">
              <a:latin typeface="Verdana"/>
              <a:cs typeface="Verdana"/>
            </a:endParaRPr>
          </a:p>
          <a:p>
            <a:pPr marL="946785">
              <a:lnSpc>
                <a:spcPct val="100000"/>
              </a:lnSpc>
              <a:spcBef>
                <a:spcPts val="755"/>
              </a:spcBef>
              <a:tabLst>
                <a:tab pos="3737610" algn="l"/>
              </a:tabLst>
            </a:pPr>
            <a:r>
              <a:rPr sz="1800" spc="-190" dirty="0">
                <a:latin typeface="Verdana"/>
                <a:cs typeface="Verdana"/>
              </a:rPr>
              <a:t>E</a:t>
            </a:r>
            <a:r>
              <a:rPr sz="1800" spc="-120" dirty="0">
                <a:latin typeface="Verdana"/>
                <a:cs typeface="Verdana"/>
              </a:rPr>
              <a:t>l</a:t>
            </a:r>
            <a:r>
              <a:rPr sz="1800" spc="95" dirty="0">
                <a:latin typeface="Verdana"/>
                <a:cs typeface="Verdana"/>
              </a:rPr>
              <a:t>e</a:t>
            </a:r>
            <a:r>
              <a:rPr sz="1800" spc="210" dirty="0">
                <a:latin typeface="Verdana"/>
                <a:cs typeface="Verdana"/>
              </a:rPr>
              <a:t>c</a:t>
            </a:r>
            <a:r>
              <a:rPr sz="1800" spc="-100" dirty="0">
                <a:latin typeface="Verdana"/>
                <a:cs typeface="Verdana"/>
              </a:rPr>
              <a:t>t</a:t>
            </a:r>
            <a:r>
              <a:rPr sz="1800" spc="-235" dirty="0">
                <a:latin typeface="Verdana"/>
                <a:cs typeface="Verdana"/>
              </a:rPr>
              <a:t>r</a:t>
            </a:r>
            <a:r>
              <a:rPr sz="1800" spc="75" dirty="0">
                <a:latin typeface="Verdana"/>
                <a:cs typeface="Verdana"/>
              </a:rPr>
              <a:t>o</a:t>
            </a:r>
            <a:r>
              <a:rPr sz="1800" spc="-45" dirty="0">
                <a:latin typeface="Verdana"/>
                <a:cs typeface="Verdana"/>
              </a:rPr>
              <a:t>n</a:t>
            </a:r>
            <a:r>
              <a:rPr sz="1800" spc="-120" dirty="0">
                <a:latin typeface="Verdana"/>
                <a:cs typeface="Verdana"/>
              </a:rPr>
              <a:t>i</a:t>
            </a:r>
            <a:r>
              <a:rPr sz="1800" spc="100" dirty="0">
                <a:latin typeface="Verdana"/>
                <a:cs typeface="Verdana"/>
              </a:rPr>
              <a:t>q</a:t>
            </a:r>
            <a:r>
              <a:rPr sz="1800" spc="-45" dirty="0">
                <a:latin typeface="Verdana"/>
                <a:cs typeface="Verdana"/>
              </a:rPr>
              <a:t>u</a:t>
            </a:r>
            <a:r>
              <a:rPr sz="1800" spc="95" dirty="0">
                <a:latin typeface="Verdana"/>
                <a:cs typeface="Verdana"/>
              </a:rPr>
              <a:t>e</a:t>
            </a:r>
            <a:r>
              <a:rPr sz="1800" dirty="0">
                <a:latin typeface="Verdana"/>
                <a:cs typeface="Verdana"/>
              </a:rPr>
              <a:t>	</a:t>
            </a:r>
            <a:r>
              <a:rPr sz="1800" spc="204" dirty="0">
                <a:latin typeface="Verdana"/>
                <a:cs typeface="Verdana"/>
              </a:rPr>
              <a:t>C</a:t>
            </a:r>
            <a:r>
              <a:rPr sz="1800" spc="-155" dirty="0">
                <a:latin typeface="Verdana"/>
                <a:cs typeface="Verdana"/>
              </a:rPr>
              <a:t> </a:t>
            </a:r>
            <a:r>
              <a:rPr sz="1800" spc="95" dirty="0">
                <a:latin typeface="Verdana"/>
                <a:cs typeface="Verdana"/>
              </a:rPr>
              <a:t>e</a:t>
            </a:r>
            <a:r>
              <a:rPr sz="1800" spc="-100" dirty="0">
                <a:latin typeface="Verdana"/>
                <a:cs typeface="Verdana"/>
              </a:rPr>
              <a:t>t</a:t>
            </a:r>
            <a:r>
              <a:rPr sz="1800" spc="-130" dirty="0">
                <a:latin typeface="Verdana"/>
                <a:cs typeface="Verdana"/>
              </a:rPr>
              <a:t> </a:t>
            </a:r>
            <a:r>
              <a:rPr sz="1800" spc="-50" dirty="0">
                <a:latin typeface="Verdana"/>
                <a:cs typeface="Verdana"/>
              </a:rPr>
              <a:t>D</a:t>
            </a:r>
            <a:endParaRPr sz="1800">
              <a:latin typeface="Verdana"/>
              <a:cs typeface="Verdana"/>
            </a:endParaRPr>
          </a:p>
          <a:p>
            <a:pPr marL="946785">
              <a:lnSpc>
                <a:spcPct val="100000"/>
              </a:lnSpc>
              <a:spcBef>
                <a:spcPts val="765"/>
              </a:spcBef>
              <a:tabLst>
                <a:tab pos="3737610" algn="l"/>
              </a:tabLst>
            </a:pPr>
            <a:r>
              <a:rPr sz="1800" spc="-330" dirty="0">
                <a:latin typeface="Verdana"/>
                <a:cs typeface="Verdana"/>
              </a:rPr>
              <a:t>I</a:t>
            </a:r>
            <a:r>
              <a:rPr sz="1800" spc="-45" dirty="0">
                <a:latin typeface="Verdana"/>
                <a:cs typeface="Verdana"/>
              </a:rPr>
              <a:t>n</a:t>
            </a:r>
            <a:r>
              <a:rPr sz="1800" spc="-80" dirty="0">
                <a:latin typeface="Verdana"/>
                <a:cs typeface="Verdana"/>
              </a:rPr>
              <a:t>f</a:t>
            </a:r>
            <a:r>
              <a:rPr sz="1800" spc="75" dirty="0">
                <a:latin typeface="Verdana"/>
                <a:cs typeface="Verdana"/>
              </a:rPr>
              <a:t>o</a:t>
            </a:r>
            <a:r>
              <a:rPr sz="1800" spc="-235" dirty="0">
                <a:latin typeface="Verdana"/>
                <a:cs typeface="Verdana"/>
              </a:rPr>
              <a:t>r</a:t>
            </a:r>
            <a:r>
              <a:rPr sz="1800" spc="-65" dirty="0">
                <a:latin typeface="Verdana"/>
                <a:cs typeface="Verdana"/>
              </a:rPr>
              <a:t>m</a:t>
            </a:r>
            <a:r>
              <a:rPr sz="1800" spc="135" dirty="0">
                <a:latin typeface="Verdana"/>
                <a:cs typeface="Verdana"/>
              </a:rPr>
              <a:t>a</a:t>
            </a:r>
            <a:r>
              <a:rPr sz="1800" spc="-100" dirty="0">
                <a:latin typeface="Verdana"/>
                <a:cs typeface="Verdana"/>
              </a:rPr>
              <a:t>t</a:t>
            </a:r>
            <a:r>
              <a:rPr sz="1800" spc="-120" dirty="0">
                <a:latin typeface="Verdana"/>
                <a:cs typeface="Verdana"/>
              </a:rPr>
              <a:t>i</a:t>
            </a:r>
            <a:r>
              <a:rPr sz="1800" spc="100" dirty="0">
                <a:latin typeface="Verdana"/>
                <a:cs typeface="Verdana"/>
              </a:rPr>
              <a:t>q</a:t>
            </a:r>
            <a:r>
              <a:rPr sz="1800" spc="-45" dirty="0">
                <a:latin typeface="Verdana"/>
                <a:cs typeface="Verdana"/>
              </a:rPr>
              <a:t>u</a:t>
            </a:r>
            <a:r>
              <a:rPr sz="1800" spc="95" dirty="0">
                <a:latin typeface="Verdana"/>
                <a:cs typeface="Verdana"/>
              </a:rPr>
              <a:t>e</a:t>
            </a:r>
            <a:r>
              <a:rPr sz="1800" dirty="0">
                <a:latin typeface="Verdana"/>
                <a:cs typeface="Verdana"/>
              </a:rPr>
              <a:t>	</a:t>
            </a:r>
            <a:r>
              <a:rPr sz="1800" spc="195" dirty="0">
                <a:latin typeface="Verdana"/>
                <a:cs typeface="Verdana"/>
              </a:rPr>
              <a:t>C</a:t>
            </a:r>
            <a:r>
              <a:rPr sz="1800" spc="-160" dirty="0">
                <a:latin typeface="Verdana"/>
                <a:cs typeface="Verdana"/>
              </a:rPr>
              <a:t>,</a:t>
            </a:r>
            <a:r>
              <a:rPr sz="1800" spc="-145" dirty="0">
                <a:latin typeface="Verdana"/>
                <a:cs typeface="Verdana"/>
              </a:rPr>
              <a:t> </a:t>
            </a:r>
            <a:r>
              <a:rPr sz="1800" spc="-190" dirty="0">
                <a:latin typeface="Verdana"/>
                <a:cs typeface="Verdana"/>
              </a:rPr>
              <a:t>E</a:t>
            </a:r>
            <a:r>
              <a:rPr sz="1800" spc="-160" dirty="0">
                <a:latin typeface="Verdana"/>
                <a:cs typeface="Verdana"/>
              </a:rPr>
              <a:t>,</a:t>
            </a:r>
            <a:r>
              <a:rPr sz="1800" spc="-125" dirty="0">
                <a:latin typeface="Verdana"/>
                <a:cs typeface="Verdana"/>
              </a:rPr>
              <a:t> </a:t>
            </a:r>
            <a:r>
              <a:rPr sz="1800" spc="-165" dirty="0">
                <a:latin typeface="Verdana"/>
                <a:cs typeface="Verdana"/>
              </a:rPr>
              <a:t>F</a:t>
            </a:r>
            <a:r>
              <a:rPr sz="1800" spc="-140" dirty="0">
                <a:latin typeface="Verdana"/>
                <a:cs typeface="Verdana"/>
              </a:rPr>
              <a:t> </a:t>
            </a:r>
            <a:r>
              <a:rPr sz="1800" spc="95" dirty="0">
                <a:latin typeface="Verdana"/>
                <a:cs typeface="Verdana"/>
              </a:rPr>
              <a:t>e</a:t>
            </a:r>
            <a:r>
              <a:rPr sz="1800" spc="-100" dirty="0">
                <a:latin typeface="Verdana"/>
                <a:cs typeface="Verdana"/>
              </a:rPr>
              <a:t>t</a:t>
            </a:r>
            <a:r>
              <a:rPr sz="1800" spc="-130" dirty="0">
                <a:latin typeface="Verdana"/>
                <a:cs typeface="Verdana"/>
              </a:rPr>
              <a:t> </a:t>
            </a:r>
            <a:r>
              <a:rPr sz="1800" spc="170" dirty="0">
                <a:latin typeface="Verdana"/>
                <a:cs typeface="Verdana"/>
              </a:rPr>
              <a:t>G</a:t>
            </a:r>
            <a:endParaRPr sz="1800">
              <a:latin typeface="Verdana"/>
              <a:cs typeface="Verdana"/>
            </a:endParaRPr>
          </a:p>
          <a:p>
            <a:pPr marL="946785">
              <a:lnSpc>
                <a:spcPct val="100000"/>
              </a:lnSpc>
              <a:spcBef>
                <a:spcPts val="760"/>
              </a:spcBef>
              <a:tabLst>
                <a:tab pos="3737610" algn="l"/>
              </a:tabLst>
            </a:pPr>
            <a:r>
              <a:rPr sz="1800" spc="150" dirty="0">
                <a:latin typeface="Verdana"/>
                <a:cs typeface="Verdana"/>
              </a:rPr>
              <a:t>M</a:t>
            </a:r>
            <a:r>
              <a:rPr sz="1800" spc="135" dirty="0">
                <a:latin typeface="Verdana"/>
                <a:cs typeface="Verdana"/>
              </a:rPr>
              <a:t>a</a:t>
            </a:r>
            <a:r>
              <a:rPr sz="1800" spc="-120" dirty="0">
                <a:latin typeface="Verdana"/>
                <a:cs typeface="Verdana"/>
              </a:rPr>
              <a:t>t</a:t>
            </a:r>
            <a:r>
              <a:rPr sz="1800" spc="-45" dirty="0">
                <a:latin typeface="Verdana"/>
                <a:cs typeface="Verdana"/>
              </a:rPr>
              <a:t>h</a:t>
            </a:r>
            <a:r>
              <a:rPr sz="1800" spc="75" dirty="0">
                <a:latin typeface="Verdana"/>
                <a:cs typeface="Verdana"/>
              </a:rPr>
              <a:t>é</a:t>
            </a:r>
            <a:r>
              <a:rPr sz="1800" spc="-65" dirty="0">
                <a:latin typeface="Verdana"/>
                <a:cs typeface="Verdana"/>
              </a:rPr>
              <a:t>m</a:t>
            </a:r>
            <a:r>
              <a:rPr sz="1800" spc="135" dirty="0">
                <a:latin typeface="Verdana"/>
                <a:cs typeface="Verdana"/>
              </a:rPr>
              <a:t>a</a:t>
            </a:r>
            <a:r>
              <a:rPr sz="1800" spc="-100" dirty="0">
                <a:latin typeface="Verdana"/>
                <a:cs typeface="Verdana"/>
              </a:rPr>
              <a:t>t</a:t>
            </a:r>
            <a:r>
              <a:rPr sz="1800" spc="-120" dirty="0">
                <a:latin typeface="Verdana"/>
                <a:cs typeface="Verdana"/>
              </a:rPr>
              <a:t>i</a:t>
            </a:r>
            <a:r>
              <a:rPr sz="1800" spc="100" dirty="0">
                <a:latin typeface="Verdana"/>
                <a:cs typeface="Verdana"/>
              </a:rPr>
              <a:t>q</a:t>
            </a:r>
            <a:r>
              <a:rPr sz="1800" spc="-45" dirty="0">
                <a:latin typeface="Verdana"/>
                <a:cs typeface="Verdana"/>
              </a:rPr>
              <a:t>u</a:t>
            </a:r>
            <a:r>
              <a:rPr sz="1800" spc="75" dirty="0">
                <a:latin typeface="Verdana"/>
                <a:cs typeface="Verdana"/>
              </a:rPr>
              <a:t>e</a:t>
            </a:r>
            <a:r>
              <a:rPr sz="1800" spc="-240" dirty="0">
                <a:latin typeface="Verdana"/>
                <a:cs typeface="Verdana"/>
              </a:rPr>
              <a:t>s</a:t>
            </a:r>
            <a:r>
              <a:rPr sz="1800" dirty="0">
                <a:latin typeface="Verdana"/>
                <a:cs typeface="Verdana"/>
              </a:rPr>
              <a:t>	</a:t>
            </a:r>
            <a:r>
              <a:rPr sz="1800" spc="114" dirty="0">
                <a:latin typeface="Verdana"/>
                <a:cs typeface="Verdana"/>
              </a:rPr>
              <a:t>A</a:t>
            </a:r>
            <a:r>
              <a:rPr sz="1800" spc="-160" dirty="0">
                <a:latin typeface="Verdana"/>
                <a:cs typeface="Verdana"/>
              </a:rPr>
              <a:t>, </a:t>
            </a:r>
            <a:r>
              <a:rPr sz="1800" spc="-190" dirty="0">
                <a:latin typeface="Verdana"/>
                <a:cs typeface="Verdana"/>
              </a:rPr>
              <a:t>E</a:t>
            </a:r>
            <a:r>
              <a:rPr sz="1800" spc="-160" dirty="0">
                <a:latin typeface="Verdana"/>
                <a:cs typeface="Verdana"/>
              </a:rPr>
              <a:t>,</a:t>
            </a:r>
            <a:r>
              <a:rPr sz="1800" spc="-125" dirty="0">
                <a:latin typeface="Verdana"/>
                <a:cs typeface="Verdana"/>
              </a:rPr>
              <a:t> </a:t>
            </a:r>
            <a:r>
              <a:rPr sz="1800" spc="-165" dirty="0">
                <a:latin typeface="Verdana"/>
                <a:cs typeface="Verdana"/>
              </a:rPr>
              <a:t>F</a:t>
            </a:r>
            <a:r>
              <a:rPr sz="1800" spc="-140" dirty="0">
                <a:latin typeface="Verdana"/>
                <a:cs typeface="Verdana"/>
              </a:rPr>
              <a:t> </a:t>
            </a:r>
            <a:r>
              <a:rPr sz="1800" spc="95" dirty="0">
                <a:latin typeface="Verdana"/>
                <a:cs typeface="Verdana"/>
              </a:rPr>
              <a:t>e</a:t>
            </a:r>
            <a:r>
              <a:rPr sz="1800" spc="-100" dirty="0">
                <a:latin typeface="Verdana"/>
                <a:cs typeface="Verdana"/>
              </a:rPr>
              <a:t>t</a:t>
            </a:r>
            <a:r>
              <a:rPr sz="1800" spc="-110" dirty="0">
                <a:latin typeface="Verdana"/>
                <a:cs typeface="Verdana"/>
              </a:rPr>
              <a:t> </a:t>
            </a:r>
            <a:r>
              <a:rPr sz="1800" spc="-125" dirty="0">
                <a:latin typeface="Verdana"/>
                <a:cs typeface="Verdana"/>
              </a:rPr>
              <a:t>H</a:t>
            </a:r>
            <a:endParaRPr sz="1800">
              <a:latin typeface="Verdana"/>
              <a:cs typeface="Verdana"/>
            </a:endParaRPr>
          </a:p>
          <a:p>
            <a:pPr marL="946785">
              <a:lnSpc>
                <a:spcPct val="100000"/>
              </a:lnSpc>
              <a:spcBef>
                <a:spcPts val="755"/>
              </a:spcBef>
              <a:tabLst>
                <a:tab pos="3737610" algn="l"/>
              </a:tabLst>
            </a:pPr>
            <a:r>
              <a:rPr sz="1800" spc="-30" dirty="0">
                <a:latin typeface="Verdana"/>
                <a:cs typeface="Verdana"/>
              </a:rPr>
              <a:t>P</a:t>
            </a:r>
            <a:r>
              <a:rPr sz="1800" spc="-45" dirty="0">
                <a:latin typeface="Verdana"/>
                <a:cs typeface="Verdana"/>
              </a:rPr>
              <a:t>h</a:t>
            </a:r>
            <a:r>
              <a:rPr sz="1800" spc="-120" dirty="0">
                <a:latin typeface="Verdana"/>
                <a:cs typeface="Verdana"/>
              </a:rPr>
              <a:t>y</a:t>
            </a:r>
            <a:r>
              <a:rPr sz="1800" spc="-240" dirty="0">
                <a:latin typeface="Verdana"/>
                <a:cs typeface="Verdana"/>
              </a:rPr>
              <a:t>s</a:t>
            </a:r>
            <a:r>
              <a:rPr sz="1800" spc="-120" dirty="0">
                <a:latin typeface="Verdana"/>
                <a:cs typeface="Verdana"/>
              </a:rPr>
              <a:t>i</a:t>
            </a:r>
            <a:r>
              <a:rPr sz="1800" spc="100" dirty="0">
                <a:latin typeface="Verdana"/>
                <a:cs typeface="Verdana"/>
              </a:rPr>
              <a:t>q</a:t>
            </a:r>
            <a:r>
              <a:rPr sz="1800" spc="-45" dirty="0">
                <a:latin typeface="Verdana"/>
                <a:cs typeface="Verdana"/>
              </a:rPr>
              <a:t>u</a:t>
            </a:r>
            <a:r>
              <a:rPr sz="1800" spc="95" dirty="0">
                <a:latin typeface="Verdana"/>
                <a:cs typeface="Verdana"/>
              </a:rPr>
              <a:t>e</a:t>
            </a:r>
            <a:r>
              <a:rPr sz="1800" dirty="0">
                <a:latin typeface="Verdana"/>
                <a:cs typeface="Verdana"/>
              </a:rPr>
              <a:t>	</a:t>
            </a:r>
            <a:r>
              <a:rPr sz="1800" spc="-215" dirty="0">
                <a:latin typeface="Verdana"/>
                <a:cs typeface="Verdana"/>
              </a:rPr>
              <a:t>B</a:t>
            </a:r>
            <a:r>
              <a:rPr sz="1800" spc="-160" dirty="0">
                <a:latin typeface="Verdana"/>
                <a:cs typeface="Verdana"/>
              </a:rPr>
              <a:t>,</a:t>
            </a:r>
            <a:r>
              <a:rPr sz="1800" spc="-145" dirty="0">
                <a:latin typeface="Verdana"/>
                <a:cs typeface="Verdana"/>
              </a:rPr>
              <a:t> </a:t>
            </a:r>
            <a:r>
              <a:rPr sz="1800" spc="-160" dirty="0">
                <a:latin typeface="Verdana"/>
                <a:cs typeface="Verdana"/>
              </a:rPr>
              <a:t>F,</a:t>
            </a:r>
            <a:r>
              <a:rPr sz="1800" spc="-145" dirty="0">
                <a:latin typeface="Verdana"/>
                <a:cs typeface="Verdana"/>
              </a:rPr>
              <a:t> </a:t>
            </a:r>
            <a:r>
              <a:rPr sz="1800" spc="170" dirty="0">
                <a:latin typeface="Verdana"/>
                <a:cs typeface="Verdana"/>
              </a:rPr>
              <a:t>G</a:t>
            </a:r>
            <a:r>
              <a:rPr sz="1800" spc="-114" dirty="0">
                <a:latin typeface="Verdana"/>
                <a:cs typeface="Verdana"/>
              </a:rPr>
              <a:t> </a:t>
            </a:r>
            <a:r>
              <a:rPr sz="1800" spc="75" dirty="0">
                <a:latin typeface="Verdana"/>
                <a:cs typeface="Verdana"/>
              </a:rPr>
              <a:t>e</a:t>
            </a:r>
            <a:r>
              <a:rPr sz="1800" spc="-100" dirty="0">
                <a:latin typeface="Verdana"/>
                <a:cs typeface="Verdana"/>
              </a:rPr>
              <a:t>t</a:t>
            </a:r>
            <a:r>
              <a:rPr sz="1800" spc="-110" dirty="0">
                <a:latin typeface="Verdana"/>
                <a:cs typeface="Verdana"/>
              </a:rPr>
              <a:t> </a:t>
            </a:r>
            <a:r>
              <a:rPr sz="1800" spc="-125" dirty="0">
                <a:latin typeface="Verdana"/>
                <a:cs typeface="Verdana"/>
              </a:rPr>
              <a:t>H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450">
              <a:latin typeface="Verdana"/>
              <a:cs typeface="Verdana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  <a:tabLst>
                <a:tab pos="561975" algn="l"/>
                <a:tab pos="1781175" algn="l"/>
                <a:tab pos="2127250" algn="l"/>
                <a:tab pos="3432810" algn="l"/>
                <a:tab pos="3827145" algn="l"/>
                <a:tab pos="4832985" algn="l"/>
                <a:tab pos="6387465" algn="l"/>
                <a:tab pos="6782434" algn="l"/>
                <a:tab pos="7431405" algn="l"/>
              </a:tabLst>
            </a:pPr>
            <a:r>
              <a:rPr sz="2000" spc="16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n	</a:t>
            </a:r>
            <a:r>
              <a:rPr sz="2000" spc="235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20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26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000" spc="235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000" spc="165" dirty="0">
                <a:solidFill>
                  <a:srgbClr val="FFFFFF"/>
                </a:solidFill>
                <a:latin typeface="Verdana"/>
                <a:cs typeface="Verdana"/>
              </a:rPr>
              <a:t>à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000" spc="8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000" spc="-26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000" spc="90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2000" spc="17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000" spc="-17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254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000" spc="16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ss</a:t>
            </a:r>
            <a:r>
              <a:rPr sz="2000" spc="-17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8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000" spc="180" dirty="0">
                <a:solidFill>
                  <a:srgbClr val="FFFFFF"/>
                </a:solidFill>
                <a:latin typeface="Verdana"/>
                <a:cs typeface="Verdana"/>
              </a:rPr>
              <a:t>’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225" dirty="0">
                <a:solidFill>
                  <a:srgbClr val="FFFFFF"/>
                </a:solidFill>
                <a:latin typeface="Verdana"/>
                <a:cs typeface="Verdana"/>
              </a:rPr>
              <a:t>x</a:t>
            </a:r>
            <a:r>
              <a:rPr sz="2000" spc="15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-9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0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000" spc="16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000" spc="135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2000" spc="-17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000" spc="-5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000" spc="254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000" spc="8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000" spc="-5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000" spc="-28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000" spc="-1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80" dirty="0">
                <a:solidFill>
                  <a:srgbClr val="FFFFFF"/>
                </a:solidFill>
                <a:latin typeface="Verdana"/>
                <a:cs typeface="Verdana"/>
              </a:rPr>
              <a:t>e  </a:t>
            </a:r>
            <a:r>
              <a:rPr sz="2000" spc="-65" dirty="0">
                <a:solidFill>
                  <a:srgbClr val="FFFFFF"/>
                </a:solidFill>
                <a:latin typeface="Verdana"/>
                <a:cs typeface="Verdana"/>
              </a:rPr>
              <a:t>possible.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100" dirty="0"/>
              <a:t>42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5296" y="553212"/>
            <a:ext cx="4992624" cy="272287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3794747" y="2319527"/>
            <a:ext cx="2377440" cy="1021080"/>
          </a:xfrm>
          <a:custGeom>
            <a:avLst/>
            <a:gdLst/>
            <a:ahLst/>
            <a:cxnLst/>
            <a:rect l="l" t="t" r="r" b="b"/>
            <a:pathLst>
              <a:path w="2377440" h="1021079">
                <a:moveTo>
                  <a:pt x="387096" y="826008"/>
                </a:moveTo>
                <a:lnTo>
                  <a:pt x="382524" y="787908"/>
                </a:lnTo>
                <a:lnTo>
                  <a:pt x="371856" y="751332"/>
                </a:lnTo>
                <a:lnTo>
                  <a:pt x="361188" y="731774"/>
                </a:lnTo>
                <a:lnTo>
                  <a:pt x="361188" y="810768"/>
                </a:lnTo>
                <a:lnTo>
                  <a:pt x="361188" y="845820"/>
                </a:lnTo>
                <a:lnTo>
                  <a:pt x="341376" y="908304"/>
                </a:lnTo>
                <a:lnTo>
                  <a:pt x="312420" y="946404"/>
                </a:lnTo>
                <a:lnTo>
                  <a:pt x="272796" y="975360"/>
                </a:lnTo>
                <a:lnTo>
                  <a:pt x="227076" y="992124"/>
                </a:lnTo>
                <a:lnTo>
                  <a:pt x="210312" y="995172"/>
                </a:lnTo>
                <a:lnTo>
                  <a:pt x="175260" y="995172"/>
                </a:lnTo>
                <a:lnTo>
                  <a:pt x="112776" y="975360"/>
                </a:lnTo>
                <a:lnTo>
                  <a:pt x="73152" y="946404"/>
                </a:lnTo>
                <a:lnTo>
                  <a:pt x="45720" y="906780"/>
                </a:lnTo>
                <a:lnTo>
                  <a:pt x="28956" y="861060"/>
                </a:lnTo>
                <a:lnTo>
                  <a:pt x="24384" y="826008"/>
                </a:lnTo>
                <a:lnTo>
                  <a:pt x="25908" y="809244"/>
                </a:lnTo>
                <a:lnTo>
                  <a:pt x="38100" y="762000"/>
                </a:lnTo>
                <a:lnTo>
                  <a:pt x="64008" y="719328"/>
                </a:lnTo>
                <a:lnTo>
                  <a:pt x="99060" y="687324"/>
                </a:lnTo>
                <a:lnTo>
                  <a:pt x="114300" y="679704"/>
                </a:lnTo>
                <a:lnTo>
                  <a:pt x="128016" y="672084"/>
                </a:lnTo>
                <a:lnTo>
                  <a:pt x="143256" y="665988"/>
                </a:lnTo>
                <a:lnTo>
                  <a:pt x="176784" y="659892"/>
                </a:lnTo>
                <a:lnTo>
                  <a:pt x="193548" y="658368"/>
                </a:lnTo>
                <a:lnTo>
                  <a:pt x="211836" y="659892"/>
                </a:lnTo>
                <a:lnTo>
                  <a:pt x="259080" y="672084"/>
                </a:lnTo>
                <a:lnTo>
                  <a:pt x="300228" y="697992"/>
                </a:lnTo>
                <a:lnTo>
                  <a:pt x="333756" y="733044"/>
                </a:lnTo>
                <a:lnTo>
                  <a:pt x="341376" y="748284"/>
                </a:lnTo>
                <a:lnTo>
                  <a:pt x="348996" y="762000"/>
                </a:lnTo>
                <a:lnTo>
                  <a:pt x="353568" y="777240"/>
                </a:lnTo>
                <a:lnTo>
                  <a:pt x="358140" y="794004"/>
                </a:lnTo>
                <a:lnTo>
                  <a:pt x="361188" y="810768"/>
                </a:lnTo>
                <a:lnTo>
                  <a:pt x="361188" y="731774"/>
                </a:lnTo>
                <a:lnTo>
                  <a:pt x="329184" y="690372"/>
                </a:lnTo>
                <a:lnTo>
                  <a:pt x="287782" y="658368"/>
                </a:lnTo>
                <a:lnTo>
                  <a:pt x="284988" y="656844"/>
                </a:lnTo>
                <a:lnTo>
                  <a:pt x="268224" y="649224"/>
                </a:lnTo>
                <a:lnTo>
                  <a:pt x="249936" y="641604"/>
                </a:lnTo>
                <a:lnTo>
                  <a:pt x="231648" y="637032"/>
                </a:lnTo>
                <a:lnTo>
                  <a:pt x="211836" y="633984"/>
                </a:lnTo>
                <a:lnTo>
                  <a:pt x="172212" y="633984"/>
                </a:lnTo>
                <a:lnTo>
                  <a:pt x="117348" y="649224"/>
                </a:lnTo>
                <a:lnTo>
                  <a:pt x="83820" y="667512"/>
                </a:lnTo>
                <a:lnTo>
                  <a:pt x="44196" y="704088"/>
                </a:lnTo>
                <a:lnTo>
                  <a:pt x="22860" y="736092"/>
                </a:lnTo>
                <a:lnTo>
                  <a:pt x="3048" y="789432"/>
                </a:lnTo>
                <a:lnTo>
                  <a:pt x="0" y="807720"/>
                </a:lnTo>
                <a:lnTo>
                  <a:pt x="0" y="847344"/>
                </a:lnTo>
                <a:lnTo>
                  <a:pt x="15240" y="903732"/>
                </a:lnTo>
                <a:lnTo>
                  <a:pt x="44196" y="950976"/>
                </a:lnTo>
                <a:lnTo>
                  <a:pt x="85344" y="987552"/>
                </a:lnTo>
                <a:lnTo>
                  <a:pt x="118872" y="1005840"/>
                </a:lnTo>
                <a:lnTo>
                  <a:pt x="155448" y="1016508"/>
                </a:lnTo>
                <a:lnTo>
                  <a:pt x="193548" y="1021080"/>
                </a:lnTo>
                <a:lnTo>
                  <a:pt x="213360" y="1019556"/>
                </a:lnTo>
                <a:lnTo>
                  <a:pt x="251460" y="1011936"/>
                </a:lnTo>
                <a:lnTo>
                  <a:pt x="286512" y="996696"/>
                </a:lnTo>
                <a:lnTo>
                  <a:pt x="289052" y="995172"/>
                </a:lnTo>
                <a:lnTo>
                  <a:pt x="301752" y="987552"/>
                </a:lnTo>
                <a:lnTo>
                  <a:pt x="342900" y="949452"/>
                </a:lnTo>
                <a:lnTo>
                  <a:pt x="371856" y="902208"/>
                </a:lnTo>
                <a:lnTo>
                  <a:pt x="382524" y="865632"/>
                </a:lnTo>
                <a:lnTo>
                  <a:pt x="385572" y="845820"/>
                </a:lnTo>
                <a:lnTo>
                  <a:pt x="387096" y="826008"/>
                </a:lnTo>
                <a:close/>
              </a:path>
              <a:path w="2377440" h="1021079">
                <a:moveTo>
                  <a:pt x="1472196" y="173736"/>
                </a:moveTo>
                <a:lnTo>
                  <a:pt x="1464576" y="135636"/>
                </a:lnTo>
                <a:lnTo>
                  <a:pt x="1449336" y="100584"/>
                </a:lnTo>
                <a:lnTo>
                  <a:pt x="1447812" y="98412"/>
                </a:lnTo>
                <a:lnTo>
                  <a:pt x="1447812" y="195072"/>
                </a:lnTo>
                <a:lnTo>
                  <a:pt x="1446288" y="211836"/>
                </a:lnTo>
                <a:lnTo>
                  <a:pt x="1434096" y="260604"/>
                </a:lnTo>
                <a:lnTo>
                  <a:pt x="1408188" y="301752"/>
                </a:lnTo>
                <a:lnTo>
                  <a:pt x="1373136" y="333756"/>
                </a:lnTo>
                <a:lnTo>
                  <a:pt x="1328940" y="355092"/>
                </a:lnTo>
                <a:lnTo>
                  <a:pt x="1278648" y="362712"/>
                </a:lnTo>
                <a:lnTo>
                  <a:pt x="1261884" y="361188"/>
                </a:lnTo>
                <a:lnTo>
                  <a:pt x="1213116" y="348996"/>
                </a:lnTo>
                <a:lnTo>
                  <a:pt x="1159776" y="312420"/>
                </a:lnTo>
                <a:lnTo>
                  <a:pt x="1130820" y="272796"/>
                </a:lnTo>
                <a:lnTo>
                  <a:pt x="1114056" y="227076"/>
                </a:lnTo>
                <a:lnTo>
                  <a:pt x="1111008" y="210312"/>
                </a:lnTo>
                <a:lnTo>
                  <a:pt x="1111008" y="193548"/>
                </a:lnTo>
                <a:lnTo>
                  <a:pt x="1118628" y="143256"/>
                </a:lnTo>
                <a:lnTo>
                  <a:pt x="1139964" y="99060"/>
                </a:lnTo>
                <a:lnTo>
                  <a:pt x="1171968" y="64008"/>
                </a:lnTo>
                <a:lnTo>
                  <a:pt x="1214640" y="38100"/>
                </a:lnTo>
                <a:lnTo>
                  <a:pt x="1261884" y="25908"/>
                </a:lnTo>
                <a:lnTo>
                  <a:pt x="1296936" y="25908"/>
                </a:lnTo>
                <a:lnTo>
                  <a:pt x="1345704" y="39624"/>
                </a:lnTo>
                <a:lnTo>
                  <a:pt x="1386852" y="64008"/>
                </a:lnTo>
                <a:lnTo>
                  <a:pt x="1428000" y="114300"/>
                </a:lnTo>
                <a:lnTo>
                  <a:pt x="1444764" y="160020"/>
                </a:lnTo>
                <a:lnTo>
                  <a:pt x="1447812" y="195072"/>
                </a:lnTo>
                <a:lnTo>
                  <a:pt x="1447812" y="98412"/>
                </a:lnTo>
                <a:lnTo>
                  <a:pt x="1428000" y="70104"/>
                </a:lnTo>
                <a:lnTo>
                  <a:pt x="1415808" y="56388"/>
                </a:lnTo>
                <a:lnTo>
                  <a:pt x="1402092" y="44196"/>
                </a:lnTo>
                <a:lnTo>
                  <a:pt x="1375956" y="25908"/>
                </a:lnTo>
                <a:lnTo>
                  <a:pt x="1371612" y="22860"/>
                </a:lnTo>
                <a:lnTo>
                  <a:pt x="1318272" y="4572"/>
                </a:lnTo>
                <a:lnTo>
                  <a:pt x="1278648" y="0"/>
                </a:lnTo>
                <a:lnTo>
                  <a:pt x="1258836" y="1524"/>
                </a:lnTo>
                <a:lnTo>
                  <a:pt x="1220736" y="9144"/>
                </a:lnTo>
                <a:lnTo>
                  <a:pt x="1185684" y="24384"/>
                </a:lnTo>
                <a:lnTo>
                  <a:pt x="1141488" y="57912"/>
                </a:lnTo>
                <a:lnTo>
                  <a:pt x="1107960" y="102108"/>
                </a:lnTo>
                <a:lnTo>
                  <a:pt x="1089672" y="155448"/>
                </a:lnTo>
                <a:lnTo>
                  <a:pt x="1085100" y="195072"/>
                </a:lnTo>
                <a:lnTo>
                  <a:pt x="1086624" y="214884"/>
                </a:lnTo>
                <a:lnTo>
                  <a:pt x="1100340" y="269748"/>
                </a:lnTo>
                <a:lnTo>
                  <a:pt x="1118628" y="303276"/>
                </a:lnTo>
                <a:lnTo>
                  <a:pt x="1156728" y="342900"/>
                </a:lnTo>
                <a:lnTo>
                  <a:pt x="1203972" y="371856"/>
                </a:lnTo>
                <a:lnTo>
                  <a:pt x="1240548" y="384048"/>
                </a:lnTo>
                <a:lnTo>
                  <a:pt x="1260360" y="387096"/>
                </a:lnTo>
                <a:lnTo>
                  <a:pt x="1299984" y="387096"/>
                </a:lnTo>
                <a:lnTo>
                  <a:pt x="1338084" y="377952"/>
                </a:lnTo>
                <a:lnTo>
                  <a:pt x="1374000" y="362712"/>
                </a:lnTo>
                <a:lnTo>
                  <a:pt x="1388376" y="353568"/>
                </a:lnTo>
                <a:lnTo>
                  <a:pt x="1429524" y="316992"/>
                </a:lnTo>
                <a:lnTo>
                  <a:pt x="1458480" y="268224"/>
                </a:lnTo>
                <a:lnTo>
                  <a:pt x="1469148" y="231648"/>
                </a:lnTo>
                <a:lnTo>
                  <a:pt x="1472196" y="213360"/>
                </a:lnTo>
                <a:lnTo>
                  <a:pt x="1472196" y="173736"/>
                </a:lnTo>
                <a:close/>
              </a:path>
              <a:path w="2377440" h="1021079">
                <a:moveTo>
                  <a:pt x="2377440" y="806196"/>
                </a:moveTo>
                <a:lnTo>
                  <a:pt x="2374392" y="787908"/>
                </a:lnTo>
                <a:lnTo>
                  <a:pt x="2362200" y="751332"/>
                </a:lnTo>
                <a:lnTo>
                  <a:pt x="2354580" y="734568"/>
                </a:lnTo>
                <a:lnTo>
                  <a:pt x="2353056" y="732180"/>
                </a:lnTo>
                <a:lnTo>
                  <a:pt x="2353056" y="827532"/>
                </a:lnTo>
                <a:lnTo>
                  <a:pt x="2351532" y="845820"/>
                </a:lnTo>
                <a:lnTo>
                  <a:pt x="2339340" y="893064"/>
                </a:lnTo>
                <a:lnTo>
                  <a:pt x="2313432" y="934212"/>
                </a:lnTo>
                <a:lnTo>
                  <a:pt x="2278380" y="967740"/>
                </a:lnTo>
                <a:lnTo>
                  <a:pt x="2263140" y="975360"/>
                </a:lnTo>
                <a:lnTo>
                  <a:pt x="2249424" y="982980"/>
                </a:lnTo>
                <a:lnTo>
                  <a:pt x="2234184" y="987552"/>
                </a:lnTo>
                <a:lnTo>
                  <a:pt x="2217420" y="992124"/>
                </a:lnTo>
                <a:lnTo>
                  <a:pt x="2200656" y="995172"/>
                </a:lnTo>
                <a:lnTo>
                  <a:pt x="2165604" y="995172"/>
                </a:lnTo>
                <a:lnTo>
                  <a:pt x="2103120" y="975360"/>
                </a:lnTo>
                <a:lnTo>
                  <a:pt x="2065020" y="946404"/>
                </a:lnTo>
                <a:lnTo>
                  <a:pt x="2036064" y="906780"/>
                </a:lnTo>
                <a:lnTo>
                  <a:pt x="2019300" y="861060"/>
                </a:lnTo>
                <a:lnTo>
                  <a:pt x="2016252" y="844296"/>
                </a:lnTo>
                <a:lnTo>
                  <a:pt x="2016252" y="809244"/>
                </a:lnTo>
                <a:lnTo>
                  <a:pt x="2028444" y="762000"/>
                </a:lnTo>
                <a:lnTo>
                  <a:pt x="2054352" y="719328"/>
                </a:lnTo>
                <a:lnTo>
                  <a:pt x="2090928" y="687324"/>
                </a:lnTo>
                <a:lnTo>
                  <a:pt x="2135124" y="665988"/>
                </a:lnTo>
                <a:lnTo>
                  <a:pt x="2185416" y="658368"/>
                </a:lnTo>
                <a:lnTo>
                  <a:pt x="2202180" y="659892"/>
                </a:lnTo>
                <a:lnTo>
                  <a:pt x="2249424" y="672084"/>
                </a:lnTo>
                <a:lnTo>
                  <a:pt x="2292096" y="697992"/>
                </a:lnTo>
                <a:lnTo>
                  <a:pt x="2324100" y="733044"/>
                </a:lnTo>
                <a:lnTo>
                  <a:pt x="2331720" y="748284"/>
                </a:lnTo>
                <a:lnTo>
                  <a:pt x="2339340" y="762000"/>
                </a:lnTo>
                <a:lnTo>
                  <a:pt x="2345436" y="777240"/>
                </a:lnTo>
                <a:lnTo>
                  <a:pt x="2351532" y="810768"/>
                </a:lnTo>
                <a:lnTo>
                  <a:pt x="2353056" y="827532"/>
                </a:lnTo>
                <a:lnTo>
                  <a:pt x="2353056" y="732180"/>
                </a:lnTo>
                <a:lnTo>
                  <a:pt x="2321052" y="690372"/>
                </a:lnTo>
                <a:lnTo>
                  <a:pt x="2278126" y="658368"/>
                </a:lnTo>
                <a:lnTo>
                  <a:pt x="2275332" y="656844"/>
                </a:lnTo>
                <a:lnTo>
                  <a:pt x="2258568" y="649224"/>
                </a:lnTo>
                <a:lnTo>
                  <a:pt x="2240280" y="641604"/>
                </a:lnTo>
                <a:lnTo>
                  <a:pt x="2221992" y="637032"/>
                </a:lnTo>
                <a:lnTo>
                  <a:pt x="2203704" y="633984"/>
                </a:lnTo>
                <a:lnTo>
                  <a:pt x="2164080" y="633984"/>
                </a:lnTo>
                <a:lnTo>
                  <a:pt x="2107692" y="649224"/>
                </a:lnTo>
                <a:lnTo>
                  <a:pt x="2060448" y="678180"/>
                </a:lnTo>
                <a:lnTo>
                  <a:pt x="2023872" y="719328"/>
                </a:lnTo>
                <a:lnTo>
                  <a:pt x="2005584" y="752856"/>
                </a:lnTo>
                <a:lnTo>
                  <a:pt x="1994916" y="789432"/>
                </a:lnTo>
                <a:lnTo>
                  <a:pt x="1990344" y="827532"/>
                </a:lnTo>
                <a:lnTo>
                  <a:pt x="1991868" y="847344"/>
                </a:lnTo>
                <a:lnTo>
                  <a:pt x="1999488" y="885444"/>
                </a:lnTo>
                <a:lnTo>
                  <a:pt x="2014728" y="920496"/>
                </a:lnTo>
                <a:lnTo>
                  <a:pt x="2048256" y="964692"/>
                </a:lnTo>
                <a:lnTo>
                  <a:pt x="2092452" y="998220"/>
                </a:lnTo>
                <a:lnTo>
                  <a:pt x="2145792" y="1016508"/>
                </a:lnTo>
                <a:lnTo>
                  <a:pt x="2185416" y="1021080"/>
                </a:lnTo>
                <a:lnTo>
                  <a:pt x="2203704" y="1019556"/>
                </a:lnTo>
                <a:lnTo>
                  <a:pt x="2223516" y="1016508"/>
                </a:lnTo>
                <a:lnTo>
                  <a:pt x="2241804" y="1011936"/>
                </a:lnTo>
                <a:lnTo>
                  <a:pt x="2260092" y="1005840"/>
                </a:lnTo>
                <a:lnTo>
                  <a:pt x="2279650" y="995172"/>
                </a:lnTo>
                <a:lnTo>
                  <a:pt x="2293620" y="987552"/>
                </a:lnTo>
                <a:lnTo>
                  <a:pt x="2345436" y="935736"/>
                </a:lnTo>
                <a:lnTo>
                  <a:pt x="2369820" y="883920"/>
                </a:lnTo>
                <a:lnTo>
                  <a:pt x="2377440" y="845820"/>
                </a:lnTo>
                <a:lnTo>
                  <a:pt x="2377440" y="80619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262902" y="1183651"/>
            <a:ext cx="8077200" cy="1386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Construisons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Verdana"/>
                <a:cs typeface="Verdana"/>
              </a:rPr>
              <a:t>le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20" dirty="0">
                <a:solidFill>
                  <a:srgbClr val="FFFFFF"/>
                </a:solidFill>
                <a:latin typeface="Verdana"/>
                <a:cs typeface="Verdana"/>
              </a:rPr>
              <a:t>graphe</a:t>
            </a:r>
            <a:r>
              <a:rPr sz="18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70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1800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0" dirty="0">
                <a:solidFill>
                  <a:srgbClr val="FFFFFF"/>
                </a:solidFill>
                <a:latin typeface="Verdana"/>
                <a:cs typeface="Verdana"/>
              </a:rPr>
              <a:t>dont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95" dirty="0">
                <a:solidFill>
                  <a:srgbClr val="FFFFFF"/>
                </a:solidFill>
                <a:latin typeface="Verdana"/>
                <a:cs typeface="Verdana"/>
              </a:rPr>
              <a:t>les</a:t>
            </a:r>
            <a:r>
              <a:rPr sz="18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sommets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75" dirty="0">
                <a:solidFill>
                  <a:srgbClr val="FFFFFF"/>
                </a:solidFill>
                <a:latin typeface="Verdana"/>
                <a:cs typeface="Verdana"/>
              </a:rPr>
              <a:t>sont</a:t>
            </a:r>
            <a:r>
              <a:rPr sz="18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95" dirty="0">
                <a:solidFill>
                  <a:srgbClr val="FFFFFF"/>
                </a:solidFill>
                <a:latin typeface="Verdana"/>
                <a:cs typeface="Verdana"/>
              </a:rPr>
              <a:t>les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5" dirty="0">
                <a:solidFill>
                  <a:srgbClr val="FFFFFF"/>
                </a:solidFill>
                <a:latin typeface="Verdana"/>
                <a:cs typeface="Verdana"/>
              </a:rPr>
              <a:t>disciplines.</a:t>
            </a:r>
            <a:r>
              <a:rPr sz="18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35" dirty="0">
                <a:solidFill>
                  <a:srgbClr val="FFFFFF"/>
                </a:solidFill>
                <a:latin typeface="Verdana"/>
                <a:cs typeface="Verdana"/>
              </a:rPr>
              <a:t>Une</a:t>
            </a:r>
            <a:r>
              <a:rPr sz="18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arête </a:t>
            </a:r>
            <a:r>
              <a:rPr sz="1800" spc="-6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60" dirty="0">
                <a:solidFill>
                  <a:srgbClr val="FFFFFF"/>
                </a:solidFill>
                <a:latin typeface="Verdana"/>
                <a:cs typeface="Verdana"/>
              </a:rPr>
              <a:t>relie </a:t>
            </a: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deux </a:t>
            </a:r>
            <a:r>
              <a:rPr sz="1800" spc="105" dirty="0">
                <a:solidFill>
                  <a:srgbClr val="FFFFFF"/>
                </a:solidFill>
                <a:latin typeface="Verdana"/>
                <a:cs typeface="Verdana"/>
              </a:rPr>
              <a:t>de 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ses </a:t>
            </a:r>
            <a:r>
              <a:rPr sz="1800" spc="-75" dirty="0">
                <a:solidFill>
                  <a:srgbClr val="FFFFFF"/>
                </a:solidFill>
                <a:latin typeface="Verdana"/>
                <a:cs typeface="Verdana"/>
              </a:rPr>
              <a:t>sommets </a:t>
            </a:r>
            <a:r>
              <a:rPr sz="1800" spc="-55" dirty="0">
                <a:solidFill>
                  <a:srgbClr val="FFFFFF"/>
                </a:solidFill>
                <a:latin typeface="Verdana"/>
                <a:cs typeface="Verdana"/>
              </a:rPr>
              <a:t>lorsque </a:t>
            </a:r>
            <a:r>
              <a:rPr sz="1800" spc="-95" dirty="0">
                <a:solidFill>
                  <a:srgbClr val="FFFFFF"/>
                </a:solidFill>
                <a:latin typeface="Verdana"/>
                <a:cs typeface="Verdana"/>
              </a:rPr>
              <a:t>les </a:t>
            </a: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deux </a:t>
            </a:r>
            <a:r>
              <a:rPr sz="1800" spc="-50" dirty="0">
                <a:solidFill>
                  <a:srgbClr val="FFFFFF"/>
                </a:solidFill>
                <a:latin typeface="Verdana"/>
                <a:cs typeface="Verdana"/>
              </a:rPr>
              <a:t>disciplines </a:t>
            </a:r>
            <a:r>
              <a:rPr sz="1800" spc="-5" dirty="0">
                <a:solidFill>
                  <a:srgbClr val="FFFFFF"/>
                </a:solidFill>
                <a:latin typeface="Verdana"/>
                <a:cs typeface="Verdana"/>
              </a:rPr>
              <a:t>correspondant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Verdana"/>
                <a:cs typeface="Verdana"/>
              </a:rPr>
              <a:t>possèdent</a:t>
            </a:r>
            <a:r>
              <a:rPr sz="180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des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40" dirty="0">
                <a:solidFill>
                  <a:srgbClr val="FFFFFF"/>
                </a:solidFill>
                <a:latin typeface="Verdana"/>
                <a:cs typeface="Verdana"/>
              </a:rPr>
              <a:t>étudiants</a:t>
            </a:r>
            <a:r>
              <a:rPr sz="1800" spc="-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Verdana"/>
                <a:cs typeface="Verdana"/>
              </a:rPr>
              <a:t>communs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700">
              <a:latin typeface="Verdana"/>
              <a:cs typeface="Verdana"/>
            </a:endParaRPr>
          </a:p>
          <a:p>
            <a:pPr marL="1238885" algn="ctr">
              <a:lnSpc>
                <a:spcPct val="100000"/>
              </a:lnSpc>
            </a:pPr>
            <a:r>
              <a:rPr sz="1800" spc="-5" dirty="0">
                <a:solidFill>
                  <a:srgbClr val="FFFFFF"/>
                </a:solidFill>
                <a:latin typeface="Verdana"/>
                <a:cs typeface="Verdana"/>
              </a:rPr>
              <a:t>Chimie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38735" y="2986550"/>
            <a:ext cx="7861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3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f</a:t>
            </a:r>
            <a:r>
              <a:rPr sz="1800" spc="7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1800" spc="-23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800" spc="-65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1800" spc="-160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90557" y="2986550"/>
            <a:ext cx="8477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5" dirty="0">
                <a:solidFill>
                  <a:srgbClr val="FFFFFF"/>
                </a:solidFill>
                <a:latin typeface="Verdana"/>
                <a:cs typeface="Verdana"/>
              </a:rPr>
              <a:t>Electro.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72668" y="2688335"/>
            <a:ext cx="9144000" cy="4520565"/>
            <a:chOff x="772668" y="2688335"/>
            <a:chExt cx="9144000" cy="4520565"/>
          </a:xfrm>
        </p:grpSpPr>
        <p:sp>
          <p:nvSpPr>
            <p:cNvPr id="8" name="object 8"/>
            <p:cNvSpPr/>
            <p:nvPr/>
          </p:nvSpPr>
          <p:spPr>
            <a:xfrm>
              <a:off x="4169664" y="2688335"/>
              <a:ext cx="1823085" cy="1091565"/>
            </a:xfrm>
            <a:custGeom>
              <a:avLst/>
              <a:gdLst/>
              <a:ahLst/>
              <a:cxnLst/>
              <a:rect l="l" t="t" r="r" b="b"/>
              <a:pathLst>
                <a:path w="1823085" h="1091564">
                  <a:moveTo>
                    <a:pt x="1688579" y="598932"/>
                  </a:moveTo>
                  <a:lnTo>
                    <a:pt x="1673352" y="574548"/>
                  </a:lnTo>
                  <a:lnTo>
                    <a:pt x="1287399" y="802271"/>
                  </a:lnTo>
                  <a:lnTo>
                    <a:pt x="1135786" y="473506"/>
                  </a:lnTo>
                  <a:lnTo>
                    <a:pt x="1627632" y="473964"/>
                  </a:lnTo>
                  <a:lnTo>
                    <a:pt x="1627632" y="446532"/>
                  </a:lnTo>
                  <a:lnTo>
                    <a:pt x="1122921" y="445592"/>
                  </a:lnTo>
                  <a:lnTo>
                    <a:pt x="1091349" y="377126"/>
                  </a:lnTo>
                  <a:lnTo>
                    <a:pt x="1091349" y="445528"/>
                  </a:lnTo>
                  <a:lnTo>
                    <a:pt x="750379" y="444893"/>
                  </a:lnTo>
                  <a:lnTo>
                    <a:pt x="905332" y="42138"/>
                  </a:lnTo>
                  <a:lnTo>
                    <a:pt x="1091349" y="445528"/>
                  </a:lnTo>
                  <a:lnTo>
                    <a:pt x="1091349" y="377126"/>
                  </a:lnTo>
                  <a:lnTo>
                    <a:pt x="917448" y="0"/>
                  </a:lnTo>
                  <a:lnTo>
                    <a:pt x="904494" y="6108"/>
                  </a:lnTo>
                  <a:lnTo>
                    <a:pt x="891540" y="1524"/>
                  </a:lnTo>
                  <a:lnTo>
                    <a:pt x="720763" y="444842"/>
                  </a:lnTo>
                  <a:lnTo>
                    <a:pt x="0" y="443484"/>
                  </a:lnTo>
                  <a:lnTo>
                    <a:pt x="0" y="472440"/>
                  </a:lnTo>
                  <a:lnTo>
                    <a:pt x="709866" y="473113"/>
                  </a:lnTo>
                  <a:lnTo>
                    <a:pt x="471779" y="1091184"/>
                  </a:lnTo>
                  <a:lnTo>
                    <a:pt x="501751" y="1091184"/>
                  </a:lnTo>
                  <a:lnTo>
                    <a:pt x="739521" y="473138"/>
                  </a:lnTo>
                  <a:lnTo>
                    <a:pt x="1104239" y="473481"/>
                  </a:lnTo>
                  <a:lnTo>
                    <a:pt x="1262608" y="816902"/>
                  </a:lnTo>
                  <a:lnTo>
                    <a:pt x="797737" y="1091184"/>
                  </a:lnTo>
                  <a:lnTo>
                    <a:pt x="853147" y="1091184"/>
                  </a:lnTo>
                  <a:lnTo>
                    <a:pt x="1274584" y="842873"/>
                  </a:lnTo>
                  <a:lnTo>
                    <a:pt x="1389100" y="1091184"/>
                  </a:lnTo>
                  <a:lnTo>
                    <a:pt x="1420634" y="1091184"/>
                  </a:lnTo>
                  <a:lnTo>
                    <a:pt x="1299375" y="828255"/>
                  </a:lnTo>
                  <a:lnTo>
                    <a:pt x="1688579" y="598932"/>
                  </a:lnTo>
                  <a:close/>
                </a:path>
                <a:path w="1823085" h="1091564">
                  <a:moveTo>
                    <a:pt x="1822704" y="644664"/>
                  </a:moveTo>
                  <a:lnTo>
                    <a:pt x="1795272" y="633984"/>
                  </a:lnTo>
                  <a:lnTo>
                    <a:pt x="1616367" y="1091184"/>
                  </a:lnTo>
                  <a:lnTo>
                    <a:pt x="1646821" y="1091184"/>
                  </a:lnTo>
                  <a:lnTo>
                    <a:pt x="1822704" y="64466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3779519"/>
              <a:ext cx="9143999" cy="34290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1812" y="3781043"/>
              <a:ext cx="5925311" cy="102412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6414515"/>
              <a:ext cx="8974835" cy="67665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427207" y="3858767"/>
              <a:ext cx="1384300" cy="387350"/>
            </a:xfrm>
            <a:custGeom>
              <a:avLst/>
              <a:gdLst/>
              <a:ahLst/>
              <a:cxnLst/>
              <a:rect l="l" t="t" r="r" b="b"/>
              <a:pathLst>
                <a:path w="1384300" h="387350">
                  <a:moveTo>
                    <a:pt x="388620" y="192024"/>
                  </a:moveTo>
                  <a:lnTo>
                    <a:pt x="384048" y="153924"/>
                  </a:lnTo>
                  <a:lnTo>
                    <a:pt x="364236" y="100584"/>
                  </a:lnTo>
                  <a:lnTo>
                    <a:pt x="362712" y="97790"/>
                  </a:lnTo>
                  <a:lnTo>
                    <a:pt x="362712" y="193548"/>
                  </a:lnTo>
                  <a:lnTo>
                    <a:pt x="359664" y="227076"/>
                  </a:lnTo>
                  <a:lnTo>
                    <a:pt x="341376" y="274320"/>
                  </a:lnTo>
                  <a:lnTo>
                    <a:pt x="312420" y="312420"/>
                  </a:lnTo>
                  <a:lnTo>
                    <a:pt x="274320" y="341376"/>
                  </a:lnTo>
                  <a:lnTo>
                    <a:pt x="227076" y="358140"/>
                  </a:lnTo>
                  <a:lnTo>
                    <a:pt x="193548" y="361188"/>
                  </a:lnTo>
                  <a:lnTo>
                    <a:pt x="160020" y="358140"/>
                  </a:lnTo>
                  <a:lnTo>
                    <a:pt x="112776" y="341376"/>
                  </a:lnTo>
                  <a:lnTo>
                    <a:pt x="64008" y="300228"/>
                  </a:lnTo>
                  <a:lnTo>
                    <a:pt x="33528" y="242316"/>
                  </a:lnTo>
                  <a:lnTo>
                    <a:pt x="25908" y="192024"/>
                  </a:lnTo>
                  <a:lnTo>
                    <a:pt x="28956" y="158496"/>
                  </a:lnTo>
                  <a:lnTo>
                    <a:pt x="54864" y="99060"/>
                  </a:lnTo>
                  <a:lnTo>
                    <a:pt x="88392" y="62484"/>
                  </a:lnTo>
                  <a:lnTo>
                    <a:pt x="144780" y="32004"/>
                  </a:lnTo>
                  <a:lnTo>
                    <a:pt x="195072" y="24384"/>
                  </a:lnTo>
                  <a:lnTo>
                    <a:pt x="211836" y="25908"/>
                  </a:lnTo>
                  <a:lnTo>
                    <a:pt x="245364" y="32004"/>
                  </a:lnTo>
                  <a:lnTo>
                    <a:pt x="260604" y="38100"/>
                  </a:lnTo>
                  <a:lnTo>
                    <a:pt x="274320" y="45720"/>
                  </a:lnTo>
                  <a:lnTo>
                    <a:pt x="289560" y="53340"/>
                  </a:lnTo>
                  <a:lnTo>
                    <a:pt x="324612" y="86868"/>
                  </a:lnTo>
                  <a:lnTo>
                    <a:pt x="355092" y="143256"/>
                  </a:lnTo>
                  <a:lnTo>
                    <a:pt x="362712" y="193548"/>
                  </a:lnTo>
                  <a:lnTo>
                    <a:pt x="362712" y="97790"/>
                  </a:lnTo>
                  <a:lnTo>
                    <a:pt x="355092" y="83820"/>
                  </a:lnTo>
                  <a:lnTo>
                    <a:pt x="342900" y="70104"/>
                  </a:lnTo>
                  <a:lnTo>
                    <a:pt x="330708" y="54864"/>
                  </a:lnTo>
                  <a:lnTo>
                    <a:pt x="316992" y="42672"/>
                  </a:lnTo>
                  <a:lnTo>
                    <a:pt x="301752" y="32004"/>
                  </a:lnTo>
                  <a:lnTo>
                    <a:pt x="289052" y="24384"/>
                  </a:lnTo>
                  <a:lnTo>
                    <a:pt x="286512" y="22860"/>
                  </a:lnTo>
                  <a:lnTo>
                    <a:pt x="269748" y="13716"/>
                  </a:lnTo>
                  <a:lnTo>
                    <a:pt x="251460" y="7620"/>
                  </a:lnTo>
                  <a:lnTo>
                    <a:pt x="233172" y="3048"/>
                  </a:lnTo>
                  <a:lnTo>
                    <a:pt x="213360" y="0"/>
                  </a:lnTo>
                  <a:lnTo>
                    <a:pt x="173736" y="0"/>
                  </a:lnTo>
                  <a:lnTo>
                    <a:pt x="135636" y="7620"/>
                  </a:lnTo>
                  <a:lnTo>
                    <a:pt x="85344" y="32004"/>
                  </a:lnTo>
                  <a:lnTo>
                    <a:pt x="44196" y="70104"/>
                  </a:lnTo>
                  <a:lnTo>
                    <a:pt x="15240" y="118872"/>
                  </a:lnTo>
                  <a:lnTo>
                    <a:pt x="1524" y="173736"/>
                  </a:lnTo>
                  <a:lnTo>
                    <a:pt x="0" y="193548"/>
                  </a:lnTo>
                  <a:lnTo>
                    <a:pt x="1524" y="213360"/>
                  </a:lnTo>
                  <a:lnTo>
                    <a:pt x="4572" y="233172"/>
                  </a:lnTo>
                  <a:lnTo>
                    <a:pt x="9144" y="251460"/>
                  </a:lnTo>
                  <a:lnTo>
                    <a:pt x="16764" y="268224"/>
                  </a:lnTo>
                  <a:lnTo>
                    <a:pt x="24384" y="286512"/>
                  </a:lnTo>
                  <a:lnTo>
                    <a:pt x="57912" y="330708"/>
                  </a:lnTo>
                  <a:lnTo>
                    <a:pt x="102108" y="364236"/>
                  </a:lnTo>
                  <a:lnTo>
                    <a:pt x="155448" y="382524"/>
                  </a:lnTo>
                  <a:lnTo>
                    <a:pt x="195072" y="387096"/>
                  </a:lnTo>
                  <a:lnTo>
                    <a:pt x="214884" y="385572"/>
                  </a:lnTo>
                  <a:lnTo>
                    <a:pt x="233172" y="382524"/>
                  </a:lnTo>
                  <a:lnTo>
                    <a:pt x="252984" y="377952"/>
                  </a:lnTo>
                  <a:lnTo>
                    <a:pt x="269748" y="371856"/>
                  </a:lnTo>
                  <a:lnTo>
                    <a:pt x="289306" y="361188"/>
                  </a:lnTo>
                  <a:lnTo>
                    <a:pt x="303276" y="353568"/>
                  </a:lnTo>
                  <a:lnTo>
                    <a:pt x="344424" y="315468"/>
                  </a:lnTo>
                  <a:lnTo>
                    <a:pt x="373380" y="268224"/>
                  </a:lnTo>
                  <a:lnTo>
                    <a:pt x="384048" y="231648"/>
                  </a:lnTo>
                  <a:lnTo>
                    <a:pt x="387096" y="211836"/>
                  </a:lnTo>
                  <a:lnTo>
                    <a:pt x="388620" y="192024"/>
                  </a:lnTo>
                  <a:close/>
                </a:path>
                <a:path w="1384300" h="387350">
                  <a:moveTo>
                    <a:pt x="1383804" y="192024"/>
                  </a:moveTo>
                  <a:lnTo>
                    <a:pt x="1379232" y="153924"/>
                  </a:lnTo>
                  <a:lnTo>
                    <a:pt x="1368564" y="117348"/>
                  </a:lnTo>
                  <a:lnTo>
                    <a:pt x="1357896" y="97790"/>
                  </a:lnTo>
                  <a:lnTo>
                    <a:pt x="1357896" y="193548"/>
                  </a:lnTo>
                  <a:lnTo>
                    <a:pt x="1354848" y="227076"/>
                  </a:lnTo>
                  <a:lnTo>
                    <a:pt x="1338084" y="274320"/>
                  </a:lnTo>
                  <a:lnTo>
                    <a:pt x="1296936" y="323088"/>
                  </a:lnTo>
                  <a:lnTo>
                    <a:pt x="1254264" y="348996"/>
                  </a:lnTo>
                  <a:lnTo>
                    <a:pt x="1188732" y="361188"/>
                  </a:lnTo>
                  <a:lnTo>
                    <a:pt x="1155204" y="358140"/>
                  </a:lnTo>
                  <a:lnTo>
                    <a:pt x="1109484" y="341376"/>
                  </a:lnTo>
                  <a:lnTo>
                    <a:pt x="1059192" y="300228"/>
                  </a:lnTo>
                  <a:lnTo>
                    <a:pt x="1028712" y="242316"/>
                  </a:lnTo>
                  <a:lnTo>
                    <a:pt x="1021092" y="192024"/>
                  </a:lnTo>
                  <a:lnTo>
                    <a:pt x="1022616" y="175260"/>
                  </a:lnTo>
                  <a:lnTo>
                    <a:pt x="1034808" y="126492"/>
                  </a:lnTo>
                  <a:lnTo>
                    <a:pt x="1060716" y="85344"/>
                  </a:lnTo>
                  <a:lnTo>
                    <a:pt x="1095768" y="53340"/>
                  </a:lnTo>
                  <a:lnTo>
                    <a:pt x="1139964" y="32004"/>
                  </a:lnTo>
                  <a:lnTo>
                    <a:pt x="1190256" y="24384"/>
                  </a:lnTo>
                  <a:lnTo>
                    <a:pt x="1207020" y="25908"/>
                  </a:lnTo>
                  <a:lnTo>
                    <a:pt x="1255788" y="38100"/>
                  </a:lnTo>
                  <a:lnTo>
                    <a:pt x="1309128" y="74676"/>
                  </a:lnTo>
                  <a:lnTo>
                    <a:pt x="1338084" y="112776"/>
                  </a:lnTo>
                  <a:lnTo>
                    <a:pt x="1354848" y="160020"/>
                  </a:lnTo>
                  <a:lnTo>
                    <a:pt x="1357896" y="193548"/>
                  </a:lnTo>
                  <a:lnTo>
                    <a:pt x="1357896" y="97790"/>
                  </a:lnTo>
                  <a:lnTo>
                    <a:pt x="1350276" y="83820"/>
                  </a:lnTo>
                  <a:lnTo>
                    <a:pt x="1338084" y="70104"/>
                  </a:lnTo>
                  <a:lnTo>
                    <a:pt x="1325892" y="54864"/>
                  </a:lnTo>
                  <a:lnTo>
                    <a:pt x="1312176" y="42672"/>
                  </a:lnTo>
                  <a:lnTo>
                    <a:pt x="1296936" y="32004"/>
                  </a:lnTo>
                  <a:lnTo>
                    <a:pt x="1284236" y="24384"/>
                  </a:lnTo>
                  <a:lnTo>
                    <a:pt x="1281696" y="22860"/>
                  </a:lnTo>
                  <a:lnTo>
                    <a:pt x="1264932" y="13716"/>
                  </a:lnTo>
                  <a:lnTo>
                    <a:pt x="1246644" y="7620"/>
                  </a:lnTo>
                  <a:lnTo>
                    <a:pt x="1228356" y="3048"/>
                  </a:lnTo>
                  <a:lnTo>
                    <a:pt x="1208544" y="0"/>
                  </a:lnTo>
                  <a:lnTo>
                    <a:pt x="1168920" y="0"/>
                  </a:lnTo>
                  <a:lnTo>
                    <a:pt x="1130820" y="7620"/>
                  </a:lnTo>
                  <a:lnTo>
                    <a:pt x="1080528" y="32004"/>
                  </a:lnTo>
                  <a:lnTo>
                    <a:pt x="1039380" y="70104"/>
                  </a:lnTo>
                  <a:lnTo>
                    <a:pt x="1010424" y="118872"/>
                  </a:lnTo>
                  <a:lnTo>
                    <a:pt x="996708" y="173736"/>
                  </a:lnTo>
                  <a:lnTo>
                    <a:pt x="996708" y="213360"/>
                  </a:lnTo>
                  <a:lnTo>
                    <a:pt x="999756" y="233172"/>
                  </a:lnTo>
                  <a:lnTo>
                    <a:pt x="1004328" y="251460"/>
                  </a:lnTo>
                  <a:lnTo>
                    <a:pt x="1011948" y="268224"/>
                  </a:lnTo>
                  <a:lnTo>
                    <a:pt x="1019568" y="286512"/>
                  </a:lnTo>
                  <a:lnTo>
                    <a:pt x="1053096" y="330708"/>
                  </a:lnTo>
                  <a:lnTo>
                    <a:pt x="1097292" y="364236"/>
                  </a:lnTo>
                  <a:lnTo>
                    <a:pt x="1150632" y="382524"/>
                  </a:lnTo>
                  <a:lnTo>
                    <a:pt x="1190256" y="387096"/>
                  </a:lnTo>
                  <a:lnTo>
                    <a:pt x="1210068" y="385572"/>
                  </a:lnTo>
                  <a:lnTo>
                    <a:pt x="1248168" y="377952"/>
                  </a:lnTo>
                  <a:lnTo>
                    <a:pt x="1283220" y="362712"/>
                  </a:lnTo>
                  <a:lnTo>
                    <a:pt x="1285760" y="361188"/>
                  </a:lnTo>
                  <a:lnTo>
                    <a:pt x="1298460" y="353568"/>
                  </a:lnTo>
                  <a:lnTo>
                    <a:pt x="1339608" y="315468"/>
                  </a:lnTo>
                  <a:lnTo>
                    <a:pt x="1368564" y="268224"/>
                  </a:lnTo>
                  <a:lnTo>
                    <a:pt x="1379232" y="231648"/>
                  </a:lnTo>
                  <a:lnTo>
                    <a:pt x="1382280" y="211836"/>
                  </a:lnTo>
                  <a:lnTo>
                    <a:pt x="1383804" y="192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705835" y="4253000"/>
            <a:ext cx="6972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5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1800" spc="13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1800" spc="-24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606291" y="4260591"/>
            <a:ext cx="5734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0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y</a:t>
            </a:r>
            <a:r>
              <a:rPr sz="1800" spc="-24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1800" spc="-160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608576" y="3779520"/>
            <a:ext cx="1208405" cy="288290"/>
          </a:xfrm>
          <a:custGeom>
            <a:avLst/>
            <a:gdLst/>
            <a:ahLst/>
            <a:cxnLst/>
            <a:rect l="l" t="t" r="r" b="b"/>
            <a:pathLst>
              <a:path w="1208404" h="288289">
                <a:moveTo>
                  <a:pt x="62839" y="0"/>
                </a:moveTo>
                <a:lnTo>
                  <a:pt x="32867" y="0"/>
                </a:lnTo>
                <a:lnTo>
                  <a:pt x="0" y="85356"/>
                </a:lnTo>
                <a:lnTo>
                  <a:pt x="25908" y="96024"/>
                </a:lnTo>
                <a:lnTo>
                  <a:pt x="62839" y="0"/>
                </a:lnTo>
                <a:close/>
              </a:path>
              <a:path w="1208404" h="288289">
                <a:moveTo>
                  <a:pt x="414235" y="0"/>
                </a:moveTo>
                <a:lnTo>
                  <a:pt x="358825" y="0"/>
                </a:lnTo>
                <a:lnTo>
                  <a:pt x="134112" y="132600"/>
                </a:lnTo>
                <a:lnTo>
                  <a:pt x="147815" y="156984"/>
                </a:lnTo>
                <a:lnTo>
                  <a:pt x="414235" y="0"/>
                </a:lnTo>
                <a:close/>
              </a:path>
              <a:path w="1208404" h="288289">
                <a:moveTo>
                  <a:pt x="827519" y="259080"/>
                </a:moveTo>
                <a:lnTo>
                  <a:pt x="193548" y="257556"/>
                </a:lnTo>
                <a:lnTo>
                  <a:pt x="193548" y="286512"/>
                </a:lnTo>
                <a:lnTo>
                  <a:pt x="827519" y="288036"/>
                </a:lnTo>
                <a:lnTo>
                  <a:pt x="827519" y="259080"/>
                </a:lnTo>
                <a:close/>
              </a:path>
              <a:path w="1208404" h="288289">
                <a:moveTo>
                  <a:pt x="1021067" y="85356"/>
                </a:moveTo>
                <a:lnTo>
                  <a:pt x="981722" y="0"/>
                </a:lnTo>
                <a:lnTo>
                  <a:pt x="950188" y="0"/>
                </a:lnTo>
                <a:lnTo>
                  <a:pt x="995172" y="97536"/>
                </a:lnTo>
                <a:lnTo>
                  <a:pt x="1021067" y="85356"/>
                </a:lnTo>
                <a:close/>
              </a:path>
              <a:path w="1208404" h="288289">
                <a:moveTo>
                  <a:pt x="1207909" y="0"/>
                </a:moveTo>
                <a:lnTo>
                  <a:pt x="1177455" y="0"/>
                </a:lnTo>
                <a:lnTo>
                  <a:pt x="1123188" y="138684"/>
                </a:lnTo>
                <a:lnTo>
                  <a:pt x="1149083" y="149364"/>
                </a:lnTo>
                <a:lnTo>
                  <a:pt x="120790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1" name="object 21"/>
          <p:cNvGraphicFramePr>
            <a:graphicFrameLocks noGrp="1"/>
          </p:cNvGraphicFramePr>
          <p:nvPr/>
        </p:nvGraphicFramePr>
        <p:xfrm>
          <a:off x="1539240" y="4751832"/>
          <a:ext cx="6658607" cy="7414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09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99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99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93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99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099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331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65" dirty="0">
                          <a:latin typeface="Verdana"/>
                          <a:cs typeface="Verdana"/>
                        </a:rPr>
                        <a:t>Sommet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5BD3"/>
                      </a:solidFill>
                      <a:prstDash val="solid"/>
                    </a:lnL>
                    <a:lnR w="1270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2700">
                      <a:solidFill>
                        <a:srgbClr val="005B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" dirty="0">
                          <a:latin typeface="Verdana"/>
                          <a:cs typeface="Verdana"/>
                        </a:rPr>
                        <a:t>chimie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5BD3"/>
                      </a:solidFill>
                      <a:prstDash val="solid"/>
                    </a:lnL>
                    <a:lnR w="1905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2700">
                      <a:solidFill>
                        <a:srgbClr val="005B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40" dirty="0">
                          <a:latin typeface="Verdana"/>
                          <a:cs typeface="Verdana"/>
                        </a:rPr>
                        <a:t>Electron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5BD3"/>
                      </a:solidFill>
                      <a:prstDash val="solid"/>
                    </a:lnL>
                    <a:lnR w="1270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2700">
                      <a:solidFill>
                        <a:srgbClr val="005B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Verdana"/>
                          <a:cs typeface="Verdana"/>
                        </a:rPr>
                        <a:t>Maths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5BD3"/>
                      </a:solidFill>
                      <a:prstDash val="solid"/>
                    </a:lnL>
                    <a:lnR w="1270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2700">
                      <a:solidFill>
                        <a:srgbClr val="005B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20" dirty="0">
                          <a:latin typeface="Verdana"/>
                          <a:cs typeface="Verdana"/>
                        </a:rPr>
                        <a:t>Phys.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5BD3"/>
                      </a:solidFill>
                      <a:prstDash val="solid"/>
                    </a:lnL>
                    <a:lnR w="1905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2700">
                      <a:solidFill>
                        <a:srgbClr val="005B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20" dirty="0">
                          <a:latin typeface="Verdana"/>
                          <a:cs typeface="Verdana"/>
                        </a:rPr>
                        <a:t>Inform.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5BD3"/>
                      </a:solidFill>
                      <a:prstDash val="solid"/>
                    </a:lnL>
                    <a:lnR w="1270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2700">
                      <a:solidFill>
                        <a:srgbClr val="005BD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094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Degré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5BD3"/>
                      </a:solidFill>
                      <a:prstDash val="solid"/>
                    </a:lnL>
                    <a:lnR w="1270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9050">
                      <a:solidFill>
                        <a:srgbClr val="005B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2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5BD3"/>
                      </a:solidFill>
                      <a:prstDash val="solid"/>
                    </a:lnL>
                    <a:lnR w="1905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9050">
                      <a:solidFill>
                        <a:srgbClr val="005B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5BD3"/>
                      </a:solidFill>
                      <a:prstDash val="solid"/>
                    </a:lnL>
                    <a:lnR w="1270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9050">
                      <a:solidFill>
                        <a:srgbClr val="005B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3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5BD3"/>
                      </a:solidFill>
                      <a:prstDash val="solid"/>
                    </a:lnL>
                    <a:lnR w="1270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9050">
                      <a:solidFill>
                        <a:srgbClr val="005B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3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5BD3"/>
                      </a:solidFill>
                      <a:prstDash val="solid"/>
                    </a:lnL>
                    <a:lnR w="1905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9050">
                      <a:solidFill>
                        <a:srgbClr val="005B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3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5BD3"/>
                      </a:solidFill>
                      <a:prstDash val="solid"/>
                    </a:lnL>
                    <a:lnR w="1270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9050">
                      <a:solidFill>
                        <a:srgbClr val="005BD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22" name="object 2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545336" y="4757927"/>
            <a:ext cx="6659879" cy="742188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1534107" y="5796745"/>
            <a:ext cx="54127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9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-9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355" dirty="0">
                <a:solidFill>
                  <a:srgbClr val="FFFFFF"/>
                </a:solidFill>
                <a:latin typeface="Verdana"/>
                <a:cs typeface="Verdana"/>
              </a:rPr>
              <a:t>:</a:t>
            </a:r>
            <a:r>
              <a:rPr sz="20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35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000" spc="15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-9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-420" dirty="0">
                <a:solidFill>
                  <a:srgbClr val="FFFFFF"/>
                </a:solidFill>
                <a:latin typeface="Verdana"/>
                <a:cs typeface="Verdana"/>
              </a:rPr>
              <a:t>=</a:t>
            </a:r>
            <a:r>
              <a:rPr sz="2000" spc="-30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2000" spc="-125" dirty="0">
                <a:solidFill>
                  <a:srgbClr val="FFFFFF"/>
                </a:solidFill>
                <a:latin typeface="Verdana"/>
                <a:cs typeface="Verdana"/>
              </a:rPr>
              <a:t>y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-190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r>
              <a:rPr sz="2000" spc="-420" dirty="0">
                <a:solidFill>
                  <a:srgbClr val="FFFFFF"/>
                </a:solidFill>
                <a:latin typeface="Verdana"/>
                <a:cs typeface="Verdana"/>
              </a:rPr>
              <a:t>=</a:t>
            </a:r>
            <a:r>
              <a:rPr sz="2000" spc="-38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000" spc="-85" dirty="0">
                <a:solidFill>
                  <a:srgbClr val="FFFFFF"/>
                </a:solidFill>
                <a:latin typeface="Verdana"/>
                <a:cs typeface="Verdana"/>
              </a:rPr>
              <a:t>f</a:t>
            </a:r>
            <a:r>
              <a:rPr sz="2000" spc="8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000" spc="-26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000" spc="-7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000" spc="-190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r>
              <a:rPr sz="2000" spc="-355" dirty="0">
                <a:solidFill>
                  <a:srgbClr val="FFFFFF"/>
                </a:solidFill>
                <a:latin typeface="Verdana"/>
                <a:cs typeface="Verdana"/>
              </a:rPr>
              <a:t>;</a:t>
            </a:r>
            <a:r>
              <a:rPr sz="20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240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2000" spc="-17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-7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355" dirty="0">
                <a:solidFill>
                  <a:srgbClr val="FFFFFF"/>
                </a:solidFill>
                <a:latin typeface="Verdana"/>
                <a:cs typeface="Verdana"/>
              </a:rPr>
              <a:t>;</a:t>
            </a:r>
            <a:r>
              <a:rPr sz="20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9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13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254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000" spc="-1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-26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000" spc="10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000" spc="-175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518618" y="6888581"/>
            <a:ext cx="193675" cy="212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105" dirty="0">
                <a:solidFill>
                  <a:srgbClr val="FFFFFF"/>
                </a:solidFill>
                <a:latin typeface="Verdana"/>
                <a:cs typeface="Verdana"/>
              </a:rPr>
              <a:t>4</a:t>
            </a:r>
            <a:r>
              <a:rPr sz="1200" spc="-100" dirty="0">
                <a:solidFill>
                  <a:srgbClr val="FFFFFF"/>
                </a:solidFill>
                <a:latin typeface="Verdana"/>
                <a:cs typeface="Verdana"/>
              </a:rPr>
              <a:t>3</a:t>
            </a:r>
            <a:endParaRPr sz="1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5296" y="553212"/>
            <a:ext cx="4992624" cy="272287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3794747" y="2319527"/>
            <a:ext cx="2377440" cy="1021080"/>
          </a:xfrm>
          <a:custGeom>
            <a:avLst/>
            <a:gdLst/>
            <a:ahLst/>
            <a:cxnLst/>
            <a:rect l="l" t="t" r="r" b="b"/>
            <a:pathLst>
              <a:path w="2377440" h="1021079">
                <a:moveTo>
                  <a:pt x="387096" y="826008"/>
                </a:moveTo>
                <a:lnTo>
                  <a:pt x="382524" y="787908"/>
                </a:lnTo>
                <a:lnTo>
                  <a:pt x="371856" y="751332"/>
                </a:lnTo>
                <a:lnTo>
                  <a:pt x="361188" y="731774"/>
                </a:lnTo>
                <a:lnTo>
                  <a:pt x="361188" y="810768"/>
                </a:lnTo>
                <a:lnTo>
                  <a:pt x="361188" y="845820"/>
                </a:lnTo>
                <a:lnTo>
                  <a:pt x="341376" y="908304"/>
                </a:lnTo>
                <a:lnTo>
                  <a:pt x="312420" y="946404"/>
                </a:lnTo>
                <a:lnTo>
                  <a:pt x="272796" y="975360"/>
                </a:lnTo>
                <a:lnTo>
                  <a:pt x="227076" y="992124"/>
                </a:lnTo>
                <a:lnTo>
                  <a:pt x="210312" y="995172"/>
                </a:lnTo>
                <a:lnTo>
                  <a:pt x="175260" y="995172"/>
                </a:lnTo>
                <a:lnTo>
                  <a:pt x="112776" y="975360"/>
                </a:lnTo>
                <a:lnTo>
                  <a:pt x="73152" y="946404"/>
                </a:lnTo>
                <a:lnTo>
                  <a:pt x="45720" y="906780"/>
                </a:lnTo>
                <a:lnTo>
                  <a:pt x="28956" y="861060"/>
                </a:lnTo>
                <a:lnTo>
                  <a:pt x="24384" y="826008"/>
                </a:lnTo>
                <a:lnTo>
                  <a:pt x="25908" y="809244"/>
                </a:lnTo>
                <a:lnTo>
                  <a:pt x="38100" y="762000"/>
                </a:lnTo>
                <a:lnTo>
                  <a:pt x="64008" y="719328"/>
                </a:lnTo>
                <a:lnTo>
                  <a:pt x="99060" y="687324"/>
                </a:lnTo>
                <a:lnTo>
                  <a:pt x="114300" y="679704"/>
                </a:lnTo>
                <a:lnTo>
                  <a:pt x="128016" y="672084"/>
                </a:lnTo>
                <a:lnTo>
                  <a:pt x="143256" y="665988"/>
                </a:lnTo>
                <a:lnTo>
                  <a:pt x="176784" y="659892"/>
                </a:lnTo>
                <a:lnTo>
                  <a:pt x="193548" y="658368"/>
                </a:lnTo>
                <a:lnTo>
                  <a:pt x="211836" y="659892"/>
                </a:lnTo>
                <a:lnTo>
                  <a:pt x="259080" y="672084"/>
                </a:lnTo>
                <a:lnTo>
                  <a:pt x="300228" y="697992"/>
                </a:lnTo>
                <a:lnTo>
                  <a:pt x="333756" y="733044"/>
                </a:lnTo>
                <a:lnTo>
                  <a:pt x="341376" y="748284"/>
                </a:lnTo>
                <a:lnTo>
                  <a:pt x="348996" y="762000"/>
                </a:lnTo>
                <a:lnTo>
                  <a:pt x="353568" y="777240"/>
                </a:lnTo>
                <a:lnTo>
                  <a:pt x="358140" y="794004"/>
                </a:lnTo>
                <a:lnTo>
                  <a:pt x="361188" y="810768"/>
                </a:lnTo>
                <a:lnTo>
                  <a:pt x="361188" y="731774"/>
                </a:lnTo>
                <a:lnTo>
                  <a:pt x="329184" y="690372"/>
                </a:lnTo>
                <a:lnTo>
                  <a:pt x="287782" y="658368"/>
                </a:lnTo>
                <a:lnTo>
                  <a:pt x="284988" y="656844"/>
                </a:lnTo>
                <a:lnTo>
                  <a:pt x="268224" y="649224"/>
                </a:lnTo>
                <a:lnTo>
                  <a:pt x="249936" y="641604"/>
                </a:lnTo>
                <a:lnTo>
                  <a:pt x="231648" y="637032"/>
                </a:lnTo>
                <a:lnTo>
                  <a:pt x="211836" y="633984"/>
                </a:lnTo>
                <a:lnTo>
                  <a:pt x="172212" y="633984"/>
                </a:lnTo>
                <a:lnTo>
                  <a:pt x="117348" y="649224"/>
                </a:lnTo>
                <a:lnTo>
                  <a:pt x="83820" y="667512"/>
                </a:lnTo>
                <a:lnTo>
                  <a:pt x="44196" y="704088"/>
                </a:lnTo>
                <a:lnTo>
                  <a:pt x="22860" y="736092"/>
                </a:lnTo>
                <a:lnTo>
                  <a:pt x="3048" y="789432"/>
                </a:lnTo>
                <a:lnTo>
                  <a:pt x="0" y="807720"/>
                </a:lnTo>
                <a:lnTo>
                  <a:pt x="0" y="847344"/>
                </a:lnTo>
                <a:lnTo>
                  <a:pt x="15240" y="903732"/>
                </a:lnTo>
                <a:lnTo>
                  <a:pt x="44196" y="950976"/>
                </a:lnTo>
                <a:lnTo>
                  <a:pt x="85344" y="987552"/>
                </a:lnTo>
                <a:lnTo>
                  <a:pt x="118872" y="1005840"/>
                </a:lnTo>
                <a:lnTo>
                  <a:pt x="155448" y="1016508"/>
                </a:lnTo>
                <a:lnTo>
                  <a:pt x="193548" y="1021080"/>
                </a:lnTo>
                <a:lnTo>
                  <a:pt x="213360" y="1019556"/>
                </a:lnTo>
                <a:lnTo>
                  <a:pt x="251460" y="1011936"/>
                </a:lnTo>
                <a:lnTo>
                  <a:pt x="286512" y="996696"/>
                </a:lnTo>
                <a:lnTo>
                  <a:pt x="289052" y="995172"/>
                </a:lnTo>
                <a:lnTo>
                  <a:pt x="301752" y="987552"/>
                </a:lnTo>
                <a:lnTo>
                  <a:pt x="342900" y="949452"/>
                </a:lnTo>
                <a:lnTo>
                  <a:pt x="371856" y="902208"/>
                </a:lnTo>
                <a:lnTo>
                  <a:pt x="382524" y="865632"/>
                </a:lnTo>
                <a:lnTo>
                  <a:pt x="385572" y="845820"/>
                </a:lnTo>
                <a:lnTo>
                  <a:pt x="387096" y="826008"/>
                </a:lnTo>
                <a:close/>
              </a:path>
              <a:path w="2377440" h="1021079">
                <a:moveTo>
                  <a:pt x="1472196" y="173736"/>
                </a:moveTo>
                <a:lnTo>
                  <a:pt x="1464576" y="135636"/>
                </a:lnTo>
                <a:lnTo>
                  <a:pt x="1449336" y="100584"/>
                </a:lnTo>
                <a:lnTo>
                  <a:pt x="1447812" y="98412"/>
                </a:lnTo>
                <a:lnTo>
                  <a:pt x="1447812" y="195072"/>
                </a:lnTo>
                <a:lnTo>
                  <a:pt x="1446288" y="211836"/>
                </a:lnTo>
                <a:lnTo>
                  <a:pt x="1434096" y="260604"/>
                </a:lnTo>
                <a:lnTo>
                  <a:pt x="1408188" y="301752"/>
                </a:lnTo>
                <a:lnTo>
                  <a:pt x="1373136" y="333756"/>
                </a:lnTo>
                <a:lnTo>
                  <a:pt x="1328940" y="355092"/>
                </a:lnTo>
                <a:lnTo>
                  <a:pt x="1278648" y="362712"/>
                </a:lnTo>
                <a:lnTo>
                  <a:pt x="1261884" y="361188"/>
                </a:lnTo>
                <a:lnTo>
                  <a:pt x="1213116" y="348996"/>
                </a:lnTo>
                <a:lnTo>
                  <a:pt x="1159776" y="312420"/>
                </a:lnTo>
                <a:lnTo>
                  <a:pt x="1130820" y="272796"/>
                </a:lnTo>
                <a:lnTo>
                  <a:pt x="1114056" y="227076"/>
                </a:lnTo>
                <a:lnTo>
                  <a:pt x="1111008" y="210312"/>
                </a:lnTo>
                <a:lnTo>
                  <a:pt x="1111008" y="193548"/>
                </a:lnTo>
                <a:lnTo>
                  <a:pt x="1118628" y="143256"/>
                </a:lnTo>
                <a:lnTo>
                  <a:pt x="1139964" y="99060"/>
                </a:lnTo>
                <a:lnTo>
                  <a:pt x="1171968" y="64008"/>
                </a:lnTo>
                <a:lnTo>
                  <a:pt x="1214640" y="38100"/>
                </a:lnTo>
                <a:lnTo>
                  <a:pt x="1261884" y="25908"/>
                </a:lnTo>
                <a:lnTo>
                  <a:pt x="1296936" y="25908"/>
                </a:lnTo>
                <a:lnTo>
                  <a:pt x="1345704" y="39624"/>
                </a:lnTo>
                <a:lnTo>
                  <a:pt x="1386852" y="64008"/>
                </a:lnTo>
                <a:lnTo>
                  <a:pt x="1428000" y="114300"/>
                </a:lnTo>
                <a:lnTo>
                  <a:pt x="1444764" y="160020"/>
                </a:lnTo>
                <a:lnTo>
                  <a:pt x="1447812" y="195072"/>
                </a:lnTo>
                <a:lnTo>
                  <a:pt x="1447812" y="98412"/>
                </a:lnTo>
                <a:lnTo>
                  <a:pt x="1428000" y="70104"/>
                </a:lnTo>
                <a:lnTo>
                  <a:pt x="1415808" y="56388"/>
                </a:lnTo>
                <a:lnTo>
                  <a:pt x="1402092" y="44196"/>
                </a:lnTo>
                <a:lnTo>
                  <a:pt x="1375956" y="25908"/>
                </a:lnTo>
                <a:lnTo>
                  <a:pt x="1371612" y="22860"/>
                </a:lnTo>
                <a:lnTo>
                  <a:pt x="1318272" y="4572"/>
                </a:lnTo>
                <a:lnTo>
                  <a:pt x="1278648" y="0"/>
                </a:lnTo>
                <a:lnTo>
                  <a:pt x="1258836" y="1524"/>
                </a:lnTo>
                <a:lnTo>
                  <a:pt x="1220736" y="9144"/>
                </a:lnTo>
                <a:lnTo>
                  <a:pt x="1185684" y="24384"/>
                </a:lnTo>
                <a:lnTo>
                  <a:pt x="1141488" y="57912"/>
                </a:lnTo>
                <a:lnTo>
                  <a:pt x="1107960" y="102108"/>
                </a:lnTo>
                <a:lnTo>
                  <a:pt x="1089672" y="155448"/>
                </a:lnTo>
                <a:lnTo>
                  <a:pt x="1085100" y="195072"/>
                </a:lnTo>
                <a:lnTo>
                  <a:pt x="1086624" y="214884"/>
                </a:lnTo>
                <a:lnTo>
                  <a:pt x="1100340" y="269748"/>
                </a:lnTo>
                <a:lnTo>
                  <a:pt x="1118628" y="303276"/>
                </a:lnTo>
                <a:lnTo>
                  <a:pt x="1156728" y="342900"/>
                </a:lnTo>
                <a:lnTo>
                  <a:pt x="1203972" y="371856"/>
                </a:lnTo>
                <a:lnTo>
                  <a:pt x="1240548" y="384048"/>
                </a:lnTo>
                <a:lnTo>
                  <a:pt x="1260360" y="387096"/>
                </a:lnTo>
                <a:lnTo>
                  <a:pt x="1299984" y="387096"/>
                </a:lnTo>
                <a:lnTo>
                  <a:pt x="1338084" y="377952"/>
                </a:lnTo>
                <a:lnTo>
                  <a:pt x="1374000" y="362712"/>
                </a:lnTo>
                <a:lnTo>
                  <a:pt x="1388376" y="353568"/>
                </a:lnTo>
                <a:lnTo>
                  <a:pt x="1429524" y="316992"/>
                </a:lnTo>
                <a:lnTo>
                  <a:pt x="1458480" y="268224"/>
                </a:lnTo>
                <a:lnTo>
                  <a:pt x="1469148" y="231648"/>
                </a:lnTo>
                <a:lnTo>
                  <a:pt x="1472196" y="213360"/>
                </a:lnTo>
                <a:lnTo>
                  <a:pt x="1472196" y="173736"/>
                </a:lnTo>
                <a:close/>
              </a:path>
              <a:path w="2377440" h="1021079">
                <a:moveTo>
                  <a:pt x="2377440" y="806196"/>
                </a:moveTo>
                <a:lnTo>
                  <a:pt x="2374392" y="787908"/>
                </a:lnTo>
                <a:lnTo>
                  <a:pt x="2362200" y="751332"/>
                </a:lnTo>
                <a:lnTo>
                  <a:pt x="2354580" y="734568"/>
                </a:lnTo>
                <a:lnTo>
                  <a:pt x="2353056" y="732180"/>
                </a:lnTo>
                <a:lnTo>
                  <a:pt x="2353056" y="827532"/>
                </a:lnTo>
                <a:lnTo>
                  <a:pt x="2351532" y="845820"/>
                </a:lnTo>
                <a:lnTo>
                  <a:pt x="2339340" y="893064"/>
                </a:lnTo>
                <a:lnTo>
                  <a:pt x="2313432" y="934212"/>
                </a:lnTo>
                <a:lnTo>
                  <a:pt x="2278380" y="967740"/>
                </a:lnTo>
                <a:lnTo>
                  <a:pt x="2263140" y="975360"/>
                </a:lnTo>
                <a:lnTo>
                  <a:pt x="2249424" y="982980"/>
                </a:lnTo>
                <a:lnTo>
                  <a:pt x="2234184" y="987552"/>
                </a:lnTo>
                <a:lnTo>
                  <a:pt x="2217420" y="992124"/>
                </a:lnTo>
                <a:lnTo>
                  <a:pt x="2200656" y="995172"/>
                </a:lnTo>
                <a:lnTo>
                  <a:pt x="2165604" y="995172"/>
                </a:lnTo>
                <a:lnTo>
                  <a:pt x="2103120" y="975360"/>
                </a:lnTo>
                <a:lnTo>
                  <a:pt x="2065020" y="946404"/>
                </a:lnTo>
                <a:lnTo>
                  <a:pt x="2036064" y="906780"/>
                </a:lnTo>
                <a:lnTo>
                  <a:pt x="2019300" y="861060"/>
                </a:lnTo>
                <a:lnTo>
                  <a:pt x="2016252" y="844296"/>
                </a:lnTo>
                <a:lnTo>
                  <a:pt x="2016252" y="809244"/>
                </a:lnTo>
                <a:lnTo>
                  <a:pt x="2028444" y="762000"/>
                </a:lnTo>
                <a:lnTo>
                  <a:pt x="2054352" y="719328"/>
                </a:lnTo>
                <a:lnTo>
                  <a:pt x="2090928" y="687324"/>
                </a:lnTo>
                <a:lnTo>
                  <a:pt x="2135124" y="665988"/>
                </a:lnTo>
                <a:lnTo>
                  <a:pt x="2185416" y="658368"/>
                </a:lnTo>
                <a:lnTo>
                  <a:pt x="2202180" y="659892"/>
                </a:lnTo>
                <a:lnTo>
                  <a:pt x="2249424" y="672084"/>
                </a:lnTo>
                <a:lnTo>
                  <a:pt x="2292096" y="697992"/>
                </a:lnTo>
                <a:lnTo>
                  <a:pt x="2324100" y="733044"/>
                </a:lnTo>
                <a:lnTo>
                  <a:pt x="2331720" y="748284"/>
                </a:lnTo>
                <a:lnTo>
                  <a:pt x="2339340" y="762000"/>
                </a:lnTo>
                <a:lnTo>
                  <a:pt x="2345436" y="777240"/>
                </a:lnTo>
                <a:lnTo>
                  <a:pt x="2351532" y="810768"/>
                </a:lnTo>
                <a:lnTo>
                  <a:pt x="2353056" y="827532"/>
                </a:lnTo>
                <a:lnTo>
                  <a:pt x="2353056" y="732180"/>
                </a:lnTo>
                <a:lnTo>
                  <a:pt x="2321052" y="690372"/>
                </a:lnTo>
                <a:lnTo>
                  <a:pt x="2278126" y="658368"/>
                </a:lnTo>
                <a:lnTo>
                  <a:pt x="2275332" y="656844"/>
                </a:lnTo>
                <a:lnTo>
                  <a:pt x="2258568" y="649224"/>
                </a:lnTo>
                <a:lnTo>
                  <a:pt x="2240280" y="641604"/>
                </a:lnTo>
                <a:lnTo>
                  <a:pt x="2221992" y="637032"/>
                </a:lnTo>
                <a:lnTo>
                  <a:pt x="2203704" y="633984"/>
                </a:lnTo>
                <a:lnTo>
                  <a:pt x="2164080" y="633984"/>
                </a:lnTo>
                <a:lnTo>
                  <a:pt x="2107692" y="649224"/>
                </a:lnTo>
                <a:lnTo>
                  <a:pt x="2060448" y="678180"/>
                </a:lnTo>
                <a:lnTo>
                  <a:pt x="2023872" y="719328"/>
                </a:lnTo>
                <a:lnTo>
                  <a:pt x="2005584" y="752856"/>
                </a:lnTo>
                <a:lnTo>
                  <a:pt x="1994916" y="789432"/>
                </a:lnTo>
                <a:lnTo>
                  <a:pt x="1990344" y="827532"/>
                </a:lnTo>
                <a:lnTo>
                  <a:pt x="1991868" y="847344"/>
                </a:lnTo>
                <a:lnTo>
                  <a:pt x="1999488" y="885444"/>
                </a:lnTo>
                <a:lnTo>
                  <a:pt x="2014728" y="920496"/>
                </a:lnTo>
                <a:lnTo>
                  <a:pt x="2048256" y="964692"/>
                </a:lnTo>
                <a:lnTo>
                  <a:pt x="2092452" y="998220"/>
                </a:lnTo>
                <a:lnTo>
                  <a:pt x="2145792" y="1016508"/>
                </a:lnTo>
                <a:lnTo>
                  <a:pt x="2185416" y="1021080"/>
                </a:lnTo>
                <a:lnTo>
                  <a:pt x="2203704" y="1019556"/>
                </a:lnTo>
                <a:lnTo>
                  <a:pt x="2223516" y="1016508"/>
                </a:lnTo>
                <a:lnTo>
                  <a:pt x="2241804" y="1011936"/>
                </a:lnTo>
                <a:lnTo>
                  <a:pt x="2260092" y="1005840"/>
                </a:lnTo>
                <a:lnTo>
                  <a:pt x="2279650" y="995172"/>
                </a:lnTo>
                <a:lnTo>
                  <a:pt x="2293620" y="987552"/>
                </a:lnTo>
                <a:lnTo>
                  <a:pt x="2345436" y="935736"/>
                </a:lnTo>
                <a:lnTo>
                  <a:pt x="2369820" y="883920"/>
                </a:lnTo>
                <a:lnTo>
                  <a:pt x="2377440" y="845820"/>
                </a:lnTo>
                <a:lnTo>
                  <a:pt x="2377440" y="80619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262902" y="1183651"/>
            <a:ext cx="8077200" cy="1386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Construisons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Verdana"/>
                <a:cs typeface="Verdana"/>
              </a:rPr>
              <a:t>le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20" dirty="0">
                <a:solidFill>
                  <a:srgbClr val="FFFFFF"/>
                </a:solidFill>
                <a:latin typeface="Verdana"/>
                <a:cs typeface="Verdana"/>
              </a:rPr>
              <a:t>graphe</a:t>
            </a:r>
            <a:r>
              <a:rPr sz="18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70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1800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0" dirty="0">
                <a:solidFill>
                  <a:srgbClr val="FFFFFF"/>
                </a:solidFill>
                <a:latin typeface="Verdana"/>
                <a:cs typeface="Verdana"/>
              </a:rPr>
              <a:t>dont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95" dirty="0">
                <a:solidFill>
                  <a:srgbClr val="FFFFFF"/>
                </a:solidFill>
                <a:latin typeface="Verdana"/>
                <a:cs typeface="Verdana"/>
              </a:rPr>
              <a:t>les</a:t>
            </a:r>
            <a:r>
              <a:rPr sz="18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sommets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75" dirty="0">
                <a:solidFill>
                  <a:srgbClr val="FFFFFF"/>
                </a:solidFill>
                <a:latin typeface="Verdana"/>
                <a:cs typeface="Verdana"/>
              </a:rPr>
              <a:t>sont</a:t>
            </a:r>
            <a:r>
              <a:rPr sz="18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95" dirty="0">
                <a:solidFill>
                  <a:srgbClr val="FFFFFF"/>
                </a:solidFill>
                <a:latin typeface="Verdana"/>
                <a:cs typeface="Verdana"/>
              </a:rPr>
              <a:t>les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5" dirty="0">
                <a:solidFill>
                  <a:srgbClr val="FFFFFF"/>
                </a:solidFill>
                <a:latin typeface="Verdana"/>
                <a:cs typeface="Verdana"/>
              </a:rPr>
              <a:t>disciplines.</a:t>
            </a:r>
            <a:r>
              <a:rPr sz="18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35" dirty="0">
                <a:solidFill>
                  <a:srgbClr val="FFFFFF"/>
                </a:solidFill>
                <a:latin typeface="Verdana"/>
                <a:cs typeface="Verdana"/>
              </a:rPr>
              <a:t>Une</a:t>
            </a:r>
            <a:r>
              <a:rPr sz="18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arête </a:t>
            </a:r>
            <a:r>
              <a:rPr sz="1800" spc="-6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60" dirty="0">
                <a:solidFill>
                  <a:srgbClr val="FFFFFF"/>
                </a:solidFill>
                <a:latin typeface="Verdana"/>
                <a:cs typeface="Verdana"/>
              </a:rPr>
              <a:t>relie </a:t>
            </a: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deux </a:t>
            </a:r>
            <a:r>
              <a:rPr sz="1800" spc="105" dirty="0">
                <a:solidFill>
                  <a:srgbClr val="FFFFFF"/>
                </a:solidFill>
                <a:latin typeface="Verdana"/>
                <a:cs typeface="Verdana"/>
              </a:rPr>
              <a:t>de 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ses </a:t>
            </a:r>
            <a:r>
              <a:rPr sz="1800" spc="-75" dirty="0">
                <a:solidFill>
                  <a:srgbClr val="FFFFFF"/>
                </a:solidFill>
                <a:latin typeface="Verdana"/>
                <a:cs typeface="Verdana"/>
              </a:rPr>
              <a:t>sommets </a:t>
            </a:r>
            <a:r>
              <a:rPr sz="1800" spc="-55" dirty="0">
                <a:solidFill>
                  <a:srgbClr val="FFFFFF"/>
                </a:solidFill>
                <a:latin typeface="Verdana"/>
                <a:cs typeface="Verdana"/>
              </a:rPr>
              <a:t>lorsque </a:t>
            </a:r>
            <a:r>
              <a:rPr sz="1800" spc="-95" dirty="0">
                <a:solidFill>
                  <a:srgbClr val="FFFFFF"/>
                </a:solidFill>
                <a:latin typeface="Verdana"/>
                <a:cs typeface="Verdana"/>
              </a:rPr>
              <a:t>les </a:t>
            </a: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deux </a:t>
            </a:r>
            <a:r>
              <a:rPr sz="1800" spc="-50" dirty="0">
                <a:solidFill>
                  <a:srgbClr val="FFFFFF"/>
                </a:solidFill>
                <a:latin typeface="Verdana"/>
                <a:cs typeface="Verdana"/>
              </a:rPr>
              <a:t>disciplines </a:t>
            </a:r>
            <a:r>
              <a:rPr sz="1800" spc="-5" dirty="0">
                <a:solidFill>
                  <a:srgbClr val="FFFFFF"/>
                </a:solidFill>
                <a:latin typeface="Verdana"/>
                <a:cs typeface="Verdana"/>
              </a:rPr>
              <a:t>correspondant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Verdana"/>
                <a:cs typeface="Verdana"/>
              </a:rPr>
              <a:t>possèdent</a:t>
            </a:r>
            <a:r>
              <a:rPr sz="180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des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40" dirty="0">
                <a:solidFill>
                  <a:srgbClr val="FFFFFF"/>
                </a:solidFill>
                <a:latin typeface="Verdana"/>
                <a:cs typeface="Verdana"/>
              </a:rPr>
              <a:t>étudiants</a:t>
            </a:r>
            <a:r>
              <a:rPr sz="1800" spc="-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Verdana"/>
                <a:cs typeface="Verdana"/>
              </a:rPr>
              <a:t>communs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700">
              <a:latin typeface="Verdana"/>
              <a:cs typeface="Verdana"/>
            </a:endParaRPr>
          </a:p>
          <a:p>
            <a:pPr marL="1238885" algn="ctr">
              <a:lnSpc>
                <a:spcPct val="100000"/>
              </a:lnSpc>
            </a:pPr>
            <a:r>
              <a:rPr sz="1800" spc="-5" dirty="0">
                <a:solidFill>
                  <a:srgbClr val="FFFFFF"/>
                </a:solidFill>
                <a:latin typeface="Verdana"/>
                <a:cs typeface="Verdana"/>
              </a:rPr>
              <a:t>Chimie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38735" y="2986550"/>
            <a:ext cx="7861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3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f</a:t>
            </a:r>
            <a:r>
              <a:rPr sz="1800" spc="7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1800" spc="-23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800" spc="-65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1800" spc="-160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90557" y="2986550"/>
            <a:ext cx="8477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5" dirty="0">
                <a:solidFill>
                  <a:srgbClr val="FFFFFF"/>
                </a:solidFill>
                <a:latin typeface="Verdana"/>
                <a:cs typeface="Verdana"/>
              </a:rPr>
              <a:t>Electro.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72668" y="2688335"/>
            <a:ext cx="9144000" cy="4520565"/>
            <a:chOff x="772668" y="2688335"/>
            <a:chExt cx="9144000" cy="4520565"/>
          </a:xfrm>
        </p:grpSpPr>
        <p:sp>
          <p:nvSpPr>
            <p:cNvPr id="8" name="object 8"/>
            <p:cNvSpPr/>
            <p:nvPr/>
          </p:nvSpPr>
          <p:spPr>
            <a:xfrm>
              <a:off x="4169664" y="2688335"/>
              <a:ext cx="1823085" cy="1091565"/>
            </a:xfrm>
            <a:custGeom>
              <a:avLst/>
              <a:gdLst/>
              <a:ahLst/>
              <a:cxnLst/>
              <a:rect l="l" t="t" r="r" b="b"/>
              <a:pathLst>
                <a:path w="1823085" h="1091564">
                  <a:moveTo>
                    <a:pt x="1688579" y="598932"/>
                  </a:moveTo>
                  <a:lnTo>
                    <a:pt x="1673352" y="574548"/>
                  </a:lnTo>
                  <a:lnTo>
                    <a:pt x="1287399" y="802271"/>
                  </a:lnTo>
                  <a:lnTo>
                    <a:pt x="1135786" y="473506"/>
                  </a:lnTo>
                  <a:lnTo>
                    <a:pt x="1627632" y="473964"/>
                  </a:lnTo>
                  <a:lnTo>
                    <a:pt x="1627632" y="446532"/>
                  </a:lnTo>
                  <a:lnTo>
                    <a:pt x="1122921" y="445592"/>
                  </a:lnTo>
                  <a:lnTo>
                    <a:pt x="1091349" y="377126"/>
                  </a:lnTo>
                  <a:lnTo>
                    <a:pt x="1091349" y="445528"/>
                  </a:lnTo>
                  <a:lnTo>
                    <a:pt x="750379" y="444893"/>
                  </a:lnTo>
                  <a:lnTo>
                    <a:pt x="905332" y="42138"/>
                  </a:lnTo>
                  <a:lnTo>
                    <a:pt x="1091349" y="445528"/>
                  </a:lnTo>
                  <a:lnTo>
                    <a:pt x="1091349" y="377126"/>
                  </a:lnTo>
                  <a:lnTo>
                    <a:pt x="917448" y="0"/>
                  </a:lnTo>
                  <a:lnTo>
                    <a:pt x="904494" y="6108"/>
                  </a:lnTo>
                  <a:lnTo>
                    <a:pt x="891540" y="1524"/>
                  </a:lnTo>
                  <a:lnTo>
                    <a:pt x="720763" y="444842"/>
                  </a:lnTo>
                  <a:lnTo>
                    <a:pt x="0" y="443484"/>
                  </a:lnTo>
                  <a:lnTo>
                    <a:pt x="0" y="472440"/>
                  </a:lnTo>
                  <a:lnTo>
                    <a:pt x="709866" y="473113"/>
                  </a:lnTo>
                  <a:lnTo>
                    <a:pt x="471779" y="1091184"/>
                  </a:lnTo>
                  <a:lnTo>
                    <a:pt x="501751" y="1091184"/>
                  </a:lnTo>
                  <a:lnTo>
                    <a:pt x="739521" y="473138"/>
                  </a:lnTo>
                  <a:lnTo>
                    <a:pt x="1104239" y="473481"/>
                  </a:lnTo>
                  <a:lnTo>
                    <a:pt x="1262608" y="816902"/>
                  </a:lnTo>
                  <a:lnTo>
                    <a:pt x="797737" y="1091184"/>
                  </a:lnTo>
                  <a:lnTo>
                    <a:pt x="853147" y="1091184"/>
                  </a:lnTo>
                  <a:lnTo>
                    <a:pt x="1274584" y="842873"/>
                  </a:lnTo>
                  <a:lnTo>
                    <a:pt x="1389100" y="1091184"/>
                  </a:lnTo>
                  <a:lnTo>
                    <a:pt x="1420634" y="1091184"/>
                  </a:lnTo>
                  <a:lnTo>
                    <a:pt x="1299375" y="828255"/>
                  </a:lnTo>
                  <a:lnTo>
                    <a:pt x="1688579" y="598932"/>
                  </a:lnTo>
                  <a:close/>
                </a:path>
                <a:path w="1823085" h="1091564">
                  <a:moveTo>
                    <a:pt x="1822704" y="644664"/>
                  </a:moveTo>
                  <a:lnTo>
                    <a:pt x="1795272" y="633984"/>
                  </a:lnTo>
                  <a:lnTo>
                    <a:pt x="1616367" y="1091184"/>
                  </a:lnTo>
                  <a:lnTo>
                    <a:pt x="1646821" y="1091184"/>
                  </a:lnTo>
                  <a:lnTo>
                    <a:pt x="1822704" y="64466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3779519"/>
              <a:ext cx="9143999" cy="34290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1812" y="3781043"/>
              <a:ext cx="5925311" cy="102412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6414515"/>
              <a:ext cx="8974835" cy="67665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427207" y="3858767"/>
              <a:ext cx="1384300" cy="387350"/>
            </a:xfrm>
            <a:custGeom>
              <a:avLst/>
              <a:gdLst/>
              <a:ahLst/>
              <a:cxnLst/>
              <a:rect l="l" t="t" r="r" b="b"/>
              <a:pathLst>
                <a:path w="1384300" h="387350">
                  <a:moveTo>
                    <a:pt x="388620" y="192024"/>
                  </a:moveTo>
                  <a:lnTo>
                    <a:pt x="384048" y="153924"/>
                  </a:lnTo>
                  <a:lnTo>
                    <a:pt x="364236" y="100584"/>
                  </a:lnTo>
                  <a:lnTo>
                    <a:pt x="362712" y="97790"/>
                  </a:lnTo>
                  <a:lnTo>
                    <a:pt x="362712" y="193548"/>
                  </a:lnTo>
                  <a:lnTo>
                    <a:pt x="359664" y="227076"/>
                  </a:lnTo>
                  <a:lnTo>
                    <a:pt x="341376" y="274320"/>
                  </a:lnTo>
                  <a:lnTo>
                    <a:pt x="312420" y="312420"/>
                  </a:lnTo>
                  <a:lnTo>
                    <a:pt x="274320" y="341376"/>
                  </a:lnTo>
                  <a:lnTo>
                    <a:pt x="227076" y="358140"/>
                  </a:lnTo>
                  <a:lnTo>
                    <a:pt x="193548" y="361188"/>
                  </a:lnTo>
                  <a:lnTo>
                    <a:pt x="160020" y="358140"/>
                  </a:lnTo>
                  <a:lnTo>
                    <a:pt x="112776" y="341376"/>
                  </a:lnTo>
                  <a:lnTo>
                    <a:pt x="64008" y="300228"/>
                  </a:lnTo>
                  <a:lnTo>
                    <a:pt x="33528" y="242316"/>
                  </a:lnTo>
                  <a:lnTo>
                    <a:pt x="25908" y="192024"/>
                  </a:lnTo>
                  <a:lnTo>
                    <a:pt x="28956" y="158496"/>
                  </a:lnTo>
                  <a:lnTo>
                    <a:pt x="54864" y="99060"/>
                  </a:lnTo>
                  <a:lnTo>
                    <a:pt x="88392" y="62484"/>
                  </a:lnTo>
                  <a:lnTo>
                    <a:pt x="144780" y="32004"/>
                  </a:lnTo>
                  <a:lnTo>
                    <a:pt x="195072" y="24384"/>
                  </a:lnTo>
                  <a:lnTo>
                    <a:pt x="211836" y="25908"/>
                  </a:lnTo>
                  <a:lnTo>
                    <a:pt x="245364" y="32004"/>
                  </a:lnTo>
                  <a:lnTo>
                    <a:pt x="260604" y="38100"/>
                  </a:lnTo>
                  <a:lnTo>
                    <a:pt x="274320" y="45720"/>
                  </a:lnTo>
                  <a:lnTo>
                    <a:pt x="289560" y="53340"/>
                  </a:lnTo>
                  <a:lnTo>
                    <a:pt x="324612" y="86868"/>
                  </a:lnTo>
                  <a:lnTo>
                    <a:pt x="355092" y="143256"/>
                  </a:lnTo>
                  <a:lnTo>
                    <a:pt x="362712" y="193548"/>
                  </a:lnTo>
                  <a:lnTo>
                    <a:pt x="362712" y="97790"/>
                  </a:lnTo>
                  <a:lnTo>
                    <a:pt x="355092" y="83820"/>
                  </a:lnTo>
                  <a:lnTo>
                    <a:pt x="342900" y="70104"/>
                  </a:lnTo>
                  <a:lnTo>
                    <a:pt x="330708" y="54864"/>
                  </a:lnTo>
                  <a:lnTo>
                    <a:pt x="316992" y="42672"/>
                  </a:lnTo>
                  <a:lnTo>
                    <a:pt x="301752" y="32004"/>
                  </a:lnTo>
                  <a:lnTo>
                    <a:pt x="289052" y="24384"/>
                  </a:lnTo>
                  <a:lnTo>
                    <a:pt x="286512" y="22860"/>
                  </a:lnTo>
                  <a:lnTo>
                    <a:pt x="269748" y="13716"/>
                  </a:lnTo>
                  <a:lnTo>
                    <a:pt x="251460" y="7620"/>
                  </a:lnTo>
                  <a:lnTo>
                    <a:pt x="233172" y="3048"/>
                  </a:lnTo>
                  <a:lnTo>
                    <a:pt x="213360" y="0"/>
                  </a:lnTo>
                  <a:lnTo>
                    <a:pt x="173736" y="0"/>
                  </a:lnTo>
                  <a:lnTo>
                    <a:pt x="135636" y="7620"/>
                  </a:lnTo>
                  <a:lnTo>
                    <a:pt x="85344" y="32004"/>
                  </a:lnTo>
                  <a:lnTo>
                    <a:pt x="44196" y="70104"/>
                  </a:lnTo>
                  <a:lnTo>
                    <a:pt x="15240" y="118872"/>
                  </a:lnTo>
                  <a:lnTo>
                    <a:pt x="1524" y="173736"/>
                  </a:lnTo>
                  <a:lnTo>
                    <a:pt x="0" y="193548"/>
                  </a:lnTo>
                  <a:lnTo>
                    <a:pt x="1524" y="213360"/>
                  </a:lnTo>
                  <a:lnTo>
                    <a:pt x="4572" y="233172"/>
                  </a:lnTo>
                  <a:lnTo>
                    <a:pt x="9144" y="251460"/>
                  </a:lnTo>
                  <a:lnTo>
                    <a:pt x="16764" y="268224"/>
                  </a:lnTo>
                  <a:lnTo>
                    <a:pt x="24384" y="286512"/>
                  </a:lnTo>
                  <a:lnTo>
                    <a:pt x="57912" y="330708"/>
                  </a:lnTo>
                  <a:lnTo>
                    <a:pt x="102108" y="364236"/>
                  </a:lnTo>
                  <a:lnTo>
                    <a:pt x="155448" y="382524"/>
                  </a:lnTo>
                  <a:lnTo>
                    <a:pt x="195072" y="387096"/>
                  </a:lnTo>
                  <a:lnTo>
                    <a:pt x="214884" y="385572"/>
                  </a:lnTo>
                  <a:lnTo>
                    <a:pt x="233172" y="382524"/>
                  </a:lnTo>
                  <a:lnTo>
                    <a:pt x="252984" y="377952"/>
                  </a:lnTo>
                  <a:lnTo>
                    <a:pt x="269748" y="371856"/>
                  </a:lnTo>
                  <a:lnTo>
                    <a:pt x="289306" y="361188"/>
                  </a:lnTo>
                  <a:lnTo>
                    <a:pt x="303276" y="353568"/>
                  </a:lnTo>
                  <a:lnTo>
                    <a:pt x="344424" y="315468"/>
                  </a:lnTo>
                  <a:lnTo>
                    <a:pt x="373380" y="268224"/>
                  </a:lnTo>
                  <a:lnTo>
                    <a:pt x="384048" y="231648"/>
                  </a:lnTo>
                  <a:lnTo>
                    <a:pt x="387096" y="211836"/>
                  </a:lnTo>
                  <a:lnTo>
                    <a:pt x="388620" y="192024"/>
                  </a:lnTo>
                  <a:close/>
                </a:path>
                <a:path w="1384300" h="387350">
                  <a:moveTo>
                    <a:pt x="1383804" y="192024"/>
                  </a:moveTo>
                  <a:lnTo>
                    <a:pt x="1379232" y="153924"/>
                  </a:lnTo>
                  <a:lnTo>
                    <a:pt x="1368564" y="117348"/>
                  </a:lnTo>
                  <a:lnTo>
                    <a:pt x="1357896" y="97790"/>
                  </a:lnTo>
                  <a:lnTo>
                    <a:pt x="1357896" y="193548"/>
                  </a:lnTo>
                  <a:lnTo>
                    <a:pt x="1354848" y="227076"/>
                  </a:lnTo>
                  <a:lnTo>
                    <a:pt x="1338084" y="274320"/>
                  </a:lnTo>
                  <a:lnTo>
                    <a:pt x="1296936" y="323088"/>
                  </a:lnTo>
                  <a:lnTo>
                    <a:pt x="1254264" y="348996"/>
                  </a:lnTo>
                  <a:lnTo>
                    <a:pt x="1188732" y="361188"/>
                  </a:lnTo>
                  <a:lnTo>
                    <a:pt x="1155204" y="358140"/>
                  </a:lnTo>
                  <a:lnTo>
                    <a:pt x="1109484" y="341376"/>
                  </a:lnTo>
                  <a:lnTo>
                    <a:pt x="1059192" y="300228"/>
                  </a:lnTo>
                  <a:lnTo>
                    <a:pt x="1028712" y="242316"/>
                  </a:lnTo>
                  <a:lnTo>
                    <a:pt x="1021092" y="192024"/>
                  </a:lnTo>
                  <a:lnTo>
                    <a:pt x="1022616" y="175260"/>
                  </a:lnTo>
                  <a:lnTo>
                    <a:pt x="1034808" y="126492"/>
                  </a:lnTo>
                  <a:lnTo>
                    <a:pt x="1060716" y="85344"/>
                  </a:lnTo>
                  <a:lnTo>
                    <a:pt x="1095768" y="53340"/>
                  </a:lnTo>
                  <a:lnTo>
                    <a:pt x="1139964" y="32004"/>
                  </a:lnTo>
                  <a:lnTo>
                    <a:pt x="1190256" y="24384"/>
                  </a:lnTo>
                  <a:lnTo>
                    <a:pt x="1207020" y="25908"/>
                  </a:lnTo>
                  <a:lnTo>
                    <a:pt x="1255788" y="38100"/>
                  </a:lnTo>
                  <a:lnTo>
                    <a:pt x="1309128" y="74676"/>
                  </a:lnTo>
                  <a:lnTo>
                    <a:pt x="1338084" y="112776"/>
                  </a:lnTo>
                  <a:lnTo>
                    <a:pt x="1354848" y="160020"/>
                  </a:lnTo>
                  <a:lnTo>
                    <a:pt x="1357896" y="193548"/>
                  </a:lnTo>
                  <a:lnTo>
                    <a:pt x="1357896" y="97790"/>
                  </a:lnTo>
                  <a:lnTo>
                    <a:pt x="1350276" y="83820"/>
                  </a:lnTo>
                  <a:lnTo>
                    <a:pt x="1338084" y="70104"/>
                  </a:lnTo>
                  <a:lnTo>
                    <a:pt x="1325892" y="54864"/>
                  </a:lnTo>
                  <a:lnTo>
                    <a:pt x="1312176" y="42672"/>
                  </a:lnTo>
                  <a:lnTo>
                    <a:pt x="1296936" y="32004"/>
                  </a:lnTo>
                  <a:lnTo>
                    <a:pt x="1284236" y="24384"/>
                  </a:lnTo>
                  <a:lnTo>
                    <a:pt x="1281696" y="22860"/>
                  </a:lnTo>
                  <a:lnTo>
                    <a:pt x="1264932" y="13716"/>
                  </a:lnTo>
                  <a:lnTo>
                    <a:pt x="1246644" y="7620"/>
                  </a:lnTo>
                  <a:lnTo>
                    <a:pt x="1228356" y="3048"/>
                  </a:lnTo>
                  <a:lnTo>
                    <a:pt x="1208544" y="0"/>
                  </a:lnTo>
                  <a:lnTo>
                    <a:pt x="1168920" y="0"/>
                  </a:lnTo>
                  <a:lnTo>
                    <a:pt x="1130820" y="7620"/>
                  </a:lnTo>
                  <a:lnTo>
                    <a:pt x="1080528" y="32004"/>
                  </a:lnTo>
                  <a:lnTo>
                    <a:pt x="1039380" y="70104"/>
                  </a:lnTo>
                  <a:lnTo>
                    <a:pt x="1010424" y="118872"/>
                  </a:lnTo>
                  <a:lnTo>
                    <a:pt x="996708" y="173736"/>
                  </a:lnTo>
                  <a:lnTo>
                    <a:pt x="996708" y="213360"/>
                  </a:lnTo>
                  <a:lnTo>
                    <a:pt x="999756" y="233172"/>
                  </a:lnTo>
                  <a:lnTo>
                    <a:pt x="1004328" y="251460"/>
                  </a:lnTo>
                  <a:lnTo>
                    <a:pt x="1011948" y="268224"/>
                  </a:lnTo>
                  <a:lnTo>
                    <a:pt x="1019568" y="286512"/>
                  </a:lnTo>
                  <a:lnTo>
                    <a:pt x="1053096" y="330708"/>
                  </a:lnTo>
                  <a:lnTo>
                    <a:pt x="1097292" y="364236"/>
                  </a:lnTo>
                  <a:lnTo>
                    <a:pt x="1150632" y="382524"/>
                  </a:lnTo>
                  <a:lnTo>
                    <a:pt x="1190256" y="387096"/>
                  </a:lnTo>
                  <a:lnTo>
                    <a:pt x="1210068" y="385572"/>
                  </a:lnTo>
                  <a:lnTo>
                    <a:pt x="1248168" y="377952"/>
                  </a:lnTo>
                  <a:lnTo>
                    <a:pt x="1283220" y="362712"/>
                  </a:lnTo>
                  <a:lnTo>
                    <a:pt x="1285760" y="361188"/>
                  </a:lnTo>
                  <a:lnTo>
                    <a:pt x="1298460" y="353568"/>
                  </a:lnTo>
                  <a:lnTo>
                    <a:pt x="1339608" y="315468"/>
                  </a:lnTo>
                  <a:lnTo>
                    <a:pt x="1368564" y="268224"/>
                  </a:lnTo>
                  <a:lnTo>
                    <a:pt x="1379232" y="231648"/>
                  </a:lnTo>
                  <a:lnTo>
                    <a:pt x="1382280" y="211836"/>
                  </a:lnTo>
                  <a:lnTo>
                    <a:pt x="1383804" y="192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705835" y="4253000"/>
            <a:ext cx="6972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5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1800" spc="13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1800" spc="-24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606291" y="4260591"/>
            <a:ext cx="5734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0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y</a:t>
            </a:r>
            <a:r>
              <a:rPr sz="1800" spc="-24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1800" spc="-160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1800">
              <a:latin typeface="Verdana"/>
              <a:cs typeface="Verdana"/>
            </a:endParaRPr>
          </a:p>
        </p:txBody>
      </p:sp>
      <p:graphicFrame>
        <p:nvGraphicFramePr>
          <p:cNvPr id="20" name="object 20"/>
          <p:cNvGraphicFramePr>
            <a:graphicFrameLocks noGrp="1"/>
          </p:cNvGraphicFramePr>
          <p:nvPr/>
        </p:nvGraphicFramePr>
        <p:xfrm>
          <a:off x="1539240" y="4751832"/>
          <a:ext cx="6658607" cy="7414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09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99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99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93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99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099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331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65" dirty="0">
                          <a:latin typeface="Verdana"/>
                          <a:cs typeface="Verdana"/>
                        </a:rPr>
                        <a:t>Sommet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5BD3"/>
                      </a:solidFill>
                      <a:prstDash val="solid"/>
                    </a:lnL>
                    <a:lnR w="1270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2700">
                      <a:solidFill>
                        <a:srgbClr val="005B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" dirty="0">
                          <a:latin typeface="Verdana"/>
                          <a:cs typeface="Verdana"/>
                        </a:rPr>
                        <a:t>chimie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5BD3"/>
                      </a:solidFill>
                      <a:prstDash val="solid"/>
                    </a:lnL>
                    <a:lnR w="1905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2700">
                      <a:solidFill>
                        <a:srgbClr val="005B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40" dirty="0">
                          <a:latin typeface="Verdana"/>
                          <a:cs typeface="Verdana"/>
                        </a:rPr>
                        <a:t>Electron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5BD3"/>
                      </a:solidFill>
                      <a:prstDash val="solid"/>
                    </a:lnL>
                    <a:lnR w="1270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2700">
                      <a:solidFill>
                        <a:srgbClr val="005B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Verdana"/>
                          <a:cs typeface="Verdana"/>
                        </a:rPr>
                        <a:t>Maths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5BD3"/>
                      </a:solidFill>
                      <a:prstDash val="solid"/>
                    </a:lnL>
                    <a:lnR w="1270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2700">
                      <a:solidFill>
                        <a:srgbClr val="005B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20" dirty="0">
                          <a:latin typeface="Verdana"/>
                          <a:cs typeface="Verdana"/>
                        </a:rPr>
                        <a:t>Phys.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5BD3"/>
                      </a:solidFill>
                      <a:prstDash val="solid"/>
                    </a:lnL>
                    <a:lnR w="1905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2700">
                      <a:solidFill>
                        <a:srgbClr val="005B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20" dirty="0">
                          <a:latin typeface="Verdana"/>
                          <a:cs typeface="Verdana"/>
                        </a:rPr>
                        <a:t>Inform.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5BD3"/>
                      </a:solidFill>
                      <a:prstDash val="solid"/>
                    </a:lnL>
                    <a:lnR w="1270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2700">
                      <a:solidFill>
                        <a:srgbClr val="005BD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094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Degré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5BD3"/>
                      </a:solidFill>
                      <a:prstDash val="solid"/>
                    </a:lnL>
                    <a:lnR w="1270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9050">
                      <a:solidFill>
                        <a:srgbClr val="005B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2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5BD3"/>
                      </a:solidFill>
                      <a:prstDash val="solid"/>
                    </a:lnL>
                    <a:lnR w="1905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9050">
                      <a:solidFill>
                        <a:srgbClr val="005B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5BD3"/>
                      </a:solidFill>
                      <a:prstDash val="solid"/>
                    </a:lnL>
                    <a:lnR w="1270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9050">
                      <a:solidFill>
                        <a:srgbClr val="005B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3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5BD3"/>
                      </a:solidFill>
                      <a:prstDash val="solid"/>
                    </a:lnL>
                    <a:lnR w="1270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9050">
                      <a:solidFill>
                        <a:srgbClr val="005B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3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5BD3"/>
                      </a:solidFill>
                      <a:prstDash val="solid"/>
                    </a:lnL>
                    <a:lnR w="1905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9050">
                      <a:solidFill>
                        <a:srgbClr val="005B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3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5BD3"/>
                      </a:solidFill>
                      <a:prstDash val="solid"/>
                    </a:lnL>
                    <a:lnR w="1270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9050">
                      <a:solidFill>
                        <a:srgbClr val="005BD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21" name="object 2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545336" y="4757927"/>
            <a:ext cx="6659879" cy="742188"/>
          </a:xfrm>
          <a:prstGeom prst="rect">
            <a:avLst/>
          </a:prstGeom>
        </p:spPr>
      </p:pic>
      <p:grpSp>
        <p:nvGrpSpPr>
          <p:cNvPr id="22" name="object 22"/>
          <p:cNvGrpSpPr/>
          <p:nvPr/>
        </p:nvGrpSpPr>
        <p:grpSpPr>
          <a:xfrm>
            <a:off x="4433315" y="3779519"/>
            <a:ext cx="1383665" cy="474345"/>
            <a:chOff x="4433315" y="3779519"/>
            <a:chExt cx="1383665" cy="474345"/>
          </a:xfrm>
        </p:grpSpPr>
        <p:sp>
          <p:nvSpPr>
            <p:cNvPr id="23" name="object 23"/>
            <p:cNvSpPr/>
            <p:nvPr/>
          </p:nvSpPr>
          <p:spPr>
            <a:xfrm>
              <a:off x="4608576" y="3779520"/>
              <a:ext cx="1208405" cy="288290"/>
            </a:xfrm>
            <a:custGeom>
              <a:avLst/>
              <a:gdLst/>
              <a:ahLst/>
              <a:cxnLst/>
              <a:rect l="l" t="t" r="r" b="b"/>
              <a:pathLst>
                <a:path w="1208404" h="288289">
                  <a:moveTo>
                    <a:pt x="62839" y="0"/>
                  </a:moveTo>
                  <a:lnTo>
                    <a:pt x="32867" y="0"/>
                  </a:lnTo>
                  <a:lnTo>
                    <a:pt x="0" y="85356"/>
                  </a:lnTo>
                  <a:lnTo>
                    <a:pt x="25908" y="96024"/>
                  </a:lnTo>
                  <a:lnTo>
                    <a:pt x="62839" y="0"/>
                  </a:lnTo>
                  <a:close/>
                </a:path>
                <a:path w="1208404" h="288289">
                  <a:moveTo>
                    <a:pt x="414235" y="0"/>
                  </a:moveTo>
                  <a:lnTo>
                    <a:pt x="358825" y="0"/>
                  </a:lnTo>
                  <a:lnTo>
                    <a:pt x="134112" y="132600"/>
                  </a:lnTo>
                  <a:lnTo>
                    <a:pt x="147815" y="156984"/>
                  </a:lnTo>
                  <a:lnTo>
                    <a:pt x="414235" y="0"/>
                  </a:lnTo>
                  <a:close/>
                </a:path>
                <a:path w="1208404" h="288289">
                  <a:moveTo>
                    <a:pt x="827519" y="259080"/>
                  </a:moveTo>
                  <a:lnTo>
                    <a:pt x="193548" y="257556"/>
                  </a:lnTo>
                  <a:lnTo>
                    <a:pt x="193548" y="286512"/>
                  </a:lnTo>
                  <a:lnTo>
                    <a:pt x="827519" y="288036"/>
                  </a:lnTo>
                  <a:lnTo>
                    <a:pt x="827519" y="259080"/>
                  </a:lnTo>
                  <a:close/>
                </a:path>
                <a:path w="1208404" h="288289">
                  <a:moveTo>
                    <a:pt x="1021067" y="85356"/>
                  </a:moveTo>
                  <a:lnTo>
                    <a:pt x="981722" y="0"/>
                  </a:lnTo>
                  <a:lnTo>
                    <a:pt x="950188" y="0"/>
                  </a:lnTo>
                  <a:lnTo>
                    <a:pt x="995172" y="97536"/>
                  </a:lnTo>
                  <a:lnTo>
                    <a:pt x="1021067" y="85356"/>
                  </a:lnTo>
                  <a:close/>
                </a:path>
                <a:path w="1208404" h="288289">
                  <a:moveTo>
                    <a:pt x="1207909" y="0"/>
                  </a:moveTo>
                  <a:lnTo>
                    <a:pt x="1177455" y="0"/>
                  </a:lnTo>
                  <a:lnTo>
                    <a:pt x="1123188" y="138684"/>
                  </a:lnTo>
                  <a:lnTo>
                    <a:pt x="1149083" y="149364"/>
                  </a:lnTo>
                  <a:lnTo>
                    <a:pt x="120790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447031" y="3880104"/>
              <a:ext cx="360045" cy="361315"/>
            </a:xfrm>
            <a:custGeom>
              <a:avLst/>
              <a:gdLst/>
              <a:ahLst/>
              <a:cxnLst/>
              <a:rect l="l" t="t" r="r" b="b"/>
              <a:pathLst>
                <a:path w="360045" h="361314">
                  <a:moveTo>
                    <a:pt x="179831" y="361188"/>
                  </a:moveTo>
                  <a:lnTo>
                    <a:pt x="132115" y="354739"/>
                  </a:lnTo>
                  <a:lnTo>
                    <a:pt x="89182" y="336521"/>
                  </a:lnTo>
                  <a:lnTo>
                    <a:pt x="52768" y="308229"/>
                  </a:lnTo>
                  <a:lnTo>
                    <a:pt x="24609" y="271554"/>
                  </a:lnTo>
                  <a:lnTo>
                    <a:pt x="6441" y="228190"/>
                  </a:lnTo>
                  <a:lnTo>
                    <a:pt x="0" y="179831"/>
                  </a:lnTo>
                  <a:lnTo>
                    <a:pt x="6441" y="132115"/>
                  </a:lnTo>
                  <a:lnTo>
                    <a:pt x="24609" y="89182"/>
                  </a:lnTo>
                  <a:lnTo>
                    <a:pt x="52768" y="52768"/>
                  </a:lnTo>
                  <a:lnTo>
                    <a:pt x="89182" y="24609"/>
                  </a:lnTo>
                  <a:lnTo>
                    <a:pt x="132115" y="6441"/>
                  </a:lnTo>
                  <a:lnTo>
                    <a:pt x="179831" y="0"/>
                  </a:lnTo>
                  <a:lnTo>
                    <a:pt x="227548" y="6441"/>
                  </a:lnTo>
                  <a:lnTo>
                    <a:pt x="270481" y="24609"/>
                  </a:lnTo>
                  <a:lnTo>
                    <a:pt x="306895" y="52768"/>
                  </a:lnTo>
                  <a:lnTo>
                    <a:pt x="335054" y="89182"/>
                  </a:lnTo>
                  <a:lnTo>
                    <a:pt x="353222" y="132115"/>
                  </a:lnTo>
                  <a:lnTo>
                    <a:pt x="359663" y="179831"/>
                  </a:lnTo>
                  <a:lnTo>
                    <a:pt x="353222" y="228190"/>
                  </a:lnTo>
                  <a:lnTo>
                    <a:pt x="335054" y="271554"/>
                  </a:lnTo>
                  <a:lnTo>
                    <a:pt x="306895" y="308229"/>
                  </a:lnTo>
                  <a:lnTo>
                    <a:pt x="270481" y="336521"/>
                  </a:lnTo>
                  <a:lnTo>
                    <a:pt x="227548" y="354739"/>
                  </a:lnTo>
                  <a:lnTo>
                    <a:pt x="179831" y="361188"/>
                  </a:lnTo>
                  <a:close/>
                </a:path>
              </a:pathLst>
            </a:custGeom>
            <a:solidFill>
              <a:srgbClr val="2B7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433315" y="3867912"/>
              <a:ext cx="386080" cy="386080"/>
            </a:xfrm>
            <a:custGeom>
              <a:avLst/>
              <a:gdLst/>
              <a:ahLst/>
              <a:cxnLst/>
              <a:rect l="l" t="t" r="r" b="b"/>
              <a:pathLst>
                <a:path w="386079" h="386079">
                  <a:moveTo>
                    <a:pt x="193548" y="385572"/>
                  </a:moveTo>
                  <a:lnTo>
                    <a:pt x="155448" y="381000"/>
                  </a:lnTo>
                  <a:lnTo>
                    <a:pt x="118872" y="370332"/>
                  </a:lnTo>
                  <a:lnTo>
                    <a:pt x="57912" y="329184"/>
                  </a:lnTo>
                  <a:lnTo>
                    <a:pt x="24384" y="284988"/>
                  </a:lnTo>
                  <a:lnTo>
                    <a:pt x="4572" y="231648"/>
                  </a:lnTo>
                  <a:lnTo>
                    <a:pt x="0" y="193548"/>
                  </a:lnTo>
                  <a:lnTo>
                    <a:pt x="1524" y="173736"/>
                  </a:lnTo>
                  <a:lnTo>
                    <a:pt x="9144" y="135636"/>
                  </a:lnTo>
                  <a:lnTo>
                    <a:pt x="33528" y="85344"/>
                  </a:lnTo>
                  <a:lnTo>
                    <a:pt x="70104" y="44196"/>
                  </a:lnTo>
                  <a:lnTo>
                    <a:pt x="117348" y="15240"/>
                  </a:lnTo>
                  <a:lnTo>
                    <a:pt x="153924" y="4572"/>
                  </a:lnTo>
                  <a:lnTo>
                    <a:pt x="192024" y="0"/>
                  </a:lnTo>
                  <a:lnTo>
                    <a:pt x="211836" y="1524"/>
                  </a:lnTo>
                  <a:lnTo>
                    <a:pt x="249936" y="9143"/>
                  </a:lnTo>
                  <a:lnTo>
                    <a:pt x="290068" y="25908"/>
                  </a:lnTo>
                  <a:lnTo>
                    <a:pt x="176783" y="25908"/>
                  </a:lnTo>
                  <a:lnTo>
                    <a:pt x="160019" y="28955"/>
                  </a:lnTo>
                  <a:lnTo>
                    <a:pt x="144780" y="33528"/>
                  </a:lnTo>
                  <a:lnTo>
                    <a:pt x="128016" y="38100"/>
                  </a:lnTo>
                  <a:lnTo>
                    <a:pt x="100584" y="53340"/>
                  </a:lnTo>
                  <a:lnTo>
                    <a:pt x="86868" y="64008"/>
                  </a:lnTo>
                  <a:lnTo>
                    <a:pt x="76200" y="74676"/>
                  </a:lnTo>
                  <a:lnTo>
                    <a:pt x="64008" y="85344"/>
                  </a:lnTo>
                  <a:lnTo>
                    <a:pt x="39624" y="126492"/>
                  </a:lnTo>
                  <a:lnTo>
                    <a:pt x="25908" y="192024"/>
                  </a:lnTo>
                  <a:lnTo>
                    <a:pt x="28956" y="225552"/>
                  </a:lnTo>
                  <a:lnTo>
                    <a:pt x="45720" y="271272"/>
                  </a:lnTo>
                  <a:lnTo>
                    <a:pt x="74676" y="310896"/>
                  </a:lnTo>
                  <a:lnTo>
                    <a:pt x="112776" y="339852"/>
                  </a:lnTo>
                  <a:lnTo>
                    <a:pt x="158495" y="356616"/>
                  </a:lnTo>
                  <a:lnTo>
                    <a:pt x="175260" y="359664"/>
                  </a:lnTo>
                  <a:lnTo>
                    <a:pt x="287781" y="359664"/>
                  </a:lnTo>
                  <a:lnTo>
                    <a:pt x="268224" y="370332"/>
                  </a:lnTo>
                  <a:lnTo>
                    <a:pt x="251460" y="376428"/>
                  </a:lnTo>
                  <a:lnTo>
                    <a:pt x="233172" y="381000"/>
                  </a:lnTo>
                  <a:lnTo>
                    <a:pt x="213360" y="384048"/>
                  </a:lnTo>
                  <a:lnTo>
                    <a:pt x="193548" y="385572"/>
                  </a:lnTo>
                  <a:close/>
                </a:path>
                <a:path w="386079" h="386079">
                  <a:moveTo>
                    <a:pt x="287781" y="359664"/>
                  </a:moveTo>
                  <a:lnTo>
                    <a:pt x="210312" y="359664"/>
                  </a:lnTo>
                  <a:lnTo>
                    <a:pt x="227076" y="356616"/>
                  </a:lnTo>
                  <a:lnTo>
                    <a:pt x="257556" y="347472"/>
                  </a:lnTo>
                  <a:lnTo>
                    <a:pt x="310895" y="310896"/>
                  </a:lnTo>
                  <a:lnTo>
                    <a:pt x="347472" y="259080"/>
                  </a:lnTo>
                  <a:lnTo>
                    <a:pt x="359663" y="210312"/>
                  </a:lnTo>
                  <a:lnTo>
                    <a:pt x="361187" y="193548"/>
                  </a:lnTo>
                  <a:lnTo>
                    <a:pt x="358139" y="160020"/>
                  </a:lnTo>
                  <a:lnTo>
                    <a:pt x="341376" y="114300"/>
                  </a:lnTo>
                  <a:lnTo>
                    <a:pt x="312419" y="74676"/>
                  </a:lnTo>
                  <a:lnTo>
                    <a:pt x="274319" y="45720"/>
                  </a:lnTo>
                  <a:lnTo>
                    <a:pt x="227076" y="28955"/>
                  </a:lnTo>
                  <a:lnTo>
                    <a:pt x="210312" y="25908"/>
                  </a:lnTo>
                  <a:lnTo>
                    <a:pt x="290068" y="25908"/>
                  </a:lnTo>
                  <a:lnTo>
                    <a:pt x="329184" y="56388"/>
                  </a:lnTo>
                  <a:lnTo>
                    <a:pt x="362712" y="100584"/>
                  </a:lnTo>
                  <a:lnTo>
                    <a:pt x="382524" y="153924"/>
                  </a:lnTo>
                  <a:lnTo>
                    <a:pt x="385572" y="172212"/>
                  </a:lnTo>
                  <a:lnTo>
                    <a:pt x="385572" y="211836"/>
                  </a:lnTo>
                  <a:lnTo>
                    <a:pt x="377952" y="249936"/>
                  </a:lnTo>
                  <a:lnTo>
                    <a:pt x="353568" y="300228"/>
                  </a:lnTo>
                  <a:lnTo>
                    <a:pt x="316991" y="341376"/>
                  </a:lnTo>
                  <a:lnTo>
                    <a:pt x="301752" y="352044"/>
                  </a:lnTo>
                  <a:lnTo>
                    <a:pt x="287781" y="359664"/>
                  </a:lnTo>
                  <a:close/>
                </a:path>
              </a:pathLst>
            </a:custGeom>
            <a:solidFill>
              <a:srgbClr val="333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534107" y="5796745"/>
            <a:ext cx="54127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9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-9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355" dirty="0">
                <a:solidFill>
                  <a:srgbClr val="FFFFFF"/>
                </a:solidFill>
                <a:latin typeface="Verdana"/>
                <a:cs typeface="Verdana"/>
              </a:rPr>
              <a:t>:</a:t>
            </a:r>
            <a:r>
              <a:rPr sz="20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35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000" spc="15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-9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-420" dirty="0">
                <a:solidFill>
                  <a:srgbClr val="FFFFFF"/>
                </a:solidFill>
                <a:latin typeface="Verdana"/>
                <a:cs typeface="Verdana"/>
              </a:rPr>
              <a:t>=</a:t>
            </a:r>
            <a:r>
              <a:rPr sz="2000" spc="-30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2000" spc="-125" dirty="0">
                <a:solidFill>
                  <a:srgbClr val="FFFFFF"/>
                </a:solidFill>
                <a:latin typeface="Verdana"/>
                <a:cs typeface="Verdana"/>
              </a:rPr>
              <a:t>y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-190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r>
              <a:rPr sz="2000" spc="-420" dirty="0">
                <a:solidFill>
                  <a:srgbClr val="FFFFFF"/>
                </a:solidFill>
                <a:latin typeface="Verdana"/>
                <a:cs typeface="Verdana"/>
              </a:rPr>
              <a:t>=</a:t>
            </a:r>
            <a:r>
              <a:rPr sz="2000" spc="-38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000" spc="-85" dirty="0">
                <a:solidFill>
                  <a:srgbClr val="FFFFFF"/>
                </a:solidFill>
                <a:latin typeface="Verdana"/>
                <a:cs typeface="Verdana"/>
              </a:rPr>
              <a:t>f</a:t>
            </a:r>
            <a:r>
              <a:rPr sz="2000" spc="8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000" spc="-26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000" spc="-7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000" spc="-190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r>
              <a:rPr sz="2000" spc="-355" dirty="0">
                <a:solidFill>
                  <a:srgbClr val="FFFFFF"/>
                </a:solidFill>
                <a:latin typeface="Verdana"/>
                <a:cs typeface="Verdana"/>
              </a:rPr>
              <a:t>;</a:t>
            </a:r>
            <a:r>
              <a:rPr sz="20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240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2000" spc="-17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-7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355" dirty="0">
                <a:solidFill>
                  <a:srgbClr val="FFFFFF"/>
                </a:solidFill>
                <a:latin typeface="Verdana"/>
                <a:cs typeface="Verdana"/>
              </a:rPr>
              <a:t>;</a:t>
            </a:r>
            <a:r>
              <a:rPr sz="20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9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13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254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000" spc="-1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-26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000" spc="10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000" spc="-175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518618" y="6888581"/>
            <a:ext cx="193675" cy="212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105" dirty="0">
                <a:solidFill>
                  <a:srgbClr val="FFFFFF"/>
                </a:solidFill>
                <a:latin typeface="Verdana"/>
                <a:cs typeface="Verdana"/>
              </a:rPr>
              <a:t>4</a:t>
            </a:r>
            <a:r>
              <a:rPr sz="1200" spc="-100" dirty="0">
                <a:solidFill>
                  <a:srgbClr val="FFFFFF"/>
                </a:solidFill>
                <a:latin typeface="Verdana"/>
                <a:cs typeface="Verdana"/>
              </a:rPr>
              <a:t>3</a:t>
            </a:r>
            <a:endParaRPr sz="1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5296" y="553212"/>
            <a:ext cx="4992624" cy="272287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3794747" y="2319527"/>
            <a:ext cx="2377440" cy="1021080"/>
          </a:xfrm>
          <a:custGeom>
            <a:avLst/>
            <a:gdLst/>
            <a:ahLst/>
            <a:cxnLst/>
            <a:rect l="l" t="t" r="r" b="b"/>
            <a:pathLst>
              <a:path w="2377440" h="1021079">
                <a:moveTo>
                  <a:pt x="387096" y="826008"/>
                </a:moveTo>
                <a:lnTo>
                  <a:pt x="382524" y="787908"/>
                </a:lnTo>
                <a:lnTo>
                  <a:pt x="371856" y="751332"/>
                </a:lnTo>
                <a:lnTo>
                  <a:pt x="361188" y="731774"/>
                </a:lnTo>
                <a:lnTo>
                  <a:pt x="361188" y="810768"/>
                </a:lnTo>
                <a:lnTo>
                  <a:pt x="361188" y="845820"/>
                </a:lnTo>
                <a:lnTo>
                  <a:pt x="341376" y="908304"/>
                </a:lnTo>
                <a:lnTo>
                  <a:pt x="312420" y="946404"/>
                </a:lnTo>
                <a:lnTo>
                  <a:pt x="272796" y="975360"/>
                </a:lnTo>
                <a:lnTo>
                  <a:pt x="227076" y="992124"/>
                </a:lnTo>
                <a:lnTo>
                  <a:pt x="210312" y="995172"/>
                </a:lnTo>
                <a:lnTo>
                  <a:pt x="175260" y="995172"/>
                </a:lnTo>
                <a:lnTo>
                  <a:pt x="112776" y="975360"/>
                </a:lnTo>
                <a:lnTo>
                  <a:pt x="73152" y="946404"/>
                </a:lnTo>
                <a:lnTo>
                  <a:pt x="45720" y="906780"/>
                </a:lnTo>
                <a:lnTo>
                  <a:pt x="28956" y="861060"/>
                </a:lnTo>
                <a:lnTo>
                  <a:pt x="24384" y="826008"/>
                </a:lnTo>
                <a:lnTo>
                  <a:pt x="25908" y="809244"/>
                </a:lnTo>
                <a:lnTo>
                  <a:pt x="38100" y="762000"/>
                </a:lnTo>
                <a:lnTo>
                  <a:pt x="64008" y="719328"/>
                </a:lnTo>
                <a:lnTo>
                  <a:pt x="99060" y="687324"/>
                </a:lnTo>
                <a:lnTo>
                  <a:pt x="114300" y="679704"/>
                </a:lnTo>
                <a:lnTo>
                  <a:pt x="128016" y="672084"/>
                </a:lnTo>
                <a:lnTo>
                  <a:pt x="143256" y="665988"/>
                </a:lnTo>
                <a:lnTo>
                  <a:pt x="176784" y="659892"/>
                </a:lnTo>
                <a:lnTo>
                  <a:pt x="193548" y="658368"/>
                </a:lnTo>
                <a:lnTo>
                  <a:pt x="211836" y="659892"/>
                </a:lnTo>
                <a:lnTo>
                  <a:pt x="259080" y="672084"/>
                </a:lnTo>
                <a:lnTo>
                  <a:pt x="300228" y="697992"/>
                </a:lnTo>
                <a:lnTo>
                  <a:pt x="333756" y="733044"/>
                </a:lnTo>
                <a:lnTo>
                  <a:pt x="341376" y="748284"/>
                </a:lnTo>
                <a:lnTo>
                  <a:pt x="348996" y="762000"/>
                </a:lnTo>
                <a:lnTo>
                  <a:pt x="353568" y="777240"/>
                </a:lnTo>
                <a:lnTo>
                  <a:pt x="358140" y="794004"/>
                </a:lnTo>
                <a:lnTo>
                  <a:pt x="361188" y="810768"/>
                </a:lnTo>
                <a:lnTo>
                  <a:pt x="361188" y="731774"/>
                </a:lnTo>
                <a:lnTo>
                  <a:pt x="329184" y="690372"/>
                </a:lnTo>
                <a:lnTo>
                  <a:pt x="287782" y="658368"/>
                </a:lnTo>
                <a:lnTo>
                  <a:pt x="284988" y="656844"/>
                </a:lnTo>
                <a:lnTo>
                  <a:pt x="268224" y="649224"/>
                </a:lnTo>
                <a:lnTo>
                  <a:pt x="249936" y="641604"/>
                </a:lnTo>
                <a:lnTo>
                  <a:pt x="231648" y="637032"/>
                </a:lnTo>
                <a:lnTo>
                  <a:pt x="211836" y="633984"/>
                </a:lnTo>
                <a:lnTo>
                  <a:pt x="172212" y="633984"/>
                </a:lnTo>
                <a:lnTo>
                  <a:pt x="117348" y="649224"/>
                </a:lnTo>
                <a:lnTo>
                  <a:pt x="83820" y="667512"/>
                </a:lnTo>
                <a:lnTo>
                  <a:pt x="44196" y="704088"/>
                </a:lnTo>
                <a:lnTo>
                  <a:pt x="22860" y="736092"/>
                </a:lnTo>
                <a:lnTo>
                  <a:pt x="3048" y="789432"/>
                </a:lnTo>
                <a:lnTo>
                  <a:pt x="0" y="807720"/>
                </a:lnTo>
                <a:lnTo>
                  <a:pt x="0" y="847344"/>
                </a:lnTo>
                <a:lnTo>
                  <a:pt x="15240" y="903732"/>
                </a:lnTo>
                <a:lnTo>
                  <a:pt x="44196" y="950976"/>
                </a:lnTo>
                <a:lnTo>
                  <a:pt x="85344" y="987552"/>
                </a:lnTo>
                <a:lnTo>
                  <a:pt x="118872" y="1005840"/>
                </a:lnTo>
                <a:lnTo>
                  <a:pt x="155448" y="1016508"/>
                </a:lnTo>
                <a:lnTo>
                  <a:pt x="193548" y="1021080"/>
                </a:lnTo>
                <a:lnTo>
                  <a:pt x="213360" y="1019556"/>
                </a:lnTo>
                <a:lnTo>
                  <a:pt x="251460" y="1011936"/>
                </a:lnTo>
                <a:lnTo>
                  <a:pt x="286512" y="996696"/>
                </a:lnTo>
                <a:lnTo>
                  <a:pt x="289052" y="995172"/>
                </a:lnTo>
                <a:lnTo>
                  <a:pt x="301752" y="987552"/>
                </a:lnTo>
                <a:lnTo>
                  <a:pt x="342900" y="949452"/>
                </a:lnTo>
                <a:lnTo>
                  <a:pt x="371856" y="902208"/>
                </a:lnTo>
                <a:lnTo>
                  <a:pt x="382524" y="865632"/>
                </a:lnTo>
                <a:lnTo>
                  <a:pt x="385572" y="845820"/>
                </a:lnTo>
                <a:lnTo>
                  <a:pt x="387096" y="826008"/>
                </a:lnTo>
                <a:close/>
              </a:path>
              <a:path w="2377440" h="1021079">
                <a:moveTo>
                  <a:pt x="1472196" y="173736"/>
                </a:moveTo>
                <a:lnTo>
                  <a:pt x="1464576" y="135636"/>
                </a:lnTo>
                <a:lnTo>
                  <a:pt x="1449336" y="100584"/>
                </a:lnTo>
                <a:lnTo>
                  <a:pt x="1447812" y="98412"/>
                </a:lnTo>
                <a:lnTo>
                  <a:pt x="1447812" y="195072"/>
                </a:lnTo>
                <a:lnTo>
                  <a:pt x="1446288" y="211836"/>
                </a:lnTo>
                <a:lnTo>
                  <a:pt x="1434096" y="260604"/>
                </a:lnTo>
                <a:lnTo>
                  <a:pt x="1408188" y="301752"/>
                </a:lnTo>
                <a:lnTo>
                  <a:pt x="1373136" y="333756"/>
                </a:lnTo>
                <a:lnTo>
                  <a:pt x="1328940" y="355092"/>
                </a:lnTo>
                <a:lnTo>
                  <a:pt x="1278648" y="362712"/>
                </a:lnTo>
                <a:lnTo>
                  <a:pt x="1261884" y="361188"/>
                </a:lnTo>
                <a:lnTo>
                  <a:pt x="1213116" y="348996"/>
                </a:lnTo>
                <a:lnTo>
                  <a:pt x="1159776" y="312420"/>
                </a:lnTo>
                <a:lnTo>
                  <a:pt x="1130820" y="272796"/>
                </a:lnTo>
                <a:lnTo>
                  <a:pt x="1114056" y="227076"/>
                </a:lnTo>
                <a:lnTo>
                  <a:pt x="1111008" y="210312"/>
                </a:lnTo>
                <a:lnTo>
                  <a:pt x="1111008" y="193548"/>
                </a:lnTo>
                <a:lnTo>
                  <a:pt x="1118628" y="143256"/>
                </a:lnTo>
                <a:lnTo>
                  <a:pt x="1139964" y="99060"/>
                </a:lnTo>
                <a:lnTo>
                  <a:pt x="1171968" y="64008"/>
                </a:lnTo>
                <a:lnTo>
                  <a:pt x="1214640" y="38100"/>
                </a:lnTo>
                <a:lnTo>
                  <a:pt x="1261884" y="25908"/>
                </a:lnTo>
                <a:lnTo>
                  <a:pt x="1296936" y="25908"/>
                </a:lnTo>
                <a:lnTo>
                  <a:pt x="1345704" y="39624"/>
                </a:lnTo>
                <a:lnTo>
                  <a:pt x="1386852" y="64008"/>
                </a:lnTo>
                <a:lnTo>
                  <a:pt x="1428000" y="114300"/>
                </a:lnTo>
                <a:lnTo>
                  <a:pt x="1444764" y="160020"/>
                </a:lnTo>
                <a:lnTo>
                  <a:pt x="1447812" y="195072"/>
                </a:lnTo>
                <a:lnTo>
                  <a:pt x="1447812" y="98412"/>
                </a:lnTo>
                <a:lnTo>
                  <a:pt x="1428000" y="70104"/>
                </a:lnTo>
                <a:lnTo>
                  <a:pt x="1415808" y="56388"/>
                </a:lnTo>
                <a:lnTo>
                  <a:pt x="1402092" y="44196"/>
                </a:lnTo>
                <a:lnTo>
                  <a:pt x="1375956" y="25908"/>
                </a:lnTo>
                <a:lnTo>
                  <a:pt x="1371612" y="22860"/>
                </a:lnTo>
                <a:lnTo>
                  <a:pt x="1318272" y="4572"/>
                </a:lnTo>
                <a:lnTo>
                  <a:pt x="1278648" y="0"/>
                </a:lnTo>
                <a:lnTo>
                  <a:pt x="1258836" y="1524"/>
                </a:lnTo>
                <a:lnTo>
                  <a:pt x="1220736" y="9144"/>
                </a:lnTo>
                <a:lnTo>
                  <a:pt x="1185684" y="24384"/>
                </a:lnTo>
                <a:lnTo>
                  <a:pt x="1141488" y="57912"/>
                </a:lnTo>
                <a:lnTo>
                  <a:pt x="1107960" y="102108"/>
                </a:lnTo>
                <a:lnTo>
                  <a:pt x="1089672" y="155448"/>
                </a:lnTo>
                <a:lnTo>
                  <a:pt x="1085100" y="195072"/>
                </a:lnTo>
                <a:lnTo>
                  <a:pt x="1086624" y="214884"/>
                </a:lnTo>
                <a:lnTo>
                  <a:pt x="1100340" y="269748"/>
                </a:lnTo>
                <a:lnTo>
                  <a:pt x="1118628" y="303276"/>
                </a:lnTo>
                <a:lnTo>
                  <a:pt x="1156728" y="342900"/>
                </a:lnTo>
                <a:lnTo>
                  <a:pt x="1203972" y="371856"/>
                </a:lnTo>
                <a:lnTo>
                  <a:pt x="1240548" y="384048"/>
                </a:lnTo>
                <a:lnTo>
                  <a:pt x="1260360" y="387096"/>
                </a:lnTo>
                <a:lnTo>
                  <a:pt x="1299984" y="387096"/>
                </a:lnTo>
                <a:lnTo>
                  <a:pt x="1338084" y="377952"/>
                </a:lnTo>
                <a:lnTo>
                  <a:pt x="1374000" y="362712"/>
                </a:lnTo>
                <a:lnTo>
                  <a:pt x="1388376" y="353568"/>
                </a:lnTo>
                <a:lnTo>
                  <a:pt x="1429524" y="316992"/>
                </a:lnTo>
                <a:lnTo>
                  <a:pt x="1458480" y="268224"/>
                </a:lnTo>
                <a:lnTo>
                  <a:pt x="1469148" y="231648"/>
                </a:lnTo>
                <a:lnTo>
                  <a:pt x="1472196" y="213360"/>
                </a:lnTo>
                <a:lnTo>
                  <a:pt x="1472196" y="173736"/>
                </a:lnTo>
                <a:close/>
              </a:path>
              <a:path w="2377440" h="1021079">
                <a:moveTo>
                  <a:pt x="2377440" y="806196"/>
                </a:moveTo>
                <a:lnTo>
                  <a:pt x="2374392" y="787908"/>
                </a:lnTo>
                <a:lnTo>
                  <a:pt x="2362200" y="751332"/>
                </a:lnTo>
                <a:lnTo>
                  <a:pt x="2354580" y="734568"/>
                </a:lnTo>
                <a:lnTo>
                  <a:pt x="2353056" y="732180"/>
                </a:lnTo>
                <a:lnTo>
                  <a:pt x="2353056" y="827532"/>
                </a:lnTo>
                <a:lnTo>
                  <a:pt x="2351532" y="845820"/>
                </a:lnTo>
                <a:lnTo>
                  <a:pt x="2339340" y="893064"/>
                </a:lnTo>
                <a:lnTo>
                  <a:pt x="2313432" y="934212"/>
                </a:lnTo>
                <a:lnTo>
                  <a:pt x="2278380" y="967740"/>
                </a:lnTo>
                <a:lnTo>
                  <a:pt x="2263140" y="975360"/>
                </a:lnTo>
                <a:lnTo>
                  <a:pt x="2249424" y="982980"/>
                </a:lnTo>
                <a:lnTo>
                  <a:pt x="2234184" y="987552"/>
                </a:lnTo>
                <a:lnTo>
                  <a:pt x="2217420" y="992124"/>
                </a:lnTo>
                <a:lnTo>
                  <a:pt x="2200656" y="995172"/>
                </a:lnTo>
                <a:lnTo>
                  <a:pt x="2165604" y="995172"/>
                </a:lnTo>
                <a:lnTo>
                  <a:pt x="2103120" y="975360"/>
                </a:lnTo>
                <a:lnTo>
                  <a:pt x="2065020" y="946404"/>
                </a:lnTo>
                <a:lnTo>
                  <a:pt x="2036064" y="906780"/>
                </a:lnTo>
                <a:lnTo>
                  <a:pt x="2019300" y="861060"/>
                </a:lnTo>
                <a:lnTo>
                  <a:pt x="2016252" y="844296"/>
                </a:lnTo>
                <a:lnTo>
                  <a:pt x="2016252" y="809244"/>
                </a:lnTo>
                <a:lnTo>
                  <a:pt x="2028444" y="762000"/>
                </a:lnTo>
                <a:lnTo>
                  <a:pt x="2054352" y="719328"/>
                </a:lnTo>
                <a:lnTo>
                  <a:pt x="2090928" y="687324"/>
                </a:lnTo>
                <a:lnTo>
                  <a:pt x="2135124" y="665988"/>
                </a:lnTo>
                <a:lnTo>
                  <a:pt x="2185416" y="658368"/>
                </a:lnTo>
                <a:lnTo>
                  <a:pt x="2202180" y="659892"/>
                </a:lnTo>
                <a:lnTo>
                  <a:pt x="2249424" y="672084"/>
                </a:lnTo>
                <a:lnTo>
                  <a:pt x="2292096" y="697992"/>
                </a:lnTo>
                <a:lnTo>
                  <a:pt x="2324100" y="733044"/>
                </a:lnTo>
                <a:lnTo>
                  <a:pt x="2331720" y="748284"/>
                </a:lnTo>
                <a:lnTo>
                  <a:pt x="2339340" y="762000"/>
                </a:lnTo>
                <a:lnTo>
                  <a:pt x="2345436" y="777240"/>
                </a:lnTo>
                <a:lnTo>
                  <a:pt x="2351532" y="810768"/>
                </a:lnTo>
                <a:lnTo>
                  <a:pt x="2353056" y="827532"/>
                </a:lnTo>
                <a:lnTo>
                  <a:pt x="2353056" y="732180"/>
                </a:lnTo>
                <a:lnTo>
                  <a:pt x="2321052" y="690372"/>
                </a:lnTo>
                <a:lnTo>
                  <a:pt x="2278126" y="658368"/>
                </a:lnTo>
                <a:lnTo>
                  <a:pt x="2275332" y="656844"/>
                </a:lnTo>
                <a:lnTo>
                  <a:pt x="2258568" y="649224"/>
                </a:lnTo>
                <a:lnTo>
                  <a:pt x="2240280" y="641604"/>
                </a:lnTo>
                <a:lnTo>
                  <a:pt x="2221992" y="637032"/>
                </a:lnTo>
                <a:lnTo>
                  <a:pt x="2203704" y="633984"/>
                </a:lnTo>
                <a:lnTo>
                  <a:pt x="2164080" y="633984"/>
                </a:lnTo>
                <a:lnTo>
                  <a:pt x="2107692" y="649224"/>
                </a:lnTo>
                <a:lnTo>
                  <a:pt x="2060448" y="678180"/>
                </a:lnTo>
                <a:lnTo>
                  <a:pt x="2023872" y="719328"/>
                </a:lnTo>
                <a:lnTo>
                  <a:pt x="2005584" y="752856"/>
                </a:lnTo>
                <a:lnTo>
                  <a:pt x="1994916" y="789432"/>
                </a:lnTo>
                <a:lnTo>
                  <a:pt x="1990344" y="827532"/>
                </a:lnTo>
                <a:lnTo>
                  <a:pt x="1991868" y="847344"/>
                </a:lnTo>
                <a:lnTo>
                  <a:pt x="1999488" y="885444"/>
                </a:lnTo>
                <a:lnTo>
                  <a:pt x="2014728" y="920496"/>
                </a:lnTo>
                <a:lnTo>
                  <a:pt x="2048256" y="964692"/>
                </a:lnTo>
                <a:lnTo>
                  <a:pt x="2092452" y="998220"/>
                </a:lnTo>
                <a:lnTo>
                  <a:pt x="2145792" y="1016508"/>
                </a:lnTo>
                <a:lnTo>
                  <a:pt x="2185416" y="1021080"/>
                </a:lnTo>
                <a:lnTo>
                  <a:pt x="2203704" y="1019556"/>
                </a:lnTo>
                <a:lnTo>
                  <a:pt x="2223516" y="1016508"/>
                </a:lnTo>
                <a:lnTo>
                  <a:pt x="2241804" y="1011936"/>
                </a:lnTo>
                <a:lnTo>
                  <a:pt x="2260092" y="1005840"/>
                </a:lnTo>
                <a:lnTo>
                  <a:pt x="2279650" y="995172"/>
                </a:lnTo>
                <a:lnTo>
                  <a:pt x="2293620" y="987552"/>
                </a:lnTo>
                <a:lnTo>
                  <a:pt x="2345436" y="935736"/>
                </a:lnTo>
                <a:lnTo>
                  <a:pt x="2369820" y="883920"/>
                </a:lnTo>
                <a:lnTo>
                  <a:pt x="2377440" y="845820"/>
                </a:lnTo>
                <a:lnTo>
                  <a:pt x="2377440" y="80619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262902" y="1183651"/>
            <a:ext cx="8077200" cy="1386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Construisons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Verdana"/>
                <a:cs typeface="Verdana"/>
              </a:rPr>
              <a:t>le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20" dirty="0">
                <a:solidFill>
                  <a:srgbClr val="FFFFFF"/>
                </a:solidFill>
                <a:latin typeface="Verdana"/>
                <a:cs typeface="Verdana"/>
              </a:rPr>
              <a:t>graphe</a:t>
            </a:r>
            <a:r>
              <a:rPr sz="18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70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1800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0" dirty="0">
                <a:solidFill>
                  <a:srgbClr val="FFFFFF"/>
                </a:solidFill>
                <a:latin typeface="Verdana"/>
                <a:cs typeface="Verdana"/>
              </a:rPr>
              <a:t>dont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95" dirty="0">
                <a:solidFill>
                  <a:srgbClr val="FFFFFF"/>
                </a:solidFill>
                <a:latin typeface="Verdana"/>
                <a:cs typeface="Verdana"/>
              </a:rPr>
              <a:t>les</a:t>
            </a:r>
            <a:r>
              <a:rPr sz="18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sommets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75" dirty="0">
                <a:solidFill>
                  <a:srgbClr val="FFFFFF"/>
                </a:solidFill>
                <a:latin typeface="Verdana"/>
                <a:cs typeface="Verdana"/>
              </a:rPr>
              <a:t>sont</a:t>
            </a:r>
            <a:r>
              <a:rPr sz="18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95" dirty="0">
                <a:solidFill>
                  <a:srgbClr val="FFFFFF"/>
                </a:solidFill>
                <a:latin typeface="Verdana"/>
                <a:cs typeface="Verdana"/>
              </a:rPr>
              <a:t>les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5" dirty="0">
                <a:solidFill>
                  <a:srgbClr val="FFFFFF"/>
                </a:solidFill>
                <a:latin typeface="Verdana"/>
                <a:cs typeface="Verdana"/>
              </a:rPr>
              <a:t>disciplines.</a:t>
            </a:r>
            <a:r>
              <a:rPr sz="18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35" dirty="0">
                <a:solidFill>
                  <a:srgbClr val="FFFFFF"/>
                </a:solidFill>
                <a:latin typeface="Verdana"/>
                <a:cs typeface="Verdana"/>
              </a:rPr>
              <a:t>Une</a:t>
            </a:r>
            <a:r>
              <a:rPr sz="18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arête </a:t>
            </a:r>
            <a:r>
              <a:rPr sz="1800" spc="-6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60" dirty="0">
                <a:solidFill>
                  <a:srgbClr val="FFFFFF"/>
                </a:solidFill>
                <a:latin typeface="Verdana"/>
                <a:cs typeface="Verdana"/>
              </a:rPr>
              <a:t>relie </a:t>
            </a: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deux </a:t>
            </a:r>
            <a:r>
              <a:rPr sz="1800" spc="105" dirty="0">
                <a:solidFill>
                  <a:srgbClr val="FFFFFF"/>
                </a:solidFill>
                <a:latin typeface="Verdana"/>
                <a:cs typeface="Verdana"/>
              </a:rPr>
              <a:t>de 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ses </a:t>
            </a:r>
            <a:r>
              <a:rPr sz="1800" spc="-75" dirty="0">
                <a:solidFill>
                  <a:srgbClr val="FFFFFF"/>
                </a:solidFill>
                <a:latin typeface="Verdana"/>
                <a:cs typeface="Verdana"/>
              </a:rPr>
              <a:t>sommets </a:t>
            </a:r>
            <a:r>
              <a:rPr sz="1800" spc="-55" dirty="0">
                <a:solidFill>
                  <a:srgbClr val="FFFFFF"/>
                </a:solidFill>
                <a:latin typeface="Verdana"/>
                <a:cs typeface="Verdana"/>
              </a:rPr>
              <a:t>lorsque </a:t>
            </a:r>
            <a:r>
              <a:rPr sz="1800" spc="-95" dirty="0">
                <a:solidFill>
                  <a:srgbClr val="FFFFFF"/>
                </a:solidFill>
                <a:latin typeface="Verdana"/>
                <a:cs typeface="Verdana"/>
              </a:rPr>
              <a:t>les </a:t>
            </a: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deux </a:t>
            </a:r>
            <a:r>
              <a:rPr sz="1800" spc="-50" dirty="0">
                <a:solidFill>
                  <a:srgbClr val="FFFFFF"/>
                </a:solidFill>
                <a:latin typeface="Verdana"/>
                <a:cs typeface="Verdana"/>
              </a:rPr>
              <a:t>disciplines </a:t>
            </a:r>
            <a:r>
              <a:rPr sz="1800" spc="-5" dirty="0">
                <a:solidFill>
                  <a:srgbClr val="FFFFFF"/>
                </a:solidFill>
                <a:latin typeface="Verdana"/>
                <a:cs typeface="Verdana"/>
              </a:rPr>
              <a:t>correspondant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Verdana"/>
                <a:cs typeface="Verdana"/>
              </a:rPr>
              <a:t>possèdent</a:t>
            </a:r>
            <a:r>
              <a:rPr sz="180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des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40" dirty="0">
                <a:solidFill>
                  <a:srgbClr val="FFFFFF"/>
                </a:solidFill>
                <a:latin typeface="Verdana"/>
                <a:cs typeface="Verdana"/>
              </a:rPr>
              <a:t>étudiants</a:t>
            </a:r>
            <a:r>
              <a:rPr sz="1800" spc="-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Verdana"/>
                <a:cs typeface="Verdana"/>
              </a:rPr>
              <a:t>communs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700">
              <a:latin typeface="Verdana"/>
              <a:cs typeface="Verdana"/>
            </a:endParaRPr>
          </a:p>
          <a:p>
            <a:pPr marL="1238885" algn="ctr">
              <a:lnSpc>
                <a:spcPct val="100000"/>
              </a:lnSpc>
            </a:pPr>
            <a:r>
              <a:rPr sz="1800" spc="-5" dirty="0">
                <a:solidFill>
                  <a:srgbClr val="FFFFFF"/>
                </a:solidFill>
                <a:latin typeface="Verdana"/>
                <a:cs typeface="Verdana"/>
              </a:rPr>
              <a:t>Chimie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38735" y="2986550"/>
            <a:ext cx="7861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3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f</a:t>
            </a:r>
            <a:r>
              <a:rPr sz="1800" spc="7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1800" spc="-23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800" spc="-65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1800" spc="-160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90557" y="2986550"/>
            <a:ext cx="8477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5" dirty="0">
                <a:solidFill>
                  <a:srgbClr val="FFFFFF"/>
                </a:solidFill>
                <a:latin typeface="Verdana"/>
                <a:cs typeface="Verdana"/>
              </a:rPr>
              <a:t>Electro.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72668" y="2688335"/>
            <a:ext cx="9144000" cy="4520565"/>
            <a:chOff x="772668" y="2688335"/>
            <a:chExt cx="9144000" cy="4520565"/>
          </a:xfrm>
        </p:grpSpPr>
        <p:sp>
          <p:nvSpPr>
            <p:cNvPr id="8" name="object 8"/>
            <p:cNvSpPr/>
            <p:nvPr/>
          </p:nvSpPr>
          <p:spPr>
            <a:xfrm>
              <a:off x="4169664" y="2688335"/>
              <a:ext cx="1823085" cy="1091565"/>
            </a:xfrm>
            <a:custGeom>
              <a:avLst/>
              <a:gdLst/>
              <a:ahLst/>
              <a:cxnLst/>
              <a:rect l="l" t="t" r="r" b="b"/>
              <a:pathLst>
                <a:path w="1823085" h="1091564">
                  <a:moveTo>
                    <a:pt x="1688579" y="598932"/>
                  </a:moveTo>
                  <a:lnTo>
                    <a:pt x="1673352" y="574548"/>
                  </a:lnTo>
                  <a:lnTo>
                    <a:pt x="1287399" y="802271"/>
                  </a:lnTo>
                  <a:lnTo>
                    <a:pt x="1135786" y="473506"/>
                  </a:lnTo>
                  <a:lnTo>
                    <a:pt x="1627632" y="473964"/>
                  </a:lnTo>
                  <a:lnTo>
                    <a:pt x="1627632" y="446532"/>
                  </a:lnTo>
                  <a:lnTo>
                    <a:pt x="1122921" y="445592"/>
                  </a:lnTo>
                  <a:lnTo>
                    <a:pt x="1091349" y="377126"/>
                  </a:lnTo>
                  <a:lnTo>
                    <a:pt x="1091349" y="445528"/>
                  </a:lnTo>
                  <a:lnTo>
                    <a:pt x="750379" y="444893"/>
                  </a:lnTo>
                  <a:lnTo>
                    <a:pt x="905332" y="42138"/>
                  </a:lnTo>
                  <a:lnTo>
                    <a:pt x="1091349" y="445528"/>
                  </a:lnTo>
                  <a:lnTo>
                    <a:pt x="1091349" y="377126"/>
                  </a:lnTo>
                  <a:lnTo>
                    <a:pt x="917448" y="0"/>
                  </a:lnTo>
                  <a:lnTo>
                    <a:pt x="904494" y="6108"/>
                  </a:lnTo>
                  <a:lnTo>
                    <a:pt x="891540" y="1524"/>
                  </a:lnTo>
                  <a:lnTo>
                    <a:pt x="720763" y="444842"/>
                  </a:lnTo>
                  <a:lnTo>
                    <a:pt x="0" y="443484"/>
                  </a:lnTo>
                  <a:lnTo>
                    <a:pt x="0" y="472440"/>
                  </a:lnTo>
                  <a:lnTo>
                    <a:pt x="709866" y="473113"/>
                  </a:lnTo>
                  <a:lnTo>
                    <a:pt x="471779" y="1091184"/>
                  </a:lnTo>
                  <a:lnTo>
                    <a:pt x="501751" y="1091184"/>
                  </a:lnTo>
                  <a:lnTo>
                    <a:pt x="739521" y="473138"/>
                  </a:lnTo>
                  <a:lnTo>
                    <a:pt x="1104239" y="473481"/>
                  </a:lnTo>
                  <a:lnTo>
                    <a:pt x="1262608" y="816902"/>
                  </a:lnTo>
                  <a:lnTo>
                    <a:pt x="797737" y="1091184"/>
                  </a:lnTo>
                  <a:lnTo>
                    <a:pt x="853147" y="1091184"/>
                  </a:lnTo>
                  <a:lnTo>
                    <a:pt x="1274584" y="842873"/>
                  </a:lnTo>
                  <a:lnTo>
                    <a:pt x="1389100" y="1091184"/>
                  </a:lnTo>
                  <a:lnTo>
                    <a:pt x="1420634" y="1091184"/>
                  </a:lnTo>
                  <a:lnTo>
                    <a:pt x="1299375" y="828255"/>
                  </a:lnTo>
                  <a:lnTo>
                    <a:pt x="1688579" y="598932"/>
                  </a:lnTo>
                  <a:close/>
                </a:path>
                <a:path w="1823085" h="1091564">
                  <a:moveTo>
                    <a:pt x="1822704" y="644664"/>
                  </a:moveTo>
                  <a:lnTo>
                    <a:pt x="1795272" y="633984"/>
                  </a:lnTo>
                  <a:lnTo>
                    <a:pt x="1616367" y="1091184"/>
                  </a:lnTo>
                  <a:lnTo>
                    <a:pt x="1646821" y="1091184"/>
                  </a:lnTo>
                  <a:lnTo>
                    <a:pt x="1822704" y="64466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806952" y="2979419"/>
              <a:ext cx="360045" cy="361315"/>
            </a:xfrm>
            <a:custGeom>
              <a:avLst/>
              <a:gdLst/>
              <a:ahLst/>
              <a:cxnLst/>
              <a:rect l="l" t="t" r="r" b="b"/>
              <a:pathLst>
                <a:path w="360045" h="361314">
                  <a:moveTo>
                    <a:pt x="179831" y="361188"/>
                  </a:moveTo>
                  <a:lnTo>
                    <a:pt x="132115" y="354739"/>
                  </a:lnTo>
                  <a:lnTo>
                    <a:pt x="89182" y="336521"/>
                  </a:lnTo>
                  <a:lnTo>
                    <a:pt x="52768" y="308229"/>
                  </a:lnTo>
                  <a:lnTo>
                    <a:pt x="24609" y="271554"/>
                  </a:lnTo>
                  <a:lnTo>
                    <a:pt x="6441" y="228190"/>
                  </a:lnTo>
                  <a:lnTo>
                    <a:pt x="0" y="179831"/>
                  </a:lnTo>
                  <a:lnTo>
                    <a:pt x="6441" y="132115"/>
                  </a:lnTo>
                  <a:lnTo>
                    <a:pt x="24609" y="89182"/>
                  </a:lnTo>
                  <a:lnTo>
                    <a:pt x="52768" y="52768"/>
                  </a:lnTo>
                  <a:lnTo>
                    <a:pt x="89182" y="24609"/>
                  </a:lnTo>
                  <a:lnTo>
                    <a:pt x="132115" y="6441"/>
                  </a:lnTo>
                  <a:lnTo>
                    <a:pt x="179831" y="0"/>
                  </a:lnTo>
                  <a:lnTo>
                    <a:pt x="227548" y="6441"/>
                  </a:lnTo>
                  <a:lnTo>
                    <a:pt x="270481" y="24609"/>
                  </a:lnTo>
                  <a:lnTo>
                    <a:pt x="306895" y="52768"/>
                  </a:lnTo>
                  <a:lnTo>
                    <a:pt x="335054" y="89182"/>
                  </a:lnTo>
                  <a:lnTo>
                    <a:pt x="353222" y="132115"/>
                  </a:lnTo>
                  <a:lnTo>
                    <a:pt x="359663" y="179831"/>
                  </a:lnTo>
                  <a:lnTo>
                    <a:pt x="353222" y="228190"/>
                  </a:lnTo>
                  <a:lnTo>
                    <a:pt x="335054" y="271554"/>
                  </a:lnTo>
                  <a:lnTo>
                    <a:pt x="306895" y="308229"/>
                  </a:lnTo>
                  <a:lnTo>
                    <a:pt x="270481" y="336521"/>
                  </a:lnTo>
                  <a:lnTo>
                    <a:pt x="227548" y="354739"/>
                  </a:lnTo>
                  <a:lnTo>
                    <a:pt x="179831" y="361188"/>
                  </a:lnTo>
                  <a:close/>
                </a:path>
              </a:pathLst>
            </a:custGeom>
            <a:solidFill>
              <a:srgbClr val="2B7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794759" y="2967227"/>
              <a:ext cx="386080" cy="386080"/>
            </a:xfrm>
            <a:custGeom>
              <a:avLst/>
              <a:gdLst/>
              <a:ahLst/>
              <a:cxnLst/>
              <a:rect l="l" t="t" r="r" b="b"/>
              <a:pathLst>
                <a:path w="386079" h="386079">
                  <a:moveTo>
                    <a:pt x="193548" y="385572"/>
                  </a:moveTo>
                  <a:lnTo>
                    <a:pt x="153924" y="381000"/>
                  </a:lnTo>
                  <a:lnTo>
                    <a:pt x="117348" y="370332"/>
                  </a:lnTo>
                  <a:lnTo>
                    <a:pt x="70104" y="341376"/>
                  </a:lnTo>
                  <a:lnTo>
                    <a:pt x="33528" y="301752"/>
                  </a:lnTo>
                  <a:lnTo>
                    <a:pt x="15240" y="268224"/>
                  </a:lnTo>
                  <a:lnTo>
                    <a:pt x="3048" y="231648"/>
                  </a:lnTo>
                  <a:lnTo>
                    <a:pt x="0" y="213360"/>
                  </a:lnTo>
                  <a:lnTo>
                    <a:pt x="0" y="173736"/>
                  </a:lnTo>
                  <a:lnTo>
                    <a:pt x="7620" y="135636"/>
                  </a:lnTo>
                  <a:lnTo>
                    <a:pt x="32004" y="85344"/>
                  </a:lnTo>
                  <a:lnTo>
                    <a:pt x="68580" y="44196"/>
                  </a:lnTo>
                  <a:lnTo>
                    <a:pt x="100584" y="22860"/>
                  </a:lnTo>
                  <a:lnTo>
                    <a:pt x="152400" y="4572"/>
                  </a:lnTo>
                  <a:lnTo>
                    <a:pt x="192024" y="0"/>
                  </a:lnTo>
                  <a:lnTo>
                    <a:pt x="230124" y="3048"/>
                  </a:lnTo>
                  <a:lnTo>
                    <a:pt x="266700" y="15240"/>
                  </a:lnTo>
                  <a:lnTo>
                    <a:pt x="283464" y="22860"/>
                  </a:lnTo>
                  <a:lnTo>
                    <a:pt x="289052" y="25908"/>
                  </a:lnTo>
                  <a:lnTo>
                    <a:pt x="175260" y="25908"/>
                  </a:lnTo>
                  <a:lnTo>
                    <a:pt x="160019" y="28955"/>
                  </a:lnTo>
                  <a:lnTo>
                    <a:pt x="112776" y="45720"/>
                  </a:lnTo>
                  <a:lnTo>
                    <a:pt x="74676" y="74676"/>
                  </a:lnTo>
                  <a:lnTo>
                    <a:pt x="38100" y="126492"/>
                  </a:lnTo>
                  <a:lnTo>
                    <a:pt x="25908" y="175260"/>
                  </a:lnTo>
                  <a:lnTo>
                    <a:pt x="24384" y="192024"/>
                  </a:lnTo>
                  <a:lnTo>
                    <a:pt x="25908" y="208788"/>
                  </a:lnTo>
                  <a:lnTo>
                    <a:pt x="38100" y="257556"/>
                  </a:lnTo>
                  <a:lnTo>
                    <a:pt x="62484" y="298704"/>
                  </a:lnTo>
                  <a:lnTo>
                    <a:pt x="97536" y="330708"/>
                  </a:lnTo>
                  <a:lnTo>
                    <a:pt x="141732" y="352044"/>
                  </a:lnTo>
                  <a:lnTo>
                    <a:pt x="175260" y="359664"/>
                  </a:lnTo>
                  <a:lnTo>
                    <a:pt x="287527" y="359664"/>
                  </a:lnTo>
                  <a:lnTo>
                    <a:pt x="284988" y="361188"/>
                  </a:lnTo>
                  <a:lnTo>
                    <a:pt x="268224" y="370332"/>
                  </a:lnTo>
                  <a:lnTo>
                    <a:pt x="249936" y="376428"/>
                  </a:lnTo>
                  <a:lnTo>
                    <a:pt x="231648" y="381000"/>
                  </a:lnTo>
                  <a:lnTo>
                    <a:pt x="213360" y="384048"/>
                  </a:lnTo>
                  <a:lnTo>
                    <a:pt x="193548" y="385572"/>
                  </a:lnTo>
                  <a:close/>
                </a:path>
                <a:path w="386079" h="386079">
                  <a:moveTo>
                    <a:pt x="287527" y="359664"/>
                  </a:moveTo>
                  <a:lnTo>
                    <a:pt x="208788" y="359664"/>
                  </a:lnTo>
                  <a:lnTo>
                    <a:pt x="225552" y="356616"/>
                  </a:lnTo>
                  <a:lnTo>
                    <a:pt x="242316" y="352044"/>
                  </a:lnTo>
                  <a:lnTo>
                    <a:pt x="284988" y="332232"/>
                  </a:lnTo>
                  <a:lnTo>
                    <a:pt x="321563" y="300228"/>
                  </a:lnTo>
                  <a:lnTo>
                    <a:pt x="345948" y="259080"/>
                  </a:lnTo>
                  <a:lnTo>
                    <a:pt x="359663" y="193548"/>
                  </a:lnTo>
                  <a:lnTo>
                    <a:pt x="356616" y="160020"/>
                  </a:lnTo>
                  <a:lnTo>
                    <a:pt x="339852" y="112776"/>
                  </a:lnTo>
                  <a:lnTo>
                    <a:pt x="310895" y="74676"/>
                  </a:lnTo>
                  <a:lnTo>
                    <a:pt x="272795" y="45720"/>
                  </a:lnTo>
                  <a:lnTo>
                    <a:pt x="227076" y="28955"/>
                  </a:lnTo>
                  <a:lnTo>
                    <a:pt x="210312" y="25908"/>
                  </a:lnTo>
                  <a:lnTo>
                    <a:pt x="289052" y="25908"/>
                  </a:lnTo>
                  <a:lnTo>
                    <a:pt x="327660" y="56388"/>
                  </a:lnTo>
                  <a:lnTo>
                    <a:pt x="370332" y="117348"/>
                  </a:lnTo>
                  <a:lnTo>
                    <a:pt x="384048" y="172212"/>
                  </a:lnTo>
                  <a:lnTo>
                    <a:pt x="385572" y="192024"/>
                  </a:lnTo>
                  <a:lnTo>
                    <a:pt x="384048" y="211836"/>
                  </a:lnTo>
                  <a:lnTo>
                    <a:pt x="376428" y="249936"/>
                  </a:lnTo>
                  <a:lnTo>
                    <a:pt x="352044" y="300228"/>
                  </a:lnTo>
                  <a:lnTo>
                    <a:pt x="315467" y="341376"/>
                  </a:lnTo>
                  <a:lnTo>
                    <a:pt x="300228" y="352044"/>
                  </a:lnTo>
                  <a:lnTo>
                    <a:pt x="287527" y="359664"/>
                  </a:lnTo>
                  <a:close/>
                </a:path>
              </a:pathLst>
            </a:custGeom>
            <a:solidFill>
              <a:srgbClr val="333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3779519"/>
              <a:ext cx="9143999" cy="34290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1812" y="3781043"/>
              <a:ext cx="5925311" cy="102412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6414515"/>
              <a:ext cx="8974835" cy="67665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427207" y="3858767"/>
              <a:ext cx="1384300" cy="387350"/>
            </a:xfrm>
            <a:custGeom>
              <a:avLst/>
              <a:gdLst/>
              <a:ahLst/>
              <a:cxnLst/>
              <a:rect l="l" t="t" r="r" b="b"/>
              <a:pathLst>
                <a:path w="1384300" h="387350">
                  <a:moveTo>
                    <a:pt x="388620" y="192024"/>
                  </a:moveTo>
                  <a:lnTo>
                    <a:pt x="384048" y="153924"/>
                  </a:lnTo>
                  <a:lnTo>
                    <a:pt x="364236" y="100584"/>
                  </a:lnTo>
                  <a:lnTo>
                    <a:pt x="362712" y="97790"/>
                  </a:lnTo>
                  <a:lnTo>
                    <a:pt x="362712" y="193548"/>
                  </a:lnTo>
                  <a:lnTo>
                    <a:pt x="359664" y="227076"/>
                  </a:lnTo>
                  <a:lnTo>
                    <a:pt x="341376" y="274320"/>
                  </a:lnTo>
                  <a:lnTo>
                    <a:pt x="312420" y="312420"/>
                  </a:lnTo>
                  <a:lnTo>
                    <a:pt x="274320" y="341376"/>
                  </a:lnTo>
                  <a:lnTo>
                    <a:pt x="227076" y="358140"/>
                  </a:lnTo>
                  <a:lnTo>
                    <a:pt x="193548" y="361188"/>
                  </a:lnTo>
                  <a:lnTo>
                    <a:pt x="160020" y="358140"/>
                  </a:lnTo>
                  <a:lnTo>
                    <a:pt x="112776" y="341376"/>
                  </a:lnTo>
                  <a:lnTo>
                    <a:pt x="64008" y="300228"/>
                  </a:lnTo>
                  <a:lnTo>
                    <a:pt x="33528" y="242316"/>
                  </a:lnTo>
                  <a:lnTo>
                    <a:pt x="25908" y="192024"/>
                  </a:lnTo>
                  <a:lnTo>
                    <a:pt x="28956" y="158496"/>
                  </a:lnTo>
                  <a:lnTo>
                    <a:pt x="54864" y="99060"/>
                  </a:lnTo>
                  <a:lnTo>
                    <a:pt x="88392" y="62484"/>
                  </a:lnTo>
                  <a:lnTo>
                    <a:pt x="144780" y="32004"/>
                  </a:lnTo>
                  <a:lnTo>
                    <a:pt x="195072" y="24384"/>
                  </a:lnTo>
                  <a:lnTo>
                    <a:pt x="211836" y="25908"/>
                  </a:lnTo>
                  <a:lnTo>
                    <a:pt x="245364" y="32004"/>
                  </a:lnTo>
                  <a:lnTo>
                    <a:pt x="260604" y="38100"/>
                  </a:lnTo>
                  <a:lnTo>
                    <a:pt x="274320" y="45720"/>
                  </a:lnTo>
                  <a:lnTo>
                    <a:pt x="289560" y="53340"/>
                  </a:lnTo>
                  <a:lnTo>
                    <a:pt x="324612" y="86868"/>
                  </a:lnTo>
                  <a:lnTo>
                    <a:pt x="355092" y="143256"/>
                  </a:lnTo>
                  <a:lnTo>
                    <a:pt x="362712" y="193548"/>
                  </a:lnTo>
                  <a:lnTo>
                    <a:pt x="362712" y="97790"/>
                  </a:lnTo>
                  <a:lnTo>
                    <a:pt x="355092" y="83820"/>
                  </a:lnTo>
                  <a:lnTo>
                    <a:pt x="342900" y="70104"/>
                  </a:lnTo>
                  <a:lnTo>
                    <a:pt x="330708" y="54864"/>
                  </a:lnTo>
                  <a:lnTo>
                    <a:pt x="316992" y="42672"/>
                  </a:lnTo>
                  <a:lnTo>
                    <a:pt x="301752" y="32004"/>
                  </a:lnTo>
                  <a:lnTo>
                    <a:pt x="289052" y="24384"/>
                  </a:lnTo>
                  <a:lnTo>
                    <a:pt x="286512" y="22860"/>
                  </a:lnTo>
                  <a:lnTo>
                    <a:pt x="269748" y="13716"/>
                  </a:lnTo>
                  <a:lnTo>
                    <a:pt x="251460" y="7620"/>
                  </a:lnTo>
                  <a:lnTo>
                    <a:pt x="233172" y="3048"/>
                  </a:lnTo>
                  <a:lnTo>
                    <a:pt x="213360" y="0"/>
                  </a:lnTo>
                  <a:lnTo>
                    <a:pt x="173736" y="0"/>
                  </a:lnTo>
                  <a:lnTo>
                    <a:pt x="135636" y="7620"/>
                  </a:lnTo>
                  <a:lnTo>
                    <a:pt x="85344" y="32004"/>
                  </a:lnTo>
                  <a:lnTo>
                    <a:pt x="44196" y="70104"/>
                  </a:lnTo>
                  <a:lnTo>
                    <a:pt x="15240" y="118872"/>
                  </a:lnTo>
                  <a:lnTo>
                    <a:pt x="1524" y="173736"/>
                  </a:lnTo>
                  <a:lnTo>
                    <a:pt x="0" y="193548"/>
                  </a:lnTo>
                  <a:lnTo>
                    <a:pt x="1524" y="213360"/>
                  </a:lnTo>
                  <a:lnTo>
                    <a:pt x="4572" y="233172"/>
                  </a:lnTo>
                  <a:lnTo>
                    <a:pt x="9144" y="251460"/>
                  </a:lnTo>
                  <a:lnTo>
                    <a:pt x="16764" y="268224"/>
                  </a:lnTo>
                  <a:lnTo>
                    <a:pt x="24384" y="286512"/>
                  </a:lnTo>
                  <a:lnTo>
                    <a:pt x="57912" y="330708"/>
                  </a:lnTo>
                  <a:lnTo>
                    <a:pt x="102108" y="364236"/>
                  </a:lnTo>
                  <a:lnTo>
                    <a:pt x="155448" y="382524"/>
                  </a:lnTo>
                  <a:lnTo>
                    <a:pt x="195072" y="387096"/>
                  </a:lnTo>
                  <a:lnTo>
                    <a:pt x="214884" y="385572"/>
                  </a:lnTo>
                  <a:lnTo>
                    <a:pt x="233172" y="382524"/>
                  </a:lnTo>
                  <a:lnTo>
                    <a:pt x="252984" y="377952"/>
                  </a:lnTo>
                  <a:lnTo>
                    <a:pt x="269748" y="371856"/>
                  </a:lnTo>
                  <a:lnTo>
                    <a:pt x="289306" y="361188"/>
                  </a:lnTo>
                  <a:lnTo>
                    <a:pt x="303276" y="353568"/>
                  </a:lnTo>
                  <a:lnTo>
                    <a:pt x="344424" y="315468"/>
                  </a:lnTo>
                  <a:lnTo>
                    <a:pt x="373380" y="268224"/>
                  </a:lnTo>
                  <a:lnTo>
                    <a:pt x="384048" y="231648"/>
                  </a:lnTo>
                  <a:lnTo>
                    <a:pt x="387096" y="211836"/>
                  </a:lnTo>
                  <a:lnTo>
                    <a:pt x="388620" y="192024"/>
                  </a:lnTo>
                  <a:close/>
                </a:path>
                <a:path w="1384300" h="387350">
                  <a:moveTo>
                    <a:pt x="1383804" y="192024"/>
                  </a:moveTo>
                  <a:lnTo>
                    <a:pt x="1379232" y="153924"/>
                  </a:lnTo>
                  <a:lnTo>
                    <a:pt x="1368564" y="117348"/>
                  </a:lnTo>
                  <a:lnTo>
                    <a:pt x="1357896" y="97790"/>
                  </a:lnTo>
                  <a:lnTo>
                    <a:pt x="1357896" y="193548"/>
                  </a:lnTo>
                  <a:lnTo>
                    <a:pt x="1354848" y="227076"/>
                  </a:lnTo>
                  <a:lnTo>
                    <a:pt x="1338084" y="274320"/>
                  </a:lnTo>
                  <a:lnTo>
                    <a:pt x="1296936" y="323088"/>
                  </a:lnTo>
                  <a:lnTo>
                    <a:pt x="1254264" y="348996"/>
                  </a:lnTo>
                  <a:lnTo>
                    <a:pt x="1188732" y="361188"/>
                  </a:lnTo>
                  <a:lnTo>
                    <a:pt x="1155204" y="358140"/>
                  </a:lnTo>
                  <a:lnTo>
                    <a:pt x="1109484" y="341376"/>
                  </a:lnTo>
                  <a:lnTo>
                    <a:pt x="1059192" y="300228"/>
                  </a:lnTo>
                  <a:lnTo>
                    <a:pt x="1028712" y="242316"/>
                  </a:lnTo>
                  <a:lnTo>
                    <a:pt x="1021092" y="192024"/>
                  </a:lnTo>
                  <a:lnTo>
                    <a:pt x="1022616" y="175260"/>
                  </a:lnTo>
                  <a:lnTo>
                    <a:pt x="1034808" y="126492"/>
                  </a:lnTo>
                  <a:lnTo>
                    <a:pt x="1060716" y="85344"/>
                  </a:lnTo>
                  <a:lnTo>
                    <a:pt x="1095768" y="53340"/>
                  </a:lnTo>
                  <a:lnTo>
                    <a:pt x="1139964" y="32004"/>
                  </a:lnTo>
                  <a:lnTo>
                    <a:pt x="1190256" y="24384"/>
                  </a:lnTo>
                  <a:lnTo>
                    <a:pt x="1207020" y="25908"/>
                  </a:lnTo>
                  <a:lnTo>
                    <a:pt x="1255788" y="38100"/>
                  </a:lnTo>
                  <a:lnTo>
                    <a:pt x="1309128" y="74676"/>
                  </a:lnTo>
                  <a:lnTo>
                    <a:pt x="1338084" y="112776"/>
                  </a:lnTo>
                  <a:lnTo>
                    <a:pt x="1354848" y="160020"/>
                  </a:lnTo>
                  <a:lnTo>
                    <a:pt x="1357896" y="193548"/>
                  </a:lnTo>
                  <a:lnTo>
                    <a:pt x="1357896" y="97790"/>
                  </a:lnTo>
                  <a:lnTo>
                    <a:pt x="1350276" y="83820"/>
                  </a:lnTo>
                  <a:lnTo>
                    <a:pt x="1338084" y="70104"/>
                  </a:lnTo>
                  <a:lnTo>
                    <a:pt x="1325892" y="54864"/>
                  </a:lnTo>
                  <a:lnTo>
                    <a:pt x="1312176" y="42672"/>
                  </a:lnTo>
                  <a:lnTo>
                    <a:pt x="1296936" y="32004"/>
                  </a:lnTo>
                  <a:lnTo>
                    <a:pt x="1284236" y="24384"/>
                  </a:lnTo>
                  <a:lnTo>
                    <a:pt x="1281696" y="22860"/>
                  </a:lnTo>
                  <a:lnTo>
                    <a:pt x="1264932" y="13716"/>
                  </a:lnTo>
                  <a:lnTo>
                    <a:pt x="1246644" y="7620"/>
                  </a:lnTo>
                  <a:lnTo>
                    <a:pt x="1228356" y="3048"/>
                  </a:lnTo>
                  <a:lnTo>
                    <a:pt x="1208544" y="0"/>
                  </a:lnTo>
                  <a:lnTo>
                    <a:pt x="1168920" y="0"/>
                  </a:lnTo>
                  <a:lnTo>
                    <a:pt x="1130820" y="7620"/>
                  </a:lnTo>
                  <a:lnTo>
                    <a:pt x="1080528" y="32004"/>
                  </a:lnTo>
                  <a:lnTo>
                    <a:pt x="1039380" y="70104"/>
                  </a:lnTo>
                  <a:lnTo>
                    <a:pt x="1010424" y="118872"/>
                  </a:lnTo>
                  <a:lnTo>
                    <a:pt x="996708" y="173736"/>
                  </a:lnTo>
                  <a:lnTo>
                    <a:pt x="996708" y="213360"/>
                  </a:lnTo>
                  <a:lnTo>
                    <a:pt x="999756" y="233172"/>
                  </a:lnTo>
                  <a:lnTo>
                    <a:pt x="1004328" y="251460"/>
                  </a:lnTo>
                  <a:lnTo>
                    <a:pt x="1011948" y="268224"/>
                  </a:lnTo>
                  <a:lnTo>
                    <a:pt x="1019568" y="286512"/>
                  </a:lnTo>
                  <a:lnTo>
                    <a:pt x="1053096" y="330708"/>
                  </a:lnTo>
                  <a:lnTo>
                    <a:pt x="1097292" y="364236"/>
                  </a:lnTo>
                  <a:lnTo>
                    <a:pt x="1150632" y="382524"/>
                  </a:lnTo>
                  <a:lnTo>
                    <a:pt x="1190256" y="387096"/>
                  </a:lnTo>
                  <a:lnTo>
                    <a:pt x="1210068" y="385572"/>
                  </a:lnTo>
                  <a:lnTo>
                    <a:pt x="1248168" y="377952"/>
                  </a:lnTo>
                  <a:lnTo>
                    <a:pt x="1283220" y="362712"/>
                  </a:lnTo>
                  <a:lnTo>
                    <a:pt x="1285760" y="361188"/>
                  </a:lnTo>
                  <a:lnTo>
                    <a:pt x="1298460" y="353568"/>
                  </a:lnTo>
                  <a:lnTo>
                    <a:pt x="1339608" y="315468"/>
                  </a:lnTo>
                  <a:lnTo>
                    <a:pt x="1368564" y="268224"/>
                  </a:lnTo>
                  <a:lnTo>
                    <a:pt x="1379232" y="231648"/>
                  </a:lnTo>
                  <a:lnTo>
                    <a:pt x="1382280" y="211836"/>
                  </a:lnTo>
                  <a:lnTo>
                    <a:pt x="1383804" y="192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3705835" y="4253000"/>
            <a:ext cx="6972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5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1800" spc="13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1800" spc="-24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606291" y="4260591"/>
            <a:ext cx="5734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0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y</a:t>
            </a:r>
            <a:r>
              <a:rPr sz="1800" spc="-24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1800" spc="-160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1800">
              <a:latin typeface="Verdana"/>
              <a:cs typeface="Verdana"/>
            </a:endParaRPr>
          </a:p>
        </p:txBody>
      </p:sp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1539240" y="4751832"/>
          <a:ext cx="6658607" cy="7414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09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99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99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93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99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099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331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65" dirty="0">
                          <a:latin typeface="Verdana"/>
                          <a:cs typeface="Verdana"/>
                        </a:rPr>
                        <a:t>Sommet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5BD3"/>
                      </a:solidFill>
                      <a:prstDash val="solid"/>
                    </a:lnL>
                    <a:lnR w="1270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2700">
                      <a:solidFill>
                        <a:srgbClr val="005B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" dirty="0">
                          <a:latin typeface="Verdana"/>
                          <a:cs typeface="Verdana"/>
                        </a:rPr>
                        <a:t>chimie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5BD3"/>
                      </a:solidFill>
                      <a:prstDash val="solid"/>
                    </a:lnL>
                    <a:lnR w="1905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2700">
                      <a:solidFill>
                        <a:srgbClr val="005B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40" dirty="0">
                          <a:latin typeface="Verdana"/>
                          <a:cs typeface="Verdana"/>
                        </a:rPr>
                        <a:t>Electron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5BD3"/>
                      </a:solidFill>
                      <a:prstDash val="solid"/>
                    </a:lnL>
                    <a:lnR w="1270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2700">
                      <a:solidFill>
                        <a:srgbClr val="005B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Verdana"/>
                          <a:cs typeface="Verdana"/>
                        </a:rPr>
                        <a:t>Maths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5BD3"/>
                      </a:solidFill>
                      <a:prstDash val="solid"/>
                    </a:lnL>
                    <a:lnR w="1270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2700">
                      <a:solidFill>
                        <a:srgbClr val="005B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20" dirty="0">
                          <a:latin typeface="Verdana"/>
                          <a:cs typeface="Verdana"/>
                        </a:rPr>
                        <a:t>Phys.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5BD3"/>
                      </a:solidFill>
                      <a:prstDash val="solid"/>
                    </a:lnL>
                    <a:lnR w="1905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2700">
                      <a:solidFill>
                        <a:srgbClr val="005B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20" dirty="0">
                          <a:latin typeface="Verdana"/>
                          <a:cs typeface="Verdana"/>
                        </a:rPr>
                        <a:t>Inform.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5BD3"/>
                      </a:solidFill>
                      <a:prstDash val="solid"/>
                    </a:lnL>
                    <a:lnR w="1270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2700">
                      <a:solidFill>
                        <a:srgbClr val="005BD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094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Degré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5BD3"/>
                      </a:solidFill>
                      <a:prstDash val="solid"/>
                    </a:lnL>
                    <a:lnR w="1270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9050">
                      <a:solidFill>
                        <a:srgbClr val="005B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2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5BD3"/>
                      </a:solidFill>
                      <a:prstDash val="solid"/>
                    </a:lnL>
                    <a:lnR w="1905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9050">
                      <a:solidFill>
                        <a:srgbClr val="005B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5BD3"/>
                      </a:solidFill>
                      <a:prstDash val="solid"/>
                    </a:lnL>
                    <a:lnR w="1270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9050">
                      <a:solidFill>
                        <a:srgbClr val="005B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3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5BD3"/>
                      </a:solidFill>
                      <a:prstDash val="solid"/>
                    </a:lnL>
                    <a:lnR w="1270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9050">
                      <a:solidFill>
                        <a:srgbClr val="005B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3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5BD3"/>
                      </a:solidFill>
                      <a:prstDash val="solid"/>
                    </a:lnL>
                    <a:lnR w="1905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9050">
                      <a:solidFill>
                        <a:srgbClr val="005B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3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5BD3"/>
                      </a:solidFill>
                      <a:prstDash val="solid"/>
                    </a:lnL>
                    <a:lnR w="1270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9050">
                      <a:solidFill>
                        <a:srgbClr val="005BD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23" name="object 2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545336" y="4757927"/>
            <a:ext cx="6659879" cy="742188"/>
          </a:xfrm>
          <a:prstGeom prst="rect">
            <a:avLst/>
          </a:prstGeom>
        </p:spPr>
      </p:pic>
      <p:grpSp>
        <p:nvGrpSpPr>
          <p:cNvPr id="24" name="object 24"/>
          <p:cNvGrpSpPr/>
          <p:nvPr/>
        </p:nvGrpSpPr>
        <p:grpSpPr>
          <a:xfrm>
            <a:off x="4433315" y="3779519"/>
            <a:ext cx="1383665" cy="474345"/>
            <a:chOff x="4433315" y="3779519"/>
            <a:chExt cx="1383665" cy="474345"/>
          </a:xfrm>
        </p:grpSpPr>
        <p:sp>
          <p:nvSpPr>
            <p:cNvPr id="25" name="object 25"/>
            <p:cNvSpPr/>
            <p:nvPr/>
          </p:nvSpPr>
          <p:spPr>
            <a:xfrm>
              <a:off x="4608576" y="3779520"/>
              <a:ext cx="1208405" cy="288290"/>
            </a:xfrm>
            <a:custGeom>
              <a:avLst/>
              <a:gdLst/>
              <a:ahLst/>
              <a:cxnLst/>
              <a:rect l="l" t="t" r="r" b="b"/>
              <a:pathLst>
                <a:path w="1208404" h="288289">
                  <a:moveTo>
                    <a:pt x="62839" y="0"/>
                  </a:moveTo>
                  <a:lnTo>
                    <a:pt x="32867" y="0"/>
                  </a:lnTo>
                  <a:lnTo>
                    <a:pt x="0" y="85356"/>
                  </a:lnTo>
                  <a:lnTo>
                    <a:pt x="25908" y="96024"/>
                  </a:lnTo>
                  <a:lnTo>
                    <a:pt x="62839" y="0"/>
                  </a:lnTo>
                  <a:close/>
                </a:path>
                <a:path w="1208404" h="288289">
                  <a:moveTo>
                    <a:pt x="414235" y="0"/>
                  </a:moveTo>
                  <a:lnTo>
                    <a:pt x="358825" y="0"/>
                  </a:lnTo>
                  <a:lnTo>
                    <a:pt x="134112" y="132600"/>
                  </a:lnTo>
                  <a:lnTo>
                    <a:pt x="147815" y="156984"/>
                  </a:lnTo>
                  <a:lnTo>
                    <a:pt x="414235" y="0"/>
                  </a:lnTo>
                  <a:close/>
                </a:path>
                <a:path w="1208404" h="288289">
                  <a:moveTo>
                    <a:pt x="827519" y="259080"/>
                  </a:moveTo>
                  <a:lnTo>
                    <a:pt x="193548" y="257556"/>
                  </a:lnTo>
                  <a:lnTo>
                    <a:pt x="193548" y="286512"/>
                  </a:lnTo>
                  <a:lnTo>
                    <a:pt x="827519" y="288036"/>
                  </a:lnTo>
                  <a:lnTo>
                    <a:pt x="827519" y="259080"/>
                  </a:lnTo>
                  <a:close/>
                </a:path>
                <a:path w="1208404" h="288289">
                  <a:moveTo>
                    <a:pt x="1021067" y="85356"/>
                  </a:moveTo>
                  <a:lnTo>
                    <a:pt x="981722" y="0"/>
                  </a:lnTo>
                  <a:lnTo>
                    <a:pt x="950188" y="0"/>
                  </a:lnTo>
                  <a:lnTo>
                    <a:pt x="995172" y="97536"/>
                  </a:lnTo>
                  <a:lnTo>
                    <a:pt x="1021067" y="85356"/>
                  </a:lnTo>
                  <a:close/>
                </a:path>
                <a:path w="1208404" h="288289">
                  <a:moveTo>
                    <a:pt x="1207909" y="0"/>
                  </a:moveTo>
                  <a:lnTo>
                    <a:pt x="1177455" y="0"/>
                  </a:lnTo>
                  <a:lnTo>
                    <a:pt x="1123188" y="138684"/>
                  </a:lnTo>
                  <a:lnTo>
                    <a:pt x="1149083" y="149364"/>
                  </a:lnTo>
                  <a:lnTo>
                    <a:pt x="120790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447031" y="3880104"/>
              <a:ext cx="360045" cy="361315"/>
            </a:xfrm>
            <a:custGeom>
              <a:avLst/>
              <a:gdLst/>
              <a:ahLst/>
              <a:cxnLst/>
              <a:rect l="l" t="t" r="r" b="b"/>
              <a:pathLst>
                <a:path w="360045" h="361314">
                  <a:moveTo>
                    <a:pt x="179831" y="361188"/>
                  </a:moveTo>
                  <a:lnTo>
                    <a:pt x="132115" y="354739"/>
                  </a:lnTo>
                  <a:lnTo>
                    <a:pt x="89182" y="336521"/>
                  </a:lnTo>
                  <a:lnTo>
                    <a:pt x="52768" y="308229"/>
                  </a:lnTo>
                  <a:lnTo>
                    <a:pt x="24609" y="271554"/>
                  </a:lnTo>
                  <a:lnTo>
                    <a:pt x="6441" y="228190"/>
                  </a:lnTo>
                  <a:lnTo>
                    <a:pt x="0" y="179831"/>
                  </a:lnTo>
                  <a:lnTo>
                    <a:pt x="6441" y="132115"/>
                  </a:lnTo>
                  <a:lnTo>
                    <a:pt x="24609" y="89182"/>
                  </a:lnTo>
                  <a:lnTo>
                    <a:pt x="52768" y="52768"/>
                  </a:lnTo>
                  <a:lnTo>
                    <a:pt x="89182" y="24609"/>
                  </a:lnTo>
                  <a:lnTo>
                    <a:pt x="132115" y="6441"/>
                  </a:lnTo>
                  <a:lnTo>
                    <a:pt x="179831" y="0"/>
                  </a:lnTo>
                  <a:lnTo>
                    <a:pt x="227548" y="6441"/>
                  </a:lnTo>
                  <a:lnTo>
                    <a:pt x="270481" y="24609"/>
                  </a:lnTo>
                  <a:lnTo>
                    <a:pt x="306895" y="52768"/>
                  </a:lnTo>
                  <a:lnTo>
                    <a:pt x="335054" y="89182"/>
                  </a:lnTo>
                  <a:lnTo>
                    <a:pt x="353222" y="132115"/>
                  </a:lnTo>
                  <a:lnTo>
                    <a:pt x="359663" y="179831"/>
                  </a:lnTo>
                  <a:lnTo>
                    <a:pt x="353222" y="228190"/>
                  </a:lnTo>
                  <a:lnTo>
                    <a:pt x="335054" y="271554"/>
                  </a:lnTo>
                  <a:lnTo>
                    <a:pt x="306895" y="308229"/>
                  </a:lnTo>
                  <a:lnTo>
                    <a:pt x="270481" y="336521"/>
                  </a:lnTo>
                  <a:lnTo>
                    <a:pt x="227548" y="354739"/>
                  </a:lnTo>
                  <a:lnTo>
                    <a:pt x="179831" y="361188"/>
                  </a:lnTo>
                  <a:close/>
                </a:path>
              </a:pathLst>
            </a:custGeom>
            <a:solidFill>
              <a:srgbClr val="2B7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433315" y="3867912"/>
              <a:ext cx="386080" cy="386080"/>
            </a:xfrm>
            <a:custGeom>
              <a:avLst/>
              <a:gdLst/>
              <a:ahLst/>
              <a:cxnLst/>
              <a:rect l="l" t="t" r="r" b="b"/>
              <a:pathLst>
                <a:path w="386079" h="386079">
                  <a:moveTo>
                    <a:pt x="193548" y="385572"/>
                  </a:moveTo>
                  <a:lnTo>
                    <a:pt x="155448" y="381000"/>
                  </a:lnTo>
                  <a:lnTo>
                    <a:pt x="118872" y="370332"/>
                  </a:lnTo>
                  <a:lnTo>
                    <a:pt x="57912" y="329184"/>
                  </a:lnTo>
                  <a:lnTo>
                    <a:pt x="24384" y="284988"/>
                  </a:lnTo>
                  <a:lnTo>
                    <a:pt x="4572" y="231648"/>
                  </a:lnTo>
                  <a:lnTo>
                    <a:pt x="0" y="193548"/>
                  </a:lnTo>
                  <a:lnTo>
                    <a:pt x="1524" y="173736"/>
                  </a:lnTo>
                  <a:lnTo>
                    <a:pt x="9144" y="135636"/>
                  </a:lnTo>
                  <a:lnTo>
                    <a:pt x="33528" y="85344"/>
                  </a:lnTo>
                  <a:lnTo>
                    <a:pt x="70104" y="44196"/>
                  </a:lnTo>
                  <a:lnTo>
                    <a:pt x="117348" y="15240"/>
                  </a:lnTo>
                  <a:lnTo>
                    <a:pt x="153924" y="4572"/>
                  </a:lnTo>
                  <a:lnTo>
                    <a:pt x="192024" y="0"/>
                  </a:lnTo>
                  <a:lnTo>
                    <a:pt x="211836" y="1524"/>
                  </a:lnTo>
                  <a:lnTo>
                    <a:pt x="249936" y="9143"/>
                  </a:lnTo>
                  <a:lnTo>
                    <a:pt x="290068" y="25908"/>
                  </a:lnTo>
                  <a:lnTo>
                    <a:pt x="176783" y="25908"/>
                  </a:lnTo>
                  <a:lnTo>
                    <a:pt x="160019" y="28955"/>
                  </a:lnTo>
                  <a:lnTo>
                    <a:pt x="144780" y="33528"/>
                  </a:lnTo>
                  <a:lnTo>
                    <a:pt x="128016" y="38100"/>
                  </a:lnTo>
                  <a:lnTo>
                    <a:pt x="100584" y="53340"/>
                  </a:lnTo>
                  <a:lnTo>
                    <a:pt x="86868" y="64008"/>
                  </a:lnTo>
                  <a:lnTo>
                    <a:pt x="76200" y="74676"/>
                  </a:lnTo>
                  <a:lnTo>
                    <a:pt x="64008" y="85344"/>
                  </a:lnTo>
                  <a:lnTo>
                    <a:pt x="39624" y="126492"/>
                  </a:lnTo>
                  <a:lnTo>
                    <a:pt x="25908" y="192024"/>
                  </a:lnTo>
                  <a:lnTo>
                    <a:pt x="28956" y="225552"/>
                  </a:lnTo>
                  <a:lnTo>
                    <a:pt x="45720" y="271272"/>
                  </a:lnTo>
                  <a:lnTo>
                    <a:pt x="74676" y="310896"/>
                  </a:lnTo>
                  <a:lnTo>
                    <a:pt x="112776" y="339852"/>
                  </a:lnTo>
                  <a:lnTo>
                    <a:pt x="158495" y="356616"/>
                  </a:lnTo>
                  <a:lnTo>
                    <a:pt x="175260" y="359664"/>
                  </a:lnTo>
                  <a:lnTo>
                    <a:pt x="287781" y="359664"/>
                  </a:lnTo>
                  <a:lnTo>
                    <a:pt x="268224" y="370332"/>
                  </a:lnTo>
                  <a:lnTo>
                    <a:pt x="251460" y="376428"/>
                  </a:lnTo>
                  <a:lnTo>
                    <a:pt x="233172" y="381000"/>
                  </a:lnTo>
                  <a:lnTo>
                    <a:pt x="213360" y="384048"/>
                  </a:lnTo>
                  <a:lnTo>
                    <a:pt x="193548" y="385572"/>
                  </a:lnTo>
                  <a:close/>
                </a:path>
                <a:path w="386079" h="386079">
                  <a:moveTo>
                    <a:pt x="287781" y="359664"/>
                  </a:moveTo>
                  <a:lnTo>
                    <a:pt x="210312" y="359664"/>
                  </a:lnTo>
                  <a:lnTo>
                    <a:pt x="227076" y="356616"/>
                  </a:lnTo>
                  <a:lnTo>
                    <a:pt x="257556" y="347472"/>
                  </a:lnTo>
                  <a:lnTo>
                    <a:pt x="310895" y="310896"/>
                  </a:lnTo>
                  <a:lnTo>
                    <a:pt x="347472" y="259080"/>
                  </a:lnTo>
                  <a:lnTo>
                    <a:pt x="359663" y="210312"/>
                  </a:lnTo>
                  <a:lnTo>
                    <a:pt x="361187" y="193548"/>
                  </a:lnTo>
                  <a:lnTo>
                    <a:pt x="358139" y="160020"/>
                  </a:lnTo>
                  <a:lnTo>
                    <a:pt x="341376" y="114300"/>
                  </a:lnTo>
                  <a:lnTo>
                    <a:pt x="312419" y="74676"/>
                  </a:lnTo>
                  <a:lnTo>
                    <a:pt x="274319" y="45720"/>
                  </a:lnTo>
                  <a:lnTo>
                    <a:pt x="227076" y="28955"/>
                  </a:lnTo>
                  <a:lnTo>
                    <a:pt x="210312" y="25908"/>
                  </a:lnTo>
                  <a:lnTo>
                    <a:pt x="290068" y="25908"/>
                  </a:lnTo>
                  <a:lnTo>
                    <a:pt x="329184" y="56388"/>
                  </a:lnTo>
                  <a:lnTo>
                    <a:pt x="362712" y="100584"/>
                  </a:lnTo>
                  <a:lnTo>
                    <a:pt x="382524" y="153924"/>
                  </a:lnTo>
                  <a:lnTo>
                    <a:pt x="385572" y="172212"/>
                  </a:lnTo>
                  <a:lnTo>
                    <a:pt x="385572" y="211836"/>
                  </a:lnTo>
                  <a:lnTo>
                    <a:pt x="377952" y="249936"/>
                  </a:lnTo>
                  <a:lnTo>
                    <a:pt x="353568" y="300228"/>
                  </a:lnTo>
                  <a:lnTo>
                    <a:pt x="316991" y="341376"/>
                  </a:lnTo>
                  <a:lnTo>
                    <a:pt x="301752" y="352044"/>
                  </a:lnTo>
                  <a:lnTo>
                    <a:pt x="287781" y="359664"/>
                  </a:lnTo>
                  <a:close/>
                </a:path>
              </a:pathLst>
            </a:custGeom>
            <a:solidFill>
              <a:srgbClr val="333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1534107" y="5796745"/>
            <a:ext cx="54127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9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-9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355" dirty="0">
                <a:solidFill>
                  <a:srgbClr val="FFFFFF"/>
                </a:solidFill>
                <a:latin typeface="Verdana"/>
                <a:cs typeface="Verdana"/>
              </a:rPr>
              <a:t>:</a:t>
            </a:r>
            <a:r>
              <a:rPr sz="20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35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000" spc="15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-9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-420" dirty="0">
                <a:solidFill>
                  <a:srgbClr val="FFFFFF"/>
                </a:solidFill>
                <a:latin typeface="Verdana"/>
                <a:cs typeface="Verdana"/>
              </a:rPr>
              <a:t>=</a:t>
            </a:r>
            <a:r>
              <a:rPr sz="2000" spc="-30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2000" spc="-125" dirty="0">
                <a:solidFill>
                  <a:srgbClr val="FFFFFF"/>
                </a:solidFill>
                <a:latin typeface="Verdana"/>
                <a:cs typeface="Verdana"/>
              </a:rPr>
              <a:t>y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-190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r>
              <a:rPr sz="2000" spc="-420" dirty="0">
                <a:solidFill>
                  <a:srgbClr val="FFFFFF"/>
                </a:solidFill>
                <a:latin typeface="Verdana"/>
                <a:cs typeface="Verdana"/>
              </a:rPr>
              <a:t>=</a:t>
            </a:r>
            <a:r>
              <a:rPr sz="2000" spc="-38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000" spc="-85" dirty="0">
                <a:solidFill>
                  <a:srgbClr val="FFFFFF"/>
                </a:solidFill>
                <a:latin typeface="Verdana"/>
                <a:cs typeface="Verdana"/>
              </a:rPr>
              <a:t>f</a:t>
            </a:r>
            <a:r>
              <a:rPr sz="2000" spc="8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000" spc="-26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000" spc="-7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000" spc="-190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r>
              <a:rPr sz="2000" spc="-355" dirty="0">
                <a:solidFill>
                  <a:srgbClr val="FFFFFF"/>
                </a:solidFill>
                <a:latin typeface="Verdana"/>
                <a:cs typeface="Verdana"/>
              </a:rPr>
              <a:t>;</a:t>
            </a:r>
            <a:r>
              <a:rPr sz="20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240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2000" spc="-17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-7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355" dirty="0">
                <a:solidFill>
                  <a:srgbClr val="FFFFFF"/>
                </a:solidFill>
                <a:latin typeface="Verdana"/>
                <a:cs typeface="Verdana"/>
              </a:rPr>
              <a:t>;</a:t>
            </a:r>
            <a:r>
              <a:rPr sz="20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9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13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254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000" spc="-1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-26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000" spc="10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000" spc="-175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518618" y="6888581"/>
            <a:ext cx="193675" cy="212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105" dirty="0">
                <a:solidFill>
                  <a:srgbClr val="FFFFFF"/>
                </a:solidFill>
                <a:latin typeface="Verdana"/>
                <a:cs typeface="Verdana"/>
              </a:rPr>
              <a:t>4</a:t>
            </a:r>
            <a:r>
              <a:rPr sz="1200" spc="-100" dirty="0">
                <a:solidFill>
                  <a:srgbClr val="FFFFFF"/>
                </a:solidFill>
                <a:latin typeface="Verdana"/>
                <a:cs typeface="Verdana"/>
              </a:rPr>
              <a:t>3</a:t>
            </a:r>
            <a:endParaRPr sz="1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5296" y="553212"/>
            <a:ext cx="4992624" cy="272287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3794747" y="2319527"/>
            <a:ext cx="2377440" cy="1021080"/>
          </a:xfrm>
          <a:custGeom>
            <a:avLst/>
            <a:gdLst/>
            <a:ahLst/>
            <a:cxnLst/>
            <a:rect l="l" t="t" r="r" b="b"/>
            <a:pathLst>
              <a:path w="2377440" h="1021079">
                <a:moveTo>
                  <a:pt x="387096" y="826008"/>
                </a:moveTo>
                <a:lnTo>
                  <a:pt x="382524" y="787908"/>
                </a:lnTo>
                <a:lnTo>
                  <a:pt x="371856" y="751332"/>
                </a:lnTo>
                <a:lnTo>
                  <a:pt x="361188" y="731774"/>
                </a:lnTo>
                <a:lnTo>
                  <a:pt x="361188" y="810768"/>
                </a:lnTo>
                <a:lnTo>
                  <a:pt x="361188" y="845820"/>
                </a:lnTo>
                <a:lnTo>
                  <a:pt x="341376" y="908304"/>
                </a:lnTo>
                <a:lnTo>
                  <a:pt x="312420" y="946404"/>
                </a:lnTo>
                <a:lnTo>
                  <a:pt x="272796" y="975360"/>
                </a:lnTo>
                <a:lnTo>
                  <a:pt x="227076" y="992124"/>
                </a:lnTo>
                <a:lnTo>
                  <a:pt x="210312" y="995172"/>
                </a:lnTo>
                <a:lnTo>
                  <a:pt x="175260" y="995172"/>
                </a:lnTo>
                <a:lnTo>
                  <a:pt x="112776" y="975360"/>
                </a:lnTo>
                <a:lnTo>
                  <a:pt x="73152" y="946404"/>
                </a:lnTo>
                <a:lnTo>
                  <a:pt x="45720" y="906780"/>
                </a:lnTo>
                <a:lnTo>
                  <a:pt x="28956" y="861060"/>
                </a:lnTo>
                <a:lnTo>
                  <a:pt x="24384" y="826008"/>
                </a:lnTo>
                <a:lnTo>
                  <a:pt x="25908" y="809244"/>
                </a:lnTo>
                <a:lnTo>
                  <a:pt x="38100" y="762000"/>
                </a:lnTo>
                <a:lnTo>
                  <a:pt x="64008" y="719328"/>
                </a:lnTo>
                <a:lnTo>
                  <a:pt x="99060" y="687324"/>
                </a:lnTo>
                <a:lnTo>
                  <a:pt x="114300" y="679704"/>
                </a:lnTo>
                <a:lnTo>
                  <a:pt x="128016" y="672084"/>
                </a:lnTo>
                <a:lnTo>
                  <a:pt x="143256" y="665988"/>
                </a:lnTo>
                <a:lnTo>
                  <a:pt x="176784" y="659892"/>
                </a:lnTo>
                <a:lnTo>
                  <a:pt x="193548" y="658368"/>
                </a:lnTo>
                <a:lnTo>
                  <a:pt x="211836" y="659892"/>
                </a:lnTo>
                <a:lnTo>
                  <a:pt x="259080" y="672084"/>
                </a:lnTo>
                <a:lnTo>
                  <a:pt x="300228" y="697992"/>
                </a:lnTo>
                <a:lnTo>
                  <a:pt x="333756" y="733044"/>
                </a:lnTo>
                <a:lnTo>
                  <a:pt x="341376" y="748284"/>
                </a:lnTo>
                <a:lnTo>
                  <a:pt x="348996" y="762000"/>
                </a:lnTo>
                <a:lnTo>
                  <a:pt x="353568" y="777240"/>
                </a:lnTo>
                <a:lnTo>
                  <a:pt x="358140" y="794004"/>
                </a:lnTo>
                <a:lnTo>
                  <a:pt x="361188" y="810768"/>
                </a:lnTo>
                <a:lnTo>
                  <a:pt x="361188" y="731774"/>
                </a:lnTo>
                <a:lnTo>
                  <a:pt x="329184" y="690372"/>
                </a:lnTo>
                <a:lnTo>
                  <a:pt x="287782" y="658368"/>
                </a:lnTo>
                <a:lnTo>
                  <a:pt x="284988" y="656844"/>
                </a:lnTo>
                <a:lnTo>
                  <a:pt x="268224" y="649224"/>
                </a:lnTo>
                <a:lnTo>
                  <a:pt x="249936" y="641604"/>
                </a:lnTo>
                <a:lnTo>
                  <a:pt x="231648" y="637032"/>
                </a:lnTo>
                <a:lnTo>
                  <a:pt x="211836" y="633984"/>
                </a:lnTo>
                <a:lnTo>
                  <a:pt x="172212" y="633984"/>
                </a:lnTo>
                <a:lnTo>
                  <a:pt x="117348" y="649224"/>
                </a:lnTo>
                <a:lnTo>
                  <a:pt x="83820" y="667512"/>
                </a:lnTo>
                <a:lnTo>
                  <a:pt x="44196" y="704088"/>
                </a:lnTo>
                <a:lnTo>
                  <a:pt x="22860" y="736092"/>
                </a:lnTo>
                <a:lnTo>
                  <a:pt x="3048" y="789432"/>
                </a:lnTo>
                <a:lnTo>
                  <a:pt x="0" y="807720"/>
                </a:lnTo>
                <a:lnTo>
                  <a:pt x="0" y="847344"/>
                </a:lnTo>
                <a:lnTo>
                  <a:pt x="15240" y="903732"/>
                </a:lnTo>
                <a:lnTo>
                  <a:pt x="44196" y="950976"/>
                </a:lnTo>
                <a:lnTo>
                  <a:pt x="85344" y="987552"/>
                </a:lnTo>
                <a:lnTo>
                  <a:pt x="118872" y="1005840"/>
                </a:lnTo>
                <a:lnTo>
                  <a:pt x="155448" y="1016508"/>
                </a:lnTo>
                <a:lnTo>
                  <a:pt x="193548" y="1021080"/>
                </a:lnTo>
                <a:lnTo>
                  <a:pt x="213360" y="1019556"/>
                </a:lnTo>
                <a:lnTo>
                  <a:pt x="251460" y="1011936"/>
                </a:lnTo>
                <a:lnTo>
                  <a:pt x="286512" y="996696"/>
                </a:lnTo>
                <a:lnTo>
                  <a:pt x="289052" y="995172"/>
                </a:lnTo>
                <a:lnTo>
                  <a:pt x="301752" y="987552"/>
                </a:lnTo>
                <a:lnTo>
                  <a:pt x="342900" y="949452"/>
                </a:lnTo>
                <a:lnTo>
                  <a:pt x="371856" y="902208"/>
                </a:lnTo>
                <a:lnTo>
                  <a:pt x="382524" y="865632"/>
                </a:lnTo>
                <a:lnTo>
                  <a:pt x="385572" y="845820"/>
                </a:lnTo>
                <a:lnTo>
                  <a:pt x="387096" y="826008"/>
                </a:lnTo>
                <a:close/>
              </a:path>
              <a:path w="2377440" h="1021079">
                <a:moveTo>
                  <a:pt x="1472196" y="173736"/>
                </a:moveTo>
                <a:lnTo>
                  <a:pt x="1464576" y="135636"/>
                </a:lnTo>
                <a:lnTo>
                  <a:pt x="1449336" y="100584"/>
                </a:lnTo>
                <a:lnTo>
                  <a:pt x="1447812" y="98412"/>
                </a:lnTo>
                <a:lnTo>
                  <a:pt x="1447812" y="195072"/>
                </a:lnTo>
                <a:lnTo>
                  <a:pt x="1446288" y="211836"/>
                </a:lnTo>
                <a:lnTo>
                  <a:pt x="1434096" y="260604"/>
                </a:lnTo>
                <a:lnTo>
                  <a:pt x="1408188" y="301752"/>
                </a:lnTo>
                <a:lnTo>
                  <a:pt x="1373136" y="333756"/>
                </a:lnTo>
                <a:lnTo>
                  <a:pt x="1328940" y="355092"/>
                </a:lnTo>
                <a:lnTo>
                  <a:pt x="1278648" y="362712"/>
                </a:lnTo>
                <a:lnTo>
                  <a:pt x="1261884" y="361188"/>
                </a:lnTo>
                <a:lnTo>
                  <a:pt x="1213116" y="348996"/>
                </a:lnTo>
                <a:lnTo>
                  <a:pt x="1159776" y="312420"/>
                </a:lnTo>
                <a:lnTo>
                  <a:pt x="1130820" y="272796"/>
                </a:lnTo>
                <a:lnTo>
                  <a:pt x="1114056" y="227076"/>
                </a:lnTo>
                <a:lnTo>
                  <a:pt x="1111008" y="210312"/>
                </a:lnTo>
                <a:lnTo>
                  <a:pt x="1111008" y="193548"/>
                </a:lnTo>
                <a:lnTo>
                  <a:pt x="1118628" y="143256"/>
                </a:lnTo>
                <a:lnTo>
                  <a:pt x="1139964" y="99060"/>
                </a:lnTo>
                <a:lnTo>
                  <a:pt x="1171968" y="64008"/>
                </a:lnTo>
                <a:lnTo>
                  <a:pt x="1214640" y="38100"/>
                </a:lnTo>
                <a:lnTo>
                  <a:pt x="1261884" y="25908"/>
                </a:lnTo>
                <a:lnTo>
                  <a:pt x="1296936" y="25908"/>
                </a:lnTo>
                <a:lnTo>
                  <a:pt x="1345704" y="39624"/>
                </a:lnTo>
                <a:lnTo>
                  <a:pt x="1386852" y="64008"/>
                </a:lnTo>
                <a:lnTo>
                  <a:pt x="1428000" y="114300"/>
                </a:lnTo>
                <a:lnTo>
                  <a:pt x="1444764" y="160020"/>
                </a:lnTo>
                <a:lnTo>
                  <a:pt x="1447812" y="195072"/>
                </a:lnTo>
                <a:lnTo>
                  <a:pt x="1447812" y="98412"/>
                </a:lnTo>
                <a:lnTo>
                  <a:pt x="1428000" y="70104"/>
                </a:lnTo>
                <a:lnTo>
                  <a:pt x="1415808" y="56388"/>
                </a:lnTo>
                <a:lnTo>
                  <a:pt x="1402092" y="44196"/>
                </a:lnTo>
                <a:lnTo>
                  <a:pt x="1375956" y="25908"/>
                </a:lnTo>
                <a:lnTo>
                  <a:pt x="1371612" y="22860"/>
                </a:lnTo>
                <a:lnTo>
                  <a:pt x="1318272" y="4572"/>
                </a:lnTo>
                <a:lnTo>
                  <a:pt x="1278648" y="0"/>
                </a:lnTo>
                <a:lnTo>
                  <a:pt x="1258836" y="1524"/>
                </a:lnTo>
                <a:lnTo>
                  <a:pt x="1220736" y="9144"/>
                </a:lnTo>
                <a:lnTo>
                  <a:pt x="1185684" y="24384"/>
                </a:lnTo>
                <a:lnTo>
                  <a:pt x="1141488" y="57912"/>
                </a:lnTo>
                <a:lnTo>
                  <a:pt x="1107960" y="102108"/>
                </a:lnTo>
                <a:lnTo>
                  <a:pt x="1089672" y="155448"/>
                </a:lnTo>
                <a:lnTo>
                  <a:pt x="1085100" y="195072"/>
                </a:lnTo>
                <a:lnTo>
                  <a:pt x="1086624" y="214884"/>
                </a:lnTo>
                <a:lnTo>
                  <a:pt x="1100340" y="269748"/>
                </a:lnTo>
                <a:lnTo>
                  <a:pt x="1118628" y="303276"/>
                </a:lnTo>
                <a:lnTo>
                  <a:pt x="1156728" y="342900"/>
                </a:lnTo>
                <a:lnTo>
                  <a:pt x="1203972" y="371856"/>
                </a:lnTo>
                <a:lnTo>
                  <a:pt x="1240548" y="384048"/>
                </a:lnTo>
                <a:lnTo>
                  <a:pt x="1260360" y="387096"/>
                </a:lnTo>
                <a:lnTo>
                  <a:pt x="1299984" y="387096"/>
                </a:lnTo>
                <a:lnTo>
                  <a:pt x="1338084" y="377952"/>
                </a:lnTo>
                <a:lnTo>
                  <a:pt x="1374000" y="362712"/>
                </a:lnTo>
                <a:lnTo>
                  <a:pt x="1388376" y="353568"/>
                </a:lnTo>
                <a:lnTo>
                  <a:pt x="1429524" y="316992"/>
                </a:lnTo>
                <a:lnTo>
                  <a:pt x="1458480" y="268224"/>
                </a:lnTo>
                <a:lnTo>
                  <a:pt x="1469148" y="231648"/>
                </a:lnTo>
                <a:lnTo>
                  <a:pt x="1472196" y="213360"/>
                </a:lnTo>
                <a:lnTo>
                  <a:pt x="1472196" y="173736"/>
                </a:lnTo>
                <a:close/>
              </a:path>
              <a:path w="2377440" h="1021079">
                <a:moveTo>
                  <a:pt x="2377440" y="806196"/>
                </a:moveTo>
                <a:lnTo>
                  <a:pt x="2374392" y="787908"/>
                </a:lnTo>
                <a:lnTo>
                  <a:pt x="2362200" y="751332"/>
                </a:lnTo>
                <a:lnTo>
                  <a:pt x="2354580" y="734568"/>
                </a:lnTo>
                <a:lnTo>
                  <a:pt x="2353056" y="732180"/>
                </a:lnTo>
                <a:lnTo>
                  <a:pt x="2353056" y="827532"/>
                </a:lnTo>
                <a:lnTo>
                  <a:pt x="2351532" y="845820"/>
                </a:lnTo>
                <a:lnTo>
                  <a:pt x="2339340" y="893064"/>
                </a:lnTo>
                <a:lnTo>
                  <a:pt x="2313432" y="934212"/>
                </a:lnTo>
                <a:lnTo>
                  <a:pt x="2278380" y="967740"/>
                </a:lnTo>
                <a:lnTo>
                  <a:pt x="2263140" y="975360"/>
                </a:lnTo>
                <a:lnTo>
                  <a:pt x="2249424" y="982980"/>
                </a:lnTo>
                <a:lnTo>
                  <a:pt x="2234184" y="987552"/>
                </a:lnTo>
                <a:lnTo>
                  <a:pt x="2217420" y="992124"/>
                </a:lnTo>
                <a:lnTo>
                  <a:pt x="2200656" y="995172"/>
                </a:lnTo>
                <a:lnTo>
                  <a:pt x="2165604" y="995172"/>
                </a:lnTo>
                <a:lnTo>
                  <a:pt x="2103120" y="975360"/>
                </a:lnTo>
                <a:lnTo>
                  <a:pt x="2065020" y="946404"/>
                </a:lnTo>
                <a:lnTo>
                  <a:pt x="2036064" y="906780"/>
                </a:lnTo>
                <a:lnTo>
                  <a:pt x="2019300" y="861060"/>
                </a:lnTo>
                <a:lnTo>
                  <a:pt x="2016252" y="844296"/>
                </a:lnTo>
                <a:lnTo>
                  <a:pt x="2016252" y="809244"/>
                </a:lnTo>
                <a:lnTo>
                  <a:pt x="2028444" y="762000"/>
                </a:lnTo>
                <a:lnTo>
                  <a:pt x="2054352" y="719328"/>
                </a:lnTo>
                <a:lnTo>
                  <a:pt x="2090928" y="687324"/>
                </a:lnTo>
                <a:lnTo>
                  <a:pt x="2135124" y="665988"/>
                </a:lnTo>
                <a:lnTo>
                  <a:pt x="2185416" y="658368"/>
                </a:lnTo>
                <a:lnTo>
                  <a:pt x="2202180" y="659892"/>
                </a:lnTo>
                <a:lnTo>
                  <a:pt x="2249424" y="672084"/>
                </a:lnTo>
                <a:lnTo>
                  <a:pt x="2292096" y="697992"/>
                </a:lnTo>
                <a:lnTo>
                  <a:pt x="2324100" y="733044"/>
                </a:lnTo>
                <a:lnTo>
                  <a:pt x="2331720" y="748284"/>
                </a:lnTo>
                <a:lnTo>
                  <a:pt x="2339340" y="762000"/>
                </a:lnTo>
                <a:lnTo>
                  <a:pt x="2345436" y="777240"/>
                </a:lnTo>
                <a:lnTo>
                  <a:pt x="2351532" y="810768"/>
                </a:lnTo>
                <a:lnTo>
                  <a:pt x="2353056" y="827532"/>
                </a:lnTo>
                <a:lnTo>
                  <a:pt x="2353056" y="732180"/>
                </a:lnTo>
                <a:lnTo>
                  <a:pt x="2321052" y="690372"/>
                </a:lnTo>
                <a:lnTo>
                  <a:pt x="2278126" y="658368"/>
                </a:lnTo>
                <a:lnTo>
                  <a:pt x="2275332" y="656844"/>
                </a:lnTo>
                <a:lnTo>
                  <a:pt x="2258568" y="649224"/>
                </a:lnTo>
                <a:lnTo>
                  <a:pt x="2240280" y="641604"/>
                </a:lnTo>
                <a:lnTo>
                  <a:pt x="2221992" y="637032"/>
                </a:lnTo>
                <a:lnTo>
                  <a:pt x="2203704" y="633984"/>
                </a:lnTo>
                <a:lnTo>
                  <a:pt x="2164080" y="633984"/>
                </a:lnTo>
                <a:lnTo>
                  <a:pt x="2107692" y="649224"/>
                </a:lnTo>
                <a:lnTo>
                  <a:pt x="2060448" y="678180"/>
                </a:lnTo>
                <a:lnTo>
                  <a:pt x="2023872" y="719328"/>
                </a:lnTo>
                <a:lnTo>
                  <a:pt x="2005584" y="752856"/>
                </a:lnTo>
                <a:lnTo>
                  <a:pt x="1994916" y="789432"/>
                </a:lnTo>
                <a:lnTo>
                  <a:pt x="1990344" y="827532"/>
                </a:lnTo>
                <a:lnTo>
                  <a:pt x="1991868" y="847344"/>
                </a:lnTo>
                <a:lnTo>
                  <a:pt x="1999488" y="885444"/>
                </a:lnTo>
                <a:lnTo>
                  <a:pt x="2014728" y="920496"/>
                </a:lnTo>
                <a:lnTo>
                  <a:pt x="2048256" y="964692"/>
                </a:lnTo>
                <a:lnTo>
                  <a:pt x="2092452" y="998220"/>
                </a:lnTo>
                <a:lnTo>
                  <a:pt x="2145792" y="1016508"/>
                </a:lnTo>
                <a:lnTo>
                  <a:pt x="2185416" y="1021080"/>
                </a:lnTo>
                <a:lnTo>
                  <a:pt x="2203704" y="1019556"/>
                </a:lnTo>
                <a:lnTo>
                  <a:pt x="2223516" y="1016508"/>
                </a:lnTo>
                <a:lnTo>
                  <a:pt x="2241804" y="1011936"/>
                </a:lnTo>
                <a:lnTo>
                  <a:pt x="2260092" y="1005840"/>
                </a:lnTo>
                <a:lnTo>
                  <a:pt x="2279650" y="995172"/>
                </a:lnTo>
                <a:lnTo>
                  <a:pt x="2293620" y="987552"/>
                </a:lnTo>
                <a:lnTo>
                  <a:pt x="2345436" y="935736"/>
                </a:lnTo>
                <a:lnTo>
                  <a:pt x="2369820" y="883920"/>
                </a:lnTo>
                <a:lnTo>
                  <a:pt x="2377440" y="845820"/>
                </a:lnTo>
                <a:lnTo>
                  <a:pt x="2377440" y="80619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262902" y="1183651"/>
            <a:ext cx="8077200" cy="1386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Construisons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Verdana"/>
                <a:cs typeface="Verdana"/>
              </a:rPr>
              <a:t>le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20" dirty="0">
                <a:solidFill>
                  <a:srgbClr val="FFFFFF"/>
                </a:solidFill>
                <a:latin typeface="Verdana"/>
                <a:cs typeface="Verdana"/>
              </a:rPr>
              <a:t>graphe</a:t>
            </a:r>
            <a:r>
              <a:rPr sz="18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70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1800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0" dirty="0">
                <a:solidFill>
                  <a:srgbClr val="FFFFFF"/>
                </a:solidFill>
                <a:latin typeface="Verdana"/>
                <a:cs typeface="Verdana"/>
              </a:rPr>
              <a:t>dont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95" dirty="0">
                <a:solidFill>
                  <a:srgbClr val="FFFFFF"/>
                </a:solidFill>
                <a:latin typeface="Verdana"/>
                <a:cs typeface="Verdana"/>
              </a:rPr>
              <a:t>les</a:t>
            </a:r>
            <a:r>
              <a:rPr sz="18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sommets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75" dirty="0">
                <a:solidFill>
                  <a:srgbClr val="FFFFFF"/>
                </a:solidFill>
                <a:latin typeface="Verdana"/>
                <a:cs typeface="Verdana"/>
              </a:rPr>
              <a:t>sont</a:t>
            </a:r>
            <a:r>
              <a:rPr sz="18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95" dirty="0">
                <a:solidFill>
                  <a:srgbClr val="FFFFFF"/>
                </a:solidFill>
                <a:latin typeface="Verdana"/>
                <a:cs typeface="Verdana"/>
              </a:rPr>
              <a:t>les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5" dirty="0">
                <a:solidFill>
                  <a:srgbClr val="FFFFFF"/>
                </a:solidFill>
                <a:latin typeface="Verdana"/>
                <a:cs typeface="Verdana"/>
              </a:rPr>
              <a:t>disciplines.</a:t>
            </a:r>
            <a:r>
              <a:rPr sz="18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35" dirty="0">
                <a:solidFill>
                  <a:srgbClr val="FFFFFF"/>
                </a:solidFill>
                <a:latin typeface="Verdana"/>
                <a:cs typeface="Verdana"/>
              </a:rPr>
              <a:t>Une</a:t>
            </a:r>
            <a:r>
              <a:rPr sz="18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arête </a:t>
            </a:r>
            <a:r>
              <a:rPr sz="1800" spc="-6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60" dirty="0">
                <a:solidFill>
                  <a:srgbClr val="FFFFFF"/>
                </a:solidFill>
                <a:latin typeface="Verdana"/>
                <a:cs typeface="Verdana"/>
              </a:rPr>
              <a:t>relie </a:t>
            </a: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deux </a:t>
            </a:r>
            <a:r>
              <a:rPr sz="1800" spc="105" dirty="0">
                <a:solidFill>
                  <a:srgbClr val="FFFFFF"/>
                </a:solidFill>
                <a:latin typeface="Verdana"/>
                <a:cs typeface="Verdana"/>
              </a:rPr>
              <a:t>de 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ses </a:t>
            </a:r>
            <a:r>
              <a:rPr sz="1800" spc="-75" dirty="0">
                <a:solidFill>
                  <a:srgbClr val="FFFFFF"/>
                </a:solidFill>
                <a:latin typeface="Verdana"/>
                <a:cs typeface="Verdana"/>
              </a:rPr>
              <a:t>sommets </a:t>
            </a:r>
            <a:r>
              <a:rPr sz="1800" spc="-55" dirty="0">
                <a:solidFill>
                  <a:srgbClr val="FFFFFF"/>
                </a:solidFill>
                <a:latin typeface="Verdana"/>
                <a:cs typeface="Verdana"/>
              </a:rPr>
              <a:t>lorsque </a:t>
            </a:r>
            <a:r>
              <a:rPr sz="1800" spc="-95" dirty="0">
                <a:solidFill>
                  <a:srgbClr val="FFFFFF"/>
                </a:solidFill>
                <a:latin typeface="Verdana"/>
                <a:cs typeface="Verdana"/>
              </a:rPr>
              <a:t>les </a:t>
            </a: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deux </a:t>
            </a:r>
            <a:r>
              <a:rPr sz="1800" spc="-50" dirty="0">
                <a:solidFill>
                  <a:srgbClr val="FFFFFF"/>
                </a:solidFill>
                <a:latin typeface="Verdana"/>
                <a:cs typeface="Verdana"/>
              </a:rPr>
              <a:t>disciplines </a:t>
            </a:r>
            <a:r>
              <a:rPr sz="1800" spc="-5" dirty="0">
                <a:solidFill>
                  <a:srgbClr val="FFFFFF"/>
                </a:solidFill>
                <a:latin typeface="Verdana"/>
                <a:cs typeface="Verdana"/>
              </a:rPr>
              <a:t>correspondant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Verdana"/>
                <a:cs typeface="Verdana"/>
              </a:rPr>
              <a:t>possèdent</a:t>
            </a:r>
            <a:r>
              <a:rPr sz="180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des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40" dirty="0">
                <a:solidFill>
                  <a:srgbClr val="FFFFFF"/>
                </a:solidFill>
                <a:latin typeface="Verdana"/>
                <a:cs typeface="Verdana"/>
              </a:rPr>
              <a:t>étudiants</a:t>
            </a:r>
            <a:r>
              <a:rPr sz="1800" spc="-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Verdana"/>
                <a:cs typeface="Verdana"/>
              </a:rPr>
              <a:t>communs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700">
              <a:latin typeface="Verdana"/>
              <a:cs typeface="Verdana"/>
            </a:endParaRPr>
          </a:p>
          <a:p>
            <a:pPr marL="1238885" algn="ctr">
              <a:lnSpc>
                <a:spcPct val="100000"/>
              </a:lnSpc>
            </a:pPr>
            <a:r>
              <a:rPr sz="1800" spc="-5" dirty="0">
                <a:solidFill>
                  <a:srgbClr val="FFFFFF"/>
                </a:solidFill>
                <a:latin typeface="Verdana"/>
                <a:cs typeface="Verdana"/>
              </a:rPr>
              <a:t>Chimie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38735" y="2986550"/>
            <a:ext cx="7861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3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f</a:t>
            </a:r>
            <a:r>
              <a:rPr sz="1800" spc="7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1800" spc="-23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800" spc="-65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1800" spc="-160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90557" y="2986550"/>
            <a:ext cx="8477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5" dirty="0">
                <a:solidFill>
                  <a:srgbClr val="FFFFFF"/>
                </a:solidFill>
                <a:latin typeface="Verdana"/>
                <a:cs typeface="Verdana"/>
              </a:rPr>
              <a:t>Electro.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72668" y="2688335"/>
            <a:ext cx="9144000" cy="4520565"/>
            <a:chOff x="772668" y="2688335"/>
            <a:chExt cx="9144000" cy="4520565"/>
          </a:xfrm>
        </p:grpSpPr>
        <p:sp>
          <p:nvSpPr>
            <p:cNvPr id="8" name="object 8"/>
            <p:cNvSpPr/>
            <p:nvPr/>
          </p:nvSpPr>
          <p:spPr>
            <a:xfrm>
              <a:off x="4169664" y="2688335"/>
              <a:ext cx="1823085" cy="1091565"/>
            </a:xfrm>
            <a:custGeom>
              <a:avLst/>
              <a:gdLst/>
              <a:ahLst/>
              <a:cxnLst/>
              <a:rect l="l" t="t" r="r" b="b"/>
              <a:pathLst>
                <a:path w="1823085" h="1091564">
                  <a:moveTo>
                    <a:pt x="1688579" y="598932"/>
                  </a:moveTo>
                  <a:lnTo>
                    <a:pt x="1673352" y="574548"/>
                  </a:lnTo>
                  <a:lnTo>
                    <a:pt x="1287399" y="802271"/>
                  </a:lnTo>
                  <a:lnTo>
                    <a:pt x="1135786" y="473506"/>
                  </a:lnTo>
                  <a:lnTo>
                    <a:pt x="1627632" y="473964"/>
                  </a:lnTo>
                  <a:lnTo>
                    <a:pt x="1627632" y="446532"/>
                  </a:lnTo>
                  <a:lnTo>
                    <a:pt x="1122921" y="445592"/>
                  </a:lnTo>
                  <a:lnTo>
                    <a:pt x="1091349" y="377126"/>
                  </a:lnTo>
                  <a:lnTo>
                    <a:pt x="1091349" y="445528"/>
                  </a:lnTo>
                  <a:lnTo>
                    <a:pt x="750379" y="444893"/>
                  </a:lnTo>
                  <a:lnTo>
                    <a:pt x="905332" y="42138"/>
                  </a:lnTo>
                  <a:lnTo>
                    <a:pt x="1091349" y="445528"/>
                  </a:lnTo>
                  <a:lnTo>
                    <a:pt x="1091349" y="377126"/>
                  </a:lnTo>
                  <a:lnTo>
                    <a:pt x="917448" y="0"/>
                  </a:lnTo>
                  <a:lnTo>
                    <a:pt x="904494" y="6108"/>
                  </a:lnTo>
                  <a:lnTo>
                    <a:pt x="891540" y="1524"/>
                  </a:lnTo>
                  <a:lnTo>
                    <a:pt x="720763" y="444842"/>
                  </a:lnTo>
                  <a:lnTo>
                    <a:pt x="0" y="443484"/>
                  </a:lnTo>
                  <a:lnTo>
                    <a:pt x="0" y="472440"/>
                  </a:lnTo>
                  <a:lnTo>
                    <a:pt x="709866" y="473113"/>
                  </a:lnTo>
                  <a:lnTo>
                    <a:pt x="471779" y="1091184"/>
                  </a:lnTo>
                  <a:lnTo>
                    <a:pt x="501751" y="1091184"/>
                  </a:lnTo>
                  <a:lnTo>
                    <a:pt x="739521" y="473138"/>
                  </a:lnTo>
                  <a:lnTo>
                    <a:pt x="1104239" y="473481"/>
                  </a:lnTo>
                  <a:lnTo>
                    <a:pt x="1262608" y="816902"/>
                  </a:lnTo>
                  <a:lnTo>
                    <a:pt x="797737" y="1091184"/>
                  </a:lnTo>
                  <a:lnTo>
                    <a:pt x="853147" y="1091184"/>
                  </a:lnTo>
                  <a:lnTo>
                    <a:pt x="1274584" y="842873"/>
                  </a:lnTo>
                  <a:lnTo>
                    <a:pt x="1389100" y="1091184"/>
                  </a:lnTo>
                  <a:lnTo>
                    <a:pt x="1420634" y="1091184"/>
                  </a:lnTo>
                  <a:lnTo>
                    <a:pt x="1299375" y="828255"/>
                  </a:lnTo>
                  <a:lnTo>
                    <a:pt x="1688579" y="598932"/>
                  </a:lnTo>
                  <a:close/>
                </a:path>
                <a:path w="1823085" h="1091564">
                  <a:moveTo>
                    <a:pt x="1822704" y="644664"/>
                  </a:moveTo>
                  <a:lnTo>
                    <a:pt x="1795272" y="633984"/>
                  </a:lnTo>
                  <a:lnTo>
                    <a:pt x="1616367" y="1091184"/>
                  </a:lnTo>
                  <a:lnTo>
                    <a:pt x="1646821" y="1091184"/>
                  </a:lnTo>
                  <a:lnTo>
                    <a:pt x="1822704" y="64466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806952" y="2979419"/>
              <a:ext cx="360045" cy="361315"/>
            </a:xfrm>
            <a:custGeom>
              <a:avLst/>
              <a:gdLst/>
              <a:ahLst/>
              <a:cxnLst/>
              <a:rect l="l" t="t" r="r" b="b"/>
              <a:pathLst>
                <a:path w="360045" h="361314">
                  <a:moveTo>
                    <a:pt x="179831" y="361188"/>
                  </a:moveTo>
                  <a:lnTo>
                    <a:pt x="132115" y="354739"/>
                  </a:lnTo>
                  <a:lnTo>
                    <a:pt x="89182" y="336521"/>
                  </a:lnTo>
                  <a:lnTo>
                    <a:pt x="52768" y="308229"/>
                  </a:lnTo>
                  <a:lnTo>
                    <a:pt x="24609" y="271554"/>
                  </a:lnTo>
                  <a:lnTo>
                    <a:pt x="6441" y="228190"/>
                  </a:lnTo>
                  <a:lnTo>
                    <a:pt x="0" y="179831"/>
                  </a:lnTo>
                  <a:lnTo>
                    <a:pt x="6441" y="132115"/>
                  </a:lnTo>
                  <a:lnTo>
                    <a:pt x="24609" y="89182"/>
                  </a:lnTo>
                  <a:lnTo>
                    <a:pt x="52768" y="52768"/>
                  </a:lnTo>
                  <a:lnTo>
                    <a:pt x="89182" y="24609"/>
                  </a:lnTo>
                  <a:lnTo>
                    <a:pt x="132115" y="6441"/>
                  </a:lnTo>
                  <a:lnTo>
                    <a:pt x="179831" y="0"/>
                  </a:lnTo>
                  <a:lnTo>
                    <a:pt x="227548" y="6441"/>
                  </a:lnTo>
                  <a:lnTo>
                    <a:pt x="270481" y="24609"/>
                  </a:lnTo>
                  <a:lnTo>
                    <a:pt x="306895" y="52768"/>
                  </a:lnTo>
                  <a:lnTo>
                    <a:pt x="335054" y="89182"/>
                  </a:lnTo>
                  <a:lnTo>
                    <a:pt x="353222" y="132115"/>
                  </a:lnTo>
                  <a:lnTo>
                    <a:pt x="359663" y="179831"/>
                  </a:lnTo>
                  <a:lnTo>
                    <a:pt x="353222" y="228190"/>
                  </a:lnTo>
                  <a:lnTo>
                    <a:pt x="335054" y="271554"/>
                  </a:lnTo>
                  <a:lnTo>
                    <a:pt x="306895" y="308229"/>
                  </a:lnTo>
                  <a:lnTo>
                    <a:pt x="270481" y="336521"/>
                  </a:lnTo>
                  <a:lnTo>
                    <a:pt x="227548" y="354739"/>
                  </a:lnTo>
                  <a:lnTo>
                    <a:pt x="179831" y="361188"/>
                  </a:lnTo>
                  <a:close/>
                </a:path>
              </a:pathLst>
            </a:custGeom>
            <a:solidFill>
              <a:srgbClr val="2B7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794759" y="2967227"/>
              <a:ext cx="386080" cy="386080"/>
            </a:xfrm>
            <a:custGeom>
              <a:avLst/>
              <a:gdLst/>
              <a:ahLst/>
              <a:cxnLst/>
              <a:rect l="l" t="t" r="r" b="b"/>
              <a:pathLst>
                <a:path w="386079" h="386079">
                  <a:moveTo>
                    <a:pt x="193548" y="385572"/>
                  </a:moveTo>
                  <a:lnTo>
                    <a:pt x="153924" y="381000"/>
                  </a:lnTo>
                  <a:lnTo>
                    <a:pt x="117348" y="370332"/>
                  </a:lnTo>
                  <a:lnTo>
                    <a:pt x="70104" y="341376"/>
                  </a:lnTo>
                  <a:lnTo>
                    <a:pt x="33528" y="301752"/>
                  </a:lnTo>
                  <a:lnTo>
                    <a:pt x="15240" y="268224"/>
                  </a:lnTo>
                  <a:lnTo>
                    <a:pt x="3048" y="231648"/>
                  </a:lnTo>
                  <a:lnTo>
                    <a:pt x="0" y="213360"/>
                  </a:lnTo>
                  <a:lnTo>
                    <a:pt x="0" y="173736"/>
                  </a:lnTo>
                  <a:lnTo>
                    <a:pt x="7620" y="135636"/>
                  </a:lnTo>
                  <a:lnTo>
                    <a:pt x="32004" y="85344"/>
                  </a:lnTo>
                  <a:lnTo>
                    <a:pt x="68580" y="44196"/>
                  </a:lnTo>
                  <a:lnTo>
                    <a:pt x="100584" y="22860"/>
                  </a:lnTo>
                  <a:lnTo>
                    <a:pt x="152400" y="4572"/>
                  </a:lnTo>
                  <a:lnTo>
                    <a:pt x="192024" y="0"/>
                  </a:lnTo>
                  <a:lnTo>
                    <a:pt x="230124" y="3048"/>
                  </a:lnTo>
                  <a:lnTo>
                    <a:pt x="266700" y="15240"/>
                  </a:lnTo>
                  <a:lnTo>
                    <a:pt x="283464" y="22860"/>
                  </a:lnTo>
                  <a:lnTo>
                    <a:pt x="289052" y="25908"/>
                  </a:lnTo>
                  <a:lnTo>
                    <a:pt x="175260" y="25908"/>
                  </a:lnTo>
                  <a:lnTo>
                    <a:pt x="160019" y="28955"/>
                  </a:lnTo>
                  <a:lnTo>
                    <a:pt x="112776" y="45720"/>
                  </a:lnTo>
                  <a:lnTo>
                    <a:pt x="74676" y="74676"/>
                  </a:lnTo>
                  <a:lnTo>
                    <a:pt x="38100" y="126492"/>
                  </a:lnTo>
                  <a:lnTo>
                    <a:pt x="25908" y="175260"/>
                  </a:lnTo>
                  <a:lnTo>
                    <a:pt x="24384" y="192024"/>
                  </a:lnTo>
                  <a:lnTo>
                    <a:pt x="25908" y="208788"/>
                  </a:lnTo>
                  <a:lnTo>
                    <a:pt x="38100" y="257556"/>
                  </a:lnTo>
                  <a:lnTo>
                    <a:pt x="62484" y="298704"/>
                  </a:lnTo>
                  <a:lnTo>
                    <a:pt x="97536" y="330708"/>
                  </a:lnTo>
                  <a:lnTo>
                    <a:pt x="141732" y="352044"/>
                  </a:lnTo>
                  <a:lnTo>
                    <a:pt x="175260" y="359664"/>
                  </a:lnTo>
                  <a:lnTo>
                    <a:pt x="287527" y="359664"/>
                  </a:lnTo>
                  <a:lnTo>
                    <a:pt x="284988" y="361188"/>
                  </a:lnTo>
                  <a:lnTo>
                    <a:pt x="268224" y="370332"/>
                  </a:lnTo>
                  <a:lnTo>
                    <a:pt x="249936" y="376428"/>
                  </a:lnTo>
                  <a:lnTo>
                    <a:pt x="231648" y="381000"/>
                  </a:lnTo>
                  <a:lnTo>
                    <a:pt x="213360" y="384048"/>
                  </a:lnTo>
                  <a:lnTo>
                    <a:pt x="193548" y="385572"/>
                  </a:lnTo>
                  <a:close/>
                </a:path>
                <a:path w="386079" h="386079">
                  <a:moveTo>
                    <a:pt x="287527" y="359664"/>
                  </a:moveTo>
                  <a:lnTo>
                    <a:pt x="208788" y="359664"/>
                  </a:lnTo>
                  <a:lnTo>
                    <a:pt x="225552" y="356616"/>
                  </a:lnTo>
                  <a:lnTo>
                    <a:pt x="242316" y="352044"/>
                  </a:lnTo>
                  <a:lnTo>
                    <a:pt x="284988" y="332232"/>
                  </a:lnTo>
                  <a:lnTo>
                    <a:pt x="321563" y="300228"/>
                  </a:lnTo>
                  <a:lnTo>
                    <a:pt x="345948" y="259080"/>
                  </a:lnTo>
                  <a:lnTo>
                    <a:pt x="359663" y="193548"/>
                  </a:lnTo>
                  <a:lnTo>
                    <a:pt x="356616" y="160020"/>
                  </a:lnTo>
                  <a:lnTo>
                    <a:pt x="339852" y="112776"/>
                  </a:lnTo>
                  <a:lnTo>
                    <a:pt x="310895" y="74676"/>
                  </a:lnTo>
                  <a:lnTo>
                    <a:pt x="272795" y="45720"/>
                  </a:lnTo>
                  <a:lnTo>
                    <a:pt x="227076" y="28955"/>
                  </a:lnTo>
                  <a:lnTo>
                    <a:pt x="210312" y="25908"/>
                  </a:lnTo>
                  <a:lnTo>
                    <a:pt x="289052" y="25908"/>
                  </a:lnTo>
                  <a:lnTo>
                    <a:pt x="327660" y="56388"/>
                  </a:lnTo>
                  <a:lnTo>
                    <a:pt x="370332" y="117348"/>
                  </a:lnTo>
                  <a:lnTo>
                    <a:pt x="384048" y="172212"/>
                  </a:lnTo>
                  <a:lnTo>
                    <a:pt x="385572" y="192024"/>
                  </a:lnTo>
                  <a:lnTo>
                    <a:pt x="384048" y="211836"/>
                  </a:lnTo>
                  <a:lnTo>
                    <a:pt x="376428" y="249936"/>
                  </a:lnTo>
                  <a:lnTo>
                    <a:pt x="352044" y="300228"/>
                  </a:lnTo>
                  <a:lnTo>
                    <a:pt x="315467" y="341376"/>
                  </a:lnTo>
                  <a:lnTo>
                    <a:pt x="300228" y="352044"/>
                  </a:lnTo>
                  <a:lnTo>
                    <a:pt x="287527" y="359664"/>
                  </a:lnTo>
                  <a:close/>
                </a:path>
              </a:pathLst>
            </a:custGeom>
            <a:solidFill>
              <a:srgbClr val="333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3779519"/>
              <a:ext cx="9143999" cy="34290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1812" y="3781043"/>
              <a:ext cx="5925311" cy="102412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6414515"/>
              <a:ext cx="8974835" cy="67665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427207" y="3858767"/>
              <a:ext cx="1384300" cy="387350"/>
            </a:xfrm>
            <a:custGeom>
              <a:avLst/>
              <a:gdLst/>
              <a:ahLst/>
              <a:cxnLst/>
              <a:rect l="l" t="t" r="r" b="b"/>
              <a:pathLst>
                <a:path w="1384300" h="387350">
                  <a:moveTo>
                    <a:pt x="388620" y="192024"/>
                  </a:moveTo>
                  <a:lnTo>
                    <a:pt x="384048" y="153924"/>
                  </a:lnTo>
                  <a:lnTo>
                    <a:pt x="364236" y="100584"/>
                  </a:lnTo>
                  <a:lnTo>
                    <a:pt x="362712" y="97790"/>
                  </a:lnTo>
                  <a:lnTo>
                    <a:pt x="362712" y="193548"/>
                  </a:lnTo>
                  <a:lnTo>
                    <a:pt x="359664" y="227076"/>
                  </a:lnTo>
                  <a:lnTo>
                    <a:pt x="341376" y="274320"/>
                  </a:lnTo>
                  <a:lnTo>
                    <a:pt x="312420" y="312420"/>
                  </a:lnTo>
                  <a:lnTo>
                    <a:pt x="274320" y="341376"/>
                  </a:lnTo>
                  <a:lnTo>
                    <a:pt x="227076" y="358140"/>
                  </a:lnTo>
                  <a:lnTo>
                    <a:pt x="193548" y="361188"/>
                  </a:lnTo>
                  <a:lnTo>
                    <a:pt x="160020" y="358140"/>
                  </a:lnTo>
                  <a:lnTo>
                    <a:pt x="112776" y="341376"/>
                  </a:lnTo>
                  <a:lnTo>
                    <a:pt x="64008" y="300228"/>
                  </a:lnTo>
                  <a:lnTo>
                    <a:pt x="33528" y="242316"/>
                  </a:lnTo>
                  <a:lnTo>
                    <a:pt x="25908" y="192024"/>
                  </a:lnTo>
                  <a:lnTo>
                    <a:pt x="28956" y="158496"/>
                  </a:lnTo>
                  <a:lnTo>
                    <a:pt x="54864" y="99060"/>
                  </a:lnTo>
                  <a:lnTo>
                    <a:pt x="88392" y="62484"/>
                  </a:lnTo>
                  <a:lnTo>
                    <a:pt x="144780" y="32004"/>
                  </a:lnTo>
                  <a:lnTo>
                    <a:pt x="195072" y="24384"/>
                  </a:lnTo>
                  <a:lnTo>
                    <a:pt x="211836" y="25908"/>
                  </a:lnTo>
                  <a:lnTo>
                    <a:pt x="245364" y="32004"/>
                  </a:lnTo>
                  <a:lnTo>
                    <a:pt x="260604" y="38100"/>
                  </a:lnTo>
                  <a:lnTo>
                    <a:pt x="274320" y="45720"/>
                  </a:lnTo>
                  <a:lnTo>
                    <a:pt x="289560" y="53340"/>
                  </a:lnTo>
                  <a:lnTo>
                    <a:pt x="324612" y="86868"/>
                  </a:lnTo>
                  <a:lnTo>
                    <a:pt x="355092" y="143256"/>
                  </a:lnTo>
                  <a:lnTo>
                    <a:pt x="362712" y="193548"/>
                  </a:lnTo>
                  <a:lnTo>
                    <a:pt x="362712" y="97790"/>
                  </a:lnTo>
                  <a:lnTo>
                    <a:pt x="355092" y="83820"/>
                  </a:lnTo>
                  <a:lnTo>
                    <a:pt x="342900" y="70104"/>
                  </a:lnTo>
                  <a:lnTo>
                    <a:pt x="330708" y="54864"/>
                  </a:lnTo>
                  <a:lnTo>
                    <a:pt x="316992" y="42672"/>
                  </a:lnTo>
                  <a:lnTo>
                    <a:pt x="301752" y="32004"/>
                  </a:lnTo>
                  <a:lnTo>
                    <a:pt x="289052" y="24384"/>
                  </a:lnTo>
                  <a:lnTo>
                    <a:pt x="286512" y="22860"/>
                  </a:lnTo>
                  <a:lnTo>
                    <a:pt x="269748" y="13716"/>
                  </a:lnTo>
                  <a:lnTo>
                    <a:pt x="251460" y="7620"/>
                  </a:lnTo>
                  <a:lnTo>
                    <a:pt x="233172" y="3048"/>
                  </a:lnTo>
                  <a:lnTo>
                    <a:pt x="213360" y="0"/>
                  </a:lnTo>
                  <a:lnTo>
                    <a:pt x="173736" y="0"/>
                  </a:lnTo>
                  <a:lnTo>
                    <a:pt x="135636" y="7620"/>
                  </a:lnTo>
                  <a:lnTo>
                    <a:pt x="85344" y="32004"/>
                  </a:lnTo>
                  <a:lnTo>
                    <a:pt x="44196" y="70104"/>
                  </a:lnTo>
                  <a:lnTo>
                    <a:pt x="15240" y="118872"/>
                  </a:lnTo>
                  <a:lnTo>
                    <a:pt x="1524" y="173736"/>
                  </a:lnTo>
                  <a:lnTo>
                    <a:pt x="0" y="193548"/>
                  </a:lnTo>
                  <a:lnTo>
                    <a:pt x="1524" y="213360"/>
                  </a:lnTo>
                  <a:lnTo>
                    <a:pt x="4572" y="233172"/>
                  </a:lnTo>
                  <a:lnTo>
                    <a:pt x="9144" y="251460"/>
                  </a:lnTo>
                  <a:lnTo>
                    <a:pt x="16764" y="268224"/>
                  </a:lnTo>
                  <a:lnTo>
                    <a:pt x="24384" y="286512"/>
                  </a:lnTo>
                  <a:lnTo>
                    <a:pt x="57912" y="330708"/>
                  </a:lnTo>
                  <a:lnTo>
                    <a:pt x="102108" y="364236"/>
                  </a:lnTo>
                  <a:lnTo>
                    <a:pt x="155448" y="382524"/>
                  </a:lnTo>
                  <a:lnTo>
                    <a:pt x="195072" y="387096"/>
                  </a:lnTo>
                  <a:lnTo>
                    <a:pt x="214884" y="385572"/>
                  </a:lnTo>
                  <a:lnTo>
                    <a:pt x="233172" y="382524"/>
                  </a:lnTo>
                  <a:lnTo>
                    <a:pt x="252984" y="377952"/>
                  </a:lnTo>
                  <a:lnTo>
                    <a:pt x="269748" y="371856"/>
                  </a:lnTo>
                  <a:lnTo>
                    <a:pt x="289306" y="361188"/>
                  </a:lnTo>
                  <a:lnTo>
                    <a:pt x="303276" y="353568"/>
                  </a:lnTo>
                  <a:lnTo>
                    <a:pt x="344424" y="315468"/>
                  </a:lnTo>
                  <a:lnTo>
                    <a:pt x="373380" y="268224"/>
                  </a:lnTo>
                  <a:lnTo>
                    <a:pt x="384048" y="231648"/>
                  </a:lnTo>
                  <a:lnTo>
                    <a:pt x="387096" y="211836"/>
                  </a:lnTo>
                  <a:lnTo>
                    <a:pt x="388620" y="192024"/>
                  </a:lnTo>
                  <a:close/>
                </a:path>
                <a:path w="1384300" h="387350">
                  <a:moveTo>
                    <a:pt x="1383804" y="192024"/>
                  </a:moveTo>
                  <a:lnTo>
                    <a:pt x="1379232" y="153924"/>
                  </a:lnTo>
                  <a:lnTo>
                    <a:pt x="1368564" y="117348"/>
                  </a:lnTo>
                  <a:lnTo>
                    <a:pt x="1357896" y="97790"/>
                  </a:lnTo>
                  <a:lnTo>
                    <a:pt x="1357896" y="193548"/>
                  </a:lnTo>
                  <a:lnTo>
                    <a:pt x="1354848" y="227076"/>
                  </a:lnTo>
                  <a:lnTo>
                    <a:pt x="1338084" y="274320"/>
                  </a:lnTo>
                  <a:lnTo>
                    <a:pt x="1296936" y="323088"/>
                  </a:lnTo>
                  <a:lnTo>
                    <a:pt x="1254264" y="348996"/>
                  </a:lnTo>
                  <a:lnTo>
                    <a:pt x="1188732" y="361188"/>
                  </a:lnTo>
                  <a:lnTo>
                    <a:pt x="1155204" y="358140"/>
                  </a:lnTo>
                  <a:lnTo>
                    <a:pt x="1109484" y="341376"/>
                  </a:lnTo>
                  <a:lnTo>
                    <a:pt x="1059192" y="300228"/>
                  </a:lnTo>
                  <a:lnTo>
                    <a:pt x="1028712" y="242316"/>
                  </a:lnTo>
                  <a:lnTo>
                    <a:pt x="1021092" y="192024"/>
                  </a:lnTo>
                  <a:lnTo>
                    <a:pt x="1022616" y="175260"/>
                  </a:lnTo>
                  <a:lnTo>
                    <a:pt x="1034808" y="126492"/>
                  </a:lnTo>
                  <a:lnTo>
                    <a:pt x="1060716" y="85344"/>
                  </a:lnTo>
                  <a:lnTo>
                    <a:pt x="1095768" y="53340"/>
                  </a:lnTo>
                  <a:lnTo>
                    <a:pt x="1139964" y="32004"/>
                  </a:lnTo>
                  <a:lnTo>
                    <a:pt x="1190256" y="24384"/>
                  </a:lnTo>
                  <a:lnTo>
                    <a:pt x="1207020" y="25908"/>
                  </a:lnTo>
                  <a:lnTo>
                    <a:pt x="1255788" y="38100"/>
                  </a:lnTo>
                  <a:lnTo>
                    <a:pt x="1309128" y="74676"/>
                  </a:lnTo>
                  <a:lnTo>
                    <a:pt x="1338084" y="112776"/>
                  </a:lnTo>
                  <a:lnTo>
                    <a:pt x="1354848" y="160020"/>
                  </a:lnTo>
                  <a:lnTo>
                    <a:pt x="1357896" y="193548"/>
                  </a:lnTo>
                  <a:lnTo>
                    <a:pt x="1357896" y="97790"/>
                  </a:lnTo>
                  <a:lnTo>
                    <a:pt x="1350276" y="83820"/>
                  </a:lnTo>
                  <a:lnTo>
                    <a:pt x="1338084" y="70104"/>
                  </a:lnTo>
                  <a:lnTo>
                    <a:pt x="1325892" y="54864"/>
                  </a:lnTo>
                  <a:lnTo>
                    <a:pt x="1312176" y="42672"/>
                  </a:lnTo>
                  <a:lnTo>
                    <a:pt x="1296936" y="32004"/>
                  </a:lnTo>
                  <a:lnTo>
                    <a:pt x="1284236" y="24384"/>
                  </a:lnTo>
                  <a:lnTo>
                    <a:pt x="1281696" y="22860"/>
                  </a:lnTo>
                  <a:lnTo>
                    <a:pt x="1264932" y="13716"/>
                  </a:lnTo>
                  <a:lnTo>
                    <a:pt x="1246644" y="7620"/>
                  </a:lnTo>
                  <a:lnTo>
                    <a:pt x="1228356" y="3048"/>
                  </a:lnTo>
                  <a:lnTo>
                    <a:pt x="1208544" y="0"/>
                  </a:lnTo>
                  <a:lnTo>
                    <a:pt x="1168920" y="0"/>
                  </a:lnTo>
                  <a:lnTo>
                    <a:pt x="1130820" y="7620"/>
                  </a:lnTo>
                  <a:lnTo>
                    <a:pt x="1080528" y="32004"/>
                  </a:lnTo>
                  <a:lnTo>
                    <a:pt x="1039380" y="70104"/>
                  </a:lnTo>
                  <a:lnTo>
                    <a:pt x="1010424" y="118872"/>
                  </a:lnTo>
                  <a:lnTo>
                    <a:pt x="996708" y="173736"/>
                  </a:lnTo>
                  <a:lnTo>
                    <a:pt x="996708" y="213360"/>
                  </a:lnTo>
                  <a:lnTo>
                    <a:pt x="999756" y="233172"/>
                  </a:lnTo>
                  <a:lnTo>
                    <a:pt x="1004328" y="251460"/>
                  </a:lnTo>
                  <a:lnTo>
                    <a:pt x="1011948" y="268224"/>
                  </a:lnTo>
                  <a:lnTo>
                    <a:pt x="1019568" y="286512"/>
                  </a:lnTo>
                  <a:lnTo>
                    <a:pt x="1053096" y="330708"/>
                  </a:lnTo>
                  <a:lnTo>
                    <a:pt x="1097292" y="364236"/>
                  </a:lnTo>
                  <a:lnTo>
                    <a:pt x="1150632" y="382524"/>
                  </a:lnTo>
                  <a:lnTo>
                    <a:pt x="1190256" y="387096"/>
                  </a:lnTo>
                  <a:lnTo>
                    <a:pt x="1210068" y="385572"/>
                  </a:lnTo>
                  <a:lnTo>
                    <a:pt x="1248168" y="377952"/>
                  </a:lnTo>
                  <a:lnTo>
                    <a:pt x="1283220" y="362712"/>
                  </a:lnTo>
                  <a:lnTo>
                    <a:pt x="1285760" y="361188"/>
                  </a:lnTo>
                  <a:lnTo>
                    <a:pt x="1298460" y="353568"/>
                  </a:lnTo>
                  <a:lnTo>
                    <a:pt x="1339608" y="315468"/>
                  </a:lnTo>
                  <a:lnTo>
                    <a:pt x="1368564" y="268224"/>
                  </a:lnTo>
                  <a:lnTo>
                    <a:pt x="1379232" y="231648"/>
                  </a:lnTo>
                  <a:lnTo>
                    <a:pt x="1382280" y="211836"/>
                  </a:lnTo>
                  <a:lnTo>
                    <a:pt x="1383804" y="192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3705835" y="4253000"/>
            <a:ext cx="6972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5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1800" spc="13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1800" spc="-24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606291" y="4260591"/>
            <a:ext cx="5734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0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y</a:t>
            </a:r>
            <a:r>
              <a:rPr sz="1800" spc="-24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1800" spc="-160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1800">
              <a:latin typeface="Verdana"/>
              <a:cs typeface="Verdana"/>
            </a:endParaRPr>
          </a:p>
        </p:txBody>
      </p:sp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1539240" y="4751832"/>
          <a:ext cx="6658607" cy="7414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09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99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99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93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99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099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331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65" dirty="0">
                          <a:latin typeface="Verdana"/>
                          <a:cs typeface="Verdana"/>
                        </a:rPr>
                        <a:t>Sommet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5BD3"/>
                      </a:solidFill>
                      <a:prstDash val="solid"/>
                    </a:lnL>
                    <a:lnR w="1270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2700">
                      <a:solidFill>
                        <a:srgbClr val="005B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" dirty="0">
                          <a:latin typeface="Verdana"/>
                          <a:cs typeface="Verdana"/>
                        </a:rPr>
                        <a:t>chimie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5BD3"/>
                      </a:solidFill>
                      <a:prstDash val="solid"/>
                    </a:lnL>
                    <a:lnR w="1905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2700">
                      <a:solidFill>
                        <a:srgbClr val="005B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40" dirty="0">
                          <a:latin typeface="Verdana"/>
                          <a:cs typeface="Verdana"/>
                        </a:rPr>
                        <a:t>Electron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5BD3"/>
                      </a:solidFill>
                      <a:prstDash val="solid"/>
                    </a:lnL>
                    <a:lnR w="1270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2700">
                      <a:solidFill>
                        <a:srgbClr val="005B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Verdana"/>
                          <a:cs typeface="Verdana"/>
                        </a:rPr>
                        <a:t>Maths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5BD3"/>
                      </a:solidFill>
                      <a:prstDash val="solid"/>
                    </a:lnL>
                    <a:lnR w="1270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2700">
                      <a:solidFill>
                        <a:srgbClr val="005B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20" dirty="0">
                          <a:latin typeface="Verdana"/>
                          <a:cs typeface="Verdana"/>
                        </a:rPr>
                        <a:t>Phys.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5BD3"/>
                      </a:solidFill>
                      <a:prstDash val="solid"/>
                    </a:lnL>
                    <a:lnR w="1905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2700">
                      <a:solidFill>
                        <a:srgbClr val="005B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20" dirty="0">
                          <a:latin typeface="Verdana"/>
                          <a:cs typeface="Verdana"/>
                        </a:rPr>
                        <a:t>Inform.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5BD3"/>
                      </a:solidFill>
                      <a:prstDash val="solid"/>
                    </a:lnL>
                    <a:lnR w="1270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2700">
                      <a:solidFill>
                        <a:srgbClr val="005BD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094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Degré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5BD3"/>
                      </a:solidFill>
                      <a:prstDash val="solid"/>
                    </a:lnL>
                    <a:lnR w="1270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9050">
                      <a:solidFill>
                        <a:srgbClr val="005B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2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5BD3"/>
                      </a:solidFill>
                      <a:prstDash val="solid"/>
                    </a:lnL>
                    <a:lnR w="1905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9050">
                      <a:solidFill>
                        <a:srgbClr val="005B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5BD3"/>
                      </a:solidFill>
                      <a:prstDash val="solid"/>
                    </a:lnL>
                    <a:lnR w="1270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9050">
                      <a:solidFill>
                        <a:srgbClr val="005B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3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5BD3"/>
                      </a:solidFill>
                      <a:prstDash val="solid"/>
                    </a:lnL>
                    <a:lnR w="1270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9050">
                      <a:solidFill>
                        <a:srgbClr val="005B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3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5BD3"/>
                      </a:solidFill>
                      <a:prstDash val="solid"/>
                    </a:lnL>
                    <a:lnR w="1905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9050">
                      <a:solidFill>
                        <a:srgbClr val="005B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3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5BD3"/>
                      </a:solidFill>
                      <a:prstDash val="solid"/>
                    </a:lnL>
                    <a:lnR w="1270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9050">
                      <a:solidFill>
                        <a:srgbClr val="005BD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23" name="object 2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545336" y="4757927"/>
            <a:ext cx="6659879" cy="742188"/>
          </a:xfrm>
          <a:prstGeom prst="rect">
            <a:avLst/>
          </a:prstGeom>
        </p:spPr>
      </p:pic>
      <p:grpSp>
        <p:nvGrpSpPr>
          <p:cNvPr id="24" name="object 24"/>
          <p:cNvGrpSpPr/>
          <p:nvPr/>
        </p:nvGrpSpPr>
        <p:grpSpPr>
          <a:xfrm>
            <a:off x="4433315" y="3779519"/>
            <a:ext cx="1383665" cy="474345"/>
            <a:chOff x="4433315" y="3779519"/>
            <a:chExt cx="1383665" cy="474345"/>
          </a:xfrm>
        </p:grpSpPr>
        <p:sp>
          <p:nvSpPr>
            <p:cNvPr id="25" name="object 25"/>
            <p:cNvSpPr/>
            <p:nvPr/>
          </p:nvSpPr>
          <p:spPr>
            <a:xfrm>
              <a:off x="4608576" y="3779520"/>
              <a:ext cx="1208405" cy="288290"/>
            </a:xfrm>
            <a:custGeom>
              <a:avLst/>
              <a:gdLst/>
              <a:ahLst/>
              <a:cxnLst/>
              <a:rect l="l" t="t" r="r" b="b"/>
              <a:pathLst>
                <a:path w="1208404" h="288289">
                  <a:moveTo>
                    <a:pt x="62839" y="0"/>
                  </a:moveTo>
                  <a:lnTo>
                    <a:pt x="32867" y="0"/>
                  </a:lnTo>
                  <a:lnTo>
                    <a:pt x="0" y="85356"/>
                  </a:lnTo>
                  <a:lnTo>
                    <a:pt x="25908" y="96024"/>
                  </a:lnTo>
                  <a:lnTo>
                    <a:pt x="62839" y="0"/>
                  </a:lnTo>
                  <a:close/>
                </a:path>
                <a:path w="1208404" h="288289">
                  <a:moveTo>
                    <a:pt x="414235" y="0"/>
                  </a:moveTo>
                  <a:lnTo>
                    <a:pt x="358825" y="0"/>
                  </a:lnTo>
                  <a:lnTo>
                    <a:pt x="134112" y="132600"/>
                  </a:lnTo>
                  <a:lnTo>
                    <a:pt x="147815" y="156984"/>
                  </a:lnTo>
                  <a:lnTo>
                    <a:pt x="414235" y="0"/>
                  </a:lnTo>
                  <a:close/>
                </a:path>
                <a:path w="1208404" h="288289">
                  <a:moveTo>
                    <a:pt x="827519" y="259080"/>
                  </a:moveTo>
                  <a:lnTo>
                    <a:pt x="193548" y="257556"/>
                  </a:lnTo>
                  <a:lnTo>
                    <a:pt x="193548" y="286512"/>
                  </a:lnTo>
                  <a:lnTo>
                    <a:pt x="827519" y="288036"/>
                  </a:lnTo>
                  <a:lnTo>
                    <a:pt x="827519" y="259080"/>
                  </a:lnTo>
                  <a:close/>
                </a:path>
                <a:path w="1208404" h="288289">
                  <a:moveTo>
                    <a:pt x="1021067" y="85356"/>
                  </a:moveTo>
                  <a:lnTo>
                    <a:pt x="981722" y="0"/>
                  </a:lnTo>
                  <a:lnTo>
                    <a:pt x="950188" y="0"/>
                  </a:lnTo>
                  <a:lnTo>
                    <a:pt x="995172" y="97536"/>
                  </a:lnTo>
                  <a:lnTo>
                    <a:pt x="1021067" y="85356"/>
                  </a:lnTo>
                  <a:close/>
                </a:path>
                <a:path w="1208404" h="288289">
                  <a:moveTo>
                    <a:pt x="1207909" y="0"/>
                  </a:moveTo>
                  <a:lnTo>
                    <a:pt x="1177455" y="0"/>
                  </a:lnTo>
                  <a:lnTo>
                    <a:pt x="1123188" y="138684"/>
                  </a:lnTo>
                  <a:lnTo>
                    <a:pt x="1149083" y="149364"/>
                  </a:lnTo>
                  <a:lnTo>
                    <a:pt x="120790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447031" y="3880104"/>
              <a:ext cx="360045" cy="361315"/>
            </a:xfrm>
            <a:custGeom>
              <a:avLst/>
              <a:gdLst/>
              <a:ahLst/>
              <a:cxnLst/>
              <a:rect l="l" t="t" r="r" b="b"/>
              <a:pathLst>
                <a:path w="360045" h="361314">
                  <a:moveTo>
                    <a:pt x="179831" y="361188"/>
                  </a:moveTo>
                  <a:lnTo>
                    <a:pt x="132115" y="354739"/>
                  </a:lnTo>
                  <a:lnTo>
                    <a:pt x="89182" y="336521"/>
                  </a:lnTo>
                  <a:lnTo>
                    <a:pt x="52768" y="308229"/>
                  </a:lnTo>
                  <a:lnTo>
                    <a:pt x="24609" y="271554"/>
                  </a:lnTo>
                  <a:lnTo>
                    <a:pt x="6441" y="228190"/>
                  </a:lnTo>
                  <a:lnTo>
                    <a:pt x="0" y="179831"/>
                  </a:lnTo>
                  <a:lnTo>
                    <a:pt x="6441" y="132115"/>
                  </a:lnTo>
                  <a:lnTo>
                    <a:pt x="24609" y="89182"/>
                  </a:lnTo>
                  <a:lnTo>
                    <a:pt x="52768" y="52768"/>
                  </a:lnTo>
                  <a:lnTo>
                    <a:pt x="89182" y="24609"/>
                  </a:lnTo>
                  <a:lnTo>
                    <a:pt x="132115" y="6441"/>
                  </a:lnTo>
                  <a:lnTo>
                    <a:pt x="179831" y="0"/>
                  </a:lnTo>
                  <a:lnTo>
                    <a:pt x="227548" y="6441"/>
                  </a:lnTo>
                  <a:lnTo>
                    <a:pt x="270481" y="24609"/>
                  </a:lnTo>
                  <a:lnTo>
                    <a:pt x="306895" y="52768"/>
                  </a:lnTo>
                  <a:lnTo>
                    <a:pt x="335054" y="89182"/>
                  </a:lnTo>
                  <a:lnTo>
                    <a:pt x="353222" y="132115"/>
                  </a:lnTo>
                  <a:lnTo>
                    <a:pt x="359663" y="179831"/>
                  </a:lnTo>
                  <a:lnTo>
                    <a:pt x="353222" y="228190"/>
                  </a:lnTo>
                  <a:lnTo>
                    <a:pt x="335054" y="271554"/>
                  </a:lnTo>
                  <a:lnTo>
                    <a:pt x="306895" y="308229"/>
                  </a:lnTo>
                  <a:lnTo>
                    <a:pt x="270481" y="336521"/>
                  </a:lnTo>
                  <a:lnTo>
                    <a:pt x="227548" y="354739"/>
                  </a:lnTo>
                  <a:lnTo>
                    <a:pt x="179831" y="361188"/>
                  </a:lnTo>
                  <a:close/>
                </a:path>
              </a:pathLst>
            </a:custGeom>
            <a:solidFill>
              <a:srgbClr val="2B7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433315" y="3867912"/>
              <a:ext cx="386080" cy="386080"/>
            </a:xfrm>
            <a:custGeom>
              <a:avLst/>
              <a:gdLst/>
              <a:ahLst/>
              <a:cxnLst/>
              <a:rect l="l" t="t" r="r" b="b"/>
              <a:pathLst>
                <a:path w="386079" h="386079">
                  <a:moveTo>
                    <a:pt x="193548" y="385572"/>
                  </a:moveTo>
                  <a:lnTo>
                    <a:pt x="155448" y="381000"/>
                  </a:lnTo>
                  <a:lnTo>
                    <a:pt x="118872" y="370332"/>
                  </a:lnTo>
                  <a:lnTo>
                    <a:pt x="57912" y="329184"/>
                  </a:lnTo>
                  <a:lnTo>
                    <a:pt x="24384" y="284988"/>
                  </a:lnTo>
                  <a:lnTo>
                    <a:pt x="4572" y="231648"/>
                  </a:lnTo>
                  <a:lnTo>
                    <a:pt x="0" y="193548"/>
                  </a:lnTo>
                  <a:lnTo>
                    <a:pt x="1524" y="173736"/>
                  </a:lnTo>
                  <a:lnTo>
                    <a:pt x="9144" y="135636"/>
                  </a:lnTo>
                  <a:lnTo>
                    <a:pt x="33528" y="85344"/>
                  </a:lnTo>
                  <a:lnTo>
                    <a:pt x="70104" y="44196"/>
                  </a:lnTo>
                  <a:lnTo>
                    <a:pt x="117348" y="15240"/>
                  </a:lnTo>
                  <a:lnTo>
                    <a:pt x="153924" y="4572"/>
                  </a:lnTo>
                  <a:lnTo>
                    <a:pt x="192024" y="0"/>
                  </a:lnTo>
                  <a:lnTo>
                    <a:pt x="211836" y="1524"/>
                  </a:lnTo>
                  <a:lnTo>
                    <a:pt x="249936" y="9143"/>
                  </a:lnTo>
                  <a:lnTo>
                    <a:pt x="290068" y="25908"/>
                  </a:lnTo>
                  <a:lnTo>
                    <a:pt x="176783" y="25908"/>
                  </a:lnTo>
                  <a:lnTo>
                    <a:pt x="160019" y="28955"/>
                  </a:lnTo>
                  <a:lnTo>
                    <a:pt x="144780" y="33528"/>
                  </a:lnTo>
                  <a:lnTo>
                    <a:pt x="128016" y="38100"/>
                  </a:lnTo>
                  <a:lnTo>
                    <a:pt x="100584" y="53340"/>
                  </a:lnTo>
                  <a:lnTo>
                    <a:pt x="86868" y="64008"/>
                  </a:lnTo>
                  <a:lnTo>
                    <a:pt x="76200" y="74676"/>
                  </a:lnTo>
                  <a:lnTo>
                    <a:pt x="64008" y="85344"/>
                  </a:lnTo>
                  <a:lnTo>
                    <a:pt x="39624" y="126492"/>
                  </a:lnTo>
                  <a:lnTo>
                    <a:pt x="25908" y="192024"/>
                  </a:lnTo>
                  <a:lnTo>
                    <a:pt x="28956" y="225552"/>
                  </a:lnTo>
                  <a:lnTo>
                    <a:pt x="45720" y="271272"/>
                  </a:lnTo>
                  <a:lnTo>
                    <a:pt x="74676" y="310896"/>
                  </a:lnTo>
                  <a:lnTo>
                    <a:pt x="112776" y="339852"/>
                  </a:lnTo>
                  <a:lnTo>
                    <a:pt x="158495" y="356616"/>
                  </a:lnTo>
                  <a:lnTo>
                    <a:pt x="175260" y="359664"/>
                  </a:lnTo>
                  <a:lnTo>
                    <a:pt x="287781" y="359664"/>
                  </a:lnTo>
                  <a:lnTo>
                    <a:pt x="268224" y="370332"/>
                  </a:lnTo>
                  <a:lnTo>
                    <a:pt x="251460" y="376428"/>
                  </a:lnTo>
                  <a:lnTo>
                    <a:pt x="233172" y="381000"/>
                  </a:lnTo>
                  <a:lnTo>
                    <a:pt x="213360" y="384048"/>
                  </a:lnTo>
                  <a:lnTo>
                    <a:pt x="193548" y="385572"/>
                  </a:lnTo>
                  <a:close/>
                </a:path>
                <a:path w="386079" h="386079">
                  <a:moveTo>
                    <a:pt x="287781" y="359664"/>
                  </a:moveTo>
                  <a:lnTo>
                    <a:pt x="210312" y="359664"/>
                  </a:lnTo>
                  <a:lnTo>
                    <a:pt x="227076" y="356616"/>
                  </a:lnTo>
                  <a:lnTo>
                    <a:pt x="257556" y="347472"/>
                  </a:lnTo>
                  <a:lnTo>
                    <a:pt x="310895" y="310896"/>
                  </a:lnTo>
                  <a:lnTo>
                    <a:pt x="347472" y="259080"/>
                  </a:lnTo>
                  <a:lnTo>
                    <a:pt x="359663" y="210312"/>
                  </a:lnTo>
                  <a:lnTo>
                    <a:pt x="361187" y="193548"/>
                  </a:lnTo>
                  <a:lnTo>
                    <a:pt x="358139" y="160020"/>
                  </a:lnTo>
                  <a:lnTo>
                    <a:pt x="341376" y="114300"/>
                  </a:lnTo>
                  <a:lnTo>
                    <a:pt x="312419" y="74676"/>
                  </a:lnTo>
                  <a:lnTo>
                    <a:pt x="274319" y="45720"/>
                  </a:lnTo>
                  <a:lnTo>
                    <a:pt x="227076" y="28955"/>
                  </a:lnTo>
                  <a:lnTo>
                    <a:pt x="210312" y="25908"/>
                  </a:lnTo>
                  <a:lnTo>
                    <a:pt x="290068" y="25908"/>
                  </a:lnTo>
                  <a:lnTo>
                    <a:pt x="329184" y="56388"/>
                  </a:lnTo>
                  <a:lnTo>
                    <a:pt x="362712" y="100584"/>
                  </a:lnTo>
                  <a:lnTo>
                    <a:pt x="382524" y="153924"/>
                  </a:lnTo>
                  <a:lnTo>
                    <a:pt x="385572" y="172212"/>
                  </a:lnTo>
                  <a:lnTo>
                    <a:pt x="385572" y="211836"/>
                  </a:lnTo>
                  <a:lnTo>
                    <a:pt x="377952" y="249936"/>
                  </a:lnTo>
                  <a:lnTo>
                    <a:pt x="353568" y="300228"/>
                  </a:lnTo>
                  <a:lnTo>
                    <a:pt x="316991" y="341376"/>
                  </a:lnTo>
                  <a:lnTo>
                    <a:pt x="301752" y="352044"/>
                  </a:lnTo>
                  <a:lnTo>
                    <a:pt x="287781" y="359664"/>
                  </a:lnTo>
                  <a:close/>
                </a:path>
              </a:pathLst>
            </a:custGeom>
            <a:solidFill>
              <a:srgbClr val="333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430012" y="3858768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384048" y="172212"/>
                  </a:moveTo>
                  <a:lnTo>
                    <a:pt x="376428" y="134112"/>
                  </a:lnTo>
                  <a:lnTo>
                    <a:pt x="361188" y="99060"/>
                  </a:lnTo>
                  <a:lnTo>
                    <a:pt x="327660" y="54864"/>
                  </a:lnTo>
                  <a:lnTo>
                    <a:pt x="286004" y="24384"/>
                  </a:lnTo>
                  <a:lnTo>
                    <a:pt x="283464" y="22860"/>
                  </a:lnTo>
                  <a:lnTo>
                    <a:pt x="266700" y="13716"/>
                  </a:lnTo>
                  <a:lnTo>
                    <a:pt x="248412" y="7620"/>
                  </a:lnTo>
                  <a:lnTo>
                    <a:pt x="230124" y="3048"/>
                  </a:lnTo>
                  <a:lnTo>
                    <a:pt x="210312" y="0"/>
                  </a:lnTo>
                  <a:lnTo>
                    <a:pt x="172212" y="0"/>
                  </a:lnTo>
                  <a:lnTo>
                    <a:pt x="134112" y="7620"/>
                  </a:lnTo>
                  <a:lnTo>
                    <a:pt x="99060" y="22860"/>
                  </a:lnTo>
                  <a:lnTo>
                    <a:pt x="54864" y="56388"/>
                  </a:lnTo>
                  <a:lnTo>
                    <a:pt x="22860" y="100584"/>
                  </a:lnTo>
                  <a:lnTo>
                    <a:pt x="7620" y="135636"/>
                  </a:lnTo>
                  <a:lnTo>
                    <a:pt x="0" y="172212"/>
                  </a:lnTo>
                  <a:lnTo>
                    <a:pt x="0" y="211836"/>
                  </a:lnTo>
                  <a:lnTo>
                    <a:pt x="7620" y="249936"/>
                  </a:lnTo>
                  <a:lnTo>
                    <a:pt x="22860" y="284988"/>
                  </a:lnTo>
                  <a:lnTo>
                    <a:pt x="56388" y="329184"/>
                  </a:lnTo>
                  <a:lnTo>
                    <a:pt x="100584" y="361188"/>
                  </a:lnTo>
                  <a:lnTo>
                    <a:pt x="135636" y="376428"/>
                  </a:lnTo>
                  <a:lnTo>
                    <a:pt x="172212" y="384048"/>
                  </a:lnTo>
                  <a:lnTo>
                    <a:pt x="211836" y="384048"/>
                  </a:lnTo>
                  <a:lnTo>
                    <a:pt x="249936" y="376428"/>
                  </a:lnTo>
                  <a:lnTo>
                    <a:pt x="284988" y="361188"/>
                  </a:lnTo>
                  <a:lnTo>
                    <a:pt x="287528" y="359664"/>
                  </a:lnTo>
                  <a:lnTo>
                    <a:pt x="300228" y="352044"/>
                  </a:lnTo>
                  <a:lnTo>
                    <a:pt x="341376" y="313944"/>
                  </a:lnTo>
                  <a:lnTo>
                    <a:pt x="370332" y="266700"/>
                  </a:lnTo>
                  <a:lnTo>
                    <a:pt x="381000" y="230124"/>
                  </a:lnTo>
                  <a:lnTo>
                    <a:pt x="384048" y="210312"/>
                  </a:lnTo>
                  <a:lnTo>
                    <a:pt x="384048" y="172212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1534107" y="5796745"/>
            <a:ext cx="54127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9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-9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355" dirty="0">
                <a:solidFill>
                  <a:srgbClr val="FFFFFF"/>
                </a:solidFill>
                <a:latin typeface="Verdana"/>
                <a:cs typeface="Verdana"/>
              </a:rPr>
              <a:t>:</a:t>
            </a:r>
            <a:r>
              <a:rPr sz="20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35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000" spc="15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-9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-420" dirty="0">
                <a:solidFill>
                  <a:srgbClr val="FFFFFF"/>
                </a:solidFill>
                <a:latin typeface="Verdana"/>
                <a:cs typeface="Verdana"/>
              </a:rPr>
              <a:t>=</a:t>
            </a:r>
            <a:r>
              <a:rPr sz="2000" spc="-30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2000" spc="-125" dirty="0">
                <a:solidFill>
                  <a:srgbClr val="FFFFFF"/>
                </a:solidFill>
                <a:latin typeface="Verdana"/>
                <a:cs typeface="Verdana"/>
              </a:rPr>
              <a:t>y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-190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r>
              <a:rPr sz="2000" spc="-420" dirty="0">
                <a:solidFill>
                  <a:srgbClr val="FFFFFF"/>
                </a:solidFill>
                <a:latin typeface="Verdana"/>
                <a:cs typeface="Verdana"/>
              </a:rPr>
              <a:t>=</a:t>
            </a:r>
            <a:r>
              <a:rPr sz="2000" spc="-38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000" spc="-85" dirty="0">
                <a:solidFill>
                  <a:srgbClr val="FFFFFF"/>
                </a:solidFill>
                <a:latin typeface="Verdana"/>
                <a:cs typeface="Verdana"/>
              </a:rPr>
              <a:t>f</a:t>
            </a:r>
            <a:r>
              <a:rPr sz="2000" spc="8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000" spc="-26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000" spc="-7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000" spc="-190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r>
              <a:rPr sz="2000" spc="-355" dirty="0">
                <a:solidFill>
                  <a:srgbClr val="FFFFFF"/>
                </a:solidFill>
                <a:latin typeface="Verdana"/>
                <a:cs typeface="Verdana"/>
              </a:rPr>
              <a:t>;</a:t>
            </a:r>
            <a:r>
              <a:rPr sz="20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240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2000" spc="-17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-7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355" dirty="0">
                <a:solidFill>
                  <a:srgbClr val="FFFFFF"/>
                </a:solidFill>
                <a:latin typeface="Verdana"/>
                <a:cs typeface="Verdana"/>
              </a:rPr>
              <a:t>;</a:t>
            </a:r>
            <a:r>
              <a:rPr sz="20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9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13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254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000" spc="-1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-26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000" spc="10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000" spc="-175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518618" y="6888581"/>
            <a:ext cx="193675" cy="212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105" dirty="0">
                <a:solidFill>
                  <a:srgbClr val="FFFFFF"/>
                </a:solidFill>
                <a:latin typeface="Verdana"/>
                <a:cs typeface="Verdana"/>
              </a:rPr>
              <a:t>4</a:t>
            </a:r>
            <a:r>
              <a:rPr sz="1200" spc="-100" dirty="0">
                <a:solidFill>
                  <a:srgbClr val="FFFFFF"/>
                </a:solidFill>
                <a:latin typeface="Verdana"/>
                <a:cs typeface="Verdana"/>
              </a:rPr>
              <a:t>3</a:t>
            </a:r>
            <a:endParaRPr sz="1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5296" y="553212"/>
            <a:ext cx="4992624" cy="272287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3794747" y="2319527"/>
            <a:ext cx="2377440" cy="1021080"/>
          </a:xfrm>
          <a:custGeom>
            <a:avLst/>
            <a:gdLst/>
            <a:ahLst/>
            <a:cxnLst/>
            <a:rect l="l" t="t" r="r" b="b"/>
            <a:pathLst>
              <a:path w="2377440" h="1021079">
                <a:moveTo>
                  <a:pt x="387096" y="826008"/>
                </a:moveTo>
                <a:lnTo>
                  <a:pt x="382524" y="787908"/>
                </a:lnTo>
                <a:lnTo>
                  <a:pt x="371856" y="751332"/>
                </a:lnTo>
                <a:lnTo>
                  <a:pt x="361188" y="731774"/>
                </a:lnTo>
                <a:lnTo>
                  <a:pt x="361188" y="810768"/>
                </a:lnTo>
                <a:lnTo>
                  <a:pt x="361188" y="845820"/>
                </a:lnTo>
                <a:lnTo>
                  <a:pt x="341376" y="908304"/>
                </a:lnTo>
                <a:lnTo>
                  <a:pt x="312420" y="946404"/>
                </a:lnTo>
                <a:lnTo>
                  <a:pt x="272796" y="975360"/>
                </a:lnTo>
                <a:lnTo>
                  <a:pt x="227076" y="992124"/>
                </a:lnTo>
                <a:lnTo>
                  <a:pt x="210312" y="995172"/>
                </a:lnTo>
                <a:lnTo>
                  <a:pt x="175260" y="995172"/>
                </a:lnTo>
                <a:lnTo>
                  <a:pt x="112776" y="975360"/>
                </a:lnTo>
                <a:lnTo>
                  <a:pt x="73152" y="946404"/>
                </a:lnTo>
                <a:lnTo>
                  <a:pt x="45720" y="906780"/>
                </a:lnTo>
                <a:lnTo>
                  <a:pt x="28956" y="861060"/>
                </a:lnTo>
                <a:lnTo>
                  <a:pt x="24384" y="826008"/>
                </a:lnTo>
                <a:lnTo>
                  <a:pt x="25908" y="809244"/>
                </a:lnTo>
                <a:lnTo>
                  <a:pt x="38100" y="762000"/>
                </a:lnTo>
                <a:lnTo>
                  <a:pt x="64008" y="719328"/>
                </a:lnTo>
                <a:lnTo>
                  <a:pt x="99060" y="687324"/>
                </a:lnTo>
                <a:lnTo>
                  <a:pt x="114300" y="679704"/>
                </a:lnTo>
                <a:lnTo>
                  <a:pt x="128016" y="672084"/>
                </a:lnTo>
                <a:lnTo>
                  <a:pt x="143256" y="665988"/>
                </a:lnTo>
                <a:lnTo>
                  <a:pt x="176784" y="659892"/>
                </a:lnTo>
                <a:lnTo>
                  <a:pt x="193548" y="658368"/>
                </a:lnTo>
                <a:lnTo>
                  <a:pt x="211836" y="659892"/>
                </a:lnTo>
                <a:lnTo>
                  <a:pt x="259080" y="672084"/>
                </a:lnTo>
                <a:lnTo>
                  <a:pt x="300228" y="697992"/>
                </a:lnTo>
                <a:lnTo>
                  <a:pt x="333756" y="733044"/>
                </a:lnTo>
                <a:lnTo>
                  <a:pt x="341376" y="748284"/>
                </a:lnTo>
                <a:lnTo>
                  <a:pt x="348996" y="762000"/>
                </a:lnTo>
                <a:lnTo>
                  <a:pt x="353568" y="777240"/>
                </a:lnTo>
                <a:lnTo>
                  <a:pt x="358140" y="794004"/>
                </a:lnTo>
                <a:lnTo>
                  <a:pt x="361188" y="810768"/>
                </a:lnTo>
                <a:lnTo>
                  <a:pt x="361188" y="731774"/>
                </a:lnTo>
                <a:lnTo>
                  <a:pt x="329184" y="690372"/>
                </a:lnTo>
                <a:lnTo>
                  <a:pt x="287782" y="658368"/>
                </a:lnTo>
                <a:lnTo>
                  <a:pt x="284988" y="656844"/>
                </a:lnTo>
                <a:lnTo>
                  <a:pt x="268224" y="649224"/>
                </a:lnTo>
                <a:lnTo>
                  <a:pt x="249936" y="641604"/>
                </a:lnTo>
                <a:lnTo>
                  <a:pt x="231648" y="637032"/>
                </a:lnTo>
                <a:lnTo>
                  <a:pt x="211836" y="633984"/>
                </a:lnTo>
                <a:lnTo>
                  <a:pt x="172212" y="633984"/>
                </a:lnTo>
                <a:lnTo>
                  <a:pt x="117348" y="649224"/>
                </a:lnTo>
                <a:lnTo>
                  <a:pt x="83820" y="667512"/>
                </a:lnTo>
                <a:lnTo>
                  <a:pt x="44196" y="704088"/>
                </a:lnTo>
                <a:lnTo>
                  <a:pt x="22860" y="736092"/>
                </a:lnTo>
                <a:lnTo>
                  <a:pt x="3048" y="789432"/>
                </a:lnTo>
                <a:lnTo>
                  <a:pt x="0" y="807720"/>
                </a:lnTo>
                <a:lnTo>
                  <a:pt x="0" y="847344"/>
                </a:lnTo>
                <a:lnTo>
                  <a:pt x="15240" y="903732"/>
                </a:lnTo>
                <a:lnTo>
                  <a:pt x="44196" y="950976"/>
                </a:lnTo>
                <a:lnTo>
                  <a:pt x="85344" y="987552"/>
                </a:lnTo>
                <a:lnTo>
                  <a:pt x="118872" y="1005840"/>
                </a:lnTo>
                <a:lnTo>
                  <a:pt x="155448" y="1016508"/>
                </a:lnTo>
                <a:lnTo>
                  <a:pt x="193548" y="1021080"/>
                </a:lnTo>
                <a:lnTo>
                  <a:pt x="213360" y="1019556"/>
                </a:lnTo>
                <a:lnTo>
                  <a:pt x="251460" y="1011936"/>
                </a:lnTo>
                <a:lnTo>
                  <a:pt x="286512" y="996696"/>
                </a:lnTo>
                <a:lnTo>
                  <a:pt x="289052" y="995172"/>
                </a:lnTo>
                <a:lnTo>
                  <a:pt x="301752" y="987552"/>
                </a:lnTo>
                <a:lnTo>
                  <a:pt x="342900" y="949452"/>
                </a:lnTo>
                <a:lnTo>
                  <a:pt x="371856" y="902208"/>
                </a:lnTo>
                <a:lnTo>
                  <a:pt x="382524" y="865632"/>
                </a:lnTo>
                <a:lnTo>
                  <a:pt x="385572" y="845820"/>
                </a:lnTo>
                <a:lnTo>
                  <a:pt x="387096" y="826008"/>
                </a:lnTo>
                <a:close/>
              </a:path>
              <a:path w="2377440" h="1021079">
                <a:moveTo>
                  <a:pt x="1472196" y="173736"/>
                </a:moveTo>
                <a:lnTo>
                  <a:pt x="1464576" y="135636"/>
                </a:lnTo>
                <a:lnTo>
                  <a:pt x="1449336" y="100584"/>
                </a:lnTo>
                <a:lnTo>
                  <a:pt x="1447812" y="98412"/>
                </a:lnTo>
                <a:lnTo>
                  <a:pt x="1447812" y="195072"/>
                </a:lnTo>
                <a:lnTo>
                  <a:pt x="1446288" y="211836"/>
                </a:lnTo>
                <a:lnTo>
                  <a:pt x="1434096" y="260604"/>
                </a:lnTo>
                <a:lnTo>
                  <a:pt x="1408188" y="301752"/>
                </a:lnTo>
                <a:lnTo>
                  <a:pt x="1373136" y="333756"/>
                </a:lnTo>
                <a:lnTo>
                  <a:pt x="1328940" y="355092"/>
                </a:lnTo>
                <a:lnTo>
                  <a:pt x="1278648" y="362712"/>
                </a:lnTo>
                <a:lnTo>
                  <a:pt x="1261884" y="361188"/>
                </a:lnTo>
                <a:lnTo>
                  <a:pt x="1213116" y="348996"/>
                </a:lnTo>
                <a:lnTo>
                  <a:pt x="1159776" y="312420"/>
                </a:lnTo>
                <a:lnTo>
                  <a:pt x="1130820" y="272796"/>
                </a:lnTo>
                <a:lnTo>
                  <a:pt x="1114056" y="227076"/>
                </a:lnTo>
                <a:lnTo>
                  <a:pt x="1111008" y="210312"/>
                </a:lnTo>
                <a:lnTo>
                  <a:pt x="1111008" y="193548"/>
                </a:lnTo>
                <a:lnTo>
                  <a:pt x="1118628" y="143256"/>
                </a:lnTo>
                <a:lnTo>
                  <a:pt x="1139964" y="99060"/>
                </a:lnTo>
                <a:lnTo>
                  <a:pt x="1171968" y="64008"/>
                </a:lnTo>
                <a:lnTo>
                  <a:pt x="1214640" y="38100"/>
                </a:lnTo>
                <a:lnTo>
                  <a:pt x="1261884" y="25908"/>
                </a:lnTo>
                <a:lnTo>
                  <a:pt x="1296936" y="25908"/>
                </a:lnTo>
                <a:lnTo>
                  <a:pt x="1345704" y="39624"/>
                </a:lnTo>
                <a:lnTo>
                  <a:pt x="1386852" y="64008"/>
                </a:lnTo>
                <a:lnTo>
                  <a:pt x="1428000" y="114300"/>
                </a:lnTo>
                <a:lnTo>
                  <a:pt x="1444764" y="160020"/>
                </a:lnTo>
                <a:lnTo>
                  <a:pt x="1447812" y="195072"/>
                </a:lnTo>
                <a:lnTo>
                  <a:pt x="1447812" y="98412"/>
                </a:lnTo>
                <a:lnTo>
                  <a:pt x="1428000" y="70104"/>
                </a:lnTo>
                <a:lnTo>
                  <a:pt x="1415808" y="56388"/>
                </a:lnTo>
                <a:lnTo>
                  <a:pt x="1402092" y="44196"/>
                </a:lnTo>
                <a:lnTo>
                  <a:pt x="1375956" y="25908"/>
                </a:lnTo>
                <a:lnTo>
                  <a:pt x="1371612" y="22860"/>
                </a:lnTo>
                <a:lnTo>
                  <a:pt x="1318272" y="4572"/>
                </a:lnTo>
                <a:lnTo>
                  <a:pt x="1278648" y="0"/>
                </a:lnTo>
                <a:lnTo>
                  <a:pt x="1258836" y="1524"/>
                </a:lnTo>
                <a:lnTo>
                  <a:pt x="1220736" y="9144"/>
                </a:lnTo>
                <a:lnTo>
                  <a:pt x="1185684" y="24384"/>
                </a:lnTo>
                <a:lnTo>
                  <a:pt x="1141488" y="57912"/>
                </a:lnTo>
                <a:lnTo>
                  <a:pt x="1107960" y="102108"/>
                </a:lnTo>
                <a:lnTo>
                  <a:pt x="1089672" y="155448"/>
                </a:lnTo>
                <a:lnTo>
                  <a:pt x="1085100" y="195072"/>
                </a:lnTo>
                <a:lnTo>
                  <a:pt x="1086624" y="214884"/>
                </a:lnTo>
                <a:lnTo>
                  <a:pt x="1100340" y="269748"/>
                </a:lnTo>
                <a:lnTo>
                  <a:pt x="1118628" y="303276"/>
                </a:lnTo>
                <a:lnTo>
                  <a:pt x="1156728" y="342900"/>
                </a:lnTo>
                <a:lnTo>
                  <a:pt x="1203972" y="371856"/>
                </a:lnTo>
                <a:lnTo>
                  <a:pt x="1240548" y="384048"/>
                </a:lnTo>
                <a:lnTo>
                  <a:pt x="1260360" y="387096"/>
                </a:lnTo>
                <a:lnTo>
                  <a:pt x="1299984" y="387096"/>
                </a:lnTo>
                <a:lnTo>
                  <a:pt x="1338084" y="377952"/>
                </a:lnTo>
                <a:lnTo>
                  <a:pt x="1374000" y="362712"/>
                </a:lnTo>
                <a:lnTo>
                  <a:pt x="1388376" y="353568"/>
                </a:lnTo>
                <a:lnTo>
                  <a:pt x="1429524" y="316992"/>
                </a:lnTo>
                <a:lnTo>
                  <a:pt x="1458480" y="268224"/>
                </a:lnTo>
                <a:lnTo>
                  <a:pt x="1469148" y="231648"/>
                </a:lnTo>
                <a:lnTo>
                  <a:pt x="1472196" y="213360"/>
                </a:lnTo>
                <a:lnTo>
                  <a:pt x="1472196" y="173736"/>
                </a:lnTo>
                <a:close/>
              </a:path>
              <a:path w="2377440" h="1021079">
                <a:moveTo>
                  <a:pt x="2377440" y="806196"/>
                </a:moveTo>
                <a:lnTo>
                  <a:pt x="2374392" y="787908"/>
                </a:lnTo>
                <a:lnTo>
                  <a:pt x="2362200" y="751332"/>
                </a:lnTo>
                <a:lnTo>
                  <a:pt x="2354580" y="734568"/>
                </a:lnTo>
                <a:lnTo>
                  <a:pt x="2353056" y="732180"/>
                </a:lnTo>
                <a:lnTo>
                  <a:pt x="2353056" y="827532"/>
                </a:lnTo>
                <a:lnTo>
                  <a:pt x="2351532" y="845820"/>
                </a:lnTo>
                <a:lnTo>
                  <a:pt x="2339340" y="893064"/>
                </a:lnTo>
                <a:lnTo>
                  <a:pt x="2313432" y="934212"/>
                </a:lnTo>
                <a:lnTo>
                  <a:pt x="2278380" y="967740"/>
                </a:lnTo>
                <a:lnTo>
                  <a:pt x="2263140" y="975360"/>
                </a:lnTo>
                <a:lnTo>
                  <a:pt x="2249424" y="982980"/>
                </a:lnTo>
                <a:lnTo>
                  <a:pt x="2234184" y="987552"/>
                </a:lnTo>
                <a:lnTo>
                  <a:pt x="2217420" y="992124"/>
                </a:lnTo>
                <a:lnTo>
                  <a:pt x="2200656" y="995172"/>
                </a:lnTo>
                <a:lnTo>
                  <a:pt x="2165604" y="995172"/>
                </a:lnTo>
                <a:lnTo>
                  <a:pt x="2103120" y="975360"/>
                </a:lnTo>
                <a:lnTo>
                  <a:pt x="2065020" y="946404"/>
                </a:lnTo>
                <a:lnTo>
                  <a:pt x="2036064" y="906780"/>
                </a:lnTo>
                <a:lnTo>
                  <a:pt x="2019300" y="861060"/>
                </a:lnTo>
                <a:lnTo>
                  <a:pt x="2016252" y="844296"/>
                </a:lnTo>
                <a:lnTo>
                  <a:pt x="2016252" y="809244"/>
                </a:lnTo>
                <a:lnTo>
                  <a:pt x="2028444" y="762000"/>
                </a:lnTo>
                <a:lnTo>
                  <a:pt x="2054352" y="719328"/>
                </a:lnTo>
                <a:lnTo>
                  <a:pt x="2090928" y="687324"/>
                </a:lnTo>
                <a:lnTo>
                  <a:pt x="2135124" y="665988"/>
                </a:lnTo>
                <a:lnTo>
                  <a:pt x="2185416" y="658368"/>
                </a:lnTo>
                <a:lnTo>
                  <a:pt x="2202180" y="659892"/>
                </a:lnTo>
                <a:lnTo>
                  <a:pt x="2249424" y="672084"/>
                </a:lnTo>
                <a:lnTo>
                  <a:pt x="2292096" y="697992"/>
                </a:lnTo>
                <a:lnTo>
                  <a:pt x="2324100" y="733044"/>
                </a:lnTo>
                <a:lnTo>
                  <a:pt x="2331720" y="748284"/>
                </a:lnTo>
                <a:lnTo>
                  <a:pt x="2339340" y="762000"/>
                </a:lnTo>
                <a:lnTo>
                  <a:pt x="2345436" y="777240"/>
                </a:lnTo>
                <a:lnTo>
                  <a:pt x="2351532" y="810768"/>
                </a:lnTo>
                <a:lnTo>
                  <a:pt x="2353056" y="827532"/>
                </a:lnTo>
                <a:lnTo>
                  <a:pt x="2353056" y="732180"/>
                </a:lnTo>
                <a:lnTo>
                  <a:pt x="2321052" y="690372"/>
                </a:lnTo>
                <a:lnTo>
                  <a:pt x="2278126" y="658368"/>
                </a:lnTo>
                <a:lnTo>
                  <a:pt x="2275332" y="656844"/>
                </a:lnTo>
                <a:lnTo>
                  <a:pt x="2258568" y="649224"/>
                </a:lnTo>
                <a:lnTo>
                  <a:pt x="2240280" y="641604"/>
                </a:lnTo>
                <a:lnTo>
                  <a:pt x="2221992" y="637032"/>
                </a:lnTo>
                <a:lnTo>
                  <a:pt x="2203704" y="633984"/>
                </a:lnTo>
                <a:lnTo>
                  <a:pt x="2164080" y="633984"/>
                </a:lnTo>
                <a:lnTo>
                  <a:pt x="2107692" y="649224"/>
                </a:lnTo>
                <a:lnTo>
                  <a:pt x="2060448" y="678180"/>
                </a:lnTo>
                <a:lnTo>
                  <a:pt x="2023872" y="719328"/>
                </a:lnTo>
                <a:lnTo>
                  <a:pt x="2005584" y="752856"/>
                </a:lnTo>
                <a:lnTo>
                  <a:pt x="1994916" y="789432"/>
                </a:lnTo>
                <a:lnTo>
                  <a:pt x="1990344" y="827532"/>
                </a:lnTo>
                <a:lnTo>
                  <a:pt x="1991868" y="847344"/>
                </a:lnTo>
                <a:lnTo>
                  <a:pt x="1999488" y="885444"/>
                </a:lnTo>
                <a:lnTo>
                  <a:pt x="2014728" y="920496"/>
                </a:lnTo>
                <a:lnTo>
                  <a:pt x="2048256" y="964692"/>
                </a:lnTo>
                <a:lnTo>
                  <a:pt x="2092452" y="998220"/>
                </a:lnTo>
                <a:lnTo>
                  <a:pt x="2145792" y="1016508"/>
                </a:lnTo>
                <a:lnTo>
                  <a:pt x="2185416" y="1021080"/>
                </a:lnTo>
                <a:lnTo>
                  <a:pt x="2203704" y="1019556"/>
                </a:lnTo>
                <a:lnTo>
                  <a:pt x="2223516" y="1016508"/>
                </a:lnTo>
                <a:lnTo>
                  <a:pt x="2241804" y="1011936"/>
                </a:lnTo>
                <a:lnTo>
                  <a:pt x="2260092" y="1005840"/>
                </a:lnTo>
                <a:lnTo>
                  <a:pt x="2279650" y="995172"/>
                </a:lnTo>
                <a:lnTo>
                  <a:pt x="2293620" y="987552"/>
                </a:lnTo>
                <a:lnTo>
                  <a:pt x="2345436" y="935736"/>
                </a:lnTo>
                <a:lnTo>
                  <a:pt x="2369820" y="883920"/>
                </a:lnTo>
                <a:lnTo>
                  <a:pt x="2377440" y="845820"/>
                </a:lnTo>
                <a:lnTo>
                  <a:pt x="2377440" y="80619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262902" y="1183651"/>
            <a:ext cx="8077200" cy="1386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Construisons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Verdana"/>
                <a:cs typeface="Verdana"/>
              </a:rPr>
              <a:t>le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20" dirty="0">
                <a:solidFill>
                  <a:srgbClr val="FFFFFF"/>
                </a:solidFill>
                <a:latin typeface="Verdana"/>
                <a:cs typeface="Verdana"/>
              </a:rPr>
              <a:t>graphe</a:t>
            </a:r>
            <a:r>
              <a:rPr sz="18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70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1800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0" dirty="0">
                <a:solidFill>
                  <a:srgbClr val="FFFFFF"/>
                </a:solidFill>
                <a:latin typeface="Verdana"/>
                <a:cs typeface="Verdana"/>
              </a:rPr>
              <a:t>dont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95" dirty="0">
                <a:solidFill>
                  <a:srgbClr val="FFFFFF"/>
                </a:solidFill>
                <a:latin typeface="Verdana"/>
                <a:cs typeface="Verdana"/>
              </a:rPr>
              <a:t>les</a:t>
            </a:r>
            <a:r>
              <a:rPr sz="18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sommets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75" dirty="0">
                <a:solidFill>
                  <a:srgbClr val="FFFFFF"/>
                </a:solidFill>
                <a:latin typeface="Verdana"/>
                <a:cs typeface="Verdana"/>
              </a:rPr>
              <a:t>sont</a:t>
            </a:r>
            <a:r>
              <a:rPr sz="18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95" dirty="0">
                <a:solidFill>
                  <a:srgbClr val="FFFFFF"/>
                </a:solidFill>
                <a:latin typeface="Verdana"/>
                <a:cs typeface="Verdana"/>
              </a:rPr>
              <a:t>les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5" dirty="0">
                <a:solidFill>
                  <a:srgbClr val="FFFFFF"/>
                </a:solidFill>
                <a:latin typeface="Verdana"/>
                <a:cs typeface="Verdana"/>
              </a:rPr>
              <a:t>disciplines.</a:t>
            </a:r>
            <a:r>
              <a:rPr sz="18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35" dirty="0">
                <a:solidFill>
                  <a:srgbClr val="FFFFFF"/>
                </a:solidFill>
                <a:latin typeface="Verdana"/>
                <a:cs typeface="Verdana"/>
              </a:rPr>
              <a:t>Une</a:t>
            </a:r>
            <a:r>
              <a:rPr sz="18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arête </a:t>
            </a:r>
            <a:r>
              <a:rPr sz="1800" spc="-6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60" dirty="0">
                <a:solidFill>
                  <a:srgbClr val="FFFFFF"/>
                </a:solidFill>
                <a:latin typeface="Verdana"/>
                <a:cs typeface="Verdana"/>
              </a:rPr>
              <a:t>relie </a:t>
            </a: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deux </a:t>
            </a:r>
            <a:r>
              <a:rPr sz="1800" spc="105" dirty="0">
                <a:solidFill>
                  <a:srgbClr val="FFFFFF"/>
                </a:solidFill>
                <a:latin typeface="Verdana"/>
                <a:cs typeface="Verdana"/>
              </a:rPr>
              <a:t>de 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ses </a:t>
            </a:r>
            <a:r>
              <a:rPr sz="1800" spc="-75" dirty="0">
                <a:solidFill>
                  <a:srgbClr val="FFFFFF"/>
                </a:solidFill>
                <a:latin typeface="Verdana"/>
                <a:cs typeface="Verdana"/>
              </a:rPr>
              <a:t>sommets </a:t>
            </a:r>
            <a:r>
              <a:rPr sz="1800" spc="-55" dirty="0">
                <a:solidFill>
                  <a:srgbClr val="FFFFFF"/>
                </a:solidFill>
                <a:latin typeface="Verdana"/>
                <a:cs typeface="Verdana"/>
              </a:rPr>
              <a:t>lorsque </a:t>
            </a:r>
            <a:r>
              <a:rPr sz="1800" spc="-95" dirty="0">
                <a:solidFill>
                  <a:srgbClr val="FFFFFF"/>
                </a:solidFill>
                <a:latin typeface="Verdana"/>
                <a:cs typeface="Verdana"/>
              </a:rPr>
              <a:t>les </a:t>
            </a: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deux </a:t>
            </a:r>
            <a:r>
              <a:rPr sz="1800" spc="-50" dirty="0">
                <a:solidFill>
                  <a:srgbClr val="FFFFFF"/>
                </a:solidFill>
                <a:latin typeface="Verdana"/>
                <a:cs typeface="Verdana"/>
              </a:rPr>
              <a:t>disciplines </a:t>
            </a:r>
            <a:r>
              <a:rPr sz="1800" spc="-5" dirty="0">
                <a:solidFill>
                  <a:srgbClr val="FFFFFF"/>
                </a:solidFill>
                <a:latin typeface="Verdana"/>
                <a:cs typeface="Verdana"/>
              </a:rPr>
              <a:t>correspondant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Verdana"/>
                <a:cs typeface="Verdana"/>
              </a:rPr>
              <a:t>possèdent</a:t>
            </a:r>
            <a:r>
              <a:rPr sz="180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des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40" dirty="0">
                <a:solidFill>
                  <a:srgbClr val="FFFFFF"/>
                </a:solidFill>
                <a:latin typeface="Verdana"/>
                <a:cs typeface="Verdana"/>
              </a:rPr>
              <a:t>étudiants</a:t>
            </a:r>
            <a:r>
              <a:rPr sz="1800" spc="-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Verdana"/>
                <a:cs typeface="Verdana"/>
              </a:rPr>
              <a:t>communs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700">
              <a:latin typeface="Verdana"/>
              <a:cs typeface="Verdana"/>
            </a:endParaRPr>
          </a:p>
          <a:p>
            <a:pPr marL="1238885" algn="ctr">
              <a:lnSpc>
                <a:spcPct val="100000"/>
              </a:lnSpc>
            </a:pPr>
            <a:r>
              <a:rPr sz="1800" spc="-5" dirty="0">
                <a:solidFill>
                  <a:srgbClr val="FFFFFF"/>
                </a:solidFill>
                <a:latin typeface="Verdana"/>
                <a:cs typeface="Verdana"/>
              </a:rPr>
              <a:t>Chimie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38735" y="2986550"/>
            <a:ext cx="7861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3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f</a:t>
            </a:r>
            <a:r>
              <a:rPr sz="1800" spc="7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1800" spc="-23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800" spc="-65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1800" spc="-160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90557" y="2986550"/>
            <a:ext cx="8477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5" dirty="0">
                <a:solidFill>
                  <a:srgbClr val="FFFFFF"/>
                </a:solidFill>
                <a:latin typeface="Verdana"/>
                <a:cs typeface="Verdana"/>
              </a:rPr>
              <a:t>Electro.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72668" y="2688335"/>
            <a:ext cx="9144000" cy="4520565"/>
            <a:chOff x="772668" y="2688335"/>
            <a:chExt cx="9144000" cy="4520565"/>
          </a:xfrm>
        </p:grpSpPr>
        <p:sp>
          <p:nvSpPr>
            <p:cNvPr id="8" name="object 8"/>
            <p:cNvSpPr/>
            <p:nvPr/>
          </p:nvSpPr>
          <p:spPr>
            <a:xfrm>
              <a:off x="4169664" y="2688335"/>
              <a:ext cx="1823085" cy="1091565"/>
            </a:xfrm>
            <a:custGeom>
              <a:avLst/>
              <a:gdLst/>
              <a:ahLst/>
              <a:cxnLst/>
              <a:rect l="l" t="t" r="r" b="b"/>
              <a:pathLst>
                <a:path w="1823085" h="1091564">
                  <a:moveTo>
                    <a:pt x="1688579" y="598932"/>
                  </a:moveTo>
                  <a:lnTo>
                    <a:pt x="1673352" y="574548"/>
                  </a:lnTo>
                  <a:lnTo>
                    <a:pt x="1287399" y="802271"/>
                  </a:lnTo>
                  <a:lnTo>
                    <a:pt x="1135786" y="473506"/>
                  </a:lnTo>
                  <a:lnTo>
                    <a:pt x="1627632" y="473964"/>
                  </a:lnTo>
                  <a:lnTo>
                    <a:pt x="1627632" y="446532"/>
                  </a:lnTo>
                  <a:lnTo>
                    <a:pt x="1122921" y="445592"/>
                  </a:lnTo>
                  <a:lnTo>
                    <a:pt x="1091349" y="377126"/>
                  </a:lnTo>
                  <a:lnTo>
                    <a:pt x="1091349" y="445528"/>
                  </a:lnTo>
                  <a:lnTo>
                    <a:pt x="750379" y="444893"/>
                  </a:lnTo>
                  <a:lnTo>
                    <a:pt x="905332" y="42138"/>
                  </a:lnTo>
                  <a:lnTo>
                    <a:pt x="1091349" y="445528"/>
                  </a:lnTo>
                  <a:lnTo>
                    <a:pt x="1091349" y="377126"/>
                  </a:lnTo>
                  <a:lnTo>
                    <a:pt x="917448" y="0"/>
                  </a:lnTo>
                  <a:lnTo>
                    <a:pt x="904494" y="6108"/>
                  </a:lnTo>
                  <a:lnTo>
                    <a:pt x="891540" y="1524"/>
                  </a:lnTo>
                  <a:lnTo>
                    <a:pt x="720763" y="444842"/>
                  </a:lnTo>
                  <a:lnTo>
                    <a:pt x="0" y="443484"/>
                  </a:lnTo>
                  <a:lnTo>
                    <a:pt x="0" y="472440"/>
                  </a:lnTo>
                  <a:lnTo>
                    <a:pt x="709866" y="473113"/>
                  </a:lnTo>
                  <a:lnTo>
                    <a:pt x="471779" y="1091184"/>
                  </a:lnTo>
                  <a:lnTo>
                    <a:pt x="501751" y="1091184"/>
                  </a:lnTo>
                  <a:lnTo>
                    <a:pt x="739521" y="473138"/>
                  </a:lnTo>
                  <a:lnTo>
                    <a:pt x="1104239" y="473481"/>
                  </a:lnTo>
                  <a:lnTo>
                    <a:pt x="1262608" y="816902"/>
                  </a:lnTo>
                  <a:lnTo>
                    <a:pt x="797737" y="1091184"/>
                  </a:lnTo>
                  <a:lnTo>
                    <a:pt x="853147" y="1091184"/>
                  </a:lnTo>
                  <a:lnTo>
                    <a:pt x="1274584" y="842873"/>
                  </a:lnTo>
                  <a:lnTo>
                    <a:pt x="1389100" y="1091184"/>
                  </a:lnTo>
                  <a:lnTo>
                    <a:pt x="1420634" y="1091184"/>
                  </a:lnTo>
                  <a:lnTo>
                    <a:pt x="1299375" y="828255"/>
                  </a:lnTo>
                  <a:lnTo>
                    <a:pt x="1688579" y="598932"/>
                  </a:lnTo>
                  <a:close/>
                </a:path>
                <a:path w="1823085" h="1091564">
                  <a:moveTo>
                    <a:pt x="1822704" y="644664"/>
                  </a:moveTo>
                  <a:lnTo>
                    <a:pt x="1795272" y="633984"/>
                  </a:lnTo>
                  <a:lnTo>
                    <a:pt x="1616367" y="1091184"/>
                  </a:lnTo>
                  <a:lnTo>
                    <a:pt x="1646821" y="1091184"/>
                  </a:lnTo>
                  <a:lnTo>
                    <a:pt x="1822704" y="64466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806952" y="2979419"/>
              <a:ext cx="360045" cy="361315"/>
            </a:xfrm>
            <a:custGeom>
              <a:avLst/>
              <a:gdLst/>
              <a:ahLst/>
              <a:cxnLst/>
              <a:rect l="l" t="t" r="r" b="b"/>
              <a:pathLst>
                <a:path w="360045" h="361314">
                  <a:moveTo>
                    <a:pt x="179831" y="361188"/>
                  </a:moveTo>
                  <a:lnTo>
                    <a:pt x="132115" y="354739"/>
                  </a:lnTo>
                  <a:lnTo>
                    <a:pt x="89182" y="336521"/>
                  </a:lnTo>
                  <a:lnTo>
                    <a:pt x="52768" y="308229"/>
                  </a:lnTo>
                  <a:lnTo>
                    <a:pt x="24609" y="271554"/>
                  </a:lnTo>
                  <a:lnTo>
                    <a:pt x="6441" y="228190"/>
                  </a:lnTo>
                  <a:lnTo>
                    <a:pt x="0" y="179831"/>
                  </a:lnTo>
                  <a:lnTo>
                    <a:pt x="6441" y="132115"/>
                  </a:lnTo>
                  <a:lnTo>
                    <a:pt x="24609" y="89182"/>
                  </a:lnTo>
                  <a:lnTo>
                    <a:pt x="52768" y="52768"/>
                  </a:lnTo>
                  <a:lnTo>
                    <a:pt x="89182" y="24609"/>
                  </a:lnTo>
                  <a:lnTo>
                    <a:pt x="132115" y="6441"/>
                  </a:lnTo>
                  <a:lnTo>
                    <a:pt x="179831" y="0"/>
                  </a:lnTo>
                  <a:lnTo>
                    <a:pt x="227548" y="6441"/>
                  </a:lnTo>
                  <a:lnTo>
                    <a:pt x="270481" y="24609"/>
                  </a:lnTo>
                  <a:lnTo>
                    <a:pt x="306895" y="52768"/>
                  </a:lnTo>
                  <a:lnTo>
                    <a:pt x="335054" y="89182"/>
                  </a:lnTo>
                  <a:lnTo>
                    <a:pt x="353222" y="132115"/>
                  </a:lnTo>
                  <a:lnTo>
                    <a:pt x="359663" y="179831"/>
                  </a:lnTo>
                  <a:lnTo>
                    <a:pt x="353222" y="228190"/>
                  </a:lnTo>
                  <a:lnTo>
                    <a:pt x="335054" y="271554"/>
                  </a:lnTo>
                  <a:lnTo>
                    <a:pt x="306895" y="308229"/>
                  </a:lnTo>
                  <a:lnTo>
                    <a:pt x="270481" y="336521"/>
                  </a:lnTo>
                  <a:lnTo>
                    <a:pt x="227548" y="354739"/>
                  </a:lnTo>
                  <a:lnTo>
                    <a:pt x="179831" y="361188"/>
                  </a:lnTo>
                  <a:close/>
                </a:path>
              </a:pathLst>
            </a:custGeom>
            <a:solidFill>
              <a:srgbClr val="2B7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794759" y="2967227"/>
              <a:ext cx="386080" cy="386080"/>
            </a:xfrm>
            <a:custGeom>
              <a:avLst/>
              <a:gdLst/>
              <a:ahLst/>
              <a:cxnLst/>
              <a:rect l="l" t="t" r="r" b="b"/>
              <a:pathLst>
                <a:path w="386079" h="386079">
                  <a:moveTo>
                    <a:pt x="193548" y="385572"/>
                  </a:moveTo>
                  <a:lnTo>
                    <a:pt x="153924" y="381000"/>
                  </a:lnTo>
                  <a:lnTo>
                    <a:pt x="117348" y="370332"/>
                  </a:lnTo>
                  <a:lnTo>
                    <a:pt x="70104" y="341376"/>
                  </a:lnTo>
                  <a:lnTo>
                    <a:pt x="33528" y="301752"/>
                  </a:lnTo>
                  <a:lnTo>
                    <a:pt x="15240" y="268224"/>
                  </a:lnTo>
                  <a:lnTo>
                    <a:pt x="3048" y="231648"/>
                  </a:lnTo>
                  <a:lnTo>
                    <a:pt x="0" y="213360"/>
                  </a:lnTo>
                  <a:lnTo>
                    <a:pt x="0" y="173736"/>
                  </a:lnTo>
                  <a:lnTo>
                    <a:pt x="7620" y="135636"/>
                  </a:lnTo>
                  <a:lnTo>
                    <a:pt x="32004" y="85344"/>
                  </a:lnTo>
                  <a:lnTo>
                    <a:pt x="68580" y="44196"/>
                  </a:lnTo>
                  <a:lnTo>
                    <a:pt x="100584" y="22860"/>
                  </a:lnTo>
                  <a:lnTo>
                    <a:pt x="152400" y="4572"/>
                  </a:lnTo>
                  <a:lnTo>
                    <a:pt x="192024" y="0"/>
                  </a:lnTo>
                  <a:lnTo>
                    <a:pt x="230124" y="3048"/>
                  </a:lnTo>
                  <a:lnTo>
                    <a:pt x="266700" y="15240"/>
                  </a:lnTo>
                  <a:lnTo>
                    <a:pt x="283464" y="22860"/>
                  </a:lnTo>
                  <a:lnTo>
                    <a:pt x="289052" y="25908"/>
                  </a:lnTo>
                  <a:lnTo>
                    <a:pt x="175260" y="25908"/>
                  </a:lnTo>
                  <a:lnTo>
                    <a:pt x="160019" y="28955"/>
                  </a:lnTo>
                  <a:lnTo>
                    <a:pt x="112776" y="45720"/>
                  </a:lnTo>
                  <a:lnTo>
                    <a:pt x="74676" y="74676"/>
                  </a:lnTo>
                  <a:lnTo>
                    <a:pt x="38100" y="126492"/>
                  </a:lnTo>
                  <a:lnTo>
                    <a:pt x="25908" y="175260"/>
                  </a:lnTo>
                  <a:lnTo>
                    <a:pt x="24384" y="192024"/>
                  </a:lnTo>
                  <a:lnTo>
                    <a:pt x="25908" y="208788"/>
                  </a:lnTo>
                  <a:lnTo>
                    <a:pt x="38100" y="257556"/>
                  </a:lnTo>
                  <a:lnTo>
                    <a:pt x="62484" y="298704"/>
                  </a:lnTo>
                  <a:lnTo>
                    <a:pt x="97536" y="330708"/>
                  </a:lnTo>
                  <a:lnTo>
                    <a:pt x="141732" y="352044"/>
                  </a:lnTo>
                  <a:lnTo>
                    <a:pt x="175260" y="359664"/>
                  </a:lnTo>
                  <a:lnTo>
                    <a:pt x="287527" y="359664"/>
                  </a:lnTo>
                  <a:lnTo>
                    <a:pt x="284988" y="361188"/>
                  </a:lnTo>
                  <a:lnTo>
                    <a:pt x="268224" y="370332"/>
                  </a:lnTo>
                  <a:lnTo>
                    <a:pt x="249936" y="376428"/>
                  </a:lnTo>
                  <a:lnTo>
                    <a:pt x="231648" y="381000"/>
                  </a:lnTo>
                  <a:lnTo>
                    <a:pt x="213360" y="384048"/>
                  </a:lnTo>
                  <a:lnTo>
                    <a:pt x="193548" y="385572"/>
                  </a:lnTo>
                  <a:close/>
                </a:path>
                <a:path w="386079" h="386079">
                  <a:moveTo>
                    <a:pt x="287527" y="359664"/>
                  </a:moveTo>
                  <a:lnTo>
                    <a:pt x="208788" y="359664"/>
                  </a:lnTo>
                  <a:lnTo>
                    <a:pt x="225552" y="356616"/>
                  </a:lnTo>
                  <a:lnTo>
                    <a:pt x="242316" y="352044"/>
                  </a:lnTo>
                  <a:lnTo>
                    <a:pt x="284988" y="332232"/>
                  </a:lnTo>
                  <a:lnTo>
                    <a:pt x="321563" y="300228"/>
                  </a:lnTo>
                  <a:lnTo>
                    <a:pt x="345948" y="259080"/>
                  </a:lnTo>
                  <a:lnTo>
                    <a:pt x="359663" y="193548"/>
                  </a:lnTo>
                  <a:lnTo>
                    <a:pt x="356616" y="160020"/>
                  </a:lnTo>
                  <a:lnTo>
                    <a:pt x="339852" y="112776"/>
                  </a:lnTo>
                  <a:lnTo>
                    <a:pt x="310895" y="74676"/>
                  </a:lnTo>
                  <a:lnTo>
                    <a:pt x="272795" y="45720"/>
                  </a:lnTo>
                  <a:lnTo>
                    <a:pt x="227076" y="28955"/>
                  </a:lnTo>
                  <a:lnTo>
                    <a:pt x="210312" y="25908"/>
                  </a:lnTo>
                  <a:lnTo>
                    <a:pt x="289052" y="25908"/>
                  </a:lnTo>
                  <a:lnTo>
                    <a:pt x="327660" y="56388"/>
                  </a:lnTo>
                  <a:lnTo>
                    <a:pt x="370332" y="117348"/>
                  </a:lnTo>
                  <a:lnTo>
                    <a:pt x="384048" y="172212"/>
                  </a:lnTo>
                  <a:lnTo>
                    <a:pt x="385572" y="192024"/>
                  </a:lnTo>
                  <a:lnTo>
                    <a:pt x="384048" y="211836"/>
                  </a:lnTo>
                  <a:lnTo>
                    <a:pt x="376428" y="249936"/>
                  </a:lnTo>
                  <a:lnTo>
                    <a:pt x="352044" y="300228"/>
                  </a:lnTo>
                  <a:lnTo>
                    <a:pt x="315467" y="341376"/>
                  </a:lnTo>
                  <a:lnTo>
                    <a:pt x="300228" y="352044"/>
                  </a:lnTo>
                  <a:lnTo>
                    <a:pt x="287527" y="359664"/>
                  </a:lnTo>
                  <a:close/>
                </a:path>
              </a:pathLst>
            </a:custGeom>
            <a:solidFill>
              <a:srgbClr val="333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785091" y="2953511"/>
              <a:ext cx="386080" cy="386080"/>
            </a:xfrm>
            <a:custGeom>
              <a:avLst/>
              <a:gdLst/>
              <a:ahLst/>
              <a:cxnLst/>
              <a:rect l="l" t="t" r="r" b="b"/>
              <a:pathLst>
                <a:path w="386079" h="386079">
                  <a:moveTo>
                    <a:pt x="385572" y="192024"/>
                  </a:moveTo>
                  <a:lnTo>
                    <a:pt x="381000" y="152400"/>
                  </a:lnTo>
                  <a:lnTo>
                    <a:pt x="352044" y="83820"/>
                  </a:lnTo>
                  <a:lnTo>
                    <a:pt x="315468" y="42672"/>
                  </a:lnTo>
                  <a:lnTo>
                    <a:pt x="286258" y="24384"/>
                  </a:lnTo>
                  <a:lnTo>
                    <a:pt x="283464" y="22860"/>
                  </a:lnTo>
                  <a:lnTo>
                    <a:pt x="249936" y="7620"/>
                  </a:lnTo>
                  <a:lnTo>
                    <a:pt x="231648" y="3048"/>
                  </a:lnTo>
                  <a:lnTo>
                    <a:pt x="211836" y="0"/>
                  </a:lnTo>
                  <a:lnTo>
                    <a:pt x="172212" y="0"/>
                  </a:lnTo>
                  <a:lnTo>
                    <a:pt x="134112" y="9144"/>
                  </a:lnTo>
                  <a:lnTo>
                    <a:pt x="83820" y="33528"/>
                  </a:lnTo>
                  <a:lnTo>
                    <a:pt x="44196" y="70104"/>
                  </a:lnTo>
                  <a:lnTo>
                    <a:pt x="15240" y="117348"/>
                  </a:lnTo>
                  <a:lnTo>
                    <a:pt x="3048" y="153924"/>
                  </a:lnTo>
                  <a:lnTo>
                    <a:pt x="0" y="193548"/>
                  </a:lnTo>
                  <a:lnTo>
                    <a:pt x="1524" y="213360"/>
                  </a:lnTo>
                  <a:lnTo>
                    <a:pt x="15240" y="268224"/>
                  </a:lnTo>
                  <a:lnTo>
                    <a:pt x="44196" y="315468"/>
                  </a:lnTo>
                  <a:lnTo>
                    <a:pt x="85344" y="352044"/>
                  </a:lnTo>
                  <a:lnTo>
                    <a:pt x="118872" y="370332"/>
                  </a:lnTo>
                  <a:lnTo>
                    <a:pt x="173736" y="384048"/>
                  </a:lnTo>
                  <a:lnTo>
                    <a:pt x="193548" y="385572"/>
                  </a:lnTo>
                  <a:lnTo>
                    <a:pt x="213360" y="384048"/>
                  </a:lnTo>
                  <a:lnTo>
                    <a:pt x="231648" y="381000"/>
                  </a:lnTo>
                  <a:lnTo>
                    <a:pt x="249936" y="376428"/>
                  </a:lnTo>
                  <a:lnTo>
                    <a:pt x="268224" y="370332"/>
                  </a:lnTo>
                  <a:lnTo>
                    <a:pt x="287782" y="359664"/>
                  </a:lnTo>
                  <a:lnTo>
                    <a:pt x="301752" y="352044"/>
                  </a:lnTo>
                  <a:lnTo>
                    <a:pt x="353568" y="300228"/>
                  </a:lnTo>
                  <a:lnTo>
                    <a:pt x="376428" y="248412"/>
                  </a:lnTo>
                  <a:lnTo>
                    <a:pt x="384048" y="211836"/>
                  </a:lnTo>
                  <a:lnTo>
                    <a:pt x="385572" y="192024"/>
                  </a:lnTo>
                  <a:close/>
                </a:path>
              </a:pathLst>
            </a:custGeom>
            <a:solidFill>
              <a:srgbClr val="66FF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3779519"/>
              <a:ext cx="9143999" cy="342900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1812" y="3781043"/>
              <a:ext cx="5925311" cy="1024127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6414515"/>
              <a:ext cx="8974835" cy="67665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427207" y="3858767"/>
              <a:ext cx="1384300" cy="387350"/>
            </a:xfrm>
            <a:custGeom>
              <a:avLst/>
              <a:gdLst/>
              <a:ahLst/>
              <a:cxnLst/>
              <a:rect l="l" t="t" r="r" b="b"/>
              <a:pathLst>
                <a:path w="1384300" h="387350">
                  <a:moveTo>
                    <a:pt x="388620" y="192024"/>
                  </a:moveTo>
                  <a:lnTo>
                    <a:pt x="384048" y="153924"/>
                  </a:lnTo>
                  <a:lnTo>
                    <a:pt x="364236" y="100584"/>
                  </a:lnTo>
                  <a:lnTo>
                    <a:pt x="362712" y="97790"/>
                  </a:lnTo>
                  <a:lnTo>
                    <a:pt x="362712" y="193548"/>
                  </a:lnTo>
                  <a:lnTo>
                    <a:pt x="359664" y="227076"/>
                  </a:lnTo>
                  <a:lnTo>
                    <a:pt x="341376" y="274320"/>
                  </a:lnTo>
                  <a:lnTo>
                    <a:pt x="312420" y="312420"/>
                  </a:lnTo>
                  <a:lnTo>
                    <a:pt x="274320" y="341376"/>
                  </a:lnTo>
                  <a:lnTo>
                    <a:pt x="227076" y="358140"/>
                  </a:lnTo>
                  <a:lnTo>
                    <a:pt x="193548" y="361188"/>
                  </a:lnTo>
                  <a:lnTo>
                    <a:pt x="160020" y="358140"/>
                  </a:lnTo>
                  <a:lnTo>
                    <a:pt x="112776" y="341376"/>
                  </a:lnTo>
                  <a:lnTo>
                    <a:pt x="64008" y="300228"/>
                  </a:lnTo>
                  <a:lnTo>
                    <a:pt x="33528" y="242316"/>
                  </a:lnTo>
                  <a:lnTo>
                    <a:pt x="25908" y="192024"/>
                  </a:lnTo>
                  <a:lnTo>
                    <a:pt x="28956" y="158496"/>
                  </a:lnTo>
                  <a:lnTo>
                    <a:pt x="54864" y="99060"/>
                  </a:lnTo>
                  <a:lnTo>
                    <a:pt x="88392" y="62484"/>
                  </a:lnTo>
                  <a:lnTo>
                    <a:pt x="144780" y="32004"/>
                  </a:lnTo>
                  <a:lnTo>
                    <a:pt x="195072" y="24384"/>
                  </a:lnTo>
                  <a:lnTo>
                    <a:pt x="211836" y="25908"/>
                  </a:lnTo>
                  <a:lnTo>
                    <a:pt x="245364" y="32004"/>
                  </a:lnTo>
                  <a:lnTo>
                    <a:pt x="260604" y="38100"/>
                  </a:lnTo>
                  <a:lnTo>
                    <a:pt x="274320" y="45720"/>
                  </a:lnTo>
                  <a:lnTo>
                    <a:pt x="289560" y="53340"/>
                  </a:lnTo>
                  <a:lnTo>
                    <a:pt x="324612" y="86868"/>
                  </a:lnTo>
                  <a:lnTo>
                    <a:pt x="355092" y="143256"/>
                  </a:lnTo>
                  <a:lnTo>
                    <a:pt x="362712" y="193548"/>
                  </a:lnTo>
                  <a:lnTo>
                    <a:pt x="362712" y="97790"/>
                  </a:lnTo>
                  <a:lnTo>
                    <a:pt x="355092" y="83820"/>
                  </a:lnTo>
                  <a:lnTo>
                    <a:pt x="342900" y="70104"/>
                  </a:lnTo>
                  <a:lnTo>
                    <a:pt x="330708" y="54864"/>
                  </a:lnTo>
                  <a:lnTo>
                    <a:pt x="316992" y="42672"/>
                  </a:lnTo>
                  <a:lnTo>
                    <a:pt x="301752" y="32004"/>
                  </a:lnTo>
                  <a:lnTo>
                    <a:pt x="289052" y="24384"/>
                  </a:lnTo>
                  <a:lnTo>
                    <a:pt x="286512" y="22860"/>
                  </a:lnTo>
                  <a:lnTo>
                    <a:pt x="269748" y="13716"/>
                  </a:lnTo>
                  <a:lnTo>
                    <a:pt x="251460" y="7620"/>
                  </a:lnTo>
                  <a:lnTo>
                    <a:pt x="233172" y="3048"/>
                  </a:lnTo>
                  <a:lnTo>
                    <a:pt x="213360" y="0"/>
                  </a:lnTo>
                  <a:lnTo>
                    <a:pt x="173736" y="0"/>
                  </a:lnTo>
                  <a:lnTo>
                    <a:pt x="135636" y="7620"/>
                  </a:lnTo>
                  <a:lnTo>
                    <a:pt x="85344" y="32004"/>
                  </a:lnTo>
                  <a:lnTo>
                    <a:pt x="44196" y="70104"/>
                  </a:lnTo>
                  <a:lnTo>
                    <a:pt x="15240" y="118872"/>
                  </a:lnTo>
                  <a:lnTo>
                    <a:pt x="1524" y="173736"/>
                  </a:lnTo>
                  <a:lnTo>
                    <a:pt x="0" y="193548"/>
                  </a:lnTo>
                  <a:lnTo>
                    <a:pt x="1524" y="213360"/>
                  </a:lnTo>
                  <a:lnTo>
                    <a:pt x="4572" y="233172"/>
                  </a:lnTo>
                  <a:lnTo>
                    <a:pt x="9144" y="251460"/>
                  </a:lnTo>
                  <a:lnTo>
                    <a:pt x="16764" y="268224"/>
                  </a:lnTo>
                  <a:lnTo>
                    <a:pt x="24384" y="286512"/>
                  </a:lnTo>
                  <a:lnTo>
                    <a:pt x="57912" y="330708"/>
                  </a:lnTo>
                  <a:lnTo>
                    <a:pt x="102108" y="364236"/>
                  </a:lnTo>
                  <a:lnTo>
                    <a:pt x="155448" y="382524"/>
                  </a:lnTo>
                  <a:lnTo>
                    <a:pt x="195072" y="387096"/>
                  </a:lnTo>
                  <a:lnTo>
                    <a:pt x="214884" y="385572"/>
                  </a:lnTo>
                  <a:lnTo>
                    <a:pt x="233172" y="382524"/>
                  </a:lnTo>
                  <a:lnTo>
                    <a:pt x="252984" y="377952"/>
                  </a:lnTo>
                  <a:lnTo>
                    <a:pt x="269748" y="371856"/>
                  </a:lnTo>
                  <a:lnTo>
                    <a:pt x="289306" y="361188"/>
                  </a:lnTo>
                  <a:lnTo>
                    <a:pt x="303276" y="353568"/>
                  </a:lnTo>
                  <a:lnTo>
                    <a:pt x="344424" y="315468"/>
                  </a:lnTo>
                  <a:lnTo>
                    <a:pt x="373380" y="268224"/>
                  </a:lnTo>
                  <a:lnTo>
                    <a:pt x="384048" y="231648"/>
                  </a:lnTo>
                  <a:lnTo>
                    <a:pt x="387096" y="211836"/>
                  </a:lnTo>
                  <a:lnTo>
                    <a:pt x="388620" y="192024"/>
                  </a:lnTo>
                  <a:close/>
                </a:path>
                <a:path w="1384300" h="387350">
                  <a:moveTo>
                    <a:pt x="1383804" y="192024"/>
                  </a:moveTo>
                  <a:lnTo>
                    <a:pt x="1379232" y="153924"/>
                  </a:lnTo>
                  <a:lnTo>
                    <a:pt x="1368564" y="117348"/>
                  </a:lnTo>
                  <a:lnTo>
                    <a:pt x="1357896" y="97790"/>
                  </a:lnTo>
                  <a:lnTo>
                    <a:pt x="1357896" y="193548"/>
                  </a:lnTo>
                  <a:lnTo>
                    <a:pt x="1354848" y="227076"/>
                  </a:lnTo>
                  <a:lnTo>
                    <a:pt x="1338084" y="274320"/>
                  </a:lnTo>
                  <a:lnTo>
                    <a:pt x="1296936" y="323088"/>
                  </a:lnTo>
                  <a:lnTo>
                    <a:pt x="1254264" y="348996"/>
                  </a:lnTo>
                  <a:lnTo>
                    <a:pt x="1188732" y="361188"/>
                  </a:lnTo>
                  <a:lnTo>
                    <a:pt x="1155204" y="358140"/>
                  </a:lnTo>
                  <a:lnTo>
                    <a:pt x="1109484" y="341376"/>
                  </a:lnTo>
                  <a:lnTo>
                    <a:pt x="1059192" y="300228"/>
                  </a:lnTo>
                  <a:lnTo>
                    <a:pt x="1028712" y="242316"/>
                  </a:lnTo>
                  <a:lnTo>
                    <a:pt x="1021092" y="192024"/>
                  </a:lnTo>
                  <a:lnTo>
                    <a:pt x="1022616" y="175260"/>
                  </a:lnTo>
                  <a:lnTo>
                    <a:pt x="1034808" y="126492"/>
                  </a:lnTo>
                  <a:lnTo>
                    <a:pt x="1060716" y="85344"/>
                  </a:lnTo>
                  <a:lnTo>
                    <a:pt x="1095768" y="53340"/>
                  </a:lnTo>
                  <a:lnTo>
                    <a:pt x="1139964" y="32004"/>
                  </a:lnTo>
                  <a:lnTo>
                    <a:pt x="1190256" y="24384"/>
                  </a:lnTo>
                  <a:lnTo>
                    <a:pt x="1207020" y="25908"/>
                  </a:lnTo>
                  <a:lnTo>
                    <a:pt x="1255788" y="38100"/>
                  </a:lnTo>
                  <a:lnTo>
                    <a:pt x="1309128" y="74676"/>
                  </a:lnTo>
                  <a:lnTo>
                    <a:pt x="1338084" y="112776"/>
                  </a:lnTo>
                  <a:lnTo>
                    <a:pt x="1354848" y="160020"/>
                  </a:lnTo>
                  <a:lnTo>
                    <a:pt x="1357896" y="193548"/>
                  </a:lnTo>
                  <a:lnTo>
                    <a:pt x="1357896" y="97790"/>
                  </a:lnTo>
                  <a:lnTo>
                    <a:pt x="1350276" y="83820"/>
                  </a:lnTo>
                  <a:lnTo>
                    <a:pt x="1338084" y="70104"/>
                  </a:lnTo>
                  <a:lnTo>
                    <a:pt x="1325892" y="54864"/>
                  </a:lnTo>
                  <a:lnTo>
                    <a:pt x="1312176" y="42672"/>
                  </a:lnTo>
                  <a:lnTo>
                    <a:pt x="1296936" y="32004"/>
                  </a:lnTo>
                  <a:lnTo>
                    <a:pt x="1284236" y="24384"/>
                  </a:lnTo>
                  <a:lnTo>
                    <a:pt x="1281696" y="22860"/>
                  </a:lnTo>
                  <a:lnTo>
                    <a:pt x="1264932" y="13716"/>
                  </a:lnTo>
                  <a:lnTo>
                    <a:pt x="1246644" y="7620"/>
                  </a:lnTo>
                  <a:lnTo>
                    <a:pt x="1228356" y="3048"/>
                  </a:lnTo>
                  <a:lnTo>
                    <a:pt x="1208544" y="0"/>
                  </a:lnTo>
                  <a:lnTo>
                    <a:pt x="1168920" y="0"/>
                  </a:lnTo>
                  <a:lnTo>
                    <a:pt x="1130820" y="7620"/>
                  </a:lnTo>
                  <a:lnTo>
                    <a:pt x="1080528" y="32004"/>
                  </a:lnTo>
                  <a:lnTo>
                    <a:pt x="1039380" y="70104"/>
                  </a:lnTo>
                  <a:lnTo>
                    <a:pt x="1010424" y="118872"/>
                  </a:lnTo>
                  <a:lnTo>
                    <a:pt x="996708" y="173736"/>
                  </a:lnTo>
                  <a:lnTo>
                    <a:pt x="996708" y="213360"/>
                  </a:lnTo>
                  <a:lnTo>
                    <a:pt x="999756" y="233172"/>
                  </a:lnTo>
                  <a:lnTo>
                    <a:pt x="1004328" y="251460"/>
                  </a:lnTo>
                  <a:lnTo>
                    <a:pt x="1011948" y="268224"/>
                  </a:lnTo>
                  <a:lnTo>
                    <a:pt x="1019568" y="286512"/>
                  </a:lnTo>
                  <a:lnTo>
                    <a:pt x="1053096" y="330708"/>
                  </a:lnTo>
                  <a:lnTo>
                    <a:pt x="1097292" y="364236"/>
                  </a:lnTo>
                  <a:lnTo>
                    <a:pt x="1150632" y="382524"/>
                  </a:lnTo>
                  <a:lnTo>
                    <a:pt x="1190256" y="387096"/>
                  </a:lnTo>
                  <a:lnTo>
                    <a:pt x="1210068" y="385572"/>
                  </a:lnTo>
                  <a:lnTo>
                    <a:pt x="1248168" y="377952"/>
                  </a:lnTo>
                  <a:lnTo>
                    <a:pt x="1283220" y="362712"/>
                  </a:lnTo>
                  <a:lnTo>
                    <a:pt x="1285760" y="361188"/>
                  </a:lnTo>
                  <a:lnTo>
                    <a:pt x="1298460" y="353568"/>
                  </a:lnTo>
                  <a:lnTo>
                    <a:pt x="1339608" y="315468"/>
                  </a:lnTo>
                  <a:lnTo>
                    <a:pt x="1368564" y="268224"/>
                  </a:lnTo>
                  <a:lnTo>
                    <a:pt x="1379232" y="231648"/>
                  </a:lnTo>
                  <a:lnTo>
                    <a:pt x="1382280" y="211836"/>
                  </a:lnTo>
                  <a:lnTo>
                    <a:pt x="1383804" y="192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3705835" y="4253000"/>
            <a:ext cx="6972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5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1800" spc="13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1800" spc="-24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606291" y="4260591"/>
            <a:ext cx="5734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0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y</a:t>
            </a:r>
            <a:r>
              <a:rPr sz="1800" spc="-24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1800" spc="-160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1800">
              <a:latin typeface="Verdana"/>
              <a:cs typeface="Verdana"/>
            </a:endParaRPr>
          </a:p>
        </p:txBody>
      </p:sp>
      <p:graphicFrame>
        <p:nvGraphicFramePr>
          <p:cNvPr id="23" name="object 23"/>
          <p:cNvGraphicFramePr>
            <a:graphicFrameLocks noGrp="1"/>
          </p:cNvGraphicFramePr>
          <p:nvPr/>
        </p:nvGraphicFramePr>
        <p:xfrm>
          <a:off x="1539240" y="4751832"/>
          <a:ext cx="6658607" cy="7414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09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99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99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93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99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099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331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65" dirty="0">
                          <a:latin typeface="Verdana"/>
                          <a:cs typeface="Verdana"/>
                        </a:rPr>
                        <a:t>Sommet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5BD3"/>
                      </a:solidFill>
                      <a:prstDash val="solid"/>
                    </a:lnL>
                    <a:lnR w="1270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2700">
                      <a:solidFill>
                        <a:srgbClr val="005B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" dirty="0">
                          <a:latin typeface="Verdana"/>
                          <a:cs typeface="Verdana"/>
                        </a:rPr>
                        <a:t>chimie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5BD3"/>
                      </a:solidFill>
                      <a:prstDash val="solid"/>
                    </a:lnL>
                    <a:lnR w="1905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2700">
                      <a:solidFill>
                        <a:srgbClr val="005B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40" dirty="0">
                          <a:latin typeface="Verdana"/>
                          <a:cs typeface="Verdana"/>
                        </a:rPr>
                        <a:t>Electron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5BD3"/>
                      </a:solidFill>
                      <a:prstDash val="solid"/>
                    </a:lnL>
                    <a:lnR w="1270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2700">
                      <a:solidFill>
                        <a:srgbClr val="005B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Verdana"/>
                          <a:cs typeface="Verdana"/>
                        </a:rPr>
                        <a:t>Maths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5BD3"/>
                      </a:solidFill>
                      <a:prstDash val="solid"/>
                    </a:lnL>
                    <a:lnR w="1270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2700">
                      <a:solidFill>
                        <a:srgbClr val="005B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20" dirty="0">
                          <a:latin typeface="Verdana"/>
                          <a:cs typeface="Verdana"/>
                        </a:rPr>
                        <a:t>Phys.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5BD3"/>
                      </a:solidFill>
                      <a:prstDash val="solid"/>
                    </a:lnL>
                    <a:lnR w="1905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2700">
                      <a:solidFill>
                        <a:srgbClr val="005B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20" dirty="0">
                          <a:latin typeface="Verdana"/>
                          <a:cs typeface="Verdana"/>
                        </a:rPr>
                        <a:t>Inform.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5BD3"/>
                      </a:solidFill>
                      <a:prstDash val="solid"/>
                    </a:lnL>
                    <a:lnR w="1270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2700">
                      <a:solidFill>
                        <a:srgbClr val="005BD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094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Degré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5BD3"/>
                      </a:solidFill>
                      <a:prstDash val="solid"/>
                    </a:lnL>
                    <a:lnR w="1270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9050">
                      <a:solidFill>
                        <a:srgbClr val="005B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2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5BD3"/>
                      </a:solidFill>
                      <a:prstDash val="solid"/>
                    </a:lnL>
                    <a:lnR w="1905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9050">
                      <a:solidFill>
                        <a:srgbClr val="005B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5BD3"/>
                      </a:solidFill>
                      <a:prstDash val="solid"/>
                    </a:lnL>
                    <a:lnR w="1270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9050">
                      <a:solidFill>
                        <a:srgbClr val="005B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3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5BD3"/>
                      </a:solidFill>
                      <a:prstDash val="solid"/>
                    </a:lnL>
                    <a:lnR w="1270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9050">
                      <a:solidFill>
                        <a:srgbClr val="005B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3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5BD3"/>
                      </a:solidFill>
                      <a:prstDash val="solid"/>
                    </a:lnL>
                    <a:lnR w="1905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9050">
                      <a:solidFill>
                        <a:srgbClr val="005B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3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5BD3"/>
                      </a:solidFill>
                      <a:prstDash val="solid"/>
                    </a:lnL>
                    <a:lnR w="1270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9050">
                      <a:solidFill>
                        <a:srgbClr val="005BD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24" name="object 2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545336" y="4757927"/>
            <a:ext cx="6659879" cy="742188"/>
          </a:xfrm>
          <a:prstGeom prst="rect">
            <a:avLst/>
          </a:prstGeom>
        </p:spPr>
      </p:pic>
      <p:grpSp>
        <p:nvGrpSpPr>
          <p:cNvPr id="25" name="object 25"/>
          <p:cNvGrpSpPr/>
          <p:nvPr/>
        </p:nvGrpSpPr>
        <p:grpSpPr>
          <a:xfrm>
            <a:off x="4433315" y="3779519"/>
            <a:ext cx="1383665" cy="474345"/>
            <a:chOff x="4433315" y="3779519"/>
            <a:chExt cx="1383665" cy="474345"/>
          </a:xfrm>
        </p:grpSpPr>
        <p:sp>
          <p:nvSpPr>
            <p:cNvPr id="26" name="object 26"/>
            <p:cNvSpPr/>
            <p:nvPr/>
          </p:nvSpPr>
          <p:spPr>
            <a:xfrm>
              <a:off x="4608576" y="3779520"/>
              <a:ext cx="1208405" cy="288290"/>
            </a:xfrm>
            <a:custGeom>
              <a:avLst/>
              <a:gdLst/>
              <a:ahLst/>
              <a:cxnLst/>
              <a:rect l="l" t="t" r="r" b="b"/>
              <a:pathLst>
                <a:path w="1208404" h="288289">
                  <a:moveTo>
                    <a:pt x="62839" y="0"/>
                  </a:moveTo>
                  <a:lnTo>
                    <a:pt x="32867" y="0"/>
                  </a:lnTo>
                  <a:lnTo>
                    <a:pt x="0" y="85356"/>
                  </a:lnTo>
                  <a:lnTo>
                    <a:pt x="25908" y="96024"/>
                  </a:lnTo>
                  <a:lnTo>
                    <a:pt x="62839" y="0"/>
                  </a:lnTo>
                  <a:close/>
                </a:path>
                <a:path w="1208404" h="288289">
                  <a:moveTo>
                    <a:pt x="414235" y="0"/>
                  </a:moveTo>
                  <a:lnTo>
                    <a:pt x="358825" y="0"/>
                  </a:lnTo>
                  <a:lnTo>
                    <a:pt x="134112" y="132600"/>
                  </a:lnTo>
                  <a:lnTo>
                    <a:pt x="147815" y="156984"/>
                  </a:lnTo>
                  <a:lnTo>
                    <a:pt x="414235" y="0"/>
                  </a:lnTo>
                  <a:close/>
                </a:path>
                <a:path w="1208404" h="288289">
                  <a:moveTo>
                    <a:pt x="827519" y="259080"/>
                  </a:moveTo>
                  <a:lnTo>
                    <a:pt x="193548" y="257556"/>
                  </a:lnTo>
                  <a:lnTo>
                    <a:pt x="193548" y="286512"/>
                  </a:lnTo>
                  <a:lnTo>
                    <a:pt x="827519" y="288036"/>
                  </a:lnTo>
                  <a:lnTo>
                    <a:pt x="827519" y="259080"/>
                  </a:lnTo>
                  <a:close/>
                </a:path>
                <a:path w="1208404" h="288289">
                  <a:moveTo>
                    <a:pt x="1021067" y="85356"/>
                  </a:moveTo>
                  <a:lnTo>
                    <a:pt x="981722" y="0"/>
                  </a:lnTo>
                  <a:lnTo>
                    <a:pt x="950188" y="0"/>
                  </a:lnTo>
                  <a:lnTo>
                    <a:pt x="995172" y="97536"/>
                  </a:lnTo>
                  <a:lnTo>
                    <a:pt x="1021067" y="85356"/>
                  </a:lnTo>
                  <a:close/>
                </a:path>
                <a:path w="1208404" h="288289">
                  <a:moveTo>
                    <a:pt x="1207909" y="0"/>
                  </a:moveTo>
                  <a:lnTo>
                    <a:pt x="1177455" y="0"/>
                  </a:lnTo>
                  <a:lnTo>
                    <a:pt x="1123188" y="138684"/>
                  </a:lnTo>
                  <a:lnTo>
                    <a:pt x="1149083" y="149364"/>
                  </a:lnTo>
                  <a:lnTo>
                    <a:pt x="120790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447031" y="3880104"/>
              <a:ext cx="360045" cy="361315"/>
            </a:xfrm>
            <a:custGeom>
              <a:avLst/>
              <a:gdLst/>
              <a:ahLst/>
              <a:cxnLst/>
              <a:rect l="l" t="t" r="r" b="b"/>
              <a:pathLst>
                <a:path w="360045" h="361314">
                  <a:moveTo>
                    <a:pt x="179831" y="361188"/>
                  </a:moveTo>
                  <a:lnTo>
                    <a:pt x="132115" y="354739"/>
                  </a:lnTo>
                  <a:lnTo>
                    <a:pt x="89182" y="336521"/>
                  </a:lnTo>
                  <a:lnTo>
                    <a:pt x="52768" y="308229"/>
                  </a:lnTo>
                  <a:lnTo>
                    <a:pt x="24609" y="271554"/>
                  </a:lnTo>
                  <a:lnTo>
                    <a:pt x="6441" y="228190"/>
                  </a:lnTo>
                  <a:lnTo>
                    <a:pt x="0" y="179831"/>
                  </a:lnTo>
                  <a:lnTo>
                    <a:pt x="6441" y="132115"/>
                  </a:lnTo>
                  <a:lnTo>
                    <a:pt x="24609" y="89182"/>
                  </a:lnTo>
                  <a:lnTo>
                    <a:pt x="52768" y="52768"/>
                  </a:lnTo>
                  <a:lnTo>
                    <a:pt x="89182" y="24609"/>
                  </a:lnTo>
                  <a:lnTo>
                    <a:pt x="132115" y="6441"/>
                  </a:lnTo>
                  <a:lnTo>
                    <a:pt x="179831" y="0"/>
                  </a:lnTo>
                  <a:lnTo>
                    <a:pt x="227548" y="6441"/>
                  </a:lnTo>
                  <a:lnTo>
                    <a:pt x="270481" y="24609"/>
                  </a:lnTo>
                  <a:lnTo>
                    <a:pt x="306895" y="52768"/>
                  </a:lnTo>
                  <a:lnTo>
                    <a:pt x="335054" y="89182"/>
                  </a:lnTo>
                  <a:lnTo>
                    <a:pt x="353222" y="132115"/>
                  </a:lnTo>
                  <a:lnTo>
                    <a:pt x="359663" y="179831"/>
                  </a:lnTo>
                  <a:lnTo>
                    <a:pt x="353222" y="228190"/>
                  </a:lnTo>
                  <a:lnTo>
                    <a:pt x="335054" y="271554"/>
                  </a:lnTo>
                  <a:lnTo>
                    <a:pt x="306895" y="308229"/>
                  </a:lnTo>
                  <a:lnTo>
                    <a:pt x="270481" y="336521"/>
                  </a:lnTo>
                  <a:lnTo>
                    <a:pt x="227548" y="354739"/>
                  </a:lnTo>
                  <a:lnTo>
                    <a:pt x="179831" y="361188"/>
                  </a:lnTo>
                  <a:close/>
                </a:path>
              </a:pathLst>
            </a:custGeom>
            <a:solidFill>
              <a:srgbClr val="2B7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433315" y="3867912"/>
              <a:ext cx="386080" cy="386080"/>
            </a:xfrm>
            <a:custGeom>
              <a:avLst/>
              <a:gdLst/>
              <a:ahLst/>
              <a:cxnLst/>
              <a:rect l="l" t="t" r="r" b="b"/>
              <a:pathLst>
                <a:path w="386079" h="386079">
                  <a:moveTo>
                    <a:pt x="193548" y="385572"/>
                  </a:moveTo>
                  <a:lnTo>
                    <a:pt x="155448" y="381000"/>
                  </a:lnTo>
                  <a:lnTo>
                    <a:pt x="118872" y="370332"/>
                  </a:lnTo>
                  <a:lnTo>
                    <a:pt x="57912" y="329184"/>
                  </a:lnTo>
                  <a:lnTo>
                    <a:pt x="24384" y="284988"/>
                  </a:lnTo>
                  <a:lnTo>
                    <a:pt x="4572" y="231648"/>
                  </a:lnTo>
                  <a:lnTo>
                    <a:pt x="0" y="193548"/>
                  </a:lnTo>
                  <a:lnTo>
                    <a:pt x="1524" y="173736"/>
                  </a:lnTo>
                  <a:lnTo>
                    <a:pt x="9144" y="135636"/>
                  </a:lnTo>
                  <a:lnTo>
                    <a:pt x="33528" y="85344"/>
                  </a:lnTo>
                  <a:lnTo>
                    <a:pt x="70104" y="44196"/>
                  </a:lnTo>
                  <a:lnTo>
                    <a:pt x="117348" y="15240"/>
                  </a:lnTo>
                  <a:lnTo>
                    <a:pt x="153924" y="4572"/>
                  </a:lnTo>
                  <a:lnTo>
                    <a:pt x="192024" y="0"/>
                  </a:lnTo>
                  <a:lnTo>
                    <a:pt x="211836" y="1524"/>
                  </a:lnTo>
                  <a:lnTo>
                    <a:pt x="249936" y="9143"/>
                  </a:lnTo>
                  <a:lnTo>
                    <a:pt x="290068" y="25908"/>
                  </a:lnTo>
                  <a:lnTo>
                    <a:pt x="176783" y="25908"/>
                  </a:lnTo>
                  <a:lnTo>
                    <a:pt x="160019" y="28955"/>
                  </a:lnTo>
                  <a:lnTo>
                    <a:pt x="144780" y="33528"/>
                  </a:lnTo>
                  <a:lnTo>
                    <a:pt x="128016" y="38100"/>
                  </a:lnTo>
                  <a:lnTo>
                    <a:pt x="100584" y="53340"/>
                  </a:lnTo>
                  <a:lnTo>
                    <a:pt x="86868" y="64008"/>
                  </a:lnTo>
                  <a:lnTo>
                    <a:pt x="76200" y="74676"/>
                  </a:lnTo>
                  <a:lnTo>
                    <a:pt x="64008" y="85344"/>
                  </a:lnTo>
                  <a:lnTo>
                    <a:pt x="39624" y="126492"/>
                  </a:lnTo>
                  <a:lnTo>
                    <a:pt x="25908" y="192024"/>
                  </a:lnTo>
                  <a:lnTo>
                    <a:pt x="28956" y="225552"/>
                  </a:lnTo>
                  <a:lnTo>
                    <a:pt x="45720" y="271272"/>
                  </a:lnTo>
                  <a:lnTo>
                    <a:pt x="74676" y="310896"/>
                  </a:lnTo>
                  <a:lnTo>
                    <a:pt x="112776" y="339852"/>
                  </a:lnTo>
                  <a:lnTo>
                    <a:pt x="158495" y="356616"/>
                  </a:lnTo>
                  <a:lnTo>
                    <a:pt x="175260" y="359664"/>
                  </a:lnTo>
                  <a:lnTo>
                    <a:pt x="287781" y="359664"/>
                  </a:lnTo>
                  <a:lnTo>
                    <a:pt x="268224" y="370332"/>
                  </a:lnTo>
                  <a:lnTo>
                    <a:pt x="251460" y="376428"/>
                  </a:lnTo>
                  <a:lnTo>
                    <a:pt x="233172" y="381000"/>
                  </a:lnTo>
                  <a:lnTo>
                    <a:pt x="213360" y="384048"/>
                  </a:lnTo>
                  <a:lnTo>
                    <a:pt x="193548" y="385572"/>
                  </a:lnTo>
                  <a:close/>
                </a:path>
                <a:path w="386079" h="386079">
                  <a:moveTo>
                    <a:pt x="287781" y="359664"/>
                  </a:moveTo>
                  <a:lnTo>
                    <a:pt x="210312" y="359664"/>
                  </a:lnTo>
                  <a:lnTo>
                    <a:pt x="227076" y="356616"/>
                  </a:lnTo>
                  <a:lnTo>
                    <a:pt x="257556" y="347472"/>
                  </a:lnTo>
                  <a:lnTo>
                    <a:pt x="310895" y="310896"/>
                  </a:lnTo>
                  <a:lnTo>
                    <a:pt x="347472" y="259080"/>
                  </a:lnTo>
                  <a:lnTo>
                    <a:pt x="359663" y="210312"/>
                  </a:lnTo>
                  <a:lnTo>
                    <a:pt x="361187" y="193548"/>
                  </a:lnTo>
                  <a:lnTo>
                    <a:pt x="358139" y="160020"/>
                  </a:lnTo>
                  <a:lnTo>
                    <a:pt x="341376" y="114300"/>
                  </a:lnTo>
                  <a:lnTo>
                    <a:pt x="312419" y="74676"/>
                  </a:lnTo>
                  <a:lnTo>
                    <a:pt x="274319" y="45720"/>
                  </a:lnTo>
                  <a:lnTo>
                    <a:pt x="227076" y="28955"/>
                  </a:lnTo>
                  <a:lnTo>
                    <a:pt x="210312" y="25908"/>
                  </a:lnTo>
                  <a:lnTo>
                    <a:pt x="290068" y="25908"/>
                  </a:lnTo>
                  <a:lnTo>
                    <a:pt x="329184" y="56388"/>
                  </a:lnTo>
                  <a:lnTo>
                    <a:pt x="362712" y="100584"/>
                  </a:lnTo>
                  <a:lnTo>
                    <a:pt x="382524" y="153924"/>
                  </a:lnTo>
                  <a:lnTo>
                    <a:pt x="385572" y="172212"/>
                  </a:lnTo>
                  <a:lnTo>
                    <a:pt x="385572" y="211836"/>
                  </a:lnTo>
                  <a:lnTo>
                    <a:pt x="377952" y="249936"/>
                  </a:lnTo>
                  <a:lnTo>
                    <a:pt x="353568" y="300228"/>
                  </a:lnTo>
                  <a:lnTo>
                    <a:pt x="316991" y="341376"/>
                  </a:lnTo>
                  <a:lnTo>
                    <a:pt x="301752" y="352044"/>
                  </a:lnTo>
                  <a:lnTo>
                    <a:pt x="287781" y="359664"/>
                  </a:lnTo>
                  <a:close/>
                </a:path>
              </a:pathLst>
            </a:custGeom>
            <a:solidFill>
              <a:srgbClr val="333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430012" y="3858768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384048" y="172212"/>
                  </a:moveTo>
                  <a:lnTo>
                    <a:pt x="376428" y="134112"/>
                  </a:lnTo>
                  <a:lnTo>
                    <a:pt x="361188" y="99060"/>
                  </a:lnTo>
                  <a:lnTo>
                    <a:pt x="327660" y="54864"/>
                  </a:lnTo>
                  <a:lnTo>
                    <a:pt x="286004" y="24384"/>
                  </a:lnTo>
                  <a:lnTo>
                    <a:pt x="283464" y="22860"/>
                  </a:lnTo>
                  <a:lnTo>
                    <a:pt x="266700" y="13716"/>
                  </a:lnTo>
                  <a:lnTo>
                    <a:pt x="248412" y="7620"/>
                  </a:lnTo>
                  <a:lnTo>
                    <a:pt x="230124" y="3048"/>
                  </a:lnTo>
                  <a:lnTo>
                    <a:pt x="210312" y="0"/>
                  </a:lnTo>
                  <a:lnTo>
                    <a:pt x="172212" y="0"/>
                  </a:lnTo>
                  <a:lnTo>
                    <a:pt x="134112" y="7620"/>
                  </a:lnTo>
                  <a:lnTo>
                    <a:pt x="99060" y="22860"/>
                  </a:lnTo>
                  <a:lnTo>
                    <a:pt x="54864" y="56388"/>
                  </a:lnTo>
                  <a:lnTo>
                    <a:pt x="22860" y="100584"/>
                  </a:lnTo>
                  <a:lnTo>
                    <a:pt x="7620" y="135636"/>
                  </a:lnTo>
                  <a:lnTo>
                    <a:pt x="0" y="172212"/>
                  </a:lnTo>
                  <a:lnTo>
                    <a:pt x="0" y="211836"/>
                  </a:lnTo>
                  <a:lnTo>
                    <a:pt x="7620" y="249936"/>
                  </a:lnTo>
                  <a:lnTo>
                    <a:pt x="22860" y="284988"/>
                  </a:lnTo>
                  <a:lnTo>
                    <a:pt x="56388" y="329184"/>
                  </a:lnTo>
                  <a:lnTo>
                    <a:pt x="100584" y="361188"/>
                  </a:lnTo>
                  <a:lnTo>
                    <a:pt x="135636" y="376428"/>
                  </a:lnTo>
                  <a:lnTo>
                    <a:pt x="172212" y="384048"/>
                  </a:lnTo>
                  <a:lnTo>
                    <a:pt x="211836" y="384048"/>
                  </a:lnTo>
                  <a:lnTo>
                    <a:pt x="249936" y="376428"/>
                  </a:lnTo>
                  <a:lnTo>
                    <a:pt x="284988" y="361188"/>
                  </a:lnTo>
                  <a:lnTo>
                    <a:pt x="287528" y="359664"/>
                  </a:lnTo>
                  <a:lnTo>
                    <a:pt x="300228" y="352044"/>
                  </a:lnTo>
                  <a:lnTo>
                    <a:pt x="341376" y="313944"/>
                  </a:lnTo>
                  <a:lnTo>
                    <a:pt x="370332" y="266700"/>
                  </a:lnTo>
                  <a:lnTo>
                    <a:pt x="381000" y="230124"/>
                  </a:lnTo>
                  <a:lnTo>
                    <a:pt x="384048" y="210312"/>
                  </a:lnTo>
                  <a:lnTo>
                    <a:pt x="384048" y="172212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1534107" y="5796745"/>
            <a:ext cx="54127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9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-9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355" dirty="0">
                <a:solidFill>
                  <a:srgbClr val="FFFFFF"/>
                </a:solidFill>
                <a:latin typeface="Verdana"/>
                <a:cs typeface="Verdana"/>
              </a:rPr>
              <a:t>:</a:t>
            </a:r>
            <a:r>
              <a:rPr sz="20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35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000" spc="15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-9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-420" dirty="0">
                <a:solidFill>
                  <a:srgbClr val="FFFFFF"/>
                </a:solidFill>
                <a:latin typeface="Verdana"/>
                <a:cs typeface="Verdana"/>
              </a:rPr>
              <a:t>=</a:t>
            </a:r>
            <a:r>
              <a:rPr sz="2000" spc="-30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2000" spc="-125" dirty="0">
                <a:solidFill>
                  <a:srgbClr val="FFFFFF"/>
                </a:solidFill>
                <a:latin typeface="Verdana"/>
                <a:cs typeface="Verdana"/>
              </a:rPr>
              <a:t>y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-190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r>
              <a:rPr sz="2000" spc="-420" dirty="0">
                <a:solidFill>
                  <a:srgbClr val="FFFFFF"/>
                </a:solidFill>
                <a:latin typeface="Verdana"/>
                <a:cs typeface="Verdana"/>
              </a:rPr>
              <a:t>=</a:t>
            </a:r>
            <a:r>
              <a:rPr sz="2000" spc="-38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000" spc="-85" dirty="0">
                <a:solidFill>
                  <a:srgbClr val="FFFFFF"/>
                </a:solidFill>
                <a:latin typeface="Verdana"/>
                <a:cs typeface="Verdana"/>
              </a:rPr>
              <a:t>f</a:t>
            </a:r>
            <a:r>
              <a:rPr sz="2000" spc="8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000" spc="-26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000" spc="-7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000" spc="-190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r>
              <a:rPr sz="2000" spc="-355" dirty="0">
                <a:solidFill>
                  <a:srgbClr val="FFFFFF"/>
                </a:solidFill>
                <a:latin typeface="Verdana"/>
                <a:cs typeface="Verdana"/>
              </a:rPr>
              <a:t>;</a:t>
            </a:r>
            <a:r>
              <a:rPr sz="20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240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2000" spc="-17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-7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355" dirty="0">
                <a:solidFill>
                  <a:srgbClr val="FFFFFF"/>
                </a:solidFill>
                <a:latin typeface="Verdana"/>
                <a:cs typeface="Verdana"/>
              </a:rPr>
              <a:t>;</a:t>
            </a:r>
            <a:r>
              <a:rPr sz="20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9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13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254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000" spc="-1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-26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000" spc="10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000" spc="-175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518618" y="6888581"/>
            <a:ext cx="193675" cy="212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105" dirty="0">
                <a:solidFill>
                  <a:srgbClr val="FFFFFF"/>
                </a:solidFill>
                <a:latin typeface="Verdana"/>
                <a:cs typeface="Verdana"/>
              </a:rPr>
              <a:t>4</a:t>
            </a:r>
            <a:r>
              <a:rPr sz="1200" spc="-100" dirty="0">
                <a:solidFill>
                  <a:srgbClr val="FFFFFF"/>
                </a:solidFill>
                <a:latin typeface="Verdana"/>
                <a:cs typeface="Verdana"/>
              </a:rPr>
              <a:t>3</a:t>
            </a:r>
            <a:endParaRPr sz="1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5296" y="553212"/>
            <a:ext cx="4992624" cy="2722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94759" y="2319527"/>
            <a:ext cx="2377439" cy="145999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262902" y="1183651"/>
            <a:ext cx="8077200" cy="1386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Construisons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Verdana"/>
                <a:cs typeface="Verdana"/>
              </a:rPr>
              <a:t>le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20" dirty="0">
                <a:solidFill>
                  <a:srgbClr val="FFFFFF"/>
                </a:solidFill>
                <a:latin typeface="Verdana"/>
                <a:cs typeface="Verdana"/>
              </a:rPr>
              <a:t>graphe</a:t>
            </a:r>
            <a:r>
              <a:rPr sz="18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70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1800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0" dirty="0">
                <a:solidFill>
                  <a:srgbClr val="FFFFFF"/>
                </a:solidFill>
                <a:latin typeface="Verdana"/>
                <a:cs typeface="Verdana"/>
              </a:rPr>
              <a:t>dont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95" dirty="0">
                <a:solidFill>
                  <a:srgbClr val="FFFFFF"/>
                </a:solidFill>
                <a:latin typeface="Verdana"/>
                <a:cs typeface="Verdana"/>
              </a:rPr>
              <a:t>les</a:t>
            </a:r>
            <a:r>
              <a:rPr sz="18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sommets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75" dirty="0">
                <a:solidFill>
                  <a:srgbClr val="FFFFFF"/>
                </a:solidFill>
                <a:latin typeface="Verdana"/>
                <a:cs typeface="Verdana"/>
              </a:rPr>
              <a:t>sont</a:t>
            </a:r>
            <a:r>
              <a:rPr sz="18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95" dirty="0">
                <a:solidFill>
                  <a:srgbClr val="FFFFFF"/>
                </a:solidFill>
                <a:latin typeface="Verdana"/>
                <a:cs typeface="Verdana"/>
              </a:rPr>
              <a:t>les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5" dirty="0">
                <a:solidFill>
                  <a:srgbClr val="FFFFFF"/>
                </a:solidFill>
                <a:latin typeface="Verdana"/>
                <a:cs typeface="Verdana"/>
              </a:rPr>
              <a:t>disciplines.</a:t>
            </a:r>
            <a:r>
              <a:rPr sz="18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35" dirty="0">
                <a:solidFill>
                  <a:srgbClr val="FFFFFF"/>
                </a:solidFill>
                <a:latin typeface="Verdana"/>
                <a:cs typeface="Verdana"/>
              </a:rPr>
              <a:t>Une</a:t>
            </a:r>
            <a:r>
              <a:rPr sz="18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arête </a:t>
            </a:r>
            <a:r>
              <a:rPr sz="1800" spc="-6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60" dirty="0">
                <a:solidFill>
                  <a:srgbClr val="FFFFFF"/>
                </a:solidFill>
                <a:latin typeface="Verdana"/>
                <a:cs typeface="Verdana"/>
              </a:rPr>
              <a:t>relie </a:t>
            </a: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deux </a:t>
            </a:r>
            <a:r>
              <a:rPr sz="1800" spc="105" dirty="0">
                <a:solidFill>
                  <a:srgbClr val="FFFFFF"/>
                </a:solidFill>
                <a:latin typeface="Verdana"/>
                <a:cs typeface="Verdana"/>
              </a:rPr>
              <a:t>de 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ses </a:t>
            </a:r>
            <a:r>
              <a:rPr sz="1800" spc="-75" dirty="0">
                <a:solidFill>
                  <a:srgbClr val="FFFFFF"/>
                </a:solidFill>
                <a:latin typeface="Verdana"/>
                <a:cs typeface="Verdana"/>
              </a:rPr>
              <a:t>sommets </a:t>
            </a:r>
            <a:r>
              <a:rPr sz="1800" spc="-55" dirty="0">
                <a:solidFill>
                  <a:srgbClr val="FFFFFF"/>
                </a:solidFill>
                <a:latin typeface="Verdana"/>
                <a:cs typeface="Verdana"/>
              </a:rPr>
              <a:t>lorsque </a:t>
            </a:r>
            <a:r>
              <a:rPr sz="1800" spc="-95" dirty="0">
                <a:solidFill>
                  <a:srgbClr val="FFFFFF"/>
                </a:solidFill>
                <a:latin typeface="Verdana"/>
                <a:cs typeface="Verdana"/>
              </a:rPr>
              <a:t>les </a:t>
            </a: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deux </a:t>
            </a:r>
            <a:r>
              <a:rPr sz="1800" spc="-50" dirty="0">
                <a:solidFill>
                  <a:srgbClr val="FFFFFF"/>
                </a:solidFill>
                <a:latin typeface="Verdana"/>
                <a:cs typeface="Verdana"/>
              </a:rPr>
              <a:t>disciplines </a:t>
            </a:r>
            <a:r>
              <a:rPr sz="1800" spc="-5" dirty="0">
                <a:solidFill>
                  <a:srgbClr val="FFFFFF"/>
                </a:solidFill>
                <a:latin typeface="Verdana"/>
                <a:cs typeface="Verdana"/>
              </a:rPr>
              <a:t>correspondant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Verdana"/>
                <a:cs typeface="Verdana"/>
              </a:rPr>
              <a:t>possèdent</a:t>
            </a:r>
            <a:r>
              <a:rPr sz="180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des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40" dirty="0">
                <a:solidFill>
                  <a:srgbClr val="FFFFFF"/>
                </a:solidFill>
                <a:latin typeface="Verdana"/>
                <a:cs typeface="Verdana"/>
              </a:rPr>
              <a:t>étudiants</a:t>
            </a:r>
            <a:r>
              <a:rPr sz="1800" spc="-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Verdana"/>
                <a:cs typeface="Verdana"/>
              </a:rPr>
              <a:t>communs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700">
              <a:latin typeface="Verdana"/>
              <a:cs typeface="Verdana"/>
            </a:endParaRPr>
          </a:p>
          <a:p>
            <a:pPr marL="1238885" algn="ctr">
              <a:lnSpc>
                <a:spcPct val="100000"/>
              </a:lnSpc>
            </a:pPr>
            <a:r>
              <a:rPr sz="1800" spc="-5" dirty="0">
                <a:solidFill>
                  <a:srgbClr val="FFFFFF"/>
                </a:solidFill>
                <a:latin typeface="Verdana"/>
                <a:cs typeface="Verdana"/>
              </a:rPr>
              <a:t>Chimie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38735" y="2986550"/>
            <a:ext cx="7861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3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f</a:t>
            </a:r>
            <a:r>
              <a:rPr sz="1800" spc="7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1800" spc="-23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800" spc="-65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1800" spc="-160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90557" y="2986550"/>
            <a:ext cx="8477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5" dirty="0">
                <a:solidFill>
                  <a:srgbClr val="FFFFFF"/>
                </a:solidFill>
                <a:latin typeface="Verdana"/>
                <a:cs typeface="Verdana"/>
              </a:rPr>
              <a:t>Electro.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72668" y="3779519"/>
            <a:ext cx="9144000" cy="3429000"/>
            <a:chOff x="772668" y="3779519"/>
            <a:chExt cx="9144000" cy="3429000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3779520"/>
              <a:ext cx="9143999" cy="34290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1812" y="3781044"/>
              <a:ext cx="5925311" cy="102412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427207" y="3858768"/>
              <a:ext cx="1384300" cy="387350"/>
            </a:xfrm>
            <a:custGeom>
              <a:avLst/>
              <a:gdLst/>
              <a:ahLst/>
              <a:cxnLst/>
              <a:rect l="l" t="t" r="r" b="b"/>
              <a:pathLst>
                <a:path w="1384300" h="387350">
                  <a:moveTo>
                    <a:pt x="388620" y="192024"/>
                  </a:moveTo>
                  <a:lnTo>
                    <a:pt x="384048" y="153924"/>
                  </a:lnTo>
                  <a:lnTo>
                    <a:pt x="364236" y="100584"/>
                  </a:lnTo>
                  <a:lnTo>
                    <a:pt x="362712" y="97790"/>
                  </a:lnTo>
                  <a:lnTo>
                    <a:pt x="362712" y="193548"/>
                  </a:lnTo>
                  <a:lnTo>
                    <a:pt x="359664" y="227076"/>
                  </a:lnTo>
                  <a:lnTo>
                    <a:pt x="341376" y="274320"/>
                  </a:lnTo>
                  <a:lnTo>
                    <a:pt x="312420" y="312420"/>
                  </a:lnTo>
                  <a:lnTo>
                    <a:pt x="274320" y="341376"/>
                  </a:lnTo>
                  <a:lnTo>
                    <a:pt x="227076" y="358140"/>
                  </a:lnTo>
                  <a:lnTo>
                    <a:pt x="193548" y="361188"/>
                  </a:lnTo>
                  <a:lnTo>
                    <a:pt x="160020" y="358140"/>
                  </a:lnTo>
                  <a:lnTo>
                    <a:pt x="112776" y="341376"/>
                  </a:lnTo>
                  <a:lnTo>
                    <a:pt x="64008" y="300228"/>
                  </a:lnTo>
                  <a:lnTo>
                    <a:pt x="33528" y="242316"/>
                  </a:lnTo>
                  <a:lnTo>
                    <a:pt x="25908" y="192024"/>
                  </a:lnTo>
                  <a:lnTo>
                    <a:pt x="28956" y="158496"/>
                  </a:lnTo>
                  <a:lnTo>
                    <a:pt x="54864" y="99060"/>
                  </a:lnTo>
                  <a:lnTo>
                    <a:pt x="88392" y="62484"/>
                  </a:lnTo>
                  <a:lnTo>
                    <a:pt x="144780" y="32004"/>
                  </a:lnTo>
                  <a:lnTo>
                    <a:pt x="195072" y="24384"/>
                  </a:lnTo>
                  <a:lnTo>
                    <a:pt x="211836" y="25908"/>
                  </a:lnTo>
                  <a:lnTo>
                    <a:pt x="245364" y="32004"/>
                  </a:lnTo>
                  <a:lnTo>
                    <a:pt x="260604" y="38100"/>
                  </a:lnTo>
                  <a:lnTo>
                    <a:pt x="274320" y="45720"/>
                  </a:lnTo>
                  <a:lnTo>
                    <a:pt x="289560" y="53340"/>
                  </a:lnTo>
                  <a:lnTo>
                    <a:pt x="324612" y="86868"/>
                  </a:lnTo>
                  <a:lnTo>
                    <a:pt x="355092" y="143256"/>
                  </a:lnTo>
                  <a:lnTo>
                    <a:pt x="362712" y="193548"/>
                  </a:lnTo>
                  <a:lnTo>
                    <a:pt x="362712" y="97790"/>
                  </a:lnTo>
                  <a:lnTo>
                    <a:pt x="355092" y="83820"/>
                  </a:lnTo>
                  <a:lnTo>
                    <a:pt x="342900" y="70104"/>
                  </a:lnTo>
                  <a:lnTo>
                    <a:pt x="330708" y="54864"/>
                  </a:lnTo>
                  <a:lnTo>
                    <a:pt x="316992" y="42672"/>
                  </a:lnTo>
                  <a:lnTo>
                    <a:pt x="301752" y="32004"/>
                  </a:lnTo>
                  <a:lnTo>
                    <a:pt x="289052" y="24384"/>
                  </a:lnTo>
                  <a:lnTo>
                    <a:pt x="286512" y="22860"/>
                  </a:lnTo>
                  <a:lnTo>
                    <a:pt x="269748" y="13716"/>
                  </a:lnTo>
                  <a:lnTo>
                    <a:pt x="251460" y="7620"/>
                  </a:lnTo>
                  <a:lnTo>
                    <a:pt x="233172" y="3048"/>
                  </a:lnTo>
                  <a:lnTo>
                    <a:pt x="213360" y="0"/>
                  </a:lnTo>
                  <a:lnTo>
                    <a:pt x="173736" y="0"/>
                  </a:lnTo>
                  <a:lnTo>
                    <a:pt x="135636" y="7620"/>
                  </a:lnTo>
                  <a:lnTo>
                    <a:pt x="85344" y="32004"/>
                  </a:lnTo>
                  <a:lnTo>
                    <a:pt x="44196" y="70104"/>
                  </a:lnTo>
                  <a:lnTo>
                    <a:pt x="15240" y="118872"/>
                  </a:lnTo>
                  <a:lnTo>
                    <a:pt x="1524" y="173736"/>
                  </a:lnTo>
                  <a:lnTo>
                    <a:pt x="0" y="193548"/>
                  </a:lnTo>
                  <a:lnTo>
                    <a:pt x="1524" y="213360"/>
                  </a:lnTo>
                  <a:lnTo>
                    <a:pt x="4572" y="233172"/>
                  </a:lnTo>
                  <a:lnTo>
                    <a:pt x="9144" y="251460"/>
                  </a:lnTo>
                  <a:lnTo>
                    <a:pt x="16764" y="268224"/>
                  </a:lnTo>
                  <a:lnTo>
                    <a:pt x="24384" y="286512"/>
                  </a:lnTo>
                  <a:lnTo>
                    <a:pt x="57912" y="330708"/>
                  </a:lnTo>
                  <a:lnTo>
                    <a:pt x="102108" y="364236"/>
                  </a:lnTo>
                  <a:lnTo>
                    <a:pt x="155448" y="382524"/>
                  </a:lnTo>
                  <a:lnTo>
                    <a:pt x="195072" y="387096"/>
                  </a:lnTo>
                  <a:lnTo>
                    <a:pt x="214884" y="385572"/>
                  </a:lnTo>
                  <a:lnTo>
                    <a:pt x="233172" y="382524"/>
                  </a:lnTo>
                  <a:lnTo>
                    <a:pt x="252984" y="377952"/>
                  </a:lnTo>
                  <a:lnTo>
                    <a:pt x="269748" y="371856"/>
                  </a:lnTo>
                  <a:lnTo>
                    <a:pt x="289306" y="361188"/>
                  </a:lnTo>
                  <a:lnTo>
                    <a:pt x="303276" y="353568"/>
                  </a:lnTo>
                  <a:lnTo>
                    <a:pt x="344424" y="315468"/>
                  </a:lnTo>
                  <a:lnTo>
                    <a:pt x="373380" y="268224"/>
                  </a:lnTo>
                  <a:lnTo>
                    <a:pt x="384048" y="231648"/>
                  </a:lnTo>
                  <a:lnTo>
                    <a:pt x="387096" y="211836"/>
                  </a:lnTo>
                  <a:lnTo>
                    <a:pt x="388620" y="192024"/>
                  </a:lnTo>
                  <a:close/>
                </a:path>
                <a:path w="1384300" h="387350">
                  <a:moveTo>
                    <a:pt x="1383804" y="192024"/>
                  </a:moveTo>
                  <a:lnTo>
                    <a:pt x="1379232" y="153924"/>
                  </a:lnTo>
                  <a:lnTo>
                    <a:pt x="1368564" y="117348"/>
                  </a:lnTo>
                  <a:lnTo>
                    <a:pt x="1357896" y="97790"/>
                  </a:lnTo>
                  <a:lnTo>
                    <a:pt x="1357896" y="193548"/>
                  </a:lnTo>
                  <a:lnTo>
                    <a:pt x="1354848" y="227076"/>
                  </a:lnTo>
                  <a:lnTo>
                    <a:pt x="1338084" y="274320"/>
                  </a:lnTo>
                  <a:lnTo>
                    <a:pt x="1296936" y="323088"/>
                  </a:lnTo>
                  <a:lnTo>
                    <a:pt x="1254264" y="348996"/>
                  </a:lnTo>
                  <a:lnTo>
                    <a:pt x="1188732" y="361188"/>
                  </a:lnTo>
                  <a:lnTo>
                    <a:pt x="1155204" y="358140"/>
                  </a:lnTo>
                  <a:lnTo>
                    <a:pt x="1109484" y="341376"/>
                  </a:lnTo>
                  <a:lnTo>
                    <a:pt x="1059192" y="300228"/>
                  </a:lnTo>
                  <a:lnTo>
                    <a:pt x="1028712" y="242316"/>
                  </a:lnTo>
                  <a:lnTo>
                    <a:pt x="1021092" y="192024"/>
                  </a:lnTo>
                  <a:lnTo>
                    <a:pt x="1022616" y="175260"/>
                  </a:lnTo>
                  <a:lnTo>
                    <a:pt x="1034808" y="126492"/>
                  </a:lnTo>
                  <a:lnTo>
                    <a:pt x="1060716" y="85344"/>
                  </a:lnTo>
                  <a:lnTo>
                    <a:pt x="1095768" y="53340"/>
                  </a:lnTo>
                  <a:lnTo>
                    <a:pt x="1139964" y="32004"/>
                  </a:lnTo>
                  <a:lnTo>
                    <a:pt x="1190256" y="24384"/>
                  </a:lnTo>
                  <a:lnTo>
                    <a:pt x="1207020" y="25908"/>
                  </a:lnTo>
                  <a:lnTo>
                    <a:pt x="1255788" y="38100"/>
                  </a:lnTo>
                  <a:lnTo>
                    <a:pt x="1309128" y="74676"/>
                  </a:lnTo>
                  <a:lnTo>
                    <a:pt x="1338084" y="112776"/>
                  </a:lnTo>
                  <a:lnTo>
                    <a:pt x="1354848" y="160020"/>
                  </a:lnTo>
                  <a:lnTo>
                    <a:pt x="1357896" y="193548"/>
                  </a:lnTo>
                  <a:lnTo>
                    <a:pt x="1357896" y="97790"/>
                  </a:lnTo>
                  <a:lnTo>
                    <a:pt x="1350276" y="83820"/>
                  </a:lnTo>
                  <a:lnTo>
                    <a:pt x="1338084" y="70104"/>
                  </a:lnTo>
                  <a:lnTo>
                    <a:pt x="1325892" y="54864"/>
                  </a:lnTo>
                  <a:lnTo>
                    <a:pt x="1312176" y="42672"/>
                  </a:lnTo>
                  <a:lnTo>
                    <a:pt x="1296936" y="32004"/>
                  </a:lnTo>
                  <a:lnTo>
                    <a:pt x="1284236" y="24384"/>
                  </a:lnTo>
                  <a:lnTo>
                    <a:pt x="1281696" y="22860"/>
                  </a:lnTo>
                  <a:lnTo>
                    <a:pt x="1264932" y="13716"/>
                  </a:lnTo>
                  <a:lnTo>
                    <a:pt x="1246644" y="7620"/>
                  </a:lnTo>
                  <a:lnTo>
                    <a:pt x="1228356" y="3048"/>
                  </a:lnTo>
                  <a:lnTo>
                    <a:pt x="1208544" y="0"/>
                  </a:lnTo>
                  <a:lnTo>
                    <a:pt x="1168920" y="0"/>
                  </a:lnTo>
                  <a:lnTo>
                    <a:pt x="1130820" y="7620"/>
                  </a:lnTo>
                  <a:lnTo>
                    <a:pt x="1080528" y="32004"/>
                  </a:lnTo>
                  <a:lnTo>
                    <a:pt x="1039380" y="70104"/>
                  </a:lnTo>
                  <a:lnTo>
                    <a:pt x="1010424" y="118872"/>
                  </a:lnTo>
                  <a:lnTo>
                    <a:pt x="996708" y="173736"/>
                  </a:lnTo>
                  <a:lnTo>
                    <a:pt x="996708" y="213360"/>
                  </a:lnTo>
                  <a:lnTo>
                    <a:pt x="999756" y="233172"/>
                  </a:lnTo>
                  <a:lnTo>
                    <a:pt x="1004328" y="251460"/>
                  </a:lnTo>
                  <a:lnTo>
                    <a:pt x="1011948" y="268224"/>
                  </a:lnTo>
                  <a:lnTo>
                    <a:pt x="1019568" y="286512"/>
                  </a:lnTo>
                  <a:lnTo>
                    <a:pt x="1053096" y="330708"/>
                  </a:lnTo>
                  <a:lnTo>
                    <a:pt x="1097292" y="364236"/>
                  </a:lnTo>
                  <a:lnTo>
                    <a:pt x="1150632" y="382524"/>
                  </a:lnTo>
                  <a:lnTo>
                    <a:pt x="1190256" y="387096"/>
                  </a:lnTo>
                  <a:lnTo>
                    <a:pt x="1210068" y="385572"/>
                  </a:lnTo>
                  <a:lnTo>
                    <a:pt x="1248168" y="377952"/>
                  </a:lnTo>
                  <a:lnTo>
                    <a:pt x="1283220" y="362712"/>
                  </a:lnTo>
                  <a:lnTo>
                    <a:pt x="1285760" y="361188"/>
                  </a:lnTo>
                  <a:lnTo>
                    <a:pt x="1298460" y="353568"/>
                  </a:lnTo>
                  <a:lnTo>
                    <a:pt x="1339608" y="315468"/>
                  </a:lnTo>
                  <a:lnTo>
                    <a:pt x="1368564" y="268224"/>
                  </a:lnTo>
                  <a:lnTo>
                    <a:pt x="1379232" y="231648"/>
                  </a:lnTo>
                  <a:lnTo>
                    <a:pt x="1382280" y="211836"/>
                  </a:lnTo>
                  <a:lnTo>
                    <a:pt x="1383804" y="192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705835" y="4253000"/>
            <a:ext cx="6972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5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1800" spc="13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1800" spc="-24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606291" y="4260591"/>
            <a:ext cx="5734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0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y</a:t>
            </a:r>
            <a:r>
              <a:rPr sz="1800" spc="-24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1800" spc="-160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1800">
              <a:latin typeface="Verdana"/>
              <a:cs typeface="Verdana"/>
            </a:endParaRPr>
          </a:p>
        </p:txBody>
      </p:sp>
      <p:graphicFrame>
        <p:nvGraphicFramePr>
          <p:cNvPr id="19" name="object 19"/>
          <p:cNvGraphicFramePr>
            <a:graphicFrameLocks noGrp="1"/>
          </p:cNvGraphicFramePr>
          <p:nvPr/>
        </p:nvGraphicFramePr>
        <p:xfrm>
          <a:off x="1539240" y="4751832"/>
          <a:ext cx="6658607" cy="7414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09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99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99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93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99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099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331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65" dirty="0">
                          <a:latin typeface="Verdana"/>
                          <a:cs typeface="Verdana"/>
                        </a:rPr>
                        <a:t>Sommet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5BD3"/>
                      </a:solidFill>
                      <a:prstDash val="solid"/>
                    </a:lnL>
                    <a:lnR w="1270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2700">
                      <a:solidFill>
                        <a:srgbClr val="005B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" dirty="0">
                          <a:latin typeface="Verdana"/>
                          <a:cs typeface="Verdana"/>
                        </a:rPr>
                        <a:t>chimie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5BD3"/>
                      </a:solidFill>
                      <a:prstDash val="solid"/>
                    </a:lnL>
                    <a:lnR w="1905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2700">
                      <a:solidFill>
                        <a:srgbClr val="005B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40" dirty="0">
                          <a:latin typeface="Verdana"/>
                          <a:cs typeface="Verdana"/>
                        </a:rPr>
                        <a:t>Electron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5BD3"/>
                      </a:solidFill>
                      <a:prstDash val="solid"/>
                    </a:lnL>
                    <a:lnR w="1270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2700">
                      <a:solidFill>
                        <a:srgbClr val="005B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Verdana"/>
                          <a:cs typeface="Verdana"/>
                        </a:rPr>
                        <a:t>Maths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5BD3"/>
                      </a:solidFill>
                      <a:prstDash val="solid"/>
                    </a:lnL>
                    <a:lnR w="1270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2700">
                      <a:solidFill>
                        <a:srgbClr val="005B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20" dirty="0">
                          <a:latin typeface="Verdana"/>
                          <a:cs typeface="Verdana"/>
                        </a:rPr>
                        <a:t>Phys.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5BD3"/>
                      </a:solidFill>
                      <a:prstDash val="solid"/>
                    </a:lnL>
                    <a:lnR w="1905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2700">
                      <a:solidFill>
                        <a:srgbClr val="005B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20" dirty="0">
                          <a:latin typeface="Verdana"/>
                          <a:cs typeface="Verdana"/>
                        </a:rPr>
                        <a:t>Inform.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5BD3"/>
                      </a:solidFill>
                      <a:prstDash val="solid"/>
                    </a:lnL>
                    <a:lnR w="1270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2700">
                      <a:solidFill>
                        <a:srgbClr val="005BD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094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Degré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5BD3"/>
                      </a:solidFill>
                      <a:prstDash val="solid"/>
                    </a:lnL>
                    <a:lnR w="1270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9050">
                      <a:solidFill>
                        <a:srgbClr val="005B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2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5BD3"/>
                      </a:solidFill>
                      <a:prstDash val="solid"/>
                    </a:lnL>
                    <a:lnR w="1905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9050">
                      <a:solidFill>
                        <a:srgbClr val="005B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5BD3"/>
                      </a:solidFill>
                      <a:prstDash val="solid"/>
                    </a:lnL>
                    <a:lnR w="1270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9050">
                      <a:solidFill>
                        <a:srgbClr val="005B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3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5BD3"/>
                      </a:solidFill>
                      <a:prstDash val="solid"/>
                    </a:lnL>
                    <a:lnR w="1270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9050">
                      <a:solidFill>
                        <a:srgbClr val="005B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3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5BD3"/>
                      </a:solidFill>
                      <a:prstDash val="solid"/>
                    </a:lnL>
                    <a:lnR w="1905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9050">
                      <a:solidFill>
                        <a:srgbClr val="005B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3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5BD3"/>
                      </a:solidFill>
                      <a:prstDash val="solid"/>
                    </a:lnL>
                    <a:lnR w="12700">
                      <a:solidFill>
                        <a:srgbClr val="005BD3"/>
                      </a:solidFill>
                      <a:prstDash val="solid"/>
                    </a:lnR>
                    <a:lnT w="12700">
                      <a:solidFill>
                        <a:srgbClr val="005BD3"/>
                      </a:solidFill>
                      <a:prstDash val="solid"/>
                    </a:lnT>
                    <a:lnB w="19050">
                      <a:solidFill>
                        <a:srgbClr val="005BD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20" name="object 2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545336" y="4757927"/>
            <a:ext cx="6659879" cy="742188"/>
          </a:xfrm>
          <a:prstGeom prst="rect">
            <a:avLst/>
          </a:prstGeom>
        </p:spPr>
      </p:pic>
      <p:grpSp>
        <p:nvGrpSpPr>
          <p:cNvPr id="21" name="object 21"/>
          <p:cNvGrpSpPr/>
          <p:nvPr/>
        </p:nvGrpSpPr>
        <p:grpSpPr>
          <a:xfrm>
            <a:off x="4433315" y="3779519"/>
            <a:ext cx="1383665" cy="474345"/>
            <a:chOff x="4433315" y="3779519"/>
            <a:chExt cx="1383665" cy="474345"/>
          </a:xfrm>
        </p:grpSpPr>
        <p:sp>
          <p:nvSpPr>
            <p:cNvPr id="22" name="object 22"/>
            <p:cNvSpPr/>
            <p:nvPr/>
          </p:nvSpPr>
          <p:spPr>
            <a:xfrm>
              <a:off x="4608576" y="3779520"/>
              <a:ext cx="1208405" cy="288290"/>
            </a:xfrm>
            <a:custGeom>
              <a:avLst/>
              <a:gdLst/>
              <a:ahLst/>
              <a:cxnLst/>
              <a:rect l="l" t="t" r="r" b="b"/>
              <a:pathLst>
                <a:path w="1208404" h="288289">
                  <a:moveTo>
                    <a:pt x="62839" y="0"/>
                  </a:moveTo>
                  <a:lnTo>
                    <a:pt x="32867" y="0"/>
                  </a:lnTo>
                  <a:lnTo>
                    <a:pt x="0" y="85356"/>
                  </a:lnTo>
                  <a:lnTo>
                    <a:pt x="25908" y="96024"/>
                  </a:lnTo>
                  <a:lnTo>
                    <a:pt x="62839" y="0"/>
                  </a:lnTo>
                  <a:close/>
                </a:path>
                <a:path w="1208404" h="288289">
                  <a:moveTo>
                    <a:pt x="414235" y="0"/>
                  </a:moveTo>
                  <a:lnTo>
                    <a:pt x="358825" y="0"/>
                  </a:lnTo>
                  <a:lnTo>
                    <a:pt x="134112" y="132600"/>
                  </a:lnTo>
                  <a:lnTo>
                    <a:pt x="147815" y="156984"/>
                  </a:lnTo>
                  <a:lnTo>
                    <a:pt x="414235" y="0"/>
                  </a:lnTo>
                  <a:close/>
                </a:path>
                <a:path w="1208404" h="288289">
                  <a:moveTo>
                    <a:pt x="827519" y="259080"/>
                  </a:moveTo>
                  <a:lnTo>
                    <a:pt x="193548" y="257556"/>
                  </a:lnTo>
                  <a:lnTo>
                    <a:pt x="193548" y="286512"/>
                  </a:lnTo>
                  <a:lnTo>
                    <a:pt x="827519" y="288036"/>
                  </a:lnTo>
                  <a:lnTo>
                    <a:pt x="827519" y="259080"/>
                  </a:lnTo>
                  <a:close/>
                </a:path>
                <a:path w="1208404" h="288289">
                  <a:moveTo>
                    <a:pt x="1021067" y="85356"/>
                  </a:moveTo>
                  <a:lnTo>
                    <a:pt x="981722" y="0"/>
                  </a:lnTo>
                  <a:lnTo>
                    <a:pt x="950188" y="0"/>
                  </a:lnTo>
                  <a:lnTo>
                    <a:pt x="995172" y="97536"/>
                  </a:lnTo>
                  <a:lnTo>
                    <a:pt x="1021067" y="85356"/>
                  </a:lnTo>
                  <a:close/>
                </a:path>
                <a:path w="1208404" h="288289">
                  <a:moveTo>
                    <a:pt x="1207909" y="0"/>
                  </a:moveTo>
                  <a:lnTo>
                    <a:pt x="1177455" y="0"/>
                  </a:lnTo>
                  <a:lnTo>
                    <a:pt x="1123188" y="138684"/>
                  </a:lnTo>
                  <a:lnTo>
                    <a:pt x="1149083" y="149364"/>
                  </a:lnTo>
                  <a:lnTo>
                    <a:pt x="120790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447031" y="3880104"/>
              <a:ext cx="360045" cy="361315"/>
            </a:xfrm>
            <a:custGeom>
              <a:avLst/>
              <a:gdLst/>
              <a:ahLst/>
              <a:cxnLst/>
              <a:rect l="l" t="t" r="r" b="b"/>
              <a:pathLst>
                <a:path w="360045" h="361314">
                  <a:moveTo>
                    <a:pt x="179831" y="361188"/>
                  </a:moveTo>
                  <a:lnTo>
                    <a:pt x="132115" y="354739"/>
                  </a:lnTo>
                  <a:lnTo>
                    <a:pt x="89182" y="336521"/>
                  </a:lnTo>
                  <a:lnTo>
                    <a:pt x="52768" y="308229"/>
                  </a:lnTo>
                  <a:lnTo>
                    <a:pt x="24609" y="271554"/>
                  </a:lnTo>
                  <a:lnTo>
                    <a:pt x="6441" y="228190"/>
                  </a:lnTo>
                  <a:lnTo>
                    <a:pt x="0" y="179831"/>
                  </a:lnTo>
                  <a:lnTo>
                    <a:pt x="6441" y="132115"/>
                  </a:lnTo>
                  <a:lnTo>
                    <a:pt x="24609" y="89182"/>
                  </a:lnTo>
                  <a:lnTo>
                    <a:pt x="52768" y="52768"/>
                  </a:lnTo>
                  <a:lnTo>
                    <a:pt x="89182" y="24609"/>
                  </a:lnTo>
                  <a:lnTo>
                    <a:pt x="132115" y="6441"/>
                  </a:lnTo>
                  <a:lnTo>
                    <a:pt x="179831" y="0"/>
                  </a:lnTo>
                  <a:lnTo>
                    <a:pt x="227548" y="6441"/>
                  </a:lnTo>
                  <a:lnTo>
                    <a:pt x="270481" y="24609"/>
                  </a:lnTo>
                  <a:lnTo>
                    <a:pt x="306895" y="52768"/>
                  </a:lnTo>
                  <a:lnTo>
                    <a:pt x="335054" y="89182"/>
                  </a:lnTo>
                  <a:lnTo>
                    <a:pt x="353222" y="132115"/>
                  </a:lnTo>
                  <a:lnTo>
                    <a:pt x="359663" y="179831"/>
                  </a:lnTo>
                  <a:lnTo>
                    <a:pt x="353222" y="228190"/>
                  </a:lnTo>
                  <a:lnTo>
                    <a:pt x="335054" y="271554"/>
                  </a:lnTo>
                  <a:lnTo>
                    <a:pt x="306895" y="308229"/>
                  </a:lnTo>
                  <a:lnTo>
                    <a:pt x="270481" y="336521"/>
                  </a:lnTo>
                  <a:lnTo>
                    <a:pt x="227548" y="354739"/>
                  </a:lnTo>
                  <a:lnTo>
                    <a:pt x="179831" y="361188"/>
                  </a:lnTo>
                  <a:close/>
                </a:path>
              </a:pathLst>
            </a:custGeom>
            <a:solidFill>
              <a:srgbClr val="2B7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433315" y="3867912"/>
              <a:ext cx="386080" cy="386080"/>
            </a:xfrm>
            <a:custGeom>
              <a:avLst/>
              <a:gdLst/>
              <a:ahLst/>
              <a:cxnLst/>
              <a:rect l="l" t="t" r="r" b="b"/>
              <a:pathLst>
                <a:path w="386079" h="386079">
                  <a:moveTo>
                    <a:pt x="193548" y="385572"/>
                  </a:moveTo>
                  <a:lnTo>
                    <a:pt x="155448" y="381000"/>
                  </a:lnTo>
                  <a:lnTo>
                    <a:pt x="118872" y="370332"/>
                  </a:lnTo>
                  <a:lnTo>
                    <a:pt x="57912" y="329184"/>
                  </a:lnTo>
                  <a:lnTo>
                    <a:pt x="24384" y="284988"/>
                  </a:lnTo>
                  <a:lnTo>
                    <a:pt x="4572" y="231648"/>
                  </a:lnTo>
                  <a:lnTo>
                    <a:pt x="0" y="193548"/>
                  </a:lnTo>
                  <a:lnTo>
                    <a:pt x="1524" y="173736"/>
                  </a:lnTo>
                  <a:lnTo>
                    <a:pt x="9144" y="135636"/>
                  </a:lnTo>
                  <a:lnTo>
                    <a:pt x="33528" y="85344"/>
                  </a:lnTo>
                  <a:lnTo>
                    <a:pt x="70104" y="44196"/>
                  </a:lnTo>
                  <a:lnTo>
                    <a:pt x="117348" y="15240"/>
                  </a:lnTo>
                  <a:lnTo>
                    <a:pt x="153924" y="4572"/>
                  </a:lnTo>
                  <a:lnTo>
                    <a:pt x="192024" y="0"/>
                  </a:lnTo>
                  <a:lnTo>
                    <a:pt x="211836" y="1524"/>
                  </a:lnTo>
                  <a:lnTo>
                    <a:pt x="249936" y="9143"/>
                  </a:lnTo>
                  <a:lnTo>
                    <a:pt x="290068" y="25908"/>
                  </a:lnTo>
                  <a:lnTo>
                    <a:pt x="176783" y="25908"/>
                  </a:lnTo>
                  <a:lnTo>
                    <a:pt x="160019" y="28955"/>
                  </a:lnTo>
                  <a:lnTo>
                    <a:pt x="144780" y="33528"/>
                  </a:lnTo>
                  <a:lnTo>
                    <a:pt x="128016" y="38100"/>
                  </a:lnTo>
                  <a:lnTo>
                    <a:pt x="100584" y="53340"/>
                  </a:lnTo>
                  <a:lnTo>
                    <a:pt x="86868" y="64008"/>
                  </a:lnTo>
                  <a:lnTo>
                    <a:pt x="76200" y="74676"/>
                  </a:lnTo>
                  <a:lnTo>
                    <a:pt x="64008" y="85344"/>
                  </a:lnTo>
                  <a:lnTo>
                    <a:pt x="39624" y="126492"/>
                  </a:lnTo>
                  <a:lnTo>
                    <a:pt x="25908" y="192024"/>
                  </a:lnTo>
                  <a:lnTo>
                    <a:pt x="28956" y="225552"/>
                  </a:lnTo>
                  <a:lnTo>
                    <a:pt x="45720" y="271272"/>
                  </a:lnTo>
                  <a:lnTo>
                    <a:pt x="74676" y="310896"/>
                  </a:lnTo>
                  <a:lnTo>
                    <a:pt x="112776" y="339852"/>
                  </a:lnTo>
                  <a:lnTo>
                    <a:pt x="158495" y="356616"/>
                  </a:lnTo>
                  <a:lnTo>
                    <a:pt x="175260" y="359664"/>
                  </a:lnTo>
                  <a:lnTo>
                    <a:pt x="287781" y="359664"/>
                  </a:lnTo>
                  <a:lnTo>
                    <a:pt x="268224" y="370332"/>
                  </a:lnTo>
                  <a:lnTo>
                    <a:pt x="251460" y="376428"/>
                  </a:lnTo>
                  <a:lnTo>
                    <a:pt x="233172" y="381000"/>
                  </a:lnTo>
                  <a:lnTo>
                    <a:pt x="213360" y="384048"/>
                  </a:lnTo>
                  <a:lnTo>
                    <a:pt x="193548" y="385572"/>
                  </a:lnTo>
                  <a:close/>
                </a:path>
                <a:path w="386079" h="386079">
                  <a:moveTo>
                    <a:pt x="287781" y="359664"/>
                  </a:moveTo>
                  <a:lnTo>
                    <a:pt x="210312" y="359664"/>
                  </a:lnTo>
                  <a:lnTo>
                    <a:pt x="227076" y="356616"/>
                  </a:lnTo>
                  <a:lnTo>
                    <a:pt x="257556" y="347472"/>
                  </a:lnTo>
                  <a:lnTo>
                    <a:pt x="310895" y="310896"/>
                  </a:lnTo>
                  <a:lnTo>
                    <a:pt x="347472" y="259080"/>
                  </a:lnTo>
                  <a:lnTo>
                    <a:pt x="359663" y="210312"/>
                  </a:lnTo>
                  <a:lnTo>
                    <a:pt x="361187" y="193548"/>
                  </a:lnTo>
                  <a:lnTo>
                    <a:pt x="358139" y="160020"/>
                  </a:lnTo>
                  <a:lnTo>
                    <a:pt x="341376" y="114300"/>
                  </a:lnTo>
                  <a:lnTo>
                    <a:pt x="312419" y="74676"/>
                  </a:lnTo>
                  <a:lnTo>
                    <a:pt x="274319" y="45720"/>
                  </a:lnTo>
                  <a:lnTo>
                    <a:pt x="227076" y="28955"/>
                  </a:lnTo>
                  <a:lnTo>
                    <a:pt x="210312" y="25908"/>
                  </a:lnTo>
                  <a:lnTo>
                    <a:pt x="290068" y="25908"/>
                  </a:lnTo>
                  <a:lnTo>
                    <a:pt x="329184" y="56388"/>
                  </a:lnTo>
                  <a:lnTo>
                    <a:pt x="362712" y="100584"/>
                  </a:lnTo>
                  <a:lnTo>
                    <a:pt x="382524" y="153924"/>
                  </a:lnTo>
                  <a:lnTo>
                    <a:pt x="385572" y="172212"/>
                  </a:lnTo>
                  <a:lnTo>
                    <a:pt x="385572" y="211836"/>
                  </a:lnTo>
                  <a:lnTo>
                    <a:pt x="377952" y="249936"/>
                  </a:lnTo>
                  <a:lnTo>
                    <a:pt x="353568" y="300228"/>
                  </a:lnTo>
                  <a:lnTo>
                    <a:pt x="316991" y="341376"/>
                  </a:lnTo>
                  <a:lnTo>
                    <a:pt x="301752" y="352044"/>
                  </a:lnTo>
                  <a:lnTo>
                    <a:pt x="287781" y="359664"/>
                  </a:lnTo>
                  <a:close/>
                </a:path>
              </a:pathLst>
            </a:custGeom>
            <a:solidFill>
              <a:srgbClr val="333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430012" y="3858768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384048" y="172212"/>
                  </a:moveTo>
                  <a:lnTo>
                    <a:pt x="376428" y="134112"/>
                  </a:lnTo>
                  <a:lnTo>
                    <a:pt x="361188" y="99060"/>
                  </a:lnTo>
                  <a:lnTo>
                    <a:pt x="327660" y="54864"/>
                  </a:lnTo>
                  <a:lnTo>
                    <a:pt x="286004" y="24384"/>
                  </a:lnTo>
                  <a:lnTo>
                    <a:pt x="283464" y="22860"/>
                  </a:lnTo>
                  <a:lnTo>
                    <a:pt x="266700" y="13716"/>
                  </a:lnTo>
                  <a:lnTo>
                    <a:pt x="248412" y="7620"/>
                  </a:lnTo>
                  <a:lnTo>
                    <a:pt x="230124" y="3048"/>
                  </a:lnTo>
                  <a:lnTo>
                    <a:pt x="210312" y="0"/>
                  </a:lnTo>
                  <a:lnTo>
                    <a:pt x="172212" y="0"/>
                  </a:lnTo>
                  <a:lnTo>
                    <a:pt x="134112" y="7620"/>
                  </a:lnTo>
                  <a:lnTo>
                    <a:pt x="99060" y="22860"/>
                  </a:lnTo>
                  <a:lnTo>
                    <a:pt x="54864" y="56388"/>
                  </a:lnTo>
                  <a:lnTo>
                    <a:pt x="22860" y="100584"/>
                  </a:lnTo>
                  <a:lnTo>
                    <a:pt x="7620" y="135636"/>
                  </a:lnTo>
                  <a:lnTo>
                    <a:pt x="0" y="172212"/>
                  </a:lnTo>
                  <a:lnTo>
                    <a:pt x="0" y="211836"/>
                  </a:lnTo>
                  <a:lnTo>
                    <a:pt x="7620" y="249936"/>
                  </a:lnTo>
                  <a:lnTo>
                    <a:pt x="22860" y="284988"/>
                  </a:lnTo>
                  <a:lnTo>
                    <a:pt x="56388" y="329184"/>
                  </a:lnTo>
                  <a:lnTo>
                    <a:pt x="100584" y="361188"/>
                  </a:lnTo>
                  <a:lnTo>
                    <a:pt x="135636" y="376428"/>
                  </a:lnTo>
                  <a:lnTo>
                    <a:pt x="172212" y="384048"/>
                  </a:lnTo>
                  <a:lnTo>
                    <a:pt x="211836" y="384048"/>
                  </a:lnTo>
                  <a:lnTo>
                    <a:pt x="249936" y="376428"/>
                  </a:lnTo>
                  <a:lnTo>
                    <a:pt x="284988" y="361188"/>
                  </a:lnTo>
                  <a:lnTo>
                    <a:pt x="287528" y="359664"/>
                  </a:lnTo>
                  <a:lnTo>
                    <a:pt x="300228" y="352044"/>
                  </a:lnTo>
                  <a:lnTo>
                    <a:pt x="341376" y="313944"/>
                  </a:lnTo>
                  <a:lnTo>
                    <a:pt x="370332" y="266700"/>
                  </a:lnTo>
                  <a:lnTo>
                    <a:pt x="381000" y="230124"/>
                  </a:lnTo>
                  <a:lnTo>
                    <a:pt x="384048" y="210312"/>
                  </a:lnTo>
                  <a:lnTo>
                    <a:pt x="384048" y="172212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534107" y="5796745"/>
            <a:ext cx="54127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9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-9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355" dirty="0">
                <a:solidFill>
                  <a:srgbClr val="FFFFFF"/>
                </a:solidFill>
                <a:latin typeface="Verdana"/>
                <a:cs typeface="Verdana"/>
              </a:rPr>
              <a:t>:</a:t>
            </a:r>
            <a:r>
              <a:rPr sz="20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35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000" spc="15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-9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-420" dirty="0">
                <a:solidFill>
                  <a:srgbClr val="FFFFFF"/>
                </a:solidFill>
                <a:latin typeface="Verdana"/>
                <a:cs typeface="Verdana"/>
              </a:rPr>
              <a:t>=</a:t>
            </a:r>
            <a:r>
              <a:rPr sz="2000" spc="-30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2000" spc="-125" dirty="0">
                <a:solidFill>
                  <a:srgbClr val="FFFFFF"/>
                </a:solidFill>
                <a:latin typeface="Verdana"/>
                <a:cs typeface="Verdana"/>
              </a:rPr>
              <a:t>y</a:t>
            </a:r>
            <a:r>
              <a:rPr sz="2000" spc="-26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000" spc="-190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r>
              <a:rPr sz="2000" spc="-420" dirty="0">
                <a:solidFill>
                  <a:srgbClr val="FFFFFF"/>
                </a:solidFill>
                <a:latin typeface="Verdana"/>
                <a:cs typeface="Verdana"/>
              </a:rPr>
              <a:t>=</a:t>
            </a:r>
            <a:r>
              <a:rPr sz="2000" spc="-38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000" spc="-85" dirty="0">
                <a:solidFill>
                  <a:srgbClr val="FFFFFF"/>
                </a:solidFill>
                <a:latin typeface="Verdana"/>
                <a:cs typeface="Verdana"/>
              </a:rPr>
              <a:t>f</a:t>
            </a:r>
            <a:r>
              <a:rPr sz="2000" spc="8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000" spc="-26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000" spc="-7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000" spc="-190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r>
              <a:rPr sz="2000" spc="-355" dirty="0">
                <a:solidFill>
                  <a:srgbClr val="FFFFFF"/>
                </a:solidFill>
                <a:latin typeface="Verdana"/>
                <a:cs typeface="Verdana"/>
              </a:rPr>
              <a:t>;</a:t>
            </a:r>
            <a:r>
              <a:rPr sz="20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240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2000" spc="-17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-7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0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355" dirty="0">
                <a:solidFill>
                  <a:srgbClr val="FFFFFF"/>
                </a:solidFill>
                <a:latin typeface="Verdana"/>
                <a:cs typeface="Verdana"/>
              </a:rPr>
              <a:t>;</a:t>
            </a:r>
            <a:r>
              <a:rPr sz="20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9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13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254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000" spc="-1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000" spc="-26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000" spc="10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000" spc="-175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518618" y="6888581"/>
            <a:ext cx="193675" cy="212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105" dirty="0">
                <a:solidFill>
                  <a:srgbClr val="FFFFFF"/>
                </a:solidFill>
                <a:latin typeface="Verdana"/>
                <a:cs typeface="Verdana"/>
              </a:rPr>
              <a:t>4</a:t>
            </a:r>
            <a:r>
              <a:rPr sz="1200" spc="-100" dirty="0">
                <a:solidFill>
                  <a:srgbClr val="FFFFFF"/>
                </a:solidFill>
                <a:latin typeface="Verdana"/>
                <a:cs typeface="Verdana"/>
              </a:rPr>
              <a:t>3</a:t>
            </a:r>
            <a:endParaRPr sz="1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5296" y="553212"/>
            <a:ext cx="4992624" cy="27228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62902" y="1000816"/>
            <a:ext cx="43967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spc="-200" dirty="0">
                <a:latin typeface="Verdana"/>
                <a:cs typeface="Verdana"/>
              </a:rPr>
              <a:t>3</a:t>
            </a:r>
            <a:r>
              <a:rPr b="0" spc="-210" dirty="0">
                <a:latin typeface="Verdana"/>
                <a:cs typeface="Verdana"/>
              </a:rPr>
              <a:t> </a:t>
            </a:r>
            <a:r>
              <a:rPr b="0" spc="305" dirty="0">
                <a:latin typeface="Verdana"/>
                <a:cs typeface="Verdana"/>
              </a:rPr>
              <a:t>c</a:t>
            </a:r>
            <a:r>
              <a:rPr b="0" spc="120" dirty="0">
                <a:latin typeface="Verdana"/>
                <a:cs typeface="Verdana"/>
              </a:rPr>
              <a:t>o</a:t>
            </a:r>
            <a:r>
              <a:rPr b="0" spc="-80" dirty="0">
                <a:latin typeface="Verdana"/>
                <a:cs typeface="Verdana"/>
              </a:rPr>
              <a:t>u</a:t>
            </a:r>
            <a:r>
              <a:rPr b="0" spc="-160" dirty="0">
                <a:latin typeface="Verdana"/>
                <a:cs typeface="Verdana"/>
              </a:rPr>
              <a:t>l</a:t>
            </a:r>
            <a:r>
              <a:rPr b="0" spc="105" dirty="0">
                <a:latin typeface="Verdana"/>
                <a:cs typeface="Verdana"/>
              </a:rPr>
              <a:t>e</a:t>
            </a:r>
            <a:r>
              <a:rPr b="0" spc="-55" dirty="0">
                <a:latin typeface="Verdana"/>
                <a:cs typeface="Verdana"/>
              </a:rPr>
              <a:t>u</a:t>
            </a:r>
            <a:r>
              <a:rPr b="0" spc="-285" dirty="0">
                <a:latin typeface="Verdana"/>
                <a:cs typeface="Verdana"/>
              </a:rPr>
              <a:t>r</a:t>
            </a:r>
            <a:r>
              <a:rPr b="0" spc="-320" dirty="0">
                <a:latin typeface="Verdana"/>
                <a:cs typeface="Verdana"/>
              </a:rPr>
              <a:t>s</a:t>
            </a:r>
            <a:r>
              <a:rPr b="0" spc="-195" dirty="0">
                <a:latin typeface="Verdana"/>
                <a:cs typeface="Verdana"/>
              </a:rPr>
              <a:t> </a:t>
            </a:r>
            <a:r>
              <a:rPr b="0" dirty="0">
                <a:latin typeface="Symbol"/>
                <a:cs typeface="Symbol"/>
              </a:rPr>
              <a:t></a:t>
            </a:r>
            <a:r>
              <a:rPr b="0" spc="55" dirty="0">
                <a:latin typeface="Times New Roman"/>
                <a:cs typeface="Times New Roman"/>
              </a:rPr>
              <a:t> </a:t>
            </a:r>
            <a:r>
              <a:rPr b="0" spc="-200" dirty="0">
                <a:latin typeface="Verdana"/>
                <a:cs typeface="Verdana"/>
              </a:rPr>
              <a:t>3</a:t>
            </a:r>
            <a:r>
              <a:rPr b="0" spc="-185" dirty="0">
                <a:latin typeface="Verdana"/>
                <a:cs typeface="Verdana"/>
              </a:rPr>
              <a:t> </a:t>
            </a:r>
            <a:r>
              <a:rPr b="0" spc="155" dirty="0">
                <a:latin typeface="Verdana"/>
                <a:cs typeface="Verdana"/>
              </a:rPr>
              <a:t>d</a:t>
            </a:r>
            <a:r>
              <a:rPr b="0" spc="130" dirty="0">
                <a:latin typeface="Verdana"/>
                <a:cs typeface="Verdana"/>
              </a:rPr>
              <a:t>e</a:t>
            </a:r>
            <a:r>
              <a:rPr b="0" spc="-105" dirty="0">
                <a:latin typeface="Verdana"/>
                <a:cs typeface="Verdana"/>
              </a:rPr>
              <a:t>m</a:t>
            </a:r>
            <a:r>
              <a:rPr b="0" spc="-160" dirty="0">
                <a:latin typeface="Verdana"/>
                <a:cs typeface="Verdana"/>
              </a:rPr>
              <a:t>i</a:t>
            </a:r>
            <a:r>
              <a:rPr b="0" spc="130" dirty="0">
                <a:latin typeface="Verdana"/>
                <a:cs typeface="Verdana"/>
              </a:rPr>
              <a:t>e</a:t>
            </a:r>
            <a:r>
              <a:rPr b="0" spc="-200" dirty="0">
                <a:latin typeface="Verdana"/>
                <a:cs typeface="Verdana"/>
              </a:rPr>
              <a:t> </a:t>
            </a:r>
            <a:r>
              <a:rPr b="0" spc="-325" dirty="0">
                <a:latin typeface="Verdana"/>
                <a:cs typeface="Verdana"/>
              </a:rPr>
              <a:t>j</a:t>
            </a:r>
            <a:r>
              <a:rPr b="0" spc="120" dirty="0">
                <a:latin typeface="Verdana"/>
                <a:cs typeface="Verdana"/>
              </a:rPr>
              <a:t>o</a:t>
            </a:r>
            <a:r>
              <a:rPr b="0" spc="-55" dirty="0">
                <a:latin typeface="Verdana"/>
                <a:cs typeface="Verdana"/>
              </a:rPr>
              <a:t>u</a:t>
            </a:r>
            <a:r>
              <a:rPr b="0" spc="-335" dirty="0">
                <a:latin typeface="Verdana"/>
                <a:cs typeface="Verdana"/>
              </a:rPr>
              <a:t>r</a:t>
            </a:r>
            <a:r>
              <a:rPr b="0" spc="-40" dirty="0">
                <a:latin typeface="Verdana"/>
                <a:cs typeface="Verdana"/>
              </a:rPr>
              <a:t>n</a:t>
            </a:r>
            <a:r>
              <a:rPr b="0" spc="130" dirty="0">
                <a:latin typeface="Verdana"/>
                <a:cs typeface="Verdana"/>
              </a:rPr>
              <a:t>ée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447800" y="1741932"/>
          <a:ext cx="6095364" cy="111251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13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09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349E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spc="-5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Matin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349E"/>
                    </a:solidFill>
                  </a:tcPr>
                </a:tc>
                <a:tc>
                  <a:txBody>
                    <a:bodyPr/>
                    <a:lstStyle/>
                    <a:p>
                      <a:pPr marL="42799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Après</a:t>
                      </a:r>
                      <a:r>
                        <a:rPr sz="1800" b="1" spc="-8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800" b="1" spc="-5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midi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34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093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45" dirty="0">
                          <a:latin typeface="Verdana"/>
                          <a:cs typeface="Verdana"/>
                        </a:rPr>
                        <a:t>1</a:t>
                      </a:r>
                      <a:r>
                        <a:rPr sz="1800" spc="-67" baseline="25462" dirty="0">
                          <a:latin typeface="Verdana"/>
                          <a:cs typeface="Verdana"/>
                        </a:rPr>
                        <a:t>ère</a:t>
                      </a:r>
                      <a:r>
                        <a:rPr sz="1800" spc="15" baseline="25462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45" dirty="0">
                          <a:latin typeface="Verdana"/>
                          <a:cs typeface="Verdana"/>
                        </a:rPr>
                        <a:t>journée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DD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15" dirty="0">
                          <a:latin typeface="Verdana"/>
                          <a:cs typeface="Verdana"/>
                        </a:rPr>
                        <a:t>M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a</a:t>
                      </a:r>
                      <a:r>
                        <a:rPr sz="1800" spc="-20" dirty="0">
                          <a:latin typeface="Verdana"/>
                          <a:cs typeface="Verdana"/>
                        </a:rPr>
                        <a:t>t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h</a:t>
                      </a:r>
                      <a:r>
                        <a:rPr sz="1800" spc="-15" dirty="0">
                          <a:latin typeface="Verdana"/>
                          <a:cs typeface="Verdana"/>
                        </a:rPr>
                        <a:t>s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-</a:t>
                      </a:r>
                      <a:r>
                        <a:rPr sz="1800" spc="-1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5" dirty="0">
                          <a:latin typeface="Verdana"/>
                          <a:cs typeface="Verdana"/>
                        </a:rPr>
                        <a:t>E</a:t>
                      </a:r>
                      <a:r>
                        <a:rPr sz="1800" spc="15" dirty="0">
                          <a:latin typeface="Verdana"/>
                          <a:cs typeface="Verdana"/>
                        </a:rPr>
                        <a:t>l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e</a:t>
                      </a:r>
                      <a:r>
                        <a:rPr sz="1800" spc="-15" dirty="0">
                          <a:latin typeface="Verdana"/>
                          <a:cs typeface="Verdana"/>
                        </a:rPr>
                        <a:t>c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t</a:t>
                      </a:r>
                      <a:r>
                        <a:rPr sz="1800" spc="-5" dirty="0">
                          <a:latin typeface="Verdana"/>
                          <a:cs typeface="Verdana"/>
                        </a:rPr>
                        <a:t>r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o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n.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DD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Verdana"/>
                          <a:cs typeface="Verdana"/>
                        </a:rPr>
                        <a:t>C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h</a:t>
                      </a:r>
                      <a:r>
                        <a:rPr sz="1800" spc="15" dirty="0">
                          <a:latin typeface="Verdana"/>
                          <a:cs typeface="Verdana"/>
                        </a:rPr>
                        <a:t>i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m.</a:t>
                      </a:r>
                      <a:r>
                        <a:rPr sz="1800" spc="-1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–</a:t>
                      </a:r>
                      <a:r>
                        <a:rPr sz="1800" spc="-1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25" dirty="0">
                          <a:latin typeface="Verdana"/>
                          <a:cs typeface="Verdana"/>
                        </a:rPr>
                        <a:t>I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n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f</a:t>
                      </a:r>
                      <a:r>
                        <a:rPr sz="1800" spc="5" dirty="0">
                          <a:latin typeface="Verdana"/>
                          <a:cs typeface="Verdana"/>
                        </a:rPr>
                        <a:t>o</a:t>
                      </a:r>
                      <a:r>
                        <a:rPr sz="1800" spc="-5" dirty="0">
                          <a:latin typeface="Verdana"/>
                          <a:cs typeface="Verdana"/>
                        </a:rPr>
                        <a:t>r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m.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D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15" dirty="0">
                          <a:latin typeface="Verdana"/>
                          <a:cs typeface="Verdana"/>
                        </a:rPr>
                        <a:t>2</a:t>
                      </a:r>
                      <a:r>
                        <a:rPr sz="1800" spc="-22" baseline="25462" dirty="0">
                          <a:latin typeface="Verdana"/>
                          <a:cs typeface="Verdana"/>
                        </a:rPr>
                        <a:t>ème</a:t>
                      </a:r>
                      <a:r>
                        <a:rPr sz="1800" spc="7" baseline="25462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45" dirty="0">
                          <a:latin typeface="Verdana"/>
                          <a:cs typeface="Verdana"/>
                        </a:rPr>
                        <a:t>journée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6E8EF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50" dirty="0">
                          <a:latin typeface="Verdana"/>
                          <a:cs typeface="Verdana"/>
                        </a:rPr>
                        <a:t>Physique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6E8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6E8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5" name="object 5"/>
          <p:cNvGrpSpPr/>
          <p:nvPr/>
        </p:nvGrpSpPr>
        <p:grpSpPr>
          <a:xfrm>
            <a:off x="772668" y="3779519"/>
            <a:ext cx="9144000" cy="3429000"/>
            <a:chOff x="772668" y="3779519"/>
            <a:chExt cx="9144000" cy="342900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3779520"/>
              <a:ext cx="9143999" cy="34290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1812" y="3781044"/>
              <a:ext cx="5925311" cy="102412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262902" y="3445312"/>
            <a:ext cx="7811770" cy="1115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solidFill>
                  <a:srgbClr val="FFFFFF"/>
                </a:solidFill>
                <a:latin typeface="Verdana"/>
                <a:cs typeface="Verdana"/>
              </a:rPr>
              <a:t>La</a:t>
            </a:r>
            <a:r>
              <a:rPr sz="24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35" dirty="0">
                <a:solidFill>
                  <a:srgbClr val="FFFFFF"/>
                </a:solidFill>
                <a:latin typeface="Verdana"/>
                <a:cs typeface="Verdana"/>
              </a:rPr>
              <a:t>session</a:t>
            </a:r>
            <a:r>
              <a:rPr sz="24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45" dirty="0">
                <a:solidFill>
                  <a:srgbClr val="FFFFFF"/>
                </a:solidFill>
                <a:latin typeface="Verdana"/>
                <a:cs typeface="Verdana"/>
              </a:rPr>
              <a:t>d’examen</a:t>
            </a:r>
            <a:r>
              <a:rPr sz="24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35" dirty="0">
                <a:solidFill>
                  <a:srgbClr val="FFFFFF"/>
                </a:solidFill>
                <a:latin typeface="Verdana"/>
                <a:cs typeface="Verdana"/>
              </a:rPr>
              <a:t>nécessite</a:t>
            </a:r>
            <a:r>
              <a:rPr sz="240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b="1" spc="-35" dirty="0">
                <a:solidFill>
                  <a:srgbClr val="FFFFFF"/>
                </a:solidFill>
                <a:latin typeface="Tahoma"/>
                <a:cs typeface="Tahoma"/>
              </a:rPr>
              <a:t>une </a:t>
            </a:r>
            <a:r>
              <a:rPr sz="2400" b="1" spc="-65" dirty="0">
                <a:solidFill>
                  <a:srgbClr val="FFFFFF"/>
                </a:solidFill>
                <a:latin typeface="Tahoma"/>
                <a:cs typeface="Tahoma"/>
              </a:rPr>
              <a:t>journée</a:t>
            </a:r>
            <a:r>
              <a:rPr sz="2400" b="1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-90" dirty="0">
                <a:solidFill>
                  <a:srgbClr val="FFFFFF"/>
                </a:solidFill>
                <a:latin typeface="Tahoma"/>
                <a:cs typeface="Tahoma"/>
              </a:rPr>
              <a:t>et</a:t>
            </a:r>
            <a:r>
              <a:rPr sz="2400" b="1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20" dirty="0">
                <a:solidFill>
                  <a:srgbClr val="FFFFFF"/>
                </a:solidFill>
                <a:latin typeface="Tahoma"/>
                <a:cs typeface="Tahoma"/>
              </a:rPr>
              <a:t>demie</a:t>
            </a: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300">
              <a:latin typeface="Tahoma"/>
              <a:cs typeface="Tahoma"/>
            </a:endParaRPr>
          </a:p>
          <a:p>
            <a:pPr marL="102235">
              <a:lnSpc>
                <a:spcPct val="100000"/>
              </a:lnSpc>
            </a:pPr>
            <a:r>
              <a:rPr sz="2400" spc="-45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21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8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400" spc="-32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2400" spc="-204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400" spc="21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400" spc="-16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400" spc="-105" dirty="0">
                <a:solidFill>
                  <a:srgbClr val="FFFFFF"/>
                </a:solidFill>
                <a:latin typeface="Verdana"/>
                <a:cs typeface="Verdana"/>
              </a:rPr>
              <a:t>f</a:t>
            </a:r>
            <a:r>
              <a:rPr sz="2400" spc="-18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400" spc="305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400" spc="18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13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400" spc="-18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400" spc="120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400" spc="-2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6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400" spc="-180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400" spc="-2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35" dirty="0">
                <a:solidFill>
                  <a:srgbClr val="FFFFFF"/>
                </a:solidFill>
                <a:latin typeface="Verdana"/>
                <a:cs typeface="Verdana"/>
              </a:rPr>
              <a:t>y</a:t>
            </a:r>
            <a:r>
              <a:rPr sz="24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8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55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400" spc="-31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400" spc="19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200" dirty="0">
                <a:solidFill>
                  <a:srgbClr val="FFFFFF"/>
                </a:solidFill>
                <a:latin typeface="Verdana"/>
                <a:cs typeface="Verdana"/>
              </a:rPr>
              <a:t>2</a:t>
            </a:r>
            <a:r>
              <a:rPr sz="24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325" dirty="0">
                <a:solidFill>
                  <a:srgbClr val="FFFFFF"/>
                </a:solidFill>
                <a:latin typeface="Verdana"/>
                <a:cs typeface="Verdana"/>
              </a:rPr>
              <a:t>j</a:t>
            </a:r>
            <a:r>
              <a:rPr sz="2400" spc="120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400" spc="-55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400" spc="-31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ée</a:t>
            </a:r>
            <a:r>
              <a:rPr sz="2400" spc="-32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0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13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4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400" spc="15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85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400" spc="-16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100" dirty="0"/>
              <a:t>44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97508" y="681227"/>
            <a:ext cx="4130040" cy="30175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52794" y="1634674"/>
            <a:ext cx="11353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solidFill>
                  <a:srgbClr val="FFBF00"/>
                </a:solidFill>
              </a:rPr>
              <a:t>Enoncé</a:t>
            </a:r>
          </a:p>
        </p:txBody>
      </p:sp>
      <p:sp>
        <p:nvSpPr>
          <p:cNvPr id="4" name="object 4"/>
          <p:cNvSpPr/>
          <p:nvPr/>
        </p:nvSpPr>
        <p:spPr>
          <a:xfrm>
            <a:off x="1144524" y="2223516"/>
            <a:ext cx="6411595" cy="891540"/>
          </a:xfrm>
          <a:custGeom>
            <a:avLst/>
            <a:gdLst/>
            <a:ahLst/>
            <a:cxnLst/>
            <a:rect l="l" t="t" r="r" b="b"/>
            <a:pathLst>
              <a:path w="6411595" h="891539">
                <a:moveTo>
                  <a:pt x="6239255" y="891540"/>
                </a:moveTo>
                <a:lnTo>
                  <a:pt x="173736" y="891540"/>
                </a:lnTo>
                <a:lnTo>
                  <a:pt x="158495" y="890015"/>
                </a:lnTo>
                <a:lnTo>
                  <a:pt x="140208" y="888492"/>
                </a:lnTo>
                <a:lnTo>
                  <a:pt x="92964" y="870204"/>
                </a:lnTo>
                <a:lnTo>
                  <a:pt x="53340" y="841248"/>
                </a:lnTo>
                <a:lnTo>
                  <a:pt x="22860" y="801624"/>
                </a:lnTo>
                <a:lnTo>
                  <a:pt x="4572" y="754380"/>
                </a:lnTo>
                <a:lnTo>
                  <a:pt x="0" y="719328"/>
                </a:lnTo>
                <a:lnTo>
                  <a:pt x="0" y="173736"/>
                </a:lnTo>
                <a:lnTo>
                  <a:pt x="1524" y="158496"/>
                </a:lnTo>
                <a:lnTo>
                  <a:pt x="3048" y="141732"/>
                </a:lnTo>
                <a:lnTo>
                  <a:pt x="19812" y="92964"/>
                </a:lnTo>
                <a:lnTo>
                  <a:pt x="50292" y="53340"/>
                </a:lnTo>
                <a:lnTo>
                  <a:pt x="89916" y="22860"/>
                </a:lnTo>
                <a:lnTo>
                  <a:pt x="137160" y="4572"/>
                </a:lnTo>
                <a:lnTo>
                  <a:pt x="172212" y="0"/>
                </a:lnTo>
                <a:lnTo>
                  <a:pt x="6236207" y="0"/>
                </a:lnTo>
                <a:lnTo>
                  <a:pt x="6286500" y="7619"/>
                </a:lnTo>
                <a:lnTo>
                  <a:pt x="6332220" y="28956"/>
                </a:lnTo>
                <a:lnTo>
                  <a:pt x="6370320" y="62484"/>
                </a:lnTo>
                <a:lnTo>
                  <a:pt x="6379463" y="76200"/>
                </a:lnTo>
                <a:lnTo>
                  <a:pt x="166116" y="76200"/>
                </a:lnTo>
                <a:lnTo>
                  <a:pt x="156972" y="77724"/>
                </a:lnTo>
                <a:lnTo>
                  <a:pt x="146304" y="80772"/>
                </a:lnTo>
                <a:lnTo>
                  <a:pt x="137160" y="83820"/>
                </a:lnTo>
                <a:lnTo>
                  <a:pt x="129540" y="88392"/>
                </a:lnTo>
                <a:lnTo>
                  <a:pt x="120396" y="92964"/>
                </a:lnTo>
                <a:lnTo>
                  <a:pt x="112776" y="97536"/>
                </a:lnTo>
                <a:lnTo>
                  <a:pt x="106680" y="103632"/>
                </a:lnTo>
                <a:lnTo>
                  <a:pt x="100584" y="111252"/>
                </a:lnTo>
                <a:lnTo>
                  <a:pt x="94488" y="117348"/>
                </a:lnTo>
                <a:lnTo>
                  <a:pt x="88392" y="126492"/>
                </a:lnTo>
                <a:lnTo>
                  <a:pt x="85344" y="134112"/>
                </a:lnTo>
                <a:lnTo>
                  <a:pt x="80772" y="143256"/>
                </a:lnTo>
                <a:lnTo>
                  <a:pt x="77724" y="161544"/>
                </a:lnTo>
                <a:lnTo>
                  <a:pt x="76200" y="173736"/>
                </a:lnTo>
                <a:lnTo>
                  <a:pt x="76200" y="725424"/>
                </a:lnTo>
                <a:lnTo>
                  <a:pt x="77724" y="734568"/>
                </a:lnTo>
                <a:lnTo>
                  <a:pt x="80772" y="745236"/>
                </a:lnTo>
                <a:lnTo>
                  <a:pt x="83820" y="752856"/>
                </a:lnTo>
                <a:lnTo>
                  <a:pt x="86868" y="762000"/>
                </a:lnTo>
                <a:lnTo>
                  <a:pt x="91440" y="769620"/>
                </a:lnTo>
                <a:lnTo>
                  <a:pt x="97536" y="778764"/>
                </a:lnTo>
                <a:lnTo>
                  <a:pt x="103632" y="784860"/>
                </a:lnTo>
                <a:lnTo>
                  <a:pt x="111252" y="790956"/>
                </a:lnTo>
                <a:lnTo>
                  <a:pt x="117348" y="797052"/>
                </a:lnTo>
                <a:lnTo>
                  <a:pt x="126492" y="801624"/>
                </a:lnTo>
                <a:lnTo>
                  <a:pt x="134112" y="806196"/>
                </a:lnTo>
                <a:lnTo>
                  <a:pt x="152400" y="812292"/>
                </a:lnTo>
                <a:lnTo>
                  <a:pt x="161543" y="813815"/>
                </a:lnTo>
                <a:lnTo>
                  <a:pt x="173736" y="815340"/>
                </a:lnTo>
                <a:lnTo>
                  <a:pt x="6380141" y="815340"/>
                </a:lnTo>
                <a:lnTo>
                  <a:pt x="6371844" y="826008"/>
                </a:lnTo>
                <a:lnTo>
                  <a:pt x="6335268" y="861060"/>
                </a:lnTo>
                <a:lnTo>
                  <a:pt x="6291071" y="882396"/>
                </a:lnTo>
                <a:lnTo>
                  <a:pt x="6256020" y="890015"/>
                </a:lnTo>
                <a:lnTo>
                  <a:pt x="6239255" y="891540"/>
                </a:lnTo>
                <a:close/>
              </a:path>
              <a:path w="6411595" h="891539">
                <a:moveTo>
                  <a:pt x="6380141" y="815340"/>
                </a:moveTo>
                <a:lnTo>
                  <a:pt x="6245352" y="815340"/>
                </a:lnTo>
                <a:lnTo>
                  <a:pt x="6254496" y="813815"/>
                </a:lnTo>
                <a:lnTo>
                  <a:pt x="6281928" y="804672"/>
                </a:lnTo>
                <a:lnTo>
                  <a:pt x="6289548" y="800100"/>
                </a:lnTo>
                <a:lnTo>
                  <a:pt x="6304788" y="787908"/>
                </a:lnTo>
                <a:lnTo>
                  <a:pt x="6310884" y="780288"/>
                </a:lnTo>
                <a:lnTo>
                  <a:pt x="6316980" y="774192"/>
                </a:lnTo>
                <a:lnTo>
                  <a:pt x="6321552" y="765048"/>
                </a:lnTo>
                <a:lnTo>
                  <a:pt x="6326123" y="757428"/>
                </a:lnTo>
                <a:lnTo>
                  <a:pt x="6332220" y="739140"/>
                </a:lnTo>
                <a:lnTo>
                  <a:pt x="6333744" y="729996"/>
                </a:lnTo>
                <a:lnTo>
                  <a:pt x="6335268" y="717804"/>
                </a:lnTo>
                <a:lnTo>
                  <a:pt x="6335268" y="176784"/>
                </a:lnTo>
                <a:lnTo>
                  <a:pt x="6327648" y="138684"/>
                </a:lnTo>
                <a:lnTo>
                  <a:pt x="6292596" y="94488"/>
                </a:lnTo>
                <a:lnTo>
                  <a:pt x="6248400" y="77724"/>
                </a:lnTo>
                <a:lnTo>
                  <a:pt x="6236207" y="76200"/>
                </a:lnTo>
                <a:lnTo>
                  <a:pt x="6379463" y="76200"/>
                </a:lnTo>
                <a:lnTo>
                  <a:pt x="6402323" y="120396"/>
                </a:lnTo>
                <a:lnTo>
                  <a:pt x="6411468" y="172212"/>
                </a:lnTo>
                <a:lnTo>
                  <a:pt x="6411468" y="717804"/>
                </a:lnTo>
                <a:lnTo>
                  <a:pt x="6403848" y="766572"/>
                </a:lnTo>
                <a:lnTo>
                  <a:pt x="6382512" y="812292"/>
                </a:lnTo>
                <a:lnTo>
                  <a:pt x="6380141" y="815340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772668" y="3470148"/>
            <a:ext cx="9144000" cy="3738879"/>
            <a:chOff x="772668" y="3470148"/>
            <a:chExt cx="9144000" cy="3738879"/>
          </a:xfrm>
        </p:grpSpPr>
        <p:sp>
          <p:nvSpPr>
            <p:cNvPr id="6" name="object 6"/>
            <p:cNvSpPr/>
            <p:nvPr/>
          </p:nvSpPr>
          <p:spPr>
            <a:xfrm>
              <a:off x="1150112" y="3470148"/>
              <a:ext cx="8028940" cy="309880"/>
            </a:xfrm>
            <a:custGeom>
              <a:avLst/>
              <a:gdLst/>
              <a:ahLst/>
              <a:cxnLst/>
              <a:rect l="l" t="t" r="r" b="b"/>
              <a:pathLst>
                <a:path w="8028940" h="309879">
                  <a:moveTo>
                    <a:pt x="77012" y="309371"/>
                  </a:moveTo>
                  <a:lnTo>
                    <a:pt x="0" y="309371"/>
                  </a:lnTo>
                  <a:lnTo>
                    <a:pt x="2031" y="297179"/>
                  </a:lnTo>
                  <a:lnTo>
                    <a:pt x="23367" y="227075"/>
                  </a:lnTo>
                  <a:lnTo>
                    <a:pt x="56895" y="164591"/>
                  </a:lnTo>
                  <a:lnTo>
                    <a:pt x="90423" y="121919"/>
                  </a:lnTo>
                  <a:lnTo>
                    <a:pt x="128523" y="85343"/>
                  </a:lnTo>
                  <a:lnTo>
                    <a:pt x="171195" y="54863"/>
                  </a:lnTo>
                  <a:lnTo>
                    <a:pt x="236727" y="22859"/>
                  </a:lnTo>
                  <a:lnTo>
                    <a:pt x="271779" y="12191"/>
                  </a:lnTo>
                  <a:lnTo>
                    <a:pt x="288543" y="7619"/>
                  </a:lnTo>
                  <a:lnTo>
                    <a:pt x="306832" y="4571"/>
                  </a:lnTo>
                  <a:lnTo>
                    <a:pt x="363219" y="0"/>
                  </a:lnTo>
                  <a:lnTo>
                    <a:pt x="7664704" y="0"/>
                  </a:lnTo>
                  <a:lnTo>
                    <a:pt x="7681468" y="1524"/>
                  </a:lnTo>
                  <a:lnTo>
                    <a:pt x="7719568" y="4571"/>
                  </a:lnTo>
                  <a:lnTo>
                    <a:pt x="7737856" y="7619"/>
                  </a:lnTo>
                  <a:lnTo>
                    <a:pt x="7756143" y="12191"/>
                  </a:lnTo>
                  <a:lnTo>
                    <a:pt x="7772908" y="16763"/>
                  </a:lnTo>
                  <a:lnTo>
                    <a:pt x="7789672" y="22859"/>
                  </a:lnTo>
                  <a:lnTo>
                    <a:pt x="7807959" y="28955"/>
                  </a:lnTo>
                  <a:lnTo>
                    <a:pt x="7823200" y="36575"/>
                  </a:lnTo>
                  <a:lnTo>
                    <a:pt x="7839964" y="44195"/>
                  </a:lnTo>
                  <a:lnTo>
                    <a:pt x="7855204" y="53340"/>
                  </a:lnTo>
                  <a:lnTo>
                    <a:pt x="7870443" y="64008"/>
                  </a:lnTo>
                  <a:lnTo>
                    <a:pt x="7884159" y="73151"/>
                  </a:lnTo>
                  <a:lnTo>
                    <a:pt x="7888514" y="76200"/>
                  </a:lnTo>
                  <a:lnTo>
                    <a:pt x="366267" y="76200"/>
                  </a:lnTo>
                  <a:lnTo>
                    <a:pt x="351028" y="77724"/>
                  </a:lnTo>
                  <a:lnTo>
                    <a:pt x="335787" y="77724"/>
                  </a:lnTo>
                  <a:lnTo>
                    <a:pt x="320547" y="79248"/>
                  </a:lnTo>
                  <a:lnTo>
                    <a:pt x="306832" y="82295"/>
                  </a:lnTo>
                  <a:lnTo>
                    <a:pt x="291591" y="85343"/>
                  </a:lnTo>
                  <a:lnTo>
                    <a:pt x="251967" y="99059"/>
                  </a:lnTo>
                  <a:lnTo>
                    <a:pt x="189483" y="134111"/>
                  </a:lnTo>
                  <a:lnTo>
                    <a:pt x="157479" y="161543"/>
                  </a:lnTo>
                  <a:lnTo>
                    <a:pt x="130047" y="193548"/>
                  </a:lnTo>
                  <a:lnTo>
                    <a:pt x="107187" y="230124"/>
                  </a:lnTo>
                  <a:lnTo>
                    <a:pt x="99567" y="242316"/>
                  </a:lnTo>
                  <a:lnTo>
                    <a:pt x="94995" y="256032"/>
                  </a:lnTo>
                  <a:lnTo>
                    <a:pt x="88899" y="268224"/>
                  </a:lnTo>
                  <a:lnTo>
                    <a:pt x="79755" y="295655"/>
                  </a:lnTo>
                  <a:lnTo>
                    <a:pt x="77012" y="309371"/>
                  </a:lnTo>
                  <a:close/>
                </a:path>
                <a:path w="8028940" h="309879">
                  <a:moveTo>
                    <a:pt x="8028385" y="309371"/>
                  </a:moveTo>
                  <a:lnTo>
                    <a:pt x="7950538" y="309371"/>
                  </a:lnTo>
                  <a:lnTo>
                    <a:pt x="7948168" y="298703"/>
                  </a:lnTo>
                  <a:lnTo>
                    <a:pt x="7945120" y="283463"/>
                  </a:lnTo>
                  <a:lnTo>
                    <a:pt x="7940548" y="269748"/>
                  </a:lnTo>
                  <a:lnTo>
                    <a:pt x="7934452" y="257555"/>
                  </a:lnTo>
                  <a:lnTo>
                    <a:pt x="7929880" y="243840"/>
                  </a:lnTo>
                  <a:lnTo>
                    <a:pt x="7922259" y="231648"/>
                  </a:lnTo>
                  <a:lnTo>
                    <a:pt x="7916164" y="219455"/>
                  </a:lnTo>
                  <a:lnTo>
                    <a:pt x="7908543" y="207263"/>
                  </a:lnTo>
                  <a:lnTo>
                    <a:pt x="7899400" y="195071"/>
                  </a:lnTo>
                  <a:lnTo>
                    <a:pt x="7891780" y="184403"/>
                  </a:lnTo>
                  <a:lnTo>
                    <a:pt x="7862824" y="153924"/>
                  </a:lnTo>
                  <a:lnTo>
                    <a:pt x="7829295" y="128016"/>
                  </a:lnTo>
                  <a:lnTo>
                    <a:pt x="7792720" y="106679"/>
                  </a:lnTo>
                  <a:lnTo>
                    <a:pt x="7779004" y="100583"/>
                  </a:lnTo>
                  <a:lnTo>
                    <a:pt x="7766811" y="94487"/>
                  </a:lnTo>
                  <a:lnTo>
                    <a:pt x="7751572" y="89916"/>
                  </a:lnTo>
                  <a:lnTo>
                    <a:pt x="7737856" y="86867"/>
                  </a:lnTo>
                  <a:lnTo>
                    <a:pt x="7724140" y="82295"/>
                  </a:lnTo>
                  <a:lnTo>
                    <a:pt x="7710424" y="80771"/>
                  </a:lnTo>
                  <a:lnTo>
                    <a:pt x="7695184" y="77724"/>
                  </a:lnTo>
                  <a:lnTo>
                    <a:pt x="7679943" y="77724"/>
                  </a:lnTo>
                  <a:lnTo>
                    <a:pt x="7664704" y="76200"/>
                  </a:lnTo>
                  <a:lnTo>
                    <a:pt x="7888514" y="76200"/>
                  </a:lnTo>
                  <a:lnTo>
                    <a:pt x="7899400" y="83819"/>
                  </a:lnTo>
                  <a:lnTo>
                    <a:pt x="7911592" y="96011"/>
                  </a:lnTo>
                  <a:lnTo>
                    <a:pt x="7925308" y="108203"/>
                  </a:lnTo>
                  <a:lnTo>
                    <a:pt x="7937500" y="120395"/>
                  </a:lnTo>
                  <a:lnTo>
                    <a:pt x="7948168" y="134111"/>
                  </a:lnTo>
                  <a:lnTo>
                    <a:pt x="7960359" y="147827"/>
                  </a:lnTo>
                  <a:lnTo>
                    <a:pt x="7969504" y="163067"/>
                  </a:lnTo>
                  <a:lnTo>
                    <a:pt x="7980172" y="178308"/>
                  </a:lnTo>
                  <a:lnTo>
                    <a:pt x="7989316" y="193548"/>
                  </a:lnTo>
                  <a:lnTo>
                    <a:pt x="7996936" y="208787"/>
                  </a:lnTo>
                  <a:lnTo>
                    <a:pt x="8004556" y="225551"/>
                  </a:lnTo>
                  <a:lnTo>
                    <a:pt x="8016748" y="259079"/>
                  </a:lnTo>
                  <a:lnTo>
                    <a:pt x="8025892" y="295655"/>
                  </a:lnTo>
                  <a:lnTo>
                    <a:pt x="8028385" y="309371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3779519"/>
              <a:ext cx="9143999" cy="34290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1812" y="3781044"/>
              <a:ext cx="5925311" cy="102412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352794" y="2434772"/>
            <a:ext cx="7535545" cy="2660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2400" spc="-135" dirty="0">
                <a:solidFill>
                  <a:srgbClr val="FFFFFF"/>
                </a:solidFill>
                <a:latin typeface="Verdana"/>
                <a:cs typeface="Verdana"/>
              </a:rPr>
              <a:t>Tout</a:t>
            </a:r>
            <a:r>
              <a:rPr sz="2400" spc="-1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35" dirty="0">
                <a:solidFill>
                  <a:srgbClr val="FFFFFF"/>
                </a:solidFill>
                <a:latin typeface="Verdana"/>
                <a:cs typeface="Verdana"/>
              </a:rPr>
              <a:t>graphe</a:t>
            </a:r>
            <a:r>
              <a:rPr sz="24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Verdana"/>
                <a:cs typeface="Verdana"/>
              </a:rPr>
              <a:t>planaire</a:t>
            </a:r>
            <a:r>
              <a:rPr sz="24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10" dirty="0">
                <a:solidFill>
                  <a:srgbClr val="FFFFFF"/>
                </a:solidFill>
                <a:latin typeface="Verdana"/>
                <a:cs typeface="Verdana"/>
              </a:rPr>
              <a:t>est</a:t>
            </a:r>
            <a:r>
              <a:rPr sz="24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200" dirty="0">
                <a:solidFill>
                  <a:srgbClr val="FFFFFF"/>
                </a:solidFill>
                <a:latin typeface="Verdana"/>
                <a:cs typeface="Verdana"/>
              </a:rPr>
              <a:t>4</a:t>
            </a:r>
            <a:r>
              <a:rPr sz="240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5" dirty="0">
                <a:solidFill>
                  <a:srgbClr val="FFFFFF"/>
                </a:solidFill>
                <a:latin typeface="Verdana"/>
                <a:cs typeface="Verdana"/>
              </a:rPr>
              <a:t>chromatique</a:t>
            </a:r>
            <a:endParaRPr sz="24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29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300">
              <a:latin typeface="Verdana"/>
              <a:cs typeface="Verdana"/>
            </a:endParaRPr>
          </a:p>
          <a:p>
            <a:pPr marL="102235" marR="5080" algn="just">
              <a:lnSpc>
                <a:spcPct val="100000"/>
              </a:lnSpc>
            </a:pPr>
            <a:r>
              <a:rPr sz="2400" spc="-85" dirty="0">
                <a:solidFill>
                  <a:srgbClr val="FFFFFF"/>
                </a:solidFill>
                <a:latin typeface="Verdana"/>
                <a:cs typeface="Verdana"/>
              </a:rPr>
              <a:t>Toute</a:t>
            </a:r>
            <a:r>
              <a:rPr sz="24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35" dirty="0">
                <a:solidFill>
                  <a:srgbClr val="FFFFFF"/>
                </a:solidFill>
                <a:latin typeface="Verdana"/>
                <a:cs typeface="Verdana"/>
              </a:rPr>
              <a:t>carte</a:t>
            </a:r>
            <a:r>
              <a:rPr sz="2400" spc="5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4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24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40" dirty="0">
                <a:solidFill>
                  <a:srgbClr val="FFFFFF"/>
                </a:solidFill>
                <a:latin typeface="Verdana"/>
                <a:cs typeface="Verdana"/>
              </a:rPr>
              <a:t>géographie</a:t>
            </a:r>
            <a:r>
              <a:rPr sz="24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Verdana"/>
                <a:cs typeface="Verdana"/>
              </a:rPr>
              <a:t>constituée</a:t>
            </a:r>
            <a:r>
              <a:rPr sz="24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4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24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70" dirty="0">
                <a:solidFill>
                  <a:srgbClr val="FFFFFF"/>
                </a:solidFill>
                <a:latin typeface="Verdana"/>
                <a:cs typeface="Verdana"/>
              </a:rPr>
              <a:t>régions </a:t>
            </a:r>
            <a:r>
              <a:rPr sz="2400" spc="-8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Verdana"/>
                <a:cs typeface="Verdana"/>
              </a:rPr>
              <a:t>connexes </a:t>
            </a:r>
            <a:r>
              <a:rPr sz="2400" spc="15" dirty="0">
                <a:solidFill>
                  <a:srgbClr val="FFFFFF"/>
                </a:solidFill>
                <a:latin typeface="Verdana"/>
                <a:cs typeface="Verdana"/>
              </a:rPr>
              <a:t>peut </a:t>
            </a:r>
            <a:r>
              <a:rPr sz="2400" spc="-45" dirty="0">
                <a:solidFill>
                  <a:srgbClr val="FFFFFF"/>
                </a:solidFill>
                <a:latin typeface="Verdana"/>
                <a:cs typeface="Verdana"/>
              </a:rPr>
              <a:t>être </a:t>
            </a:r>
            <a:r>
              <a:rPr sz="2400" spc="10" dirty="0">
                <a:solidFill>
                  <a:srgbClr val="FFFFFF"/>
                </a:solidFill>
                <a:latin typeface="Verdana"/>
                <a:cs typeface="Verdana"/>
              </a:rPr>
              <a:t>coloriée </a:t>
            </a:r>
            <a:r>
              <a:rPr sz="2400" spc="135" dirty="0">
                <a:solidFill>
                  <a:srgbClr val="FFFFFF"/>
                </a:solidFill>
                <a:latin typeface="Verdana"/>
                <a:cs typeface="Verdana"/>
              </a:rPr>
              <a:t>avec </a:t>
            </a:r>
            <a:r>
              <a:rPr sz="2400" spc="-30" dirty="0">
                <a:solidFill>
                  <a:srgbClr val="FFFFFF"/>
                </a:solidFill>
                <a:latin typeface="Verdana"/>
                <a:cs typeface="Verdana"/>
              </a:rPr>
              <a:t>(au </a:t>
            </a:r>
            <a:r>
              <a:rPr sz="2400" spc="-130" dirty="0">
                <a:solidFill>
                  <a:srgbClr val="FFFFFF"/>
                </a:solidFill>
                <a:latin typeface="Verdana"/>
                <a:cs typeface="Verdana"/>
              </a:rPr>
              <a:t>plus)</a:t>
            </a:r>
            <a:r>
              <a:rPr sz="24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b="1" spc="-185" dirty="0">
                <a:solidFill>
                  <a:srgbClr val="FFFFFF"/>
                </a:solidFill>
                <a:latin typeface="Tahoma"/>
                <a:cs typeface="Tahoma"/>
              </a:rPr>
              <a:t>4 </a:t>
            </a:r>
            <a:r>
              <a:rPr sz="2400" b="1" spc="-1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-70" dirty="0">
                <a:solidFill>
                  <a:srgbClr val="FFFFFF"/>
                </a:solidFill>
                <a:latin typeface="Tahoma"/>
                <a:cs typeface="Tahoma"/>
              </a:rPr>
              <a:t>couleurs</a:t>
            </a:r>
            <a:r>
              <a:rPr sz="2400" spc="-70" dirty="0">
                <a:solidFill>
                  <a:srgbClr val="FFFFFF"/>
                </a:solidFill>
                <a:latin typeface="Verdana"/>
                <a:cs typeface="Verdana"/>
              </a:rPr>
              <a:t>, </a:t>
            </a:r>
            <a:r>
              <a:rPr sz="2400" spc="140" dirty="0">
                <a:solidFill>
                  <a:srgbClr val="FFFFFF"/>
                </a:solidFill>
                <a:latin typeface="Verdana"/>
                <a:cs typeface="Verdana"/>
              </a:rPr>
              <a:t>de </a:t>
            </a:r>
            <a:r>
              <a:rPr sz="2400" spc="-105" dirty="0">
                <a:solidFill>
                  <a:srgbClr val="FFFFFF"/>
                </a:solidFill>
                <a:latin typeface="Verdana"/>
                <a:cs typeface="Verdana"/>
              </a:rPr>
              <a:t>sorte </a:t>
            </a:r>
            <a:r>
              <a:rPr sz="2400" spc="60" dirty="0">
                <a:solidFill>
                  <a:srgbClr val="FFFFFF"/>
                </a:solidFill>
                <a:latin typeface="Verdana"/>
                <a:cs typeface="Verdana"/>
              </a:rPr>
              <a:t>que </a:t>
            </a:r>
            <a:r>
              <a:rPr sz="2400" spc="-15" dirty="0">
                <a:solidFill>
                  <a:srgbClr val="FFFFFF"/>
                </a:solidFill>
                <a:latin typeface="Verdana"/>
                <a:cs typeface="Verdana"/>
              </a:rPr>
              <a:t>deux </a:t>
            </a:r>
            <a:r>
              <a:rPr sz="2400" spc="-70" dirty="0">
                <a:solidFill>
                  <a:srgbClr val="FFFFFF"/>
                </a:solidFill>
                <a:latin typeface="Verdana"/>
                <a:cs typeface="Verdana"/>
              </a:rPr>
              <a:t>régions </a:t>
            </a:r>
            <a:r>
              <a:rPr sz="2400" spc="-100" dirty="0">
                <a:solidFill>
                  <a:srgbClr val="FFFFFF"/>
                </a:solidFill>
                <a:latin typeface="Verdana"/>
                <a:cs typeface="Verdana"/>
              </a:rPr>
              <a:t>limitrophes </a:t>
            </a:r>
            <a:r>
              <a:rPr sz="2400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21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16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400" spc="10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4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400" spc="-13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400" spc="-2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5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400" spc="10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32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305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400" spc="120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400" spc="-55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400" spc="-18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55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400" spc="-31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400" spc="-32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4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400" spc="-16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400" spc="-85" dirty="0">
                <a:solidFill>
                  <a:srgbClr val="FFFFFF"/>
                </a:solidFill>
                <a:latin typeface="Verdana"/>
                <a:cs typeface="Verdana"/>
              </a:rPr>
              <a:t>f</a:t>
            </a:r>
            <a:r>
              <a:rPr sz="2400" spc="-105" dirty="0">
                <a:solidFill>
                  <a:srgbClr val="FFFFFF"/>
                </a:solidFill>
                <a:latin typeface="Verdana"/>
                <a:cs typeface="Verdana"/>
              </a:rPr>
              <a:t>f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é</a:t>
            </a:r>
            <a:r>
              <a:rPr sz="2400" spc="-31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400" spc="-13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32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144524" y="3779519"/>
            <a:ext cx="8039100" cy="1758950"/>
          </a:xfrm>
          <a:custGeom>
            <a:avLst/>
            <a:gdLst/>
            <a:ahLst/>
            <a:cxnLst/>
            <a:rect l="l" t="t" r="r" b="b"/>
            <a:pathLst>
              <a:path w="8039100" h="1758950">
                <a:moveTo>
                  <a:pt x="7670292" y="1758696"/>
                </a:moveTo>
                <a:lnTo>
                  <a:pt x="370331" y="1758696"/>
                </a:lnTo>
                <a:lnTo>
                  <a:pt x="315467" y="1754124"/>
                </a:lnTo>
                <a:lnTo>
                  <a:pt x="260603" y="1741932"/>
                </a:lnTo>
                <a:lnTo>
                  <a:pt x="210311" y="1722120"/>
                </a:lnTo>
                <a:lnTo>
                  <a:pt x="164591" y="1694688"/>
                </a:lnTo>
                <a:lnTo>
                  <a:pt x="149351" y="1685544"/>
                </a:lnTo>
                <a:lnTo>
                  <a:pt x="97535" y="1638300"/>
                </a:lnTo>
                <a:lnTo>
                  <a:pt x="64007" y="1595628"/>
                </a:lnTo>
                <a:lnTo>
                  <a:pt x="36575" y="1549908"/>
                </a:lnTo>
                <a:lnTo>
                  <a:pt x="30479" y="1533144"/>
                </a:lnTo>
                <a:lnTo>
                  <a:pt x="22859" y="1516380"/>
                </a:lnTo>
                <a:lnTo>
                  <a:pt x="16763" y="1499616"/>
                </a:lnTo>
                <a:lnTo>
                  <a:pt x="7619" y="1463040"/>
                </a:lnTo>
                <a:lnTo>
                  <a:pt x="4571" y="1446276"/>
                </a:lnTo>
                <a:lnTo>
                  <a:pt x="3047" y="1426464"/>
                </a:lnTo>
                <a:lnTo>
                  <a:pt x="0" y="1389888"/>
                </a:lnTo>
                <a:lnTo>
                  <a:pt x="0" y="60960"/>
                </a:lnTo>
                <a:lnTo>
                  <a:pt x="1523" y="42672"/>
                </a:lnTo>
                <a:lnTo>
                  <a:pt x="1523" y="24384"/>
                </a:lnTo>
                <a:lnTo>
                  <a:pt x="5587" y="0"/>
                </a:lnTo>
                <a:lnTo>
                  <a:pt x="82600" y="0"/>
                </a:lnTo>
                <a:lnTo>
                  <a:pt x="82295" y="1524"/>
                </a:lnTo>
                <a:lnTo>
                  <a:pt x="80771" y="15240"/>
                </a:lnTo>
                <a:lnTo>
                  <a:pt x="77723" y="30480"/>
                </a:lnTo>
                <a:lnTo>
                  <a:pt x="77723" y="45720"/>
                </a:lnTo>
                <a:lnTo>
                  <a:pt x="76200" y="60960"/>
                </a:lnTo>
                <a:lnTo>
                  <a:pt x="76199" y="1402080"/>
                </a:lnTo>
                <a:lnTo>
                  <a:pt x="85343" y="1459992"/>
                </a:lnTo>
                <a:lnTo>
                  <a:pt x="99059" y="1501140"/>
                </a:lnTo>
                <a:lnTo>
                  <a:pt x="134111" y="1563624"/>
                </a:lnTo>
                <a:lnTo>
                  <a:pt x="161543" y="1595628"/>
                </a:lnTo>
                <a:lnTo>
                  <a:pt x="193547" y="1623060"/>
                </a:lnTo>
                <a:lnTo>
                  <a:pt x="205739" y="1630680"/>
                </a:lnTo>
                <a:lnTo>
                  <a:pt x="216407" y="1638300"/>
                </a:lnTo>
                <a:lnTo>
                  <a:pt x="254507" y="1658112"/>
                </a:lnTo>
                <a:lnTo>
                  <a:pt x="295655" y="1671828"/>
                </a:lnTo>
                <a:lnTo>
                  <a:pt x="310895" y="1676400"/>
                </a:lnTo>
                <a:lnTo>
                  <a:pt x="324611" y="1677924"/>
                </a:lnTo>
                <a:lnTo>
                  <a:pt x="339851" y="1680972"/>
                </a:lnTo>
                <a:lnTo>
                  <a:pt x="353567" y="1680972"/>
                </a:lnTo>
                <a:lnTo>
                  <a:pt x="370331" y="1682496"/>
                </a:lnTo>
                <a:lnTo>
                  <a:pt x="7893231" y="1682496"/>
                </a:lnTo>
                <a:lnTo>
                  <a:pt x="7877556" y="1694688"/>
                </a:lnTo>
                <a:lnTo>
                  <a:pt x="7847076" y="1712976"/>
                </a:lnTo>
                <a:lnTo>
                  <a:pt x="7830312" y="1720596"/>
                </a:lnTo>
                <a:lnTo>
                  <a:pt x="7815072" y="1728216"/>
                </a:lnTo>
                <a:lnTo>
                  <a:pt x="7763256" y="1746504"/>
                </a:lnTo>
                <a:lnTo>
                  <a:pt x="7726680" y="1754124"/>
                </a:lnTo>
                <a:lnTo>
                  <a:pt x="7670292" y="1758696"/>
                </a:lnTo>
                <a:close/>
              </a:path>
              <a:path w="8039100" h="1758950">
                <a:moveTo>
                  <a:pt x="7893231" y="1682496"/>
                </a:moveTo>
                <a:lnTo>
                  <a:pt x="7668768" y="1682496"/>
                </a:lnTo>
                <a:lnTo>
                  <a:pt x="7684008" y="1680972"/>
                </a:lnTo>
                <a:lnTo>
                  <a:pt x="7699247" y="1680972"/>
                </a:lnTo>
                <a:lnTo>
                  <a:pt x="7712963" y="1679448"/>
                </a:lnTo>
                <a:lnTo>
                  <a:pt x="7783068" y="1659636"/>
                </a:lnTo>
                <a:lnTo>
                  <a:pt x="7833360" y="1632204"/>
                </a:lnTo>
                <a:lnTo>
                  <a:pt x="7866888" y="1606296"/>
                </a:lnTo>
                <a:lnTo>
                  <a:pt x="7904988" y="1565148"/>
                </a:lnTo>
                <a:lnTo>
                  <a:pt x="7927847" y="1528572"/>
                </a:lnTo>
                <a:lnTo>
                  <a:pt x="7944612" y="1490472"/>
                </a:lnTo>
                <a:lnTo>
                  <a:pt x="7956804" y="1447800"/>
                </a:lnTo>
                <a:lnTo>
                  <a:pt x="7959852" y="1434084"/>
                </a:lnTo>
                <a:lnTo>
                  <a:pt x="7962899" y="1403604"/>
                </a:lnTo>
                <a:lnTo>
                  <a:pt x="7962899" y="47244"/>
                </a:lnTo>
                <a:lnTo>
                  <a:pt x="7959852" y="16764"/>
                </a:lnTo>
                <a:lnTo>
                  <a:pt x="7956126" y="0"/>
                </a:lnTo>
                <a:lnTo>
                  <a:pt x="8033973" y="0"/>
                </a:lnTo>
                <a:lnTo>
                  <a:pt x="8034528" y="3048"/>
                </a:lnTo>
                <a:lnTo>
                  <a:pt x="8037576" y="22860"/>
                </a:lnTo>
                <a:lnTo>
                  <a:pt x="8039099" y="41148"/>
                </a:lnTo>
                <a:lnTo>
                  <a:pt x="8039099" y="1406652"/>
                </a:lnTo>
                <a:lnTo>
                  <a:pt x="8036052" y="1443228"/>
                </a:lnTo>
                <a:lnTo>
                  <a:pt x="8031480" y="1461516"/>
                </a:lnTo>
                <a:lnTo>
                  <a:pt x="8028431" y="1479804"/>
                </a:lnTo>
                <a:lnTo>
                  <a:pt x="8023860" y="1498092"/>
                </a:lnTo>
                <a:lnTo>
                  <a:pt x="8017764" y="1514856"/>
                </a:lnTo>
                <a:lnTo>
                  <a:pt x="8010144" y="1531620"/>
                </a:lnTo>
                <a:lnTo>
                  <a:pt x="8004047" y="1548384"/>
                </a:lnTo>
                <a:lnTo>
                  <a:pt x="7994904" y="1563624"/>
                </a:lnTo>
                <a:lnTo>
                  <a:pt x="7987283" y="1578864"/>
                </a:lnTo>
                <a:lnTo>
                  <a:pt x="7965947" y="1609344"/>
                </a:lnTo>
                <a:lnTo>
                  <a:pt x="7944612" y="1636776"/>
                </a:lnTo>
                <a:lnTo>
                  <a:pt x="7932420" y="1648968"/>
                </a:lnTo>
                <a:lnTo>
                  <a:pt x="7904988" y="1673352"/>
                </a:lnTo>
                <a:lnTo>
                  <a:pt x="7893231" y="1682496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100" dirty="0"/>
              <a:t>45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2968752"/>
            <a:ext cx="9144000" cy="4239895"/>
            <a:chOff x="772668" y="2968752"/>
            <a:chExt cx="9144000" cy="423989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10867" y="2968752"/>
              <a:ext cx="6629400" cy="81076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3779519"/>
              <a:ext cx="9143999" cy="34290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1812" y="3781043"/>
              <a:ext cx="5925311" cy="10241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1812" y="4805172"/>
              <a:ext cx="7068311" cy="85953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2" y="5664707"/>
              <a:ext cx="8074151" cy="74980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812" y="6414516"/>
              <a:ext cx="8974835" cy="67665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12" y="7091171"/>
              <a:ext cx="9125712" cy="1143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330689" y="3779519"/>
              <a:ext cx="4586605" cy="3429000"/>
            </a:xfrm>
            <a:custGeom>
              <a:avLst/>
              <a:gdLst/>
              <a:ahLst/>
              <a:cxnLst/>
              <a:rect l="l" t="t" r="r" b="b"/>
              <a:pathLst>
                <a:path w="4586605" h="3429000">
                  <a:moveTo>
                    <a:pt x="4582931" y="3429000"/>
                  </a:moveTo>
                  <a:lnTo>
                    <a:pt x="4576834" y="3429000"/>
                  </a:lnTo>
                  <a:lnTo>
                    <a:pt x="4575311" y="3427476"/>
                  </a:lnTo>
                  <a:lnTo>
                    <a:pt x="0" y="0"/>
                  </a:lnTo>
                  <a:lnTo>
                    <a:pt x="19826" y="0"/>
                  </a:lnTo>
                  <a:lnTo>
                    <a:pt x="4582931" y="3418332"/>
                  </a:lnTo>
                  <a:lnTo>
                    <a:pt x="4585979" y="3419857"/>
                  </a:lnTo>
                  <a:lnTo>
                    <a:pt x="4585979" y="3425190"/>
                  </a:lnTo>
                  <a:lnTo>
                    <a:pt x="4584455" y="3425952"/>
                  </a:lnTo>
                  <a:lnTo>
                    <a:pt x="4582931" y="3429000"/>
                  </a:lnTo>
                  <a:close/>
                </a:path>
              </a:pathLst>
            </a:custGeom>
            <a:solidFill>
              <a:srgbClr val="BFBFBF">
                <a:alpha val="347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234428" y="5292852"/>
              <a:ext cx="2682240" cy="1914525"/>
            </a:xfrm>
            <a:custGeom>
              <a:avLst/>
              <a:gdLst/>
              <a:ahLst/>
              <a:cxnLst/>
              <a:rect l="l" t="t" r="r" b="b"/>
              <a:pathLst>
                <a:path w="2682240" h="1914525">
                  <a:moveTo>
                    <a:pt x="9144" y="1914143"/>
                  </a:moveTo>
                  <a:lnTo>
                    <a:pt x="4572" y="1914143"/>
                  </a:lnTo>
                  <a:lnTo>
                    <a:pt x="3048" y="1911096"/>
                  </a:lnTo>
                  <a:lnTo>
                    <a:pt x="0" y="1908047"/>
                  </a:lnTo>
                  <a:lnTo>
                    <a:pt x="1524" y="1903476"/>
                  </a:lnTo>
                  <a:lnTo>
                    <a:pt x="4572" y="1901951"/>
                  </a:lnTo>
                  <a:lnTo>
                    <a:pt x="2677668" y="1523"/>
                  </a:lnTo>
                  <a:lnTo>
                    <a:pt x="2679192" y="0"/>
                  </a:lnTo>
                  <a:lnTo>
                    <a:pt x="2682240" y="0"/>
                  </a:lnTo>
                  <a:lnTo>
                    <a:pt x="2682240" y="13275"/>
                  </a:lnTo>
                  <a:lnTo>
                    <a:pt x="10667" y="1912620"/>
                  </a:lnTo>
                  <a:lnTo>
                    <a:pt x="9144" y="1914143"/>
                  </a:lnTo>
                  <a:close/>
                </a:path>
              </a:pathLst>
            </a:custGeom>
            <a:solidFill>
              <a:srgbClr val="C6C6C6">
                <a:alpha val="44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610867" y="3779519"/>
              <a:ext cx="6629400" cy="3348228"/>
            </a:xfrm>
            <a:prstGeom prst="rect">
              <a:avLst/>
            </a:prstGeom>
          </p:spPr>
        </p:pic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1442697" y="729563"/>
            <a:ext cx="151701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45" dirty="0">
                <a:solidFill>
                  <a:srgbClr val="00FFFF"/>
                </a:solidFill>
              </a:rPr>
              <a:t>Exemple</a:t>
            </a:r>
            <a:endParaRPr sz="2800"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100" dirty="0"/>
              <a:t>46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442723" y="1365035"/>
            <a:ext cx="7422515" cy="1205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6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800" spc="-23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800" spc="13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1800" spc="-254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1800" spc="-60" dirty="0">
                <a:solidFill>
                  <a:srgbClr val="FFFFFF"/>
                </a:solidFill>
                <a:latin typeface="Verdana"/>
                <a:cs typeface="Verdana"/>
              </a:rPr>
              <a:t>f</a:t>
            </a:r>
            <a:r>
              <a:rPr sz="1800" spc="7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1800" spc="-23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800" spc="-65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229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8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40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1800" spc="14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8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210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1800" spc="13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800" spc="-23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800" spc="-10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18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75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1800" spc="-23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800" spc="13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800" spc="100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1800" spc="7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800" spc="-160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400"/>
              </a:spcBef>
            </a:pPr>
            <a:r>
              <a:rPr sz="1800" spc="70" dirty="0">
                <a:solidFill>
                  <a:srgbClr val="FFFFFF"/>
                </a:solidFill>
                <a:latin typeface="Verdana"/>
                <a:cs typeface="Verdana"/>
              </a:rPr>
              <a:t>Chaque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Verdana"/>
                <a:cs typeface="Verdana"/>
              </a:rPr>
              <a:t>région</a:t>
            </a:r>
            <a:r>
              <a:rPr sz="18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40" dirty="0">
                <a:solidFill>
                  <a:srgbClr val="FFFFFF"/>
                </a:solidFill>
                <a:latin typeface="Verdana"/>
                <a:cs typeface="Verdana"/>
              </a:rPr>
              <a:t>représente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un</a:t>
            </a:r>
            <a:r>
              <a:rPr sz="18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Verdana"/>
                <a:cs typeface="Verdana"/>
              </a:rPr>
              <a:t>sommet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35" dirty="0">
                <a:solidFill>
                  <a:srgbClr val="FFFFFF"/>
                </a:solidFill>
                <a:latin typeface="Verdana"/>
                <a:cs typeface="Verdana"/>
              </a:rPr>
              <a:t>du</a:t>
            </a:r>
            <a:r>
              <a:rPr sz="18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20" dirty="0">
                <a:solidFill>
                  <a:srgbClr val="FFFFFF"/>
                </a:solidFill>
                <a:latin typeface="Verdana"/>
                <a:cs typeface="Verdana"/>
              </a:rPr>
              <a:t>graphe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405"/>
              </a:spcBef>
            </a:pP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Les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5" dirty="0">
                <a:solidFill>
                  <a:srgbClr val="FFFFFF"/>
                </a:solidFill>
                <a:latin typeface="Verdana"/>
                <a:cs typeface="Verdana"/>
              </a:rPr>
              <a:t>régions</a:t>
            </a:r>
            <a:r>
              <a:rPr sz="18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ayant</a:t>
            </a:r>
            <a:r>
              <a:rPr sz="18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Verdana"/>
                <a:cs typeface="Verdana"/>
              </a:rPr>
              <a:t>une</a:t>
            </a:r>
            <a:r>
              <a:rPr sz="18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60" dirty="0">
                <a:solidFill>
                  <a:srgbClr val="FFFFFF"/>
                </a:solidFill>
                <a:latin typeface="Verdana"/>
                <a:cs typeface="Verdana"/>
              </a:rPr>
              <a:t>frontière</a:t>
            </a:r>
            <a:r>
              <a:rPr sz="18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25" dirty="0">
                <a:solidFill>
                  <a:srgbClr val="FFFFFF"/>
                </a:solidFill>
                <a:latin typeface="Verdana"/>
                <a:cs typeface="Verdana"/>
              </a:rPr>
              <a:t>commune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sont</a:t>
            </a:r>
            <a:r>
              <a:rPr sz="18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90" dirty="0">
                <a:solidFill>
                  <a:srgbClr val="FFFFFF"/>
                </a:solidFill>
                <a:latin typeface="Verdana"/>
                <a:cs typeface="Verdana"/>
              </a:rPr>
              <a:t>reliés</a:t>
            </a:r>
            <a:r>
              <a:rPr sz="18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par</a:t>
            </a:r>
            <a:r>
              <a:rPr sz="18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Verdana"/>
                <a:cs typeface="Verdana"/>
              </a:rPr>
              <a:t>une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30" dirty="0">
                <a:solidFill>
                  <a:srgbClr val="FFFFFF"/>
                </a:solidFill>
                <a:latin typeface="Verdana"/>
                <a:cs typeface="Verdana"/>
              </a:rPr>
              <a:t>arête.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438</TotalTime>
  <Words>3825</Words>
  <Application>Microsoft Office PowerPoint</Application>
  <PresentationFormat>Personnalisé</PresentationFormat>
  <Paragraphs>711</Paragraphs>
  <Slides>91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12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91</vt:i4>
      </vt:variant>
    </vt:vector>
  </HeadingPairs>
  <TitlesOfParts>
    <vt:vector size="104" baseType="lpstr">
      <vt:lpstr>Arial MT</vt:lpstr>
      <vt:lpstr>Calibri</vt:lpstr>
      <vt:lpstr>Cambria</vt:lpstr>
      <vt:lpstr>Courier New</vt:lpstr>
      <vt:lpstr>Franklin Gothic Medium</vt:lpstr>
      <vt:lpstr>Microsoft Sans Serif</vt:lpstr>
      <vt:lpstr>Segoe UI Symbol</vt:lpstr>
      <vt:lpstr>Symbol</vt:lpstr>
      <vt:lpstr>Tahoma</vt:lpstr>
      <vt:lpstr>Times New Roman</vt:lpstr>
      <vt:lpstr>Verdana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NOMBRE D’ARÊTES</vt:lpstr>
      <vt:lpstr>NOMBRE D’ARÊTES</vt:lpstr>
      <vt:lpstr>ISOMORPHISME DE GRAPHES</vt:lpstr>
      <vt:lpstr>MATRICE ASSOCIEE A UN GRAPHE</vt:lpstr>
      <vt:lpstr>MATRICE ASSOCIEE A UN GRAPHE</vt:lpstr>
      <vt:lpstr>MATRICE ASSOCIEE A UN GRAPHE</vt:lpstr>
      <vt:lpstr>CHAÎNE ET CYCLE D’UN GRAPHE</vt:lpstr>
      <vt:lpstr>CHAÎNE ET CYCLE D’UN GRAPHE</vt:lpstr>
      <vt:lpstr>MATRICE D’ADJACENCE- LONGUEUR D’UNE CHAINE</vt:lpstr>
      <vt:lpstr>Présentation PowerPoint</vt:lpstr>
      <vt:lpstr>DISTANCE ET DIAMETRE</vt:lpstr>
      <vt:lpstr>GRAPHE EULERIEN ET HAMILTONIEN</vt:lpstr>
      <vt:lpstr>GRAPHE EULERIEN ET HAMILTONIEN</vt:lpstr>
      <vt:lpstr>GRAPHE EULERIEN ET HAMILTONIEN</vt:lpstr>
      <vt:lpstr>GRAPHE EULERIEN ET HAMILTONIEN</vt:lpstr>
      <vt:lpstr>GRAPHE EULERIEN ET HAMILTONIEN</vt:lpstr>
      <vt:lpstr>GRAPHE EULERIEN ET HAMILTONIEN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GRAPHE EULERIEN ET HAMILTONIEN</vt:lpstr>
      <vt:lpstr>GRAPHE EULERIEN ET HAMILTONIEN</vt:lpstr>
      <vt:lpstr>GRAPHE EULERIEN ET HAMILTONIEN</vt:lpstr>
      <vt:lpstr>GRAPHE EULERIEN ET HAMILTONIEN</vt:lpstr>
      <vt:lpstr>GRAPHE EULERIEN ET HAMILTONIEN</vt:lpstr>
      <vt:lpstr>GRAPHE EULERIEN ET HAMILTONIEN</vt:lpstr>
      <vt:lpstr>GRAPHE EULERIEN ET HAMILTONIEN</vt:lpstr>
      <vt:lpstr>GRAPHE EULERIEN ET HAMILTONIEN</vt:lpstr>
      <vt:lpstr>GRAPHE EULERIEN ET HAMILTONIEN</vt:lpstr>
      <vt:lpstr>GRAPHE EULERIEN ET HAMILTONIEN</vt:lpstr>
      <vt:lpstr>GRAPHE EULERIEN ET HAMILTONIEN</vt:lpstr>
      <vt:lpstr>GRAPHE EULERIEN ET HAMILTONIEN</vt:lpstr>
      <vt:lpstr>GRAPHE EULERIEN ET HAMILTONIEN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Exemple d’application: planification d’une session  d’examen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3 couleurs  3 demie journée</vt:lpstr>
      <vt:lpstr>Enoncé</vt:lpstr>
      <vt:lpstr>Exemple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Chapitre 1-a.pptx</dc:title>
  <dc:creator>Mohamed DHIB</dc:creator>
  <cp:lastModifiedBy>ACER PC2</cp:lastModifiedBy>
  <cp:revision>9</cp:revision>
  <dcterms:created xsi:type="dcterms:W3CDTF">2023-03-11T16:56:46Z</dcterms:created>
  <dcterms:modified xsi:type="dcterms:W3CDTF">2023-03-14T11:01:53Z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2022-01-21T00:00:00Z</vt:filetime>
  </property>
  <property fmtid="{D5CDD505-2E9C-101B-9397-08002B2CF9AE}" pid="3" name="LastSaved">
    <vt:filetime>2023-03-11T00:00:00Z</vt:filetime>
  </property>
</Properties>
</file>