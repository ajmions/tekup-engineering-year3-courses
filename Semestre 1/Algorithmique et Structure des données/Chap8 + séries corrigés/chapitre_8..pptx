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8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91" r:id="rId26"/>
    <p:sldId id="290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9144000" cy="6858000" type="screen4x3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582" y="-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12/9/2022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213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12/9/2022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742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12/9/2022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218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12/9/2022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91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12/9/2022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78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07162"/>
            <a:ext cx="9136347" cy="622223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1868" y="653287"/>
            <a:ext cx="7700263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3191" y="2333955"/>
            <a:ext cx="8058150" cy="4415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24027"/>
            <a:ext cx="9144000" cy="914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28827"/>
            <a:ext cx="9144000" cy="914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33627"/>
            <a:ext cx="9144000" cy="914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38427"/>
            <a:ext cx="9144000" cy="914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43227"/>
            <a:ext cx="9144000" cy="914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48027"/>
            <a:ext cx="9144000" cy="914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052827"/>
            <a:ext cx="9144000" cy="914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357627"/>
            <a:ext cx="9144000" cy="914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662427"/>
            <a:ext cx="9144000" cy="914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967227"/>
            <a:ext cx="9144000" cy="9144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272028"/>
            <a:ext cx="9144000" cy="914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576828"/>
            <a:ext cx="9144000" cy="9144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881628"/>
            <a:ext cx="9144000" cy="914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186428"/>
            <a:ext cx="9144000" cy="9144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491228"/>
            <a:ext cx="9144000" cy="914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796028"/>
            <a:ext cx="9144000" cy="914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100828"/>
            <a:ext cx="9144000" cy="914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405628"/>
            <a:ext cx="9144000" cy="914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710428"/>
            <a:ext cx="9144000" cy="9143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015228"/>
            <a:ext cx="9144000" cy="9143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20028"/>
            <a:ext cx="9144000" cy="914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0227" y="0"/>
            <a:ext cx="9143" cy="6477000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5027" y="0"/>
            <a:ext cx="9143" cy="6477000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9827" y="0"/>
            <a:ext cx="9143" cy="647700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14627" y="0"/>
            <a:ext cx="9143" cy="6477000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19427" y="0"/>
            <a:ext cx="9143" cy="6477000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24227" y="0"/>
            <a:ext cx="9144" cy="6477000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29027" y="0"/>
            <a:ext cx="9144" cy="6477000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33827" y="0"/>
            <a:ext cx="9144" cy="6477000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38627" y="0"/>
            <a:ext cx="9144" cy="6477000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3427" y="0"/>
            <a:ext cx="9144" cy="6477000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48228" y="0"/>
            <a:ext cx="9144" cy="6477000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53028" y="0"/>
            <a:ext cx="9144" cy="6477000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57828" y="0"/>
            <a:ext cx="9144" cy="6477000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62628" y="0"/>
            <a:ext cx="9144" cy="6477000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67428" y="0"/>
            <a:ext cx="9144" cy="6477000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72228" y="0"/>
            <a:ext cx="9144" cy="6477000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77028" y="0"/>
            <a:ext cx="9144" cy="6477000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81828" y="0"/>
            <a:ext cx="9144" cy="6477000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86628" y="0"/>
            <a:ext cx="9144" cy="6477000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1428" y="0"/>
            <a:ext cx="9144" cy="6477000"/>
          </a:xfrm>
          <a:prstGeom prst="rect">
            <a:avLst/>
          </a:prstGeom>
        </p:spPr>
      </p:pic>
      <p:pic>
        <p:nvPicPr>
          <p:cNvPr id="57" name="bg object 5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96228" y="0"/>
            <a:ext cx="9144" cy="6477000"/>
          </a:xfrm>
          <a:prstGeom prst="rect">
            <a:avLst/>
          </a:prstGeom>
        </p:spPr>
      </p:pic>
      <p:pic>
        <p:nvPicPr>
          <p:cNvPr id="58" name="bg object 5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01028" y="0"/>
            <a:ext cx="9144" cy="6477000"/>
          </a:xfrm>
          <a:prstGeom prst="rect">
            <a:avLst/>
          </a:prstGeom>
        </p:spPr>
      </p:pic>
      <p:pic>
        <p:nvPicPr>
          <p:cNvPr id="59" name="bg object 5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05828" y="0"/>
            <a:ext cx="9144" cy="6477000"/>
          </a:xfrm>
          <a:prstGeom prst="rect">
            <a:avLst/>
          </a:prstGeom>
        </p:spPr>
      </p:pic>
      <p:pic>
        <p:nvPicPr>
          <p:cNvPr id="60" name="bg object 6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10628" y="0"/>
            <a:ext cx="9144" cy="6477000"/>
          </a:xfrm>
          <a:prstGeom prst="rect">
            <a:avLst/>
          </a:prstGeom>
        </p:spPr>
      </p:pic>
      <p:pic>
        <p:nvPicPr>
          <p:cNvPr id="61" name="bg object 6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15428" y="0"/>
            <a:ext cx="9144" cy="6477000"/>
          </a:xfrm>
          <a:prstGeom prst="rect">
            <a:avLst/>
          </a:prstGeom>
        </p:spPr>
      </p:pic>
      <p:pic>
        <p:nvPicPr>
          <p:cNvPr id="62" name="bg 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20228" y="0"/>
            <a:ext cx="9144" cy="6477000"/>
          </a:xfrm>
          <a:prstGeom prst="rect">
            <a:avLst/>
          </a:prstGeom>
        </p:spPr>
      </p:pic>
      <p:pic>
        <p:nvPicPr>
          <p:cNvPr id="63" name="bg object 6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25028" y="0"/>
            <a:ext cx="9144" cy="6477000"/>
          </a:xfrm>
          <a:prstGeom prst="rect">
            <a:avLst/>
          </a:prstGeom>
        </p:spPr>
      </p:pic>
      <p:pic>
        <p:nvPicPr>
          <p:cNvPr id="64" name="bg object 6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29828" y="0"/>
            <a:ext cx="9144" cy="6477000"/>
          </a:xfrm>
          <a:prstGeom prst="rect">
            <a:avLst/>
          </a:prstGeom>
        </p:spPr>
      </p:pic>
      <p:pic>
        <p:nvPicPr>
          <p:cNvPr id="65" name="bg object 6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34628" y="0"/>
            <a:ext cx="9144" cy="6477000"/>
          </a:xfrm>
          <a:prstGeom prst="rect">
            <a:avLst/>
          </a:prstGeom>
        </p:spPr>
      </p:pic>
      <p:sp>
        <p:nvSpPr>
          <p:cNvPr id="66" name="bg object 66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7" name="bg object 67"/>
          <p:cNvSpPr/>
          <p:nvPr/>
        </p:nvSpPr>
        <p:spPr>
          <a:xfrm>
            <a:off x="414527" y="1037844"/>
            <a:ext cx="1784985" cy="2321560"/>
          </a:xfrm>
          <a:custGeom>
            <a:avLst/>
            <a:gdLst/>
            <a:ahLst/>
            <a:cxnLst/>
            <a:rect l="l" t="t" r="r" b="b"/>
            <a:pathLst>
              <a:path w="1784985" h="2321560">
                <a:moveTo>
                  <a:pt x="1784603" y="96011"/>
                </a:moveTo>
                <a:lnTo>
                  <a:pt x="0" y="96011"/>
                </a:lnTo>
              </a:path>
              <a:path w="1784985" h="2321560">
                <a:moveTo>
                  <a:pt x="193548" y="0"/>
                </a:moveTo>
                <a:lnTo>
                  <a:pt x="193548" y="2321052"/>
                </a:lnTo>
              </a:path>
            </a:pathLst>
          </a:custGeom>
          <a:ln w="9144">
            <a:solidFill>
              <a:srgbClr val="6E88F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pic>
        <p:nvPicPr>
          <p:cNvPr id="68" name="bg object 6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016" y="1030224"/>
            <a:ext cx="201168" cy="2026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380746"/>
            <a:ext cx="776731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8690" y="1155953"/>
            <a:ext cx="7742555" cy="1946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12/9/2022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187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52800" y="0"/>
            <a:ext cx="5791200" cy="152400"/>
          </a:xfrm>
          <a:custGeom>
            <a:avLst/>
            <a:gdLst/>
            <a:ahLst/>
            <a:cxnLst/>
            <a:rect l="l" t="t" r="r" b="b"/>
            <a:pathLst>
              <a:path w="5791200" h="152400">
                <a:moveTo>
                  <a:pt x="5791200" y="0"/>
                </a:moveTo>
                <a:lnTo>
                  <a:pt x="0" y="0"/>
                </a:lnTo>
                <a:lnTo>
                  <a:pt x="0" y="152400"/>
                </a:lnTo>
                <a:lnTo>
                  <a:pt x="5791200" y="152400"/>
                </a:lnTo>
                <a:lnTo>
                  <a:pt x="5791200" y="0"/>
                </a:lnTo>
                <a:close/>
              </a:path>
            </a:pathLst>
          </a:custGeom>
          <a:solidFill>
            <a:srgbClr val="CFDBFC"/>
          </a:solidFill>
        </p:spPr>
        <p:txBody>
          <a:bodyPr wrap="square" lIns="0" tIns="0" rIns="0" bIns="0" rtlCol="0"/>
          <a:lstStyle/>
          <a:p>
            <a:pPr defTabSz="801590"/>
            <a:endParaRPr>
              <a:solidFill>
                <a:prstClr val="black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0229"/>
            <a:ext cx="9144000" cy="9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5027"/>
            <a:ext cx="9144000" cy="9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09830"/>
            <a:ext cx="9144000" cy="91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4627"/>
            <a:ext cx="9144000" cy="9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19430"/>
            <a:ext cx="9144000" cy="91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24227"/>
            <a:ext cx="9144000" cy="91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9030"/>
            <a:ext cx="9144000" cy="91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33827"/>
            <a:ext cx="9144000" cy="91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38627"/>
            <a:ext cx="9144000" cy="91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3429"/>
            <a:ext cx="9144000" cy="91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48228"/>
            <a:ext cx="9144000" cy="91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3030"/>
            <a:ext cx="9144000" cy="91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57828"/>
            <a:ext cx="9144000" cy="91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62631"/>
            <a:ext cx="9144000" cy="91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67428"/>
            <a:ext cx="9144000" cy="91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72231"/>
            <a:ext cx="9144000" cy="914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177028"/>
            <a:ext cx="9144000" cy="914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81829"/>
            <a:ext cx="9144000" cy="914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86628"/>
            <a:ext cx="9144000" cy="914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91430"/>
            <a:ext cx="9144000" cy="9143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-54299" y="24865"/>
            <a:ext cx="9144000" cy="6858000"/>
            <a:chOff x="0" y="0"/>
            <a:chExt cx="9144000" cy="68580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96228"/>
              <a:ext cx="9144000" cy="91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839199" y="0"/>
              <a:ext cx="0" cy="2362200"/>
            </a:xfrm>
            <a:custGeom>
              <a:avLst/>
              <a:gdLst/>
              <a:ahLst/>
              <a:cxnLst/>
              <a:rect l="l" t="t" r="r" b="b"/>
              <a:pathLst>
                <a:path h="2362200">
                  <a:moveTo>
                    <a:pt x="0" y="0"/>
                  </a:moveTo>
                  <a:lnTo>
                    <a:pt x="0" y="236220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803147" y="886967"/>
              <a:ext cx="0" cy="2851785"/>
            </a:xfrm>
            <a:custGeom>
              <a:avLst/>
              <a:gdLst/>
              <a:ahLst/>
              <a:cxnLst/>
              <a:rect l="l" t="t" r="r" b="b"/>
              <a:pathLst>
                <a:path h="2851785">
                  <a:moveTo>
                    <a:pt x="0" y="0"/>
                  </a:moveTo>
                  <a:lnTo>
                    <a:pt x="0" y="2851404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571" y="3054095"/>
              <a:ext cx="5097780" cy="1905"/>
            </a:xfrm>
            <a:custGeom>
              <a:avLst/>
              <a:gdLst/>
              <a:ahLst/>
              <a:cxnLst/>
              <a:rect l="l" t="t" r="r" b="b"/>
              <a:pathLst>
                <a:path w="5097780" h="1905">
                  <a:moveTo>
                    <a:pt x="50977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09600" y="1488947"/>
              <a:ext cx="6050280" cy="1905"/>
            </a:xfrm>
            <a:custGeom>
              <a:avLst/>
              <a:gdLst/>
              <a:ahLst/>
              <a:cxnLst/>
              <a:rect l="l" t="t" r="r" b="b"/>
              <a:pathLst>
                <a:path w="6050280" h="1905">
                  <a:moveTo>
                    <a:pt x="60502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75132" y="1365503"/>
              <a:ext cx="250190" cy="248920"/>
            </a:xfrm>
            <a:custGeom>
              <a:avLst/>
              <a:gdLst/>
              <a:ahLst/>
              <a:cxnLst/>
              <a:rect l="l" t="t" r="r" b="b"/>
              <a:pathLst>
                <a:path w="250190" h="248919">
                  <a:moveTo>
                    <a:pt x="25" y="121412"/>
                  </a:moveTo>
                  <a:lnTo>
                    <a:pt x="0" y="122300"/>
                  </a:lnTo>
                  <a:lnTo>
                    <a:pt x="0" y="123317"/>
                  </a:lnTo>
                  <a:lnTo>
                    <a:pt x="0" y="124206"/>
                  </a:lnTo>
                  <a:lnTo>
                    <a:pt x="9819" y="172545"/>
                  </a:lnTo>
                  <a:lnTo>
                    <a:pt x="36599" y="212026"/>
                  </a:lnTo>
                  <a:lnTo>
                    <a:pt x="76322" y="238648"/>
                  </a:lnTo>
                  <a:lnTo>
                    <a:pt x="124968" y="248412"/>
                  </a:lnTo>
                  <a:lnTo>
                    <a:pt x="173608" y="238648"/>
                  </a:lnTo>
                  <a:lnTo>
                    <a:pt x="213331" y="212026"/>
                  </a:lnTo>
                  <a:lnTo>
                    <a:pt x="240114" y="172545"/>
                  </a:lnTo>
                  <a:lnTo>
                    <a:pt x="249936" y="124206"/>
                  </a:lnTo>
                  <a:lnTo>
                    <a:pt x="240380" y="76491"/>
                  </a:lnTo>
                  <a:lnTo>
                    <a:pt x="214261" y="37290"/>
                  </a:lnTo>
                  <a:lnTo>
                    <a:pt x="175398" y="10495"/>
                  </a:lnTo>
                  <a:lnTo>
                    <a:pt x="127609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50007" y="3098292"/>
              <a:ext cx="6044565" cy="2877820"/>
            </a:xfrm>
            <a:custGeom>
              <a:avLst/>
              <a:gdLst/>
              <a:ahLst/>
              <a:cxnLst/>
              <a:rect l="l" t="t" r="r" b="b"/>
              <a:pathLst>
                <a:path w="6044565" h="2877820">
                  <a:moveTo>
                    <a:pt x="0" y="2365248"/>
                  </a:moveTo>
                  <a:lnTo>
                    <a:pt x="6044184" y="2365248"/>
                  </a:lnTo>
                </a:path>
                <a:path w="6044565" h="2877820">
                  <a:moveTo>
                    <a:pt x="5861304" y="0"/>
                  </a:moveTo>
                  <a:lnTo>
                    <a:pt x="5861304" y="287731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090915" y="5314188"/>
              <a:ext cx="248920" cy="247015"/>
            </a:xfrm>
            <a:custGeom>
              <a:avLst/>
              <a:gdLst/>
              <a:ahLst/>
              <a:cxnLst/>
              <a:rect l="l" t="t" r="r" b="b"/>
              <a:pathLst>
                <a:path w="248920" h="247014">
                  <a:moveTo>
                    <a:pt x="248411" y="120650"/>
                  </a:moveTo>
                  <a:lnTo>
                    <a:pt x="248411" y="121539"/>
                  </a:lnTo>
                  <a:lnTo>
                    <a:pt x="248411" y="122555"/>
                  </a:lnTo>
                  <a:lnTo>
                    <a:pt x="248411" y="123443"/>
                  </a:lnTo>
                  <a:lnTo>
                    <a:pt x="238648" y="171503"/>
                  </a:lnTo>
                  <a:lnTo>
                    <a:pt x="212026" y="210740"/>
                  </a:lnTo>
                  <a:lnTo>
                    <a:pt x="172545" y="237190"/>
                  </a:lnTo>
                  <a:lnTo>
                    <a:pt x="124205" y="246887"/>
                  </a:lnTo>
                  <a:lnTo>
                    <a:pt x="75866" y="237190"/>
                  </a:lnTo>
                  <a:lnTo>
                    <a:pt x="36385" y="210740"/>
                  </a:lnTo>
                  <a:lnTo>
                    <a:pt x="9763" y="171503"/>
                  </a:lnTo>
                  <a:lnTo>
                    <a:pt x="0" y="123443"/>
                  </a:lnTo>
                  <a:lnTo>
                    <a:pt x="9489" y="76009"/>
                  </a:lnTo>
                  <a:lnTo>
                    <a:pt x="35432" y="37052"/>
                  </a:lnTo>
                  <a:lnTo>
                    <a:pt x="74044" y="10429"/>
                  </a:lnTo>
                  <a:lnTo>
                    <a:pt x="121538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1069647" y="1542034"/>
            <a:ext cx="7091429" cy="1243927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7">
              <a:spcBef>
                <a:spcPts val="100"/>
              </a:spcBef>
            </a:pPr>
            <a:r>
              <a:rPr lang="fr-FR" sz="4000" spc="-20" dirty="0">
                <a:latin typeface="Arial Black"/>
                <a:cs typeface="Arial Black"/>
              </a:rPr>
              <a:t>STRUCTURES</a:t>
            </a:r>
            <a:r>
              <a:rPr lang="fr-FR" sz="4000" spc="35" dirty="0">
                <a:latin typeface="Arial Black"/>
                <a:cs typeface="Arial Black"/>
              </a:rPr>
              <a:t> </a:t>
            </a:r>
            <a:r>
              <a:rPr lang="fr-FR" sz="4000" spc="-5" dirty="0">
                <a:latin typeface="Arial Black"/>
                <a:cs typeface="Arial Black"/>
              </a:rPr>
              <a:t>DE </a:t>
            </a:r>
            <a:r>
              <a:rPr lang="fr-FR" sz="4000" dirty="0">
                <a:latin typeface="Arial Black"/>
                <a:cs typeface="Arial Black"/>
              </a:rPr>
              <a:t> </a:t>
            </a:r>
            <a:r>
              <a:rPr lang="fr-FR" sz="4000" spc="-10" dirty="0">
                <a:latin typeface="Arial Black"/>
                <a:cs typeface="Arial Black"/>
              </a:rPr>
              <a:t>DONNEES</a:t>
            </a:r>
            <a:r>
              <a:rPr lang="fr-FR" sz="4000" spc="-35" dirty="0">
                <a:latin typeface="Arial Black"/>
                <a:cs typeface="Arial Black"/>
              </a:rPr>
              <a:t> </a:t>
            </a:r>
            <a:r>
              <a:rPr lang="fr-FR" sz="4000" spc="-20" dirty="0">
                <a:latin typeface="Arial Black"/>
                <a:cs typeface="Arial Black"/>
              </a:rPr>
              <a:t>DYNAMIQUES</a:t>
            </a:r>
            <a:endParaRPr sz="4000" b="1" dirty="0"/>
          </a:p>
        </p:txBody>
      </p:sp>
      <p:sp>
        <p:nvSpPr>
          <p:cNvPr id="37" name="object 37"/>
          <p:cNvSpPr txBox="1"/>
          <p:nvPr/>
        </p:nvSpPr>
        <p:spPr>
          <a:xfrm>
            <a:off x="8231123" y="6433735"/>
            <a:ext cx="173990" cy="237396"/>
          </a:xfrm>
          <a:prstGeom prst="rect">
            <a:avLst/>
          </a:prstGeom>
        </p:spPr>
        <p:txBody>
          <a:bodyPr vert="horz" wrap="square" lIns="0" tIns="13331" rIns="0" bIns="0" rtlCol="0">
            <a:spAutoFit/>
          </a:bodyPr>
          <a:lstStyle/>
          <a:p>
            <a:pPr marL="38089" defTabSz="801590"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pPr marL="38089" defTabSz="801590">
                <a:spcBef>
                  <a:spcPts val="105"/>
                </a:spcBef>
              </a:pPr>
              <a:t>1</a:t>
            </a:fld>
            <a:endParaRPr sz="14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05456" y="5565140"/>
            <a:ext cx="4013835" cy="566178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7" algn="ctr" defTabSz="801590">
              <a:spcBef>
                <a:spcPts val="95"/>
              </a:spcBef>
            </a:pPr>
            <a:r>
              <a:rPr spc="-5" dirty="0" err="1">
                <a:solidFill>
                  <a:srgbClr val="40458B"/>
                </a:solidFill>
                <a:latin typeface="Tahoma"/>
                <a:cs typeface="Tahoma"/>
              </a:rPr>
              <a:t>Année</a:t>
            </a:r>
            <a:r>
              <a:rPr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lang="fr-FR" spc="-10" dirty="0">
                <a:solidFill>
                  <a:srgbClr val="40458B"/>
                </a:solidFill>
                <a:latin typeface="Tahoma"/>
                <a:cs typeface="Tahoma"/>
              </a:rPr>
              <a:t>U</a:t>
            </a:r>
            <a:r>
              <a:rPr spc="-10" dirty="0" err="1">
                <a:solidFill>
                  <a:srgbClr val="40458B"/>
                </a:solidFill>
                <a:latin typeface="Tahoma"/>
                <a:cs typeface="Tahoma"/>
              </a:rPr>
              <a:t>niversitaire</a:t>
            </a:r>
            <a:r>
              <a:rPr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20</a:t>
            </a:r>
            <a:r>
              <a:rPr lang="fr-FR" spc="-5" dirty="0">
                <a:solidFill>
                  <a:srgbClr val="40458B"/>
                </a:solidFill>
                <a:latin typeface="Tahoma"/>
                <a:cs typeface="Tahoma"/>
              </a:rPr>
              <a:t>22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/20</a:t>
            </a:r>
            <a:r>
              <a:rPr lang="fr-FR" spc="-5" dirty="0">
                <a:solidFill>
                  <a:srgbClr val="40458B"/>
                </a:solidFill>
                <a:latin typeface="Tahoma"/>
                <a:cs typeface="Tahoma"/>
              </a:rPr>
              <a:t>23</a:t>
            </a:r>
            <a:r>
              <a:rPr dirty="0" smtClean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–</a:t>
            </a:r>
            <a:r>
              <a:rPr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458B"/>
                </a:solidFill>
                <a:latin typeface="Tahoma"/>
                <a:cs typeface="Tahoma"/>
              </a:rPr>
              <a:t>Semestre</a:t>
            </a:r>
            <a:r>
              <a:rPr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endParaRPr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33"/>
          <p:cNvSpPr txBox="1">
            <a:spLocks/>
          </p:cNvSpPr>
          <p:nvPr/>
        </p:nvSpPr>
        <p:spPr>
          <a:xfrm>
            <a:off x="3547400" y="4282670"/>
            <a:ext cx="3013944" cy="643763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>
            <a:lvl1pPr>
              <a:defRPr sz="4100" b="1" i="0">
                <a:solidFill>
                  <a:srgbClr val="660066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697" defTabSz="801590">
              <a:spcBef>
                <a:spcPts val="100"/>
              </a:spcBef>
            </a:pPr>
            <a:r>
              <a:rPr lang="fr-FR" spc="-5" dirty="0" smtClean="0"/>
              <a:t>CHAP:8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370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767195"/>
            <a:chOff x="0" y="0"/>
            <a:chExt cx="9144000" cy="67671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7669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85787" y="1214361"/>
              <a:ext cx="7715250" cy="5417185"/>
            </a:xfrm>
            <a:custGeom>
              <a:avLst/>
              <a:gdLst/>
              <a:ahLst/>
              <a:cxnLst/>
              <a:rect l="l" t="t" r="r" b="b"/>
              <a:pathLst>
                <a:path w="7715250" h="5417184">
                  <a:moveTo>
                    <a:pt x="7715250" y="0"/>
                  </a:moveTo>
                  <a:lnTo>
                    <a:pt x="0" y="0"/>
                  </a:lnTo>
                  <a:lnTo>
                    <a:pt x="0" y="5416931"/>
                  </a:lnTo>
                  <a:lnTo>
                    <a:pt x="7715250" y="5416931"/>
                  </a:lnTo>
                  <a:lnTo>
                    <a:pt x="7715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64819" y="1227785"/>
            <a:ext cx="7560309" cy="493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maitriser</a:t>
            </a:r>
            <a:r>
              <a:rPr sz="2400" spc="12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 </a:t>
            </a:r>
            <a:r>
              <a:rPr sz="2400" spc="1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définition</a:t>
            </a:r>
            <a:r>
              <a:rPr sz="2400" spc="128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</a:t>
            </a:r>
            <a:r>
              <a:rPr sz="2400" spc="126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 </a:t>
            </a:r>
            <a:r>
              <a:rPr sz="2400" spc="1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manipulation</a:t>
            </a:r>
            <a:r>
              <a:rPr sz="2400" spc="12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12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certains</a:t>
            </a: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structures</a:t>
            </a:r>
            <a:r>
              <a:rPr sz="24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spc="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données</a:t>
            </a:r>
            <a:r>
              <a:rPr sz="2400" spc="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dynamiques.</a:t>
            </a: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I.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Introduction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605"/>
              </a:spcBef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Le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but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cette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leçon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c’est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AF50"/>
                </a:solidFill>
                <a:latin typeface="Calibri"/>
                <a:cs typeface="Calibri"/>
              </a:rPr>
              <a:t>gérer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un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 ensemble</a:t>
            </a:r>
            <a:r>
              <a:rPr sz="2400" spc="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fini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d'éléments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dont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nombre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varie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au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cours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l'exécution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du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programme.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Les éléments de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cet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ensemble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peuvent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être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différentes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sortes: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nombres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entiers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ou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réel,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caractères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objets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informatiques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plus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complexes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comme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identificateurs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processus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expressions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arithmétiques.</a:t>
            </a:r>
            <a:endParaRPr sz="2400">
              <a:latin typeface="Calibri"/>
              <a:cs typeface="Calibri"/>
            </a:endParaRPr>
          </a:p>
          <a:p>
            <a:pPr marL="12700" marR="8255" algn="just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s’intéressera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pas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aux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éléments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l'ensemble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question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mais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aux</a:t>
            </a:r>
            <a:r>
              <a:rPr sz="24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opérations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l'on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autoriser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ensemble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sont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suivantes: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4349" y="428650"/>
            <a:ext cx="2857500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10" dirty="0"/>
              <a:t>Objectif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01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1474" y="428650"/>
            <a:ext cx="3500754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I.</a:t>
            </a:r>
            <a:r>
              <a:rPr spc="-25" dirty="0"/>
              <a:t> </a:t>
            </a:r>
            <a:r>
              <a:rPr spc="-10" dirty="0"/>
              <a:t>Introduction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85787" y="1285905"/>
            <a:ext cx="7799705" cy="5494020"/>
            <a:chOff x="785787" y="1285905"/>
            <a:chExt cx="7799705" cy="5494020"/>
          </a:xfrm>
        </p:grpSpPr>
        <p:sp>
          <p:nvSpPr>
            <p:cNvPr id="5" name="object 5"/>
            <p:cNvSpPr/>
            <p:nvPr/>
          </p:nvSpPr>
          <p:spPr>
            <a:xfrm>
              <a:off x="8286750" y="6357962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285749"/>
                  </a:moveTo>
                  <a:lnTo>
                    <a:pt x="285750" y="285749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28574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5787" y="1285905"/>
              <a:ext cx="7787005" cy="5494020"/>
            </a:xfrm>
            <a:custGeom>
              <a:avLst/>
              <a:gdLst/>
              <a:ahLst/>
              <a:cxnLst/>
              <a:rect l="l" t="t" r="r" b="b"/>
              <a:pathLst>
                <a:path w="7787005" h="5494020">
                  <a:moveTo>
                    <a:pt x="7786751" y="0"/>
                  </a:moveTo>
                  <a:lnTo>
                    <a:pt x="0" y="0"/>
                  </a:lnTo>
                  <a:lnTo>
                    <a:pt x="0" y="5493766"/>
                  </a:lnTo>
                  <a:lnTo>
                    <a:pt x="7786751" y="5493766"/>
                  </a:lnTo>
                  <a:lnTo>
                    <a:pt x="7786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4819" y="1299464"/>
            <a:ext cx="7630159" cy="5010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835" indent="-24257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Font typeface="Arial MT"/>
              <a:buChar char="•"/>
              <a:tabLst>
                <a:tab pos="711835" algn="l"/>
                <a:tab pos="712470" algn="l"/>
              </a:tabLst>
            </a:pPr>
            <a:r>
              <a:rPr sz="2400" i="1" spc="-15" dirty="0">
                <a:solidFill>
                  <a:srgbClr val="C00000"/>
                </a:solidFill>
                <a:latin typeface="Calibri"/>
                <a:cs typeface="Calibri"/>
              </a:rPr>
              <a:t>tester</a:t>
            </a:r>
            <a:r>
              <a:rPr sz="2400" i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si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l'ensemble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est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vide.</a:t>
            </a:r>
            <a:endParaRPr sz="2400" dirty="0">
              <a:latin typeface="Calibri"/>
              <a:cs typeface="Calibri"/>
            </a:endParaRPr>
          </a:p>
          <a:p>
            <a:pPr marL="711835" indent="-242570">
              <a:lnSpc>
                <a:spcPct val="100000"/>
              </a:lnSpc>
              <a:buClr>
                <a:srgbClr val="1F487C"/>
              </a:buClr>
              <a:buFont typeface="Arial MT"/>
              <a:buChar char="•"/>
              <a:tabLst>
                <a:tab pos="711835" algn="l"/>
                <a:tab pos="712470" algn="l"/>
              </a:tabLst>
            </a:pPr>
            <a:r>
              <a:rPr sz="2400" i="1" spc="-5" dirty="0">
                <a:solidFill>
                  <a:srgbClr val="C00000"/>
                </a:solidFill>
                <a:latin typeface="Calibri"/>
                <a:cs typeface="Calibri"/>
              </a:rPr>
              <a:t>ajouter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l'élément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x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l'ensemble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E.</a:t>
            </a:r>
            <a:endParaRPr sz="2400" dirty="0">
              <a:latin typeface="Calibri"/>
              <a:cs typeface="Calibri"/>
            </a:endParaRPr>
          </a:p>
          <a:p>
            <a:pPr marL="711835" indent="-242570">
              <a:lnSpc>
                <a:spcPct val="100000"/>
              </a:lnSpc>
              <a:buClr>
                <a:srgbClr val="1F487C"/>
              </a:buClr>
              <a:buFont typeface="Arial MT"/>
              <a:buChar char="•"/>
              <a:tabLst>
                <a:tab pos="711835" algn="l"/>
                <a:tab pos="712470" algn="l"/>
              </a:tabLst>
            </a:pPr>
            <a:r>
              <a:rPr sz="2400" i="1" dirty="0">
                <a:solidFill>
                  <a:srgbClr val="C00000"/>
                </a:solidFill>
                <a:latin typeface="Calibri"/>
                <a:cs typeface="Calibri"/>
              </a:rPr>
              <a:t>vérifier</a:t>
            </a:r>
            <a:r>
              <a:rPr sz="2400" i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si l'élément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x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appartient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l'ensemble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endParaRPr sz="2400" dirty="0">
              <a:latin typeface="Calibri"/>
              <a:cs typeface="Calibri"/>
            </a:endParaRPr>
          </a:p>
          <a:p>
            <a:pPr marL="711835" indent="-242570">
              <a:lnSpc>
                <a:spcPct val="100000"/>
              </a:lnSpc>
              <a:buClr>
                <a:srgbClr val="1F487C"/>
              </a:buClr>
              <a:buFont typeface="Arial MT"/>
              <a:buChar char="•"/>
              <a:tabLst>
                <a:tab pos="711835" algn="l"/>
                <a:tab pos="712470" algn="l"/>
              </a:tabLst>
            </a:pPr>
            <a:r>
              <a:rPr sz="2400" i="1" spc="-5" dirty="0">
                <a:solidFill>
                  <a:srgbClr val="C00000"/>
                </a:solidFill>
                <a:latin typeface="Calibri"/>
                <a:cs typeface="Calibri"/>
              </a:rPr>
              <a:t>supprimer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l'élément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x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l'ensemble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E.</a:t>
            </a:r>
            <a:endParaRPr sz="2400" dirty="0">
              <a:latin typeface="Calibri"/>
              <a:cs typeface="Calibri"/>
            </a:endParaRPr>
          </a:p>
          <a:p>
            <a:pPr marL="12700" marR="5715" algn="just">
              <a:lnSpc>
                <a:spcPct val="100000"/>
              </a:lnSpc>
              <a:spcBef>
                <a:spcPts val="600"/>
              </a:spcBef>
            </a:pP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Cette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gestion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ensembles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doit,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pour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être</a:t>
            </a:r>
            <a:r>
              <a:rPr sz="2400" spc="5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efficace,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répondre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deux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critères parfois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contradictoires: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minimum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d'espace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mémoire utilisé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 un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minimum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d’instructions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pour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réaliser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opération.</a:t>
            </a:r>
            <a:endParaRPr sz="24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605"/>
              </a:spcBef>
            </a:pP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II.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Les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variables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dynamiques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  <a:tabLst>
                <a:tab pos="692150" algn="l"/>
                <a:tab pos="1850389" algn="l"/>
                <a:tab pos="3025775" algn="l"/>
                <a:tab pos="3568065" algn="l"/>
                <a:tab pos="5238750" algn="l"/>
                <a:tab pos="5824220" algn="l"/>
                <a:tab pos="6337935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jusqu‘ici,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nous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avons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utilisé des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variables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dites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«</a:t>
            </a:r>
            <a:r>
              <a:rPr sz="2400" spc="-10" smtClean="0">
                <a:solidFill>
                  <a:srgbClr val="00AF50"/>
                </a:solidFill>
                <a:latin typeface="Calibri"/>
                <a:cs typeface="Calibri"/>
              </a:rPr>
              <a:t>statiques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»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Une	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v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aria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b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ta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tique	e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	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éri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ée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r	les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opri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é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és 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suivantes:</a:t>
            </a:r>
            <a:endParaRPr sz="2400" dirty="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-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elle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est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déclarée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en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tête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du bloc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elle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est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utilisée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01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4349" y="357149"/>
            <a:ext cx="70008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II.</a:t>
            </a:r>
            <a:r>
              <a:rPr dirty="0"/>
              <a:t> </a:t>
            </a:r>
            <a:r>
              <a:rPr spc="-5" dirty="0"/>
              <a:t>Les</a:t>
            </a:r>
            <a:r>
              <a:rPr spc="-10" dirty="0"/>
              <a:t> variables</a:t>
            </a:r>
            <a:r>
              <a:rPr spc="35" dirty="0"/>
              <a:t> </a:t>
            </a:r>
            <a:r>
              <a:rPr spc="-10" dirty="0"/>
              <a:t>dynamiques</a:t>
            </a:r>
          </a:p>
        </p:txBody>
      </p:sp>
      <p:sp>
        <p:nvSpPr>
          <p:cNvPr id="4" name="object 4"/>
          <p:cNvSpPr/>
          <p:nvPr/>
        </p:nvSpPr>
        <p:spPr>
          <a:xfrm>
            <a:off x="928662" y="1285905"/>
            <a:ext cx="7644130" cy="5494020"/>
          </a:xfrm>
          <a:custGeom>
            <a:avLst/>
            <a:gdLst/>
            <a:ahLst/>
            <a:cxnLst/>
            <a:rect l="l" t="t" r="r" b="b"/>
            <a:pathLst>
              <a:path w="7644130" h="5494020">
                <a:moveTo>
                  <a:pt x="7643876" y="0"/>
                </a:moveTo>
                <a:lnTo>
                  <a:pt x="0" y="0"/>
                </a:lnTo>
                <a:lnTo>
                  <a:pt x="0" y="5493766"/>
                </a:lnTo>
                <a:lnTo>
                  <a:pt x="7643876" y="5493766"/>
                </a:lnTo>
                <a:lnTo>
                  <a:pt x="76438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7465" y="1299464"/>
            <a:ext cx="7487920" cy="5010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-elle</a:t>
            </a:r>
            <a:r>
              <a:rPr sz="2400" spc="6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occupe</a:t>
            </a:r>
            <a:r>
              <a:rPr sz="2400" spc="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un</a:t>
            </a:r>
            <a:r>
              <a:rPr sz="2400" spc="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espace</a:t>
            </a:r>
            <a:r>
              <a:rPr sz="24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mémoire</a:t>
            </a:r>
            <a:r>
              <a:rPr sz="2400" spc="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dont</a:t>
            </a:r>
            <a:r>
              <a:rPr sz="2400" spc="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la</a:t>
            </a:r>
            <a:r>
              <a:rPr sz="2400" spc="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taille</a:t>
            </a:r>
            <a:r>
              <a:rPr sz="2400" spc="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AF50"/>
                </a:solidFill>
                <a:latin typeface="Calibri"/>
                <a:cs typeface="Calibri"/>
              </a:rPr>
              <a:t>est</a:t>
            </a:r>
            <a:r>
              <a:rPr sz="2400" spc="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AF50"/>
                </a:solidFill>
                <a:latin typeface="Calibri"/>
                <a:cs typeface="Calibri"/>
              </a:rPr>
              <a:t>fixée</a:t>
            </a:r>
            <a:r>
              <a:rPr sz="2400" spc="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dés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pour qu'on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y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place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ses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valeurs.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L‘accès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valeur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fait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par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nom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variable.</a:t>
            </a:r>
            <a:endParaRPr sz="2400">
              <a:latin typeface="Calibri"/>
              <a:cs typeface="Calibri"/>
            </a:endParaRPr>
          </a:p>
          <a:p>
            <a:pPr marL="12700" marR="635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Au</a:t>
            </a:r>
            <a:r>
              <a:rPr sz="2400" spc="3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contraire,</a:t>
            </a:r>
            <a:r>
              <a:rPr sz="2400" spc="3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spc="3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variable</a:t>
            </a:r>
            <a:r>
              <a:rPr sz="2400" spc="3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dynamique</a:t>
            </a:r>
            <a:r>
              <a:rPr sz="2400" spc="36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3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caractérisée</a:t>
            </a:r>
            <a:r>
              <a:rPr sz="2400" spc="36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propriétés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suivantes:</a:t>
            </a:r>
            <a:endParaRPr sz="2400">
              <a:latin typeface="Calibri"/>
              <a:cs typeface="Calibri"/>
            </a:endParaRPr>
          </a:p>
          <a:p>
            <a:pPr marL="192405" marR="5715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-elle</a:t>
            </a:r>
            <a:r>
              <a:rPr sz="2400" spc="19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peut</a:t>
            </a:r>
            <a:r>
              <a:rPr sz="2400" spc="19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être</a:t>
            </a:r>
            <a:r>
              <a:rPr sz="2400" spc="19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crée</a:t>
            </a:r>
            <a:r>
              <a:rPr sz="2400" spc="2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et</a:t>
            </a:r>
            <a:r>
              <a:rPr sz="2400" spc="18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détruite</a:t>
            </a:r>
            <a:r>
              <a:rPr sz="2400" spc="18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au</a:t>
            </a:r>
            <a:r>
              <a:rPr sz="2400" spc="18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cours</a:t>
            </a:r>
            <a:r>
              <a:rPr sz="2400" spc="19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19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l'exécution</a:t>
            </a:r>
            <a:r>
              <a:rPr sz="2400" spc="1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du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bloc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laquelle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elle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déclarée.</a:t>
            </a:r>
            <a:endParaRPr sz="2400">
              <a:latin typeface="Calibri"/>
              <a:cs typeface="Calibri"/>
            </a:endParaRPr>
          </a:p>
          <a:p>
            <a:pPr marL="19240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-l'espace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mémoire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rendu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libre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peut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être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récupéré.</a:t>
            </a:r>
            <a:endParaRPr sz="2400">
              <a:latin typeface="Calibri"/>
              <a:cs typeface="Calibri"/>
            </a:endParaRPr>
          </a:p>
          <a:p>
            <a:pPr marL="192405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-l‘accès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valeur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fait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un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 pointeur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II.1-Variable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pointeur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et</a:t>
            </a:r>
            <a:r>
              <a:rPr sz="2400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variable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pointée</a:t>
            </a:r>
            <a:endParaRPr sz="2400">
              <a:latin typeface="Calibri"/>
              <a:cs typeface="Calibri"/>
            </a:endParaRPr>
          </a:p>
          <a:p>
            <a:pPr marL="12700" marR="5715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Un</a:t>
            </a:r>
            <a:r>
              <a:rPr sz="2400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pointeur</a:t>
            </a:r>
            <a:r>
              <a:rPr sz="2400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400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spc="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variable</a:t>
            </a:r>
            <a:r>
              <a:rPr sz="2400" spc="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statique</a:t>
            </a:r>
            <a:r>
              <a:rPr sz="2400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dont</a:t>
            </a:r>
            <a:r>
              <a:rPr sz="2400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valeurs</a:t>
            </a:r>
            <a:r>
              <a:rPr sz="2400" spc="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sont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des</a:t>
            </a:r>
            <a:r>
              <a:rPr sz="24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adresses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Une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variable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dynamique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pointé</a:t>
            </a:r>
            <a:r>
              <a:rPr sz="24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sera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noté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P^</a:t>
            </a:r>
            <a:endParaRPr sz="2400">
              <a:latin typeface="Calibri"/>
              <a:cs typeface="Calibri"/>
            </a:endParaRPr>
          </a:p>
          <a:p>
            <a:pPr marL="19240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-Le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type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la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variable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AF50"/>
                </a:solidFill>
                <a:latin typeface="Calibri"/>
                <a:cs typeface="Calibri"/>
              </a:rPr>
              <a:t>pointé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appelée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type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base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015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14349" y="857235"/>
            <a:ext cx="8215630" cy="6002020"/>
          </a:xfrm>
          <a:custGeom>
            <a:avLst/>
            <a:gdLst/>
            <a:ahLst/>
            <a:cxnLst/>
            <a:rect l="l" t="t" r="r" b="b"/>
            <a:pathLst>
              <a:path w="8215630" h="6002020">
                <a:moveTo>
                  <a:pt x="8215376" y="0"/>
                </a:moveTo>
                <a:lnTo>
                  <a:pt x="0" y="0"/>
                </a:lnTo>
                <a:lnTo>
                  <a:pt x="0" y="6001639"/>
                </a:lnTo>
                <a:lnTo>
                  <a:pt x="8215376" y="6001639"/>
                </a:lnTo>
                <a:lnTo>
                  <a:pt x="82153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3191" y="870584"/>
            <a:ext cx="1077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2400" spc="-55" dirty="0">
                <a:solidFill>
                  <a:srgbClr val="6F2F9F"/>
                </a:solidFill>
                <a:latin typeface="Calibri"/>
                <a:cs typeface="Calibri"/>
              </a:rPr>
              <a:t>x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2400" spc="5" dirty="0">
                <a:solidFill>
                  <a:srgbClr val="6F2F9F"/>
                </a:solidFill>
                <a:latin typeface="Calibri"/>
                <a:cs typeface="Calibri"/>
              </a:rPr>
              <a:t>m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ple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La</a:t>
            </a:r>
            <a:r>
              <a:rPr spc="210" dirty="0"/>
              <a:t> </a:t>
            </a:r>
            <a:r>
              <a:rPr spc="-5" dirty="0"/>
              <a:t>variable</a:t>
            </a:r>
            <a:r>
              <a:rPr spc="220" dirty="0"/>
              <a:t> </a:t>
            </a:r>
            <a:r>
              <a:rPr spc="-10" dirty="0"/>
              <a:t>pointeur</a:t>
            </a:r>
            <a:r>
              <a:rPr spc="220" dirty="0"/>
              <a:t> </a:t>
            </a:r>
            <a:r>
              <a:rPr dirty="0">
                <a:solidFill>
                  <a:srgbClr val="C00000"/>
                </a:solidFill>
              </a:rPr>
              <a:t>P</a:t>
            </a:r>
            <a:r>
              <a:rPr spc="204" dirty="0">
                <a:solidFill>
                  <a:srgbClr val="C00000"/>
                </a:solidFill>
              </a:rPr>
              <a:t> </a:t>
            </a:r>
            <a:r>
              <a:rPr dirty="0"/>
              <a:t>à</a:t>
            </a:r>
            <a:r>
              <a:rPr spc="215" dirty="0"/>
              <a:t> </a:t>
            </a:r>
            <a:r>
              <a:rPr spc="-5" dirty="0"/>
              <a:t>pour</a:t>
            </a:r>
            <a:r>
              <a:rPr spc="210" dirty="0"/>
              <a:t> </a:t>
            </a:r>
            <a:r>
              <a:rPr spc="-10" dirty="0"/>
              <a:t>valeur</a:t>
            </a:r>
            <a:r>
              <a:rPr spc="225" dirty="0"/>
              <a:t> </a:t>
            </a:r>
            <a:r>
              <a:rPr spc="-10" dirty="0">
                <a:solidFill>
                  <a:srgbClr val="00AF50"/>
                </a:solidFill>
              </a:rPr>
              <a:t>43</a:t>
            </a:r>
            <a:r>
              <a:rPr spc="-10" dirty="0"/>
              <a:t>.</a:t>
            </a:r>
            <a:r>
              <a:rPr spc="204" dirty="0"/>
              <a:t> </a:t>
            </a:r>
            <a:r>
              <a:rPr spc="-5" dirty="0"/>
              <a:t>Elle</a:t>
            </a:r>
            <a:r>
              <a:rPr spc="229" dirty="0"/>
              <a:t> </a:t>
            </a:r>
            <a:r>
              <a:rPr spc="-15" dirty="0"/>
              <a:t>pointe</a:t>
            </a:r>
            <a:r>
              <a:rPr spc="215" dirty="0"/>
              <a:t> </a:t>
            </a:r>
            <a:r>
              <a:rPr spc="-5" dirty="0"/>
              <a:t>sur</a:t>
            </a:r>
            <a:r>
              <a:rPr spc="210" dirty="0"/>
              <a:t> </a:t>
            </a:r>
            <a:r>
              <a:rPr spc="-25" dirty="0"/>
              <a:t>l’espace </a:t>
            </a:r>
            <a:r>
              <a:rPr spc="-525" dirty="0"/>
              <a:t> </a:t>
            </a:r>
            <a:r>
              <a:rPr spc="-10" dirty="0"/>
              <a:t>mémoire</a:t>
            </a:r>
            <a:r>
              <a:rPr spc="-15" dirty="0"/>
              <a:t> </a:t>
            </a:r>
            <a:r>
              <a:rPr spc="-5" dirty="0">
                <a:solidFill>
                  <a:srgbClr val="C00000"/>
                </a:solidFill>
              </a:rPr>
              <a:t>P^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spc="-10" dirty="0"/>
              <a:t>d'adresse</a:t>
            </a:r>
            <a:r>
              <a:rPr spc="5" dirty="0"/>
              <a:t> </a:t>
            </a:r>
            <a:r>
              <a:rPr spc="-5" dirty="0">
                <a:solidFill>
                  <a:srgbClr val="00AF50"/>
                </a:solidFill>
              </a:rPr>
              <a:t>43 </a:t>
            </a:r>
            <a:r>
              <a:rPr spc="-10" dirty="0"/>
              <a:t>dont</a:t>
            </a:r>
            <a:r>
              <a:rPr spc="-5" dirty="0"/>
              <a:t> </a:t>
            </a:r>
            <a:r>
              <a:rPr dirty="0"/>
              <a:t>le</a:t>
            </a:r>
            <a:r>
              <a:rPr spc="5" dirty="0"/>
              <a:t> </a:t>
            </a:r>
            <a:r>
              <a:rPr spc="-15" dirty="0"/>
              <a:t>contenu</a:t>
            </a:r>
            <a:r>
              <a:rPr spc="-5" dirty="0"/>
              <a:t> </a:t>
            </a:r>
            <a:r>
              <a:rPr spc="-10" dirty="0"/>
              <a:t>est </a:t>
            </a:r>
            <a:r>
              <a:rPr dirty="0"/>
              <a:t>la</a:t>
            </a:r>
            <a:r>
              <a:rPr spc="-15" dirty="0"/>
              <a:t> </a:t>
            </a:r>
            <a:r>
              <a:rPr dirty="0"/>
              <a:t>chaine"</a:t>
            </a:r>
            <a:r>
              <a:rPr spc="-5" dirty="0"/>
              <a:t> </a:t>
            </a:r>
            <a:r>
              <a:rPr spc="-30" dirty="0">
                <a:solidFill>
                  <a:srgbClr val="00AF50"/>
                </a:solidFill>
              </a:rPr>
              <a:t>Tunis</a:t>
            </a:r>
            <a:r>
              <a:rPr spc="-30" dirty="0"/>
              <a:t>" </a:t>
            </a:r>
            <a:r>
              <a:rPr spc="-25" dirty="0"/>
              <a:t> </a:t>
            </a:r>
            <a:r>
              <a:rPr spc="-10" dirty="0"/>
              <a:t>L'algorithme</a:t>
            </a:r>
            <a:r>
              <a:rPr spc="-20" dirty="0"/>
              <a:t> </a:t>
            </a:r>
            <a:r>
              <a:rPr spc="-15" dirty="0"/>
              <a:t>suivant</a:t>
            </a:r>
            <a:r>
              <a:rPr spc="10" dirty="0"/>
              <a:t> </a:t>
            </a:r>
            <a:r>
              <a:rPr spc="-5" dirty="0"/>
              <a:t>permet</a:t>
            </a:r>
            <a:r>
              <a:rPr spc="-25" dirty="0"/>
              <a:t> </a:t>
            </a:r>
            <a:r>
              <a:rPr spc="-5" dirty="0"/>
              <a:t>de</a:t>
            </a:r>
            <a:r>
              <a:rPr spc="5" dirty="0"/>
              <a:t> </a:t>
            </a:r>
            <a:r>
              <a:rPr spc="-5" dirty="0"/>
              <a:t>créer</a:t>
            </a:r>
            <a:r>
              <a:rPr spc="-10" dirty="0"/>
              <a:t> </a:t>
            </a:r>
            <a:r>
              <a:rPr spc="-5" dirty="0"/>
              <a:t>et </a:t>
            </a:r>
            <a:r>
              <a:rPr dirty="0"/>
              <a:t>initialiser</a:t>
            </a:r>
            <a:r>
              <a:rPr spc="-25" dirty="0"/>
              <a:t> </a:t>
            </a:r>
            <a:r>
              <a:rPr spc="-5" dirty="0"/>
              <a:t>un</a:t>
            </a:r>
            <a:r>
              <a:rPr spc="10" dirty="0"/>
              <a:t> </a:t>
            </a:r>
            <a:r>
              <a:rPr spc="-10" dirty="0">
                <a:solidFill>
                  <a:srgbClr val="C00000"/>
                </a:solidFill>
              </a:rPr>
              <a:t>pointeur</a:t>
            </a:r>
            <a:r>
              <a:rPr spc="-5" dirty="0">
                <a:solidFill>
                  <a:srgbClr val="C00000"/>
                </a:solidFill>
              </a:rPr>
              <a:t> P</a:t>
            </a:r>
            <a:r>
              <a:rPr spc="-5" dirty="0"/>
              <a:t>:</a:t>
            </a:r>
          </a:p>
          <a:p>
            <a:pPr marL="12700" marR="5876290">
              <a:lnSpc>
                <a:spcPct val="100000"/>
              </a:lnSpc>
            </a:pPr>
            <a:r>
              <a:rPr b="1" spc="-5" dirty="0">
                <a:latin typeface="Calibri"/>
                <a:cs typeface="Calibri"/>
              </a:rPr>
              <a:t>Algorithme</a:t>
            </a:r>
            <a:r>
              <a:rPr b="1" spc="-100" dirty="0">
                <a:latin typeface="Calibri"/>
                <a:cs typeface="Calibri"/>
              </a:rPr>
              <a:t> </a:t>
            </a:r>
            <a:r>
              <a:rPr spc="-5" dirty="0"/>
              <a:t>Pteur </a:t>
            </a:r>
            <a:r>
              <a:rPr spc="-530" dirty="0"/>
              <a:t> </a:t>
            </a:r>
            <a:r>
              <a:rPr dirty="0"/>
              <a:t>types</a:t>
            </a:r>
          </a:p>
          <a:p>
            <a:pPr marL="12700" marR="5348605" indent="339725">
              <a:lnSpc>
                <a:spcPct val="100000"/>
              </a:lnSpc>
              <a:spcBef>
                <a:spcPts val="5"/>
              </a:spcBef>
            </a:pPr>
            <a:r>
              <a:rPr spc="-15" dirty="0">
                <a:solidFill>
                  <a:srgbClr val="C00000"/>
                </a:solidFill>
              </a:rPr>
              <a:t>Pointeur</a:t>
            </a:r>
            <a:r>
              <a:rPr spc="-40" dirty="0">
                <a:solidFill>
                  <a:srgbClr val="C00000"/>
                </a:solidFill>
              </a:rPr>
              <a:t> </a:t>
            </a:r>
            <a:r>
              <a:rPr dirty="0"/>
              <a:t>=</a:t>
            </a:r>
            <a:r>
              <a:rPr spc="-40" dirty="0"/>
              <a:t> </a:t>
            </a:r>
            <a:r>
              <a:rPr spc="-5" dirty="0"/>
              <a:t>^Chaine </a:t>
            </a:r>
            <a:r>
              <a:rPr spc="-530" dirty="0"/>
              <a:t> </a:t>
            </a:r>
            <a:r>
              <a:rPr spc="-50" dirty="0"/>
              <a:t>Var</a:t>
            </a:r>
          </a:p>
          <a:p>
            <a:pPr marL="556260">
              <a:lnSpc>
                <a:spcPct val="100000"/>
              </a:lnSpc>
            </a:pPr>
            <a:r>
              <a:rPr dirty="0"/>
              <a:t>P</a:t>
            </a:r>
            <a:r>
              <a:rPr spc="-40" dirty="0"/>
              <a:t> </a:t>
            </a:r>
            <a:r>
              <a:rPr dirty="0"/>
              <a:t>:</a:t>
            </a:r>
            <a:r>
              <a:rPr spc="-35" dirty="0"/>
              <a:t> </a:t>
            </a:r>
            <a:r>
              <a:rPr spc="-15" dirty="0"/>
              <a:t>Pointeur</a:t>
            </a:r>
          </a:p>
          <a:p>
            <a:pPr marL="12700">
              <a:lnSpc>
                <a:spcPct val="100000"/>
              </a:lnSpc>
            </a:pPr>
            <a:r>
              <a:rPr b="1" spc="-5" dirty="0">
                <a:latin typeface="Calibri"/>
                <a:cs typeface="Calibri"/>
              </a:rPr>
              <a:t>Début</a:t>
            </a:r>
          </a:p>
          <a:p>
            <a:pPr marL="352425" marR="3135630">
              <a:lnSpc>
                <a:spcPts val="2900"/>
              </a:lnSpc>
              <a:spcBef>
                <a:spcPts val="80"/>
              </a:spcBef>
            </a:pPr>
            <a:r>
              <a:rPr spc="-5" dirty="0">
                <a:solidFill>
                  <a:srgbClr val="C00000"/>
                </a:solidFill>
              </a:rPr>
              <a:t>Allouer</a:t>
            </a:r>
            <a:r>
              <a:rPr spc="-5" dirty="0"/>
              <a:t>(P) </a:t>
            </a:r>
            <a:r>
              <a:rPr spc="-10" dirty="0"/>
              <a:t>(</a:t>
            </a:r>
            <a:r>
              <a:rPr spc="-10" dirty="0">
                <a:solidFill>
                  <a:srgbClr val="00AF50"/>
                </a:solidFill>
              </a:rPr>
              <a:t>*création </a:t>
            </a:r>
            <a:r>
              <a:rPr spc="-5" dirty="0">
                <a:solidFill>
                  <a:srgbClr val="00AF50"/>
                </a:solidFill>
              </a:rPr>
              <a:t>du </a:t>
            </a:r>
            <a:r>
              <a:rPr spc="-10" dirty="0">
                <a:solidFill>
                  <a:srgbClr val="00AF50"/>
                </a:solidFill>
              </a:rPr>
              <a:t>pointeur </a:t>
            </a:r>
            <a:r>
              <a:rPr spc="-5" dirty="0">
                <a:solidFill>
                  <a:srgbClr val="00AF50"/>
                </a:solidFill>
              </a:rPr>
              <a:t>P*</a:t>
            </a:r>
            <a:r>
              <a:rPr spc="-5" dirty="0"/>
              <a:t>) </a:t>
            </a:r>
            <a:r>
              <a:rPr spc="-530" dirty="0"/>
              <a:t> </a:t>
            </a:r>
            <a:r>
              <a:rPr spc="-5" dirty="0" smtClean="0"/>
              <a:t>P</a:t>
            </a:r>
            <a:r>
              <a:rPr lang="fr-FR" spc="-5"/>
              <a:t> ^ </a:t>
            </a:r>
            <a:r>
              <a:rPr spc="-5" smtClean="0">
                <a:latin typeface="Wingdings"/>
                <a:cs typeface="Wingdings"/>
              </a:rPr>
              <a:t></a:t>
            </a:r>
            <a:r>
              <a:rPr spc="-65" smtClean="0">
                <a:latin typeface="Times New Roman"/>
                <a:cs typeface="Times New Roman"/>
              </a:rPr>
              <a:t> </a:t>
            </a:r>
            <a:r>
              <a:rPr dirty="0"/>
              <a:t>"</a:t>
            </a:r>
            <a:r>
              <a:rPr spc="-5" dirty="0"/>
              <a:t> </a:t>
            </a:r>
            <a:r>
              <a:rPr spc="-30" dirty="0"/>
              <a:t>Tunis"</a:t>
            </a:r>
          </a:p>
          <a:p>
            <a:pPr marL="12700">
              <a:lnSpc>
                <a:spcPts val="2760"/>
              </a:lnSpc>
            </a:pPr>
            <a:r>
              <a:rPr spc="-5" dirty="0"/>
              <a:t>Fin.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4349" y="334035"/>
            <a:ext cx="7429500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II.</a:t>
            </a:r>
            <a:r>
              <a:rPr dirty="0"/>
              <a:t> </a:t>
            </a:r>
            <a:r>
              <a:rPr spc="-5" dirty="0"/>
              <a:t>Les</a:t>
            </a:r>
            <a:r>
              <a:rPr spc="-10" dirty="0"/>
              <a:t> variables</a:t>
            </a:r>
            <a:r>
              <a:rPr spc="35" dirty="0"/>
              <a:t> </a:t>
            </a:r>
            <a:r>
              <a:rPr spc="-10" dirty="0"/>
              <a:t>dynamiques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058837" y="1416050"/>
            <a:ext cx="637540" cy="637540"/>
            <a:chOff x="1058837" y="1416050"/>
            <a:chExt cx="637540" cy="637540"/>
          </a:xfrm>
        </p:grpSpPr>
        <p:sp>
          <p:nvSpPr>
            <p:cNvPr id="8" name="object 8"/>
            <p:cNvSpPr/>
            <p:nvPr/>
          </p:nvSpPr>
          <p:spPr>
            <a:xfrm>
              <a:off x="1071537" y="1428750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39" h="612139">
                  <a:moveTo>
                    <a:pt x="306031" y="0"/>
                  </a:moveTo>
                  <a:lnTo>
                    <a:pt x="256390" y="4005"/>
                  </a:lnTo>
                  <a:lnTo>
                    <a:pt x="209299" y="15602"/>
                  </a:lnTo>
                  <a:lnTo>
                    <a:pt x="165389" y="34159"/>
                  </a:lnTo>
                  <a:lnTo>
                    <a:pt x="125290" y="59045"/>
                  </a:lnTo>
                  <a:lnTo>
                    <a:pt x="89631" y="89630"/>
                  </a:lnTo>
                  <a:lnTo>
                    <a:pt x="59044" y="125281"/>
                  </a:lnTo>
                  <a:lnTo>
                    <a:pt x="34157" y="165370"/>
                  </a:lnTo>
                  <a:lnTo>
                    <a:pt x="15600" y="209263"/>
                  </a:lnTo>
                  <a:lnTo>
                    <a:pt x="4005" y="256331"/>
                  </a:lnTo>
                  <a:lnTo>
                    <a:pt x="0" y="305942"/>
                  </a:lnTo>
                  <a:lnTo>
                    <a:pt x="4005" y="355588"/>
                  </a:lnTo>
                  <a:lnTo>
                    <a:pt x="15600" y="402684"/>
                  </a:lnTo>
                  <a:lnTo>
                    <a:pt x="34157" y="446599"/>
                  </a:lnTo>
                  <a:lnTo>
                    <a:pt x="59044" y="486703"/>
                  </a:lnTo>
                  <a:lnTo>
                    <a:pt x="89631" y="522366"/>
                  </a:lnTo>
                  <a:lnTo>
                    <a:pt x="125290" y="552959"/>
                  </a:lnTo>
                  <a:lnTo>
                    <a:pt x="165389" y="577849"/>
                  </a:lnTo>
                  <a:lnTo>
                    <a:pt x="209299" y="596409"/>
                  </a:lnTo>
                  <a:lnTo>
                    <a:pt x="256390" y="608007"/>
                  </a:lnTo>
                  <a:lnTo>
                    <a:pt x="306031" y="612013"/>
                  </a:lnTo>
                  <a:lnTo>
                    <a:pt x="355643" y="608007"/>
                  </a:lnTo>
                  <a:lnTo>
                    <a:pt x="402711" y="596409"/>
                  </a:lnTo>
                  <a:lnTo>
                    <a:pt x="446604" y="577849"/>
                  </a:lnTo>
                  <a:lnTo>
                    <a:pt x="486692" y="552959"/>
                  </a:lnTo>
                  <a:lnTo>
                    <a:pt x="522344" y="522366"/>
                  </a:lnTo>
                  <a:lnTo>
                    <a:pt x="552929" y="486703"/>
                  </a:lnTo>
                  <a:lnTo>
                    <a:pt x="577815" y="446599"/>
                  </a:lnTo>
                  <a:lnTo>
                    <a:pt x="596372" y="402684"/>
                  </a:lnTo>
                  <a:lnTo>
                    <a:pt x="607969" y="355588"/>
                  </a:lnTo>
                  <a:lnTo>
                    <a:pt x="611974" y="305942"/>
                  </a:lnTo>
                  <a:lnTo>
                    <a:pt x="607969" y="256331"/>
                  </a:lnTo>
                  <a:lnTo>
                    <a:pt x="596372" y="209263"/>
                  </a:lnTo>
                  <a:lnTo>
                    <a:pt x="577815" y="165370"/>
                  </a:lnTo>
                  <a:lnTo>
                    <a:pt x="552929" y="125281"/>
                  </a:lnTo>
                  <a:lnTo>
                    <a:pt x="522344" y="89630"/>
                  </a:lnTo>
                  <a:lnTo>
                    <a:pt x="486692" y="59045"/>
                  </a:lnTo>
                  <a:lnTo>
                    <a:pt x="446604" y="34159"/>
                  </a:lnTo>
                  <a:lnTo>
                    <a:pt x="402711" y="15602"/>
                  </a:lnTo>
                  <a:lnTo>
                    <a:pt x="355643" y="4005"/>
                  </a:lnTo>
                  <a:lnTo>
                    <a:pt x="3060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71537" y="1428750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39" h="612139">
                  <a:moveTo>
                    <a:pt x="0" y="305942"/>
                  </a:moveTo>
                  <a:lnTo>
                    <a:pt x="4005" y="256331"/>
                  </a:lnTo>
                  <a:lnTo>
                    <a:pt x="15600" y="209263"/>
                  </a:lnTo>
                  <a:lnTo>
                    <a:pt x="34157" y="165370"/>
                  </a:lnTo>
                  <a:lnTo>
                    <a:pt x="59044" y="125281"/>
                  </a:lnTo>
                  <a:lnTo>
                    <a:pt x="89631" y="89630"/>
                  </a:lnTo>
                  <a:lnTo>
                    <a:pt x="125290" y="59045"/>
                  </a:lnTo>
                  <a:lnTo>
                    <a:pt x="165389" y="34159"/>
                  </a:lnTo>
                  <a:lnTo>
                    <a:pt x="209299" y="15602"/>
                  </a:lnTo>
                  <a:lnTo>
                    <a:pt x="256390" y="4005"/>
                  </a:lnTo>
                  <a:lnTo>
                    <a:pt x="306031" y="0"/>
                  </a:lnTo>
                  <a:lnTo>
                    <a:pt x="355643" y="4005"/>
                  </a:lnTo>
                  <a:lnTo>
                    <a:pt x="402711" y="15602"/>
                  </a:lnTo>
                  <a:lnTo>
                    <a:pt x="446604" y="34159"/>
                  </a:lnTo>
                  <a:lnTo>
                    <a:pt x="486692" y="59045"/>
                  </a:lnTo>
                  <a:lnTo>
                    <a:pt x="522344" y="89630"/>
                  </a:lnTo>
                  <a:lnTo>
                    <a:pt x="552929" y="125281"/>
                  </a:lnTo>
                  <a:lnTo>
                    <a:pt x="577815" y="165370"/>
                  </a:lnTo>
                  <a:lnTo>
                    <a:pt x="596372" y="209263"/>
                  </a:lnTo>
                  <a:lnTo>
                    <a:pt x="607969" y="256331"/>
                  </a:lnTo>
                  <a:lnTo>
                    <a:pt x="611974" y="305942"/>
                  </a:lnTo>
                  <a:lnTo>
                    <a:pt x="607969" y="355588"/>
                  </a:lnTo>
                  <a:lnTo>
                    <a:pt x="596372" y="402684"/>
                  </a:lnTo>
                  <a:lnTo>
                    <a:pt x="577815" y="446599"/>
                  </a:lnTo>
                  <a:lnTo>
                    <a:pt x="552929" y="486703"/>
                  </a:lnTo>
                  <a:lnTo>
                    <a:pt x="522344" y="522366"/>
                  </a:lnTo>
                  <a:lnTo>
                    <a:pt x="486692" y="552959"/>
                  </a:lnTo>
                  <a:lnTo>
                    <a:pt x="446604" y="577849"/>
                  </a:lnTo>
                  <a:lnTo>
                    <a:pt x="402711" y="596409"/>
                  </a:lnTo>
                  <a:lnTo>
                    <a:pt x="355643" y="608007"/>
                  </a:lnTo>
                  <a:lnTo>
                    <a:pt x="306031" y="612013"/>
                  </a:lnTo>
                  <a:lnTo>
                    <a:pt x="256390" y="608007"/>
                  </a:lnTo>
                  <a:lnTo>
                    <a:pt x="209299" y="596409"/>
                  </a:lnTo>
                  <a:lnTo>
                    <a:pt x="165389" y="577849"/>
                  </a:lnTo>
                  <a:lnTo>
                    <a:pt x="125290" y="552959"/>
                  </a:lnTo>
                  <a:lnTo>
                    <a:pt x="89631" y="522366"/>
                  </a:lnTo>
                  <a:lnTo>
                    <a:pt x="59044" y="486703"/>
                  </a:lnTo>
                  <a:lnTo>
                    <a:pt x="34157" y="446599"/>
                  </a:lnTo>
                  <a:lnTo>
                    <a:pt x="15600" y="402684"/>
                  </a:lnTo>
                  <a:lnTo>
                    <a:pt x="4005" y="355588"/>
                  </a:lnTo>
                  <a:lnTo>
                    <a:pt x="0" y="305942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49476" y="1477232"/>
            <a:ext cx="2621280" cy="88265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800" b="1" spc="-5" dirty="0">
                <a:solidFill>
                  <a:srgbClr val="1F487C"/>
                </a:solidFill>
                <a:latin typeface="Calibri"/>
                <a:cs typeface="Calibri"/>
              </a:rPr>
              <a:t>43</a:t>
            </a:r>
            <a:endParaRPr sz="1800">
              <a:latin typeface="Calibri"/>
              <a:cs typeface="Calibri"/>
            </a:endParaRPr>
          </a:p>
          <a:p>
            <a:pPr marL="33020">
              <a:lnSpc>
                <a:spcPct val="100000"/>
              </a:lnSpc>
              <a:spcBef>
                <a:spcPts val="975"/>
              </a:spcBef>
              <a:tabLst>
                <a:tab pos="2299970" algn="l"/>
              </a:tabLst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P	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P^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85998" y="1460246"/>
            <a:ext cx="1620520" cy="540385"/>
          </a:xfrm>
          <a:prstGeom prst="rect">
            <a:avLst/>
          </a:prstGeom>
          <a:solidFill>
            <a:srgbClr val="FFFFFF"/>
          </a:solidFill>
          <a:ln w="25400">
            <a:solidFill>
              <a:srgbClr val="385D89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462280">
              <a:lnSpc>
                <a:spcPct val="100000"/>
              </a:lnSpc>
              <a:spcBef>
                <a:spcPts val="925"/>
              </a:spcBef>
            </a:pPr>
            <a:r>
              <a:rPr sz="1800" b="1" spc="-15" dirty="0">
                <a:solidFill>
                  <a:srgbClr val="1F487C"/>
                </a:solidFill>
                <a:latin typeface="Calibri"/>
                <a:cs typeface="Calibri"/>
              </a:rPr>
              <a:t>"Tunis"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83511" y="1664335"/>
            <a:ext cx="1102995" cy="132715"/>
          </a:xfrm>
          <a:custGeom>
            <a:avLst/>
            <a:gdLst/>
            <a:ahLst/>
            <a:cxnLst/>
            <a:rect l="l" t="t" r="r" b="b"/>
            <a:pathLst>
              <a:path w="1102995" h="132714">
                <a:moveTo>
                  <a:pt x="1078013" y="51688"/>
                </a:moveTo>
                <a:lnTo>
                  <a:pt x="1074165" y="51688"/>
                </a:lnTo>
                <a:lnTo>
                  <a:pt x="1074293" y="80263"/>
                </a:lnTo>
                <a:lnTo>
                  <a:pt x="1021505" y="80482"/>
                </a:lnTo>
                <a:lnTo>
                  <a:pt x="981456" y="104012"/>
                </a:lnTo>
                <a:lnTo>
                  <a:pt x="974725" y="108076"/>
                </a:lnTo>
                <a:lnTo>
                  <a:pt x="972438" y="116839"/>
                </a:lnTo>
                <a:lnTo>
                  <a:pt x="976376" y="123570"/>
                </a:lnTo>
                <a:lnTo>
                  <a:pt x="980439" y="130428"/>
                </a:lnTo>
                <a:lnTo>
                  <a:pt x="989202" y="132714"/>
                </a:lnTo>
                <a:lnTo>
                  <a:pt x="995933" y="128650"/>
                </a:lnTo>
                <a:lnTo>
                  <a:pt x="1102614" y="65912"/>
                </a:lnTo>
                <a:lnTo>
                  <a:pt x="1078013" y="51688"/>
                </a:lnTo>
                <a:close/>
              </a:path>
              <a:path w="1102995" h="132714">
                <a:moveTo>
                  <a:pt x="1021322" y="51907"/>
                </a:moveTo>
                <a:lnTo>
                  <a:pt x="0" y="56134"/>
                </a:lnTo>
                <a:lnTo>
                  <a:pt x="126" y="84709"/>
                </a:lnTo>
                <a:lnTo>
                  <a:pt x="1021505" y="80482"/>
                </a:lnTo>
                <a:lnTo>
                  <a:pt x="1045922" y="66136"/>
                </a:lnTo>
                <a:lnTo>
                  <a:pt x="1021322" y="51907"/>
                </a:lnTo>
                <a:close/>
              </a:path>
              <a:path w="1102995" h="132714">
                <a:moveTo>
                  <a:pt x="1045922" y="66136"/>
                </a:moveTo>
                <a:lnTo>
                  <a:pt x="1021505" y="80482"/>
                </a:lnTo>
                <a:lnTo>
                  <a:pt x="1074293" y="80263"/>
                </a:lnTo>
                <a:lnTo>
                  <a:pt x="1074284" y="78359"/>
                </a:lnTo>
                <a:lnTo>
                  <a:pt x="1067054" y="78359"/>
                </a:lnTo>
                <a:lnTo>
                  <a:pt x="1045922" y="66136"/>
                </a:lnTo>
                <a:close/>
              </a:path>
              <a:path w="1102995" h="132714">
                <a:moveTo>
                  <a:pt x="1067054" y="53720"/>
                </a:moveTo>
                <a:lnTo>
                  <a:pt x="1045922" y="66136"/>
                </a:lnTo>
                <a:lnTo>
                  <a:pt x="1067054" y="78359"/>
                </a:lnTo>
                <a:lnTo>
                  <a:pt x="1067054" y="53720"/>
                </a:lnTo>
                <a:close/>
              </a:path>
              <a:path w="1102995" h="132714">
                <a:moveTo>
                  <a:pt x="1074175" y="53720"/>
                </a:moveTo>
                <a:lnTo>
                  <a:pt x="1067054" y="53720"/>
                </a:lnTo>
                <a:lnTo>
                  <a:pt x="1067054" y="78359"/>
                </a:lnTo>
                <a:lnTo>
                  <a:pt x="1074284" y="78359"/>
                </a:lnTo>
                <a:lnTo>
                  <a:pt x="1074175" y="53720"/>
                </a:lnTo>
                <a:close/>
              </a:path>
              <a:path w="1102995" h="132714">
                <a:moveTo>
                  <a:pt x="1074165" y="51688"/>
                </a:moveTo>
                <a:lnTo>
                  <a:pt x="1021322" y="51907"/>
                </a:lnTo>
                <a:lnTo>
                  <a:pt x="1045922" y="66136"/>
                </a:lnTo>
                <a:lnTo>
                  <a:pt x="1067054" y="53720"/>
                </a:lnTo>
                <a:lnTo>
                  <a:pt x="1074175" y="53720"/>
                </a:lnTo>
                <a:lnTo>
                  <a:pt x="1074165" y="51688"/>
                </a:lnTo>
                <a:close/>
              </a:path>
              <a:path w="1102995" h="132714">
                <a:moveTo>
                  <a:pt x="988694" y="0"/>
                </a:moveTo>
                <a:lnTo>
                  <a:pt x="979932" y="2412"/>
                </a:lnTo>
                <a:lnTo>
                  <a:pt x="975994" y="9270"/>
                </a:lnTo>
                <a:lnTo>
                  <a:pt x="972057" y="16001"/>
                </a:lnTo>
                <a:lnTo>
                  <a:pt x="974344" y="24764"/>
                </a:lnTo>
                <a:lnTo>
                  <a:pt x="1021322" y="51907"/>
                </a:lnTo>
                <a:lnTo>
                  <a:pt x="1078013" y="51688"/>
                </a:lnTo>
                <a:lnTo>
                  <a:pt x="988694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015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14349" y="1071537"/>
            <a:ext cx="7929880" cy="5632450"/>
          </a:xfrm>
          <a:custGeom>
            <a:avLst/>
            <a:gdLst/>
            <a:ahLst/>
            <a:cxnLst/>
            <a:rect l="l" t="t" r="r" b="b"/>
            <a:pathLst>
              <a:path w="7929880" h="5632450">
                <a:moveTo>
                  <a:pt x="7929626" y="0"/>
                </a:moveTo>
                <a:lnTo>
                  <a:pt x="0" y="0"/>
                </a:lnTo>
                <a:lnTo>
                  <a:pt x="0" y="5632323"/>
                </a:lnTo>
                <a:lnTo>
                  <a:pt x="7929626" y="5632323"/>
                </a:lnTo>
                <a:lnTo>
                  <a:pt x="79296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3191" y="1084910"/>
            <a:ext cx="77704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II.2-Opérations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sur</a:t>
            </a:r>
            <a:r>
              <a:rPr sz="2400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les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 pointeurs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Il</a:t>
            </a:r>
            <a:r>
              <a:rPr sz="2400" spc="2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ne</a:t>
            </a:r>
            <a:r>
              <a:rPr sz="2400" spc="2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faut</a:t>
            </a:r>
            <a:r>
              <a:rPr sz="2400" spc="2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pas</a:t>
            </a:r>
            <a:r>
              <a:rPr sz="2400" spc="2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confondre</a:t>
            </a:r>
            <a:r>
              <a:rPr sz="2400" spc="229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229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opérations</a:t>
            </a:r>
            <a:r>
              <a:rPr sz="2400" spc="229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sur</a:t>
            </a:r>
            <a:r>
              <a:rPr sz="2400" spc="2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2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pointeurs</a:t>
            </a:r>
            <a:r>
              <a:rPr sz="2400" spc="2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avec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opérations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1623" y="2914269"/>
            <a:ext cx="182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51964" y="2914269"/>
            <a:ext cx="334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P^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54297" y="2914269"/>
            <a:ext cx="182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35778" y="2914269"/>
            <a:ext cx="334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P^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06439" y="2914269"/>
            <a:ext cx="182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66456" y="2914269"/>
            <a:ext cx="334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P^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0253" y="4011929"/>
            <a:ext cx="2305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Q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51964" y="4011929"/>
            <a:ext cx="384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solidFill>
                  <a:srgbClr val="00AF50"/>
                </a:solidFill>
                <a:latin typeface="Calibri"/>
                <a:cs typeface="Calibri"/>
              </a:rPr>
              <a:t>Q^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1541" y="4011929"/>
            <a:ext cx="2305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Q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91583" y="4011929"/>
            <a:ext cx="384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solidFill>
                  <a:srgbClr val="00AF50"/>
                </a:solidFill>
                <a:latin typeface="Calibri"/>
                <a:cs typeface="Calibri"/>
              </a:rPr>
              <a:t>Q^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78066" y="4011929"/>
            <a:ext cx="2305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Q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66456" y="4011929"/>
            <a:ext cx="384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solidFill>
                  <a:srgbClr val="00AF50"/>
                </a:solidFill>
                <a:latin typeface="Calibri"/>
                <a:cs typeface="Calibri"/>
              </a:rPr>
              <a:t>Q^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51735" y="4377690"/>
            <a:ext cx="201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45609" y="4377690"/>
            <a:ext cx="191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36105" y="4377690"/>
            <a:ext cx="187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C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14349" y="357149"/>
            <a:ext cx="6215380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II.</a:t>
            </a:r>
            <a:r>
              <a:rPr dirty="0"/>
              <a:t> </a:t>
            </a:r>
            <a:r>
              <a:rPr spc="-5" dirty="0"/>
              <a:t>Les</a:t>
            </a:r>
            <a:r>
              <a:rPr spc="-10" dirty="0"/>
              <a:t> variables</a:t>
            </a:r>
            <a:r>
              <a:rPr spc="35" dirty="0"/>
              <a:t> </a:t>
            </a:r>
            <a:r>
              <a:rPr spc="-10" dirty="0"/>
              <a:t>dynamiques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987399" y="2273300"/>
            <a:ext cx="637540" cy="637540"/>
            <a:chOff x="987399" y="2273300"/>
            <a:chExt cx="637540" cy="637540"/>
          </a:xfrm>
        </p:grpSpPr>
        <p:sp>
          <p:nvSpPr>
            <p:cNvPr id="22" name="object 22"/>
            <p:cNvSpPr/>
            <p:nvPr/>
          </p:nvSpPr>
          <p:spPr>
            <a:xfrm>
              <a:off x="1000099" y="2286000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305968" y="0"/>
                  </a:moveTo>
                  <a:lnTo>
                    <a:pt x="256343" y="4005"/>
                  </a:lnTo>
                  <a:lnTo>
                    <a:pt x="209266" y="15602"/>
                  </a:lnTo>
                  <a:lnTo>
                    <a:pt x="165367" y="34159"/>
                  </a:lnTo>
                  <a:lnTo>
                    <a:pt x="125276" y="59045"/>
                  </a:lnTo>
                  <a:lnTo>
                    <a:pt x="89623" y="89630"/>
                  </a:lnTo>
                  <a:lnTo>
                    <a:pt x="59040" y="125281"/>
                  </a:lnTo>
                  <a:lnTo>
                    <a:pt x="34155" y="165370"/>
                  </a:lnTo>
                  <a:lnTo>
                    <a:pt x="15600" y="209263"/>
                  </a:lnTo>
                  <a:lnTo>
                    <a:pt x="4005" y="256331"/>
                  </a:lnTo>
                  <a:lnTo>
                    <a:pt x="0" y="305942"/>
                  </a:lnTo>
                  <a:lnTo>
                    <a:pt x="4004" y="355588"/>
                  </a:lnTo>
                  <a:lnTo>
                    <a:pt x="15599" y="402684"/>
                  </a:lnTo>
                  <a:lnTo>
                    <a:pt x="34153" y="446599"/>
                  </a:lnTo>
                  <a:lnTo>
                    <a:pt x="59036" y="486703"/>
                  </a:lnTo>
                  <a:lnTo>
                    <a:pt x="89619" y="522366"/>
                  </a:lnTo>
                  <a:lnTo>
                    <a:pt x="125270" y="552959"/>
                  </a:lnTo>
                  <a:lnTo>
                    <a:pt x="165361" y="577849"/>
                  </a:lnTo>
                  <a:lnTo>
                    <a:pt x="209261" y="596409"/>
                  </a:lnTo>
                  <a:lnTo>
                    <a:pt x="256340" y="608007"/>
                  </a:lnTo>
                  <a:lnTo>
                    <a:pt x="305968" y="612013"/>
                  </a:lnTo>
                  <a:lnTo>
                    <a:pt x="355614" y="608007"/>
                  </a:lnTo>
                  <a:lnTo>
                    <a:pt x="402709" y="596409"/>
                  </a:lnTo>
                  <a:lnTo>
                    <a:pt x="446624" y="577849"/>
                  </a:lnTo>
                  <a:lnTo>
                    <a:pt x="486729" y="552959"/>
                  </a:lnTo>
                  <a:lnTo>
                    <a:pt x="522392" y="522366"/>
                  </a:lnTo>
                  <a:lnTo>
                    <a:pt x="552984" y="486703"/>
                  </a:lnTo>
                  <a:lnTo>
                    <a:pt x="577875" y="446599"/>
                  </a:lnTo>
                  <a:lnTo>
                    <a:pt x="596434" y="402684"/>
                  </a:lnTo>
                  <a:lnTo>
                    <a:pt x="608032" y="355588"/>
                  </a:lnTo>
                  <a:lnTo>
                    <a:pt x="612038" y="305942"/>
                  </a:lnTo>
                  <a:lnTo>
                    <a:pt x="608032" y="256331"/>
                  </a:lnTo>
                  <a:lnTo>
                    <a:pt x="596434" y="209263"/>
                  </a:lnTo>
                  <a:lnTo>
                    <a:pt x="577875" y="165370"/>
                  </a:lnTo>
                  <a:lnTo>
                    <a:pt x="552984" y="125281"/>
                  </a:lnTo>
                  <a:lnTo>
                    <a:pt x="522392" y="89630"/>
                  </a:lnTo>
                  <a:lnTo>
                    <a:pt x="486729" y="59045"/>
                  </a:lnTo>
                  <a:lnTo>
                    <a:pt x="446624" y="34159"/>
                  </a:lnTo>
                  <a:lnTo>
                    <a:pt x="402709" y="15602"/>
                  </a:lnTo>
                  <a:lnTo>
                    <a:pt x="355614" y="4005"/>
                  </a:lnTo>
                  <a:lnTo>
                    <a:pt x="305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0099" y="2286000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0" y="305942"/>
                  </a:moveTo>
                  <a:lnTo>
                    <a:pt x="4005" y="256331"/>
                  </a:lnTo>
                  <a:lnTo>
                    <a:pt x="15600" y="209263"/>
                  </a:lnTo>
                  <a:lnTo>
                    <a:pt x="34155" y="165370"/>
                  </a:lnTo>
                  <a:lnTo>
                    <a:pt x="59040" y="125281"/>
                  </a:lnTo>
                  <a:lnTo>
                    <a:pt x="89623" y="89630"/>
                  </a:lnTo>
                  <a:lnTo>
                    <a:pt x="125276" y="59045"/>
                  </a:lnTo>
                  <a:lnTo>
                    <a:pt x="165367" y="34159"/>
                  </a:lnTo>
                  <a:lnTo>
                    <a:pt x="209266" y="15602"/>
                  </a:lnTo>
                  <a:lnTo>
                    <a:pt x="256343" y="4005"/>
                  </a:lnTo>
                  <a:lnTo>
                    <a:pt x="305968" y="0"/>
                  </a:lnTo>
                  <a:lnTo>
                    <a:pt x="355614" y="4005"/>
                  </a:lnTo>
                  <a:lnTo>
                    <a:pt x="402709" y="15602"/>
                  </a:lnTo>
                  <a:lnTo>
                    <a:pt x="446624" y="34159"/>
                  </a:lnTo>
                  <a:lnTo>
                    <a:pt x="486729" y="59045"/>
                  </a:lnTo>
                  <a:lnTo>
                    <a:pt x="522392" y="89630"/>
                  </a:lnTo>
                  <a:lnTo>
                    <a:pt x="552984" y="125281"/>
                  </a:lnTo>
                  <a:lnTo>
                    <a:pt x="577875" y="165370"/>
                  </a:lnTo>
                  <a:lnTo>
                    <a:pt x="596434" y="209263"/>
                  </a:lnTo>
                  <a:lnTo>
                    <a:pt x="608032" y="256331"/>
                  </a:lnTo>
                  <a:lnTo>
                    <a:pt x="612038" y="305942"/>
                  </a:lnTo>
                  <a:lnTo>
                    <a:pt x="608032" y="355588"/>
                  </a:lnTo>
                  <a:lnTo>
                    <a:pt x="596434" y="402684"/>
                  </a:lnTo>
                  <a:lnTo>
                    <a:pt x="577875" y="446599"/>
                  </a:lnTo>
                  <a:lnTo>
                    <a:pt x="552984" y="486703"/>
                  </a:lnTo>
                  <a:lnTo>
                    <a:pt x="522392" y="522366"/>
                  </a:lnTo>
                  <a:lnTo>
                    <a:pt x="486729" y="552959"/>
                  </a:lnTo>
                  <a:lnTo>
                    <a:pt x="446624" y="577849"/>
                  </a:lnTo>
                  <a:lnTo>
                    <a:pt x="402709" y="596409"/>
                  </a:lnTo>
                  <a:lnTo>
                    <a:pt x="355614" y="608007"/>
                  </a:lnTo>
                  <a:lnTo>
                    <a:pt x="305968" y="612013"/>
                  </a:lnTo>
                  <a:lnTo>
                    <a:pt x="256340" y="608007"/>
                  </a:lnTo>
                  <a:lnTo>
                    <a:pt x="209261" y="596409"/>
                  </a:lnTo>
                  <a:lnTo>
                    <a:pt x="165361" y="577849"/>
                  </a:lnTo>
                  <a:lnTo>
                    <a:pt x="125270" y="552959"/>
                  </a:lnTo>
                  <a:lnTo>
                    <a:pt x="89619" y="522366"/>
                  </a:lnTo>
                  <a:lnTo>
                    <a:pt x="59036" y="486703"/>
                  </a:lnTo>
                  <a:lnTo>
                    <a:pt x="34153" y="446599"/>
                  </a:lnTo>
                  <a:lnTo>
                    <a:pt x="15599" y="402684"/>
                  </a:lnTo>
                  <a:lnTo>
                    <a:pt x="4004" y="355588"/>
                  </a:lnTo>
                  <a:lnTo>
                    <a:pt x="0" y="305942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951863" y="2317495"/>
            <a:ext cx="1080135" cy="540385"/>
          </a:xfrm>
          <a:prstGeom prst="rect">
            <a:avLst/>
          </a:prstGeom>
          <a:solidFill>
            <a:srgbClr val="FFFFFF"/>
          </a:solidFill>
          <a:ln w="25400">
            <a:solidFill>
              <a:srgbClr val="385D89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930"/>
              </a:spcBef>
            </a:pPr>
            <a:r>
              <a:rPr sz="1800" b="1" spc="-15" dirty="0">
                <a:solidFill>
                  <a:srgbClr val="1F487C"/>
                </a:solidFill>
                <a:latin typeface="Calibri"/>
                <a:cs typeface="Calibri"/>
              </a:rPr>
              <a:t>"Tunis"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58837" y="2522727"/>
            <a:ext cx="893444" cy="1490980"/>
            <a:chOff x="1058837" y="2522727"/>
            <a:chExt cx="893444" cy="1490980"/>
          </a:xfrm>
        </p:grpSpPr>
        <p:sp>
          <p:nvSpPr>
            <p:cNvPr id="26" name="object 26"/>
            <p:cNvSpPr/>
            <p:nvPr/>
          </p:nvSpPr>
          <p:spPr>
            <a:xfrm>
              <a:off x="1611884" y="2522727"/>
              <a:ext cx="340360" cy="132715"/>
            </a:xfrm>
            <a:custGeom>
              <a:avLst/>
              <a:gdLst/>
              <a:ahLst/>
              <a:cxnLst/>
              <a:rect l="l" t="t" r="r" b="b"/>
              <a:pathLst>
                <a:path w="340360" h="132714">
                  <a:moveTo>
                    <a:pt x="315425" y="50800"/>
                  </a:moveTo>
                  <a:lnTo>
                    <a:pt x="311530" y="50800"/>
                  </a:lnTo>
                  <a:lnTo>
                    <a:pt x="311911" y="79375"/>
                  </a:lnTo>
                  <a:lnTo>
                    <a:pt x="259149" y="80084"/>
                  </a:lnTo>
                  <a:lnTo>
                    <a:pt x="212471" y="108076"/>
                  </a:lnTo>
                  <a:lnTo>
                    <a:pt x="210311" y="116839"/>
                  </a:lnTo>
                  <a:lnTo>
                    <a:pt x="214376" y="123698"/>
                  </a:lnTo>
                  <a:lnTo>
                    <a:pt x="218440" y="130429"/>
                  </a:lnTo>
                  <a:lnTo>
                    <a:pt x="227203" y="132587"/>
                  </a:lnTo>
                  <a:lnTo>
                    <a:pt x="340105" y="64770"/>
                  </a:lnTo>
                  <a:lnTo>
                    <a:pt x="315425" y="50800"/>
                  </a:lnTo>
                  <a:close/>
                </a:path>
                <a:path w="340360" h="132714">
                  <a:moveTo>
                    <a:pt x="311530" y="50800"/>
                  </a:moveTo>
                  <a:lnTo>
                    <a:pt x="0" y="54991"/>
                  </a:lnTo>
                  <a:lnTo>
                    <a:pt x="381" y="83566"/>
                  </a:lnTo>
                  <a:lnTo>
                    <a:pt x="259149" y="80084"/>
                  </a:lnTo>
                  <a:lnTo>
                    <a:pt x="283365" y="65533"/>
                  </a:lnTo>
                  <a:lnTo>
                    <a:pt x="258600" y="51512"/>
                  </a:lnTo>
                  <a:lnTo>
                    <a:pt x="311540" y="51512"/>
                  </a:lnTo>
                  <a:lnTo>
                    <a:pt x="311530" y="50800"/>
                  </a:lnTo>
                  <a:close/>
                </a:path>
                <a:path w="340360" h="132714">
                  <a:moveTo>
                    <a:pt x="283365" y="65533"/>
                  </a:moveTo>
                  <a:lnTo>
                    <a:pt x="259149" y="80084"/>
                  </a:lnTo>
                  <a:lnTo>
                    <a:pt x="311911" y="79375"/>
                  </a:lnTo>
                  <a:lnTo>
                    <a:pt x="311888" y="77597"/>
                  </a:lnTo>
                  <a:lnTo>
                    <a:pt x="304672" y="77597"/>
                  </a:lnTo>
                  <a:lnTo>
                    <a:pt x="283365" y="65533"/>
                  </a:lnTo>
                  <a:close/>
                </a:path>
                <a:path w="340360" h="132714">
                  <a:moveTo>
                    <a:pt x="304291" y="52959"/>
                  </a:moveTo>
                  <a:lnTo>
                    <a:pt x="283365" y="65533"/>
                  </a:lnTo>
                  <a:lnTo>
                    <a:pt x="304672" y="77597"/>
                  </a:lnTo>
                  <a:lnTo>
                    <a:pt x="304291" y="52959"/>
                  </a:lnTo>
                  <a:close/>
                </a:path>
                <a:path w="340360" h="132714">
                  <a:moveTo>
                    <a:pt x="311559" y="52959"/>
                  </a:moveTo>
                  <a:lnTo>
                    <a:pt x="304291" y="52959"/>
                  </a:lnTo>
                  <a:lnTo>
                    <a:pt x="304672" y="77597"/>
                  </a:lnTo>
                  <a:lnTo>
                    <a:pt x="311888" y="77597"/>
                  </a:lnTo>
                  <a:lnTo>
                    <a:pt x="311559" y="52959"/>
                  </a:lnTo>
                  <a:close/>
                </a:path>
                <a:path w="340360" h="132714">
                  <a:moveTo>
                    <a:pt x="311540" y="51512"/>
                  </a:moveTo>
                  <a:lnTo>
                    <a:pt x="258600" y="51512"/>
                  </a:lnTo>
                  <a:lnTo>
                    <a:pt x="283365" y="65533"/>
                  </a:lnTo>
                  <a:lnTo>
                    <a:pt x="304291" y="52959"/>
                  </a:lnTo>
                  <a:lnTo>
                    <a:pt x="311559" y="52959"/>
                  </a:lnTo>
                  <a:lnTo>
                    <a:pt x="311540" y="51512"/>
                  </a:lnTo>
                  <a:close/>
                </a:path>
                <a:path w="340360" h="132714">
                  <a:moveTo>
                    <a:pt x="225424" y="0"/>
                  </a:moveTo>
                  <a:lnTo>
                    <a:pt x="216789" y="2412"/>
                  </a:lnTo>
                  <a:lnTo>
                    <a:pt x="212852" y="9271"/>
                  </a:lnTo>
                  <a:lnTo>
                    <a:pt x="209041" y="16129"/>
                  </a:lnTo>
                  <a:lnTo>
                    <a:pt x="211454" y="24764"/>
                  </a:lnTo>
                  <a:lnTo>
                    <a:pt x="258600" y="51512"/>
                  </a:lnTo>
                  <a:lnTo>
                    <a:pt x="311530" y="50800"/>
                  </a:lnTo>
                  <a:lnTo>
                    <a:pt x="315425" y="50800"/>
                  </a:lnTo>
                  <a:lnTo>
                    <a:pt x="232409" y="3810"/>
                  </a:lnTo>
                  <a:lnTo>
                    <a:pt x="225424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71537" y="3388486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39" h="612139">
                  <a:moveTo>
                    <a:pt x="306031" y="0"/>
                  </a:moveTo>
                  <a:lnTo>
                    <a:pt x="256390" y="4005"/>
                  </a:lnTo>
                  <a:lnTo>
                    <a:pt x="209299" y="15603"/>
                  </a:lnTo>
                  <a:lnTo>
                    <a:pt x="165389" y="34163"/>
                  </a:lnTo>
                  <a:lnTo>
                    <a:pt x="125290" y="59053"/>
                  </a:lnTo>
                  <a:lnTo>
                    <a:pt x="89631" y="89646"/>
                  </a:lnTo>
                  <a:lnTo>
                    <a:pt x="59044" y="125309"/>
                  </a:lnTo>
                  <a:lnTo>
                    <a:pt x="34157" y="165413"/>
                  </a:lnTo>
                  <a:lnTo>
                    <a:pt x="15600" y="209328"/>
                  </a:lnTo>
                  <a:lnTo>
                    <a:pt x="4005" y="256424"/>
                  </a:lnTo>
                  <a:lnTo>
                    <a:pt x="0" y="306069"/>
                  </a:lnTo>
                  <a:lnTo>
                    <a:pt x="4005" y="355681"/>
                  </a:lnTo>
                  <a:lnTo>
                    <a:pt x="15600" y="402749"/>
                  </a:lnTo>
                  <a:lnTo>
                    <a:pt x="34157" y="446642"/>
                  </a:lnTo>
                  <a:lnTo>
                    <a:pt x="59044" y="486731"/>
                  </a:lnTo>
                  <a:lnTo>
                    <a:pt x="89631" y="522382"/>
                  </a:lnTo>
                  <a:lnTo>
                    <a:pt x="125290" y="552967"/>
                  </a:lnTo>
                  <a:lnTo>
                    <a:pt x="165389" y="577853"/>
                  </a:lnTo>
                  <a:lnTo>
                    <a:pt x="209299" y="596410"/>
                  </a:lnTo>
                  <a:lnTo>
                    <a:pt x="256390" y="608007"/>
                  </a:lnTo>
                  <a:lnTo>
                    <a:pt x="306031" y="612013"/>
                  </a:lnTo>
                  <a:lnTo>
                    <a:pt x="355643" y="608007"/>
                  </a:lnTo>
                  <a:lnTo>
                    <a:pt x="402711" y="596410"/>
                  </a:lnTo>
                  <a:lnTo>
                    <a:pt x="446604" y="577853"/>
                  </a:lnTo>
                  <a:lnTo>
                    <a:pt x="486692" y="552967"/>
                  </a:lnTo>
                  <a:lnTo>
                    <a:pt x="522344" y="522382"/>
                  </a:lnTo>
                  <a:lnTo>
                    <a:pt x="552929" y="486731"/>
                  </a:lnTo>
                  <a:lnTo>
                    <a:pt x="577815" y="446642"/>
                  </a:lnTo>
                  <a:lnTo>
                    <a:pt x="596372" y="402749"/>
                  </a:lnTo>
                  <a:lnTo>
                    <a:pt x="607969" y="355681"/>
                  </a:lnTo>
                  <a:lnTo>
                    <a:pt x="611974" y="306069"/>
                  </a:lnTo>
                  <a:lnTo>
                    <a:pt x="607969" y="256424"/>
                  </a:lnTo>
                  <a:lnTo>
                    <a:pt x="596372" y="209328"/>
                  </a:lnTo>
                  <a:lnTo>
                    <a:pt x="577815" y="165413"/>
                  </a:lnTo>
                  <a:lnTo>
                    <a:pt x="552929" y="125309"/>
                  </a:lnTo>
                  <a:lnTo>
                    <a:pt x="522344" y="89646"/>
                  </a:lnTo>
                  <a:lnTo>
                    <a:pt x="486692" y="59053"/>
                  </a:lnTo>
                  <a:lnTo>
                    <a:pt x="446604" y="34163"/>
                  </a:lnTo>
                  <a:lnTo>
                    <a:pt x="402711" y="15603"/>
                  </a:lnTo>
                  <a:lnTo>
                    <a:pt x="355643" y="4005"/>
                  </a:lnTo>
                  <a:lnTo>
                    <a:pt x="3060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71537" y="3388486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39" h="612139">
                  <a:moveTo>
                    <a:pt x="0" y="306069"/>
                  </a:moveTo>
                  <a:lnTo>
                    <a:pt x="4005" y="256424"/>
                  </a:lnTo>
                  <a:lnTo>
                    <a:pt x="15600" y="209328"/>
                  </a:lnTo>
                  <a:lnTo>
                    <a:pt x="34157" y="165413"/>
                  </a:lnTo>
                  <a:lnTo>
                    <a:pt x="59044" y="125309"/>
                  </a:lnTo>
                  <a:lnTo>
                    <a:pt x="89631" y="89646"/>
                  </a:lnTo>
                  <a:lnTo>
                    <a:pt x="125290" y="59053"/>
                  </a:lnTo>
                  <a:lnTo>
                    <a:pt x="165389" y="34163"/>
                  </a:lnTo>
                  <a:lnTo>
                    <a:pt x="209299" y="15603"/>
                  </a:lnTo>
                  <a:lnTo>
                    <a:pt x="256390" y="4005"/>
                  </a:lnTo>
                  <a:lnTo>
                    <a:pt x="306031" y="0"/>
                  </a:lnTo>
                  <a:lnTo>
                    <a:pt x="355643" y="4005"/>
                  </a:lnTo>
                  <a:lnTo>
                    <a:pt x="402711" y="15603"/>
                  </a:lnTo>
                  <a:lnTo>
                    <a:pt x="446604" y="34163"/>
                  </a:lnTo>
                  <a:lnTo>
                    <a:pt x="486692" y="59053"/>
                  </a:lnTo>
                  <a:lnTo>
                    <a:pt x="522344" y="89646"/>
                  </a:lnTo>
                  <a:lnTo>
                    <a:pt x="552929" y="125309"/>
                  </a:lnTo>
                  <a:lnTo>
                    <a:pt x="577815" y="165413"/>
                  </a:lnTo>
                  <a:lnTo>
                    <a:pt x="596372" y="209328"/>
                  </a:lnTo>
                  <a:lnTo>
                    <a:pt x="607969" y="256424"/>
                  </a:lnTo>
                  <a:lnTo>
                    <a:pt x="611974" y="306069"/>
                  </a:lnTo>
                  <a:lnTo>
                    <a:pt x="607969" y="355681"/>
                  </a:lnTo>
                  <a:lnTo>
                    <a:pt x="596372" y="402749"/>
                  </a:lnTo>
                  <a:lnTo>
                    <a:pt x="577815" y="446642"/>
                  </a:lnTo>
                  <a:lnTo>
                    <a:pt x="552929" y="486731"/>
                  </a:lnTo>
                  <a:lnTo>
                    <a:pt x="522344" y="522382"/>
                  </a:lnTo>
                  <a:lnTo>
                    <a:pt x="486692" y="552967"/>
                  </a:lnTo>
                  <a:lnTo>
                    <a:pt x="446604" y="577853"/>
                  </a:lnTo>
                  <a:lnTo>
                    <a:pt x="402711" y="596410"/>
                  </a:lnTo>
                  <a:lnTo>
                    <a:pt x="355643" y="608007"/>
                  </a:lnTo>
                  <a:lnTo>
                    <a:pt x="306031" y="612013"/>
                  </a:lnTo>
                  <a:lnTo>
                    <a:pt x="256390" y="608007"/>
                  </a:lnTo>
                  <a:lnTo>
                    <a:pt x="209299" y="596410"/>
                  </a:lnTo>
                  <a:lnTo>
                    <a:pt x="165389" y="577853"/>
                  </a:lnTo>
                  <a:lnTo>
                    <a:pt x="125290" y="552967"/>
                  </a:lnTo>
                  <a:lnTo>
                    <a:pt x="89631" y="522382"/>
                  </a:lnTo>
                  <a:lnTo>
                    <a:pt x="59044" y="486731"/>
                  </a:lnTo>
                  <a:lnTo>
                    <a:pt x="34157" y="446642"/>
                  </a:lnTo>
                  <a:lnTo>
                    <a:pt x="15600" y="402749"/>
                  </a:lnTo>
                  <a:lnTo>
                    <a:pt x="4005" y="355681"/>
                  </a:lnTo>
                  <a:lnTo>
                    <a:pt x="0" y="306069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928748" y="3429000"/>
            <a:ext cx="1080135" cy="540385"/>
          </a:xfrm>
          <a:prstGeom prst="rect">
            <a:avLst/>
          </a:prstGeom>
          <a:solidFill>
            <a:srgbClr val="FFFFFF"/>
          </a:solidFill>
          <a:ln w="25400">
            <a:solidFill>
              <a:srgbClr val="385D89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930"/>
              </a:spcBef>
            </a:pPr>
            <a:r>
              <a:rPr sz="1800" b="1" spc="-5" dirty="0">
                <a:solidFill>
                  <a:srgbClr val="1F487C"/>
                </a:solidFill>
                <a:latin typeface="Calibri"/>
                <a:cs typeface="Calibri"/>
              </a:rPr>
              <a:t>"Sousse"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683257" y="2273300"/>
            <a:ext cx="2227580" cy="1490345"/>
            <a:chOff x="1683257" y="2273300"/>
            <a:chExt cx="2227580" cy="1490345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3257" y="3630549"/>
              <a:ext cx="245618" cy="13271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286124" y="2286000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39" h="612139">
                  <a:moveTo>
                    <a:pt x="305942" y="0"/>
                  </a:moveTo>
                  <a:lnTo>
                    <a:pt x="256331" y="4005"/>
                  </a:lnTo>
                  <a:lnTo>
                    <a:pt x="209263" y="15602"/>
                  </a:lnTo>
                  <a:lnTo>
                    <a:pt x="165370" y="34159"/>
                  </a:lnTo>
                  <a:lnTo>
                    <a:pt x="125281" y="59045"/>
                  </a:lnTo>
                  <a:lnTo>
                    <a:pt x="89630" y="89630"/>
                  </a:lnTo>
                  <a:lnTo>
                    <a:pt x="59045" y="125281"/>
                  </a:lnTo>
                  <a:lnTo>
                    <a:pt x="34159" y="165370"/>
                  </a:lnTo>
                  <a:lnTo>
                    <a:pt x="15602" y="209263"/>
                  </a:lnTo>
                  <a:lnTo>
                    <a:pt x="4005" y="256331"/>
                  </a:lnTo>
                  <a:lnTo>
                    <a:pt x="0" y="305942"/>
                  </a:lnTo>
                  <a:lnTo>
                    <a:pt x="4005" y="355588"/>
                  </a:lnTo>
                  <a:lnTo>
                    <a:pt x="15602" y="402684"/>
                  </a:lnTo>
                  <a:lnTo>
                    <a:pt x="34159" y="446599"/>
                  </a:lnTo>
                  <a:lnTo>
                    <a:pt x="59045" y="486703"/>
                  </a:lnTo>
                  <a:lnTo>
                    <a:pt x="89630" y="522366"/>
                  </a:lnTo>
                  <a:lnTo>
                    <a:pt x="125281" y="552959"/>
                  </a:lnTo>
                  <a:lnTo>
                    <a:pt x="165370" y="577849"/>
                  </a:lnTo>
                  <a:lnTo>
                    <a:pt x="209263" y="596409"/>
                  </a:lnTo>
                  <a:lnTo>
                    <a:pt x="256331" y="608007"/>
                  </a:lnTo>
                  <a:lnTo>
                    <a:pt x="305942" y="612013"/>
                  </a:lnTo>
                  <a:lnTo>
                    <a:pt x="355588" y="608007"/>
                  </a:lnTo>
                  <a:lnTo>
                    <a:pt x="402684" y="596409"/>
                  </a:lnTo>
                  <a:lnTo>
                    <a:pt x="446599" y="577849"/>
                  </a:lnTo>
                  <a:lnTo>
                    <a:pt x="486703" y="552959"/>
                  </a:lnTo>
                  <a:lnTo>
                    <a:pt x="522366" y="522366"/>
                  </a:lnTo>
                  <a:lnTo>
                    <a:pt x="552959" y="486703"/>
                  </a:lnTo>
                  <a:lnTo>
                    <a:pt x="577849" y="446599"/>
                  </a:lnTo>
                  <a:lnTo>
                    <a:pt x="596409" y="402684"/>
                  </a:lnTo>
                  <a:lnTo>
                    <a:pt x="608007" y="355588"/>
                  </a:lnTo>
                  <a:lnTo>
                    <a:pt x="612013" y="305942"/>
                  </a:lnTo>
                  <a:lnTo>
                    <a:pt x="608007" y="256331"/>
                  </a:lnTo>
                  <a:lnTo>
                    <a:pt x="596409" y="209263"/>
                  </a:lnTo>
                  <a:lnTo>
                    <a:pt x="577849" y="165370"/>
                  </a:lnTo>
                  <a:lnTo>
                    <a:pt x="552959" y="125281"/>
                  </a:lnTo>
                  <a:lnTo>
                    <a:pt x="522366" y="89630"/>
                  </a:lnTo>
                  <a:lnTo>
                    <a:pt x="486703" y="59045"/>
                  </a:lnTo>
                  <a:lnTo>
                    <a:pt x="446599" y="34159"/>
                  </a:lnTo>
                  <a:lnTo>
                    <a:pt x="402684" y="15602"/>
                  </a:lnTo>
                  <a:lnTo>
                    <a:pt x="355588" y="4005"/>
                  </a:lnTo>
                  <a:lnTo>
                    <a:pt x="3059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86124" y="2286000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39" h="612139">
                  <a:moveTo>
                    <a:pt x="0" y="305942"/>
                  </a:moveTo>
                  <a:lnTo>
                    <a:pt x="4005" y="256331"/>
                  </a:lnTo>
                  <a:lnTo>
                    <a:pt x="15602" y="209263"/>
                  </a:lnTo>
                  <a:lnTo>
                    <a:pt x="34159" y="165370"/>
                  </a:lnTo>
                  <a:lnTo>
                    <a:pt x="59045" y="125281"/>
                  </a:lnTo>
                  <a:lnTo>
                    <a:pt x="89630" y="89630"/>
                  </a:lnTo>
                  <a:lnTo>
                    <a:pt x="125281" y="59045"/>
                  </a:lnTo>
                  <a:lnTo>
                    <a:pt x="165370" y="34159"/>
                  </a:lnTo>
                  <a:lnTo>
                    <a:pt x="209263" y="15602"/>
                  </a:lnTo>
                  <a:lnTo>
                    <a:pt x="256331" y="4005"/>
                  </a:lnTo>
                  <a:lnTo>
                    <a:pt x="305942" y="0"/>
                  </a:lnTo>
                  <a:lnTo>
                    <a:pt x="355588" y="4005"/>
                  </a:lnTo>
                  <a:lnTo>
                    <a:pt x="402684" y="15602"/>
                  </a:lnTo>
                  <a:lnTo>
                    <a:pt x="446599" y="34159"/>
                  </a:lnTo>
                  <a:lnTo>
                    <a:pt x="486703" y="59045"/>
                  </a:lnTo>
                  <a:lnTo>
                    <a:pt x="522366" y="89630"/>
                  </a:lnTo>
                  <a:lnTo>
                    <a:pt x="552959" y="125281"/>
                  </a:lnTo>
                  <a:lnTo>
                    <a:pt x="577849" y="165370"/>
                  </a:lnTo>
                  <a:lnTo>
                    <a:pt x="596409" y="209263"/>
                  </a:lnTo>
                  <a:lnTo>
                    <a:pt x="608007" y="256331"/>
                  </a:lnTo>
                  <a:lnTo>
                    <a:pt x="612013" y="305942"/>
                  </a:lnTo>
                  <a:lnTo>
                    <a:pt x="608007" y="355588"/>
                  </a:lnTo>
                  <a:lnTo>
                    <a:pt x="596409" y="402684"/>
                  </a:lnTo>
                  <a:lnTo>
                    <a:pt x="577849" y="446599"/>
                  </a:lnTo>
                  <a:lnTo>
                    <a:pt x="552959" y="486703"/>
                  </a:lnTo>
                  <a:lnTo>
                    <a:pt x="522366" y="522366"/>
                  </a:lnTo>
                  <a:lnTo>
                    <a:pt x="486703" y="552959"/>
                  </a:lnTo>
                  <a:lnTo>
                    <a:pt x="446599" y="577849"/>
                  </a:lnTo>
                  <a:lnTo>
                    <a:pt x="402684" y="596409"/>
                  </a:lnTo>
                  <a:lnTo>
                    <a:pt x="355588" y="608007"/>
                  </a:lnTo>
                  <a:lnTo>
                    <a:pt x="305942" y="612013"/>
                  </a:lnTo>
                  <a:lnTo>
                    <a:pt x="256331" y="608007"/>
                  </a:lnTo>
                  <a:lnTo>
                    <a:pt x="209263" y="596409"/>
                  </a:lnTo>
                  <a:lnTo>
                    <a:pt x="165370" y="577849"/>
                  </a:lnTo>
                  <a:lnTo>
                    <a:pt x="125281" y="552959"/>
                  </a:lnTo>
                  <a:lnTo>
                    <a:pt x="89630" y="522366"/>
                  </a:lnTo>
                  <a:lnTo>
                    <a:pt x="59045" y="486703"/>
                  </a:lnTo>
                  <a:lnTo>
                    <a:pt x="34159" y="446599"/>
                  </a:lnTo>
                  <a:lnTo>
                    <a:pt x="15602" y="402684"/>
                  </a:lnTo>
                  <a:lnTo>
                    <a:pt x="4005" y="355588"/>
                  </a:lnTo>
                  <a:lnTo>
                    <a:pt x="0" y="305942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380738" y="2317495"/>
            <a:ext cx="1080135" cy="540385"/>
          </a:xfrm>
          <a:prstGeom prst="rect">
            <a:avLst/>
          </a:prstGeom>
          <a:solidFill>
            <a:srgbClr val="FFFFFF"/>
          </a:solidFill>
          <a:ln w="25400">
            <a:solidFill>
              <a:srgbClr val="385D89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930"/>
              </a:spcBef>
            </a:pPr>
            <a:r>
              <a:rPr sz="1800" b="1" spc="-15" dirty="0">
                <a:solidFill>
                  <a:srgbClr val="1F487C"/>
                </a:solidFill>
                <a:latin typeface="Calibri"/>
                <a:cs typeface="Calibri"/>
              </a:rPr>
              <a:t>"Tunis"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344798" y="3375786"/>
            <a:ext cx="637540" cy="637540"/>
            <a:chOff x="3344798" y="3375786"/>
            <a:chExt cx="637540" cy="637540"/>
          </a:xfrm>
        </p:grpSpPr>
        <p:sp>
          <p:nvSpPr>
            <p:cNvPr id="36" name="object 36"/>
            <p:cNvSpPr/>
            <p:nvPr/>
          </p:nvSpPr>
          <p:spPr>
            <a:xfrm>
              <a:off x="3357498" y="3388486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39" h="612139">
                  <a:moveTo>
                    <a:pt x="306070" y="0"/>
                  </a:moveTo>
                  <a:lnTo>
                    <a:pt x="256424" y="4005"/>
                  </a:lnTo>
                  <a:lnTo>
                    <a:pt x="209328" y="15603"/>
                  </a:lnTo>
                  <a:lnTo>
                    <a:pt x="165413" y="34163"/>
                  </a:lnTo>
                  <a:lnTo>
                    <a:pt x="125309" y="59053"/>
                  </a:lnTo>
                  <a:lnTo>
                    <a:pt x="89646" y="89646"/>
                  </a:lnTo>
                  <a:lnTo>
                    <a:pt x="59053" y="125309"/>
                  </a:lnTo>
                  <a:lnTo>
                    <a:pt x="34163" y="165413"/>
                  </a:lnTo>
                  <a:lnTo>
                    <a:pt x="15603" y="209328"/>
                  </a:lnTo>
                  <a:lnTo>
                    <a:pt x="4005" y="256424"/>
                  </a:lnTo>
                  <a:lnTo>
                    <a:pt x="0" y="306069"/>
                  </a:lnTo>
                  <a:lnTo>
                    <a:pt x="4005" y="355681"/>
                  </a:lnTo>
                  <a:lnTo>
                    <a:pt x="15603" y="402749"/>
                  </a:lnTo>
                  <a:lnTo>
                    <a:pt x="34163" y="446642"/>
                  </a:lnTo>
                  <a:lnTo>
                    <a:pt x="59053" y="486731"/>
                  </a:lnTo>
                  <a:lnTo>
                    <a:pt x="89646" y="522382"/>
                  </a:lnTo>
                  <a:lnTo>
                    <a:pt x="125309" y="552967"/>
                  </a:lnTo>
                  <a:lnTo>
                    <a:pt x="165413" y="577853"/>
                  </a:lnTo>
                  <a:lnTo>
                    <a:pt x="209328" y="596410"/>
                  </a:lnTo>
                  <a:lnTo>
                    <a:pt x="256424" y="608007"/>
                  </a:lnTo>
                  <a:lnTo>
                    <a:pt x="306070" y="612013"/>
                  </a:lnTo>
                  <a:lnTo>
                    <a:pt x="355712" y="608007"/>
                  </a:lnTo>
                  <a:lnTo>
                    <a:pt x="402798" y="596410"/>
                  </a:lnTo>
                  <a:lnTo>
                    <a:pt x="446699" y="577853"/>
                  </a:lnTo>
                  <a:lnTo>
                    <a:pt x="486785" y="552967"/>
                  </a:lnTo>
                  <a:lnTo>
                    <a:pt x="522430" y="522382"/>
                  </a:lnTo>
                  <a:lnTo>
                    <a:pt x="553003" y="486731"/>
                  </a:lnTo>
                  <a:lnTo>
                    <a:pt x="577877" y="446642"/>
                  </a:lnTo>
                  <a:lnTo>
                    <a:pt x="596422" y="402749"/>
                  </a:lnTo>
                  <a:lnTo>
                    <a:pt x="608010" y="355681"/>
                  </a:lnTo>
                  <a:lnTo>
                    <a:pt x="612013" y="306069"/>
                  </a:lnTo>
                  <a:lnTo>
                    <a:pt x="608010" y="256424"/>
                  </a:lnTo>
                  <a:lnTo>
                    <a:pt x="596422" y="209328"/>
                  </a:lnTo>
                  <a:lnTo>
                    <a:pt x="577877" y="165413"/>
                  </a:lnTo>
                  <a:lnTo>
                    <a:pt x="553003" y="125309"/>
                  </a:lnTo>
                  <a:lnTo>
                    <a:pt x="522430" y="89646"/>
                  </a:lnTo>
                  <a:lnTo>
                    <a:pt x="486785" y="59053"/>
                  </a:lnTo>
                  <a:lnTo>
                    <a:pt x="446699" y="34163"/>
                  </a:lnTo>
                  <a:lnTo>
                    <a:pt x="402798" y="15603"/>
                  </a:lnTo>
                  <a:lnTo>
                    <a:pt x="355712" y="4005"/>
                  </a:lnTo>
                  <a:lnTo>
                    <a:pt x="3060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57498" y="3388486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39" h="612139">
                  <a:moveTo>
                    <a:pt x="0" y="306069"/>
                  </a:moveTo>
                  <a:lnTo>
                    <a:pt x="4005" y="256424"/>
                  </a:lnTo>
                  <a:lnTo>
                    <a:pt x="15603" y="209328"/>
                  </a:lnTo>
                  <a:lnTo>
                    <a:pt x="34163" y="165413"/>
                  </a:lnTo>
                  <a:lnTo>
                    <a:pt x="59053" y="125309"/>
                  </a:lnTo>
                  <a:lnTo>
                    <a:pt x="89646" y="89646"/>
                  </a:lnTo>
                  <a:lnTo>
                    <a:pt x="125309" y="59053"/>
                  </a:lnTo>
                  <a:lnTo>
                    <a:pt x="165413" y="34163"/>
                  </a:lnTo>
                  <a:lnTo>
                    <a:pt x="209328" y="15603"/>
                  </a:lnTo>
                  <a:lnTo>
                    <a:pt x="256424" y="4005"/>
                  </a:lnTo>
                  <a:lnTo>
                    <a:pt x="306070" y="0"/>
                  </a:lnTo>
                  <a:lnTo>
                    <a:pt x="355712" y="4005"/>
                  </a:lnTo>
                  <a:lnTo>
                    <a:pt x="402798" y="15603"/>
                  </a:lnTo>
                  <a:lnTo>
                    <a:pt x="446699" y="34163"/>
                  </a:lnTo>
                  <a:lnTo>
                    <a:pt x="486785" y="59053"/>
                  </a:lnTo>
                  <a:lnTo>
                    <a:pt x="522430" y="89646"/>
                  </a:lnTo>
                  <a:lnTo>
                    <a:pt x="553003" y="125309"/>
                  </a:lnTo>
                  <a:lnTo>
                    <a:pt x="577877" y="165413"/>
                  </a:lnTo>
                  <a:lnTo>
                    <a:pt x="596422" y="209328"/>
                  </a:lnTo>
                  <a:lnTo>
                    <a:pt x="608010" y="256424"/>
                  </a:lnTo>
                  <a:lnTo>
                    <a:pt x="612013" y="306069"/>
                  </a:lnTo>
                  <a:lnTo>
                    <a:pt x="608010" y="355681"/>
                  </a:lnTo>
                  <a:lnTo>
                    <a:pt x="596422" y="402749"/>
                  </a:lnTo>
                  <a:lnTo>
                    <a:pt x="577877" y="446642"/>
                  </a:lnTo>
                  <a:lnTo>
                    <a:pt x="553003" y="486731"/>
                  </a:lnTo>
                  <a:lnTo>
                    <a:pt x="522430" y="522382"/>
                  </a:lnTo>
                  <a:lnTo>
                    <a:pt x="486785" y="552967"/>
                  </a:lnTo>
                  <a:lnTo>
                    <a:pt x="446699" y="577853"/>
                  </a:lnTo>
                  <a:lnTo>
                    <a:pt x="402798" y="596410"/>
                  </a:lnTo>
                  <a:lnTo>
                    <a:pt x="355712" y="608007"/>
                  </a:lnTo>
                  <a:lnTo>
                    <a:pt x="306070" y="612013"/>
                  </a:lnTo>
                  <a:lnTo>
                    <a:pt x="256424" y="608007"/>
                  </a:lnTo>
                  <a:lnTo>
                    <a:pt x="209328" y="596410"/>
                  </a:lnTo>
                  <a:lnTo>
                    <a:pt x="165413" y="577853"/>
                  </a:lnTo>
                  <a:lnTo>
                    <a:pt x="125309" y="552967"/>
                  </a:lnTo>
                  <a:lnTo>
                    <a:pt x="89646" y="522382"/>
                  </a:lnTo>
                  <a:lnTo>
                    <a:pt x="59053" y="486731"/>
                  </a:lnTo>
                  <a:lnTo>
                    <a:pt x="34163" y="446642"/>
                  </a:lnTo>
                  <a:lnTo>
                    <a:pt x="15603" y="402749"/>
                  </a:lnTo>
                  <a:lnTo>
                    <a:pt x="4005" y="355681"/>
                  </a:lnTo>
                  <a:lnTo>
                    <a:pt x="0" y="306069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357623" y="3419983"/>
            <a:ext cx="1080135" cy="540385"/>
          </a:xfrm>
          <a:prstGeom prst="rect">
            <a:avLst/>
          </a:prstGeom>
          <a:solidFill>
            <a:srgbClr val="FFFFFF"/>
          </a:solidFill>
          <a:ln w="25400">
            <a:solidFill>
              <a:srgbClr val="385D89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930"/>
              </a:spcBef>
            </a:pPr>
            <a:r>
              <a:rPr sz="1800" b="1" spc="-5" dirty="0">
                <a:solidFill>
                  <a:srgbClr val="1F487C"/>
                </a:solidFill>
                <a:latin typeface="Calibri"/>
                <a:cs typeface="Calibri"/>
              </a:rPr>
              <a:t>"Sousse"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969384" y="2273300"/>
            <a:ext cx="2727960" cy="1484630"/>
            <a:chOff x="3969384" y="2273300"/>
            <a:chExt cx="2727960" cy="1484630"/>
          </a:xfrm>
        </p:grpSpPr>
        <p:sp>
          <p:nvSpPr>
            <p:cNvPr id="40" name="object 40"/>
            <p:cNvSpPr/>
            <p:nvPr/>
          </p:nvSpPr>
          <p:spPr>
            <a:xfrm>
              <a:off x="3969384" y="3624961"/>
              <a:ext cx="388620" cy="132715"/>
            </a:xfrm>
            <a:custGeom>
              <a:avLst/>
              <a:gdLst/>
              <a:ahLst/>
              <a:cxnLst/>
              <a:rect l="l" t="t" r="r" b="b"/>
              <a:pathLst>
                <a:path w="388620" h="132714">
                  <a:moveTo>
                    <a:pt x="363766" y="51053"/>
                  </a:moveTo>
                  <a:lnTo>
                    <a:pt x="359790" y="51053"/>
                  </a:lnTo>
                  <a:lnTo>
                    <a:pt x="360172" y="79628"/>
                  </a:lnTo>
                  <a:lnTo>
                    <a:pt x="307416" y="80243"/>
                  </a:lnTo>
                  <a:lnTo>
                    <a:pt x="260730" y="108203"/>
                  </a:lnTo>
                  <a:lnTo>
                    <a:pt x="258572" y="116966"/>
                  </a:lnTo>
                  <a:lnTo>
                    <a:pt x="266700" y="130428"/>
                  </a:lnTo>
                  <a:lnTo>
                    <a:pt x="275463" y="132714"/>
                  </a:lnTo>
                  <a:lnTo>
                    <a:pt x="388365" y="65024"/>
                  </a:lnTo>
                  <a:lnTo>
                    <a:pt x="363766" y="51053"/>
                  </a:lnTo>
                  <a:close/>
                </a:path>
                <a:path w="388620" h="132714">
                  <a:moveTo>
                    <a:pt x="306879" y="51670"/>
                  </a:moveTo>
                  <a:lnTo>
                    <a:pt x="0" y="55244"/>
                  </a:lnTo>
                  <a:lnTo>
                    <a:pt x="380" y="83819"/>
                  </a:lnTo>
                  <a:lnTo>
                    <a:pt x="307416" y="80243"/>
                  </a:lnTo>
                  <a:lnTo>
                    <a:pt x="331608" y="65728"/>
                  </a:lnTo>
                  <a:lnTo>
                    <a:pt x="306879" y="51670"/>
                  </a:lnTo>
                  <a:close/>
                </a:path>
                <a:path w="388620" h="132714">
                  <a:moveTo>
                    <a:pt x="331608" y="65728"/>
                  </a:moveTo>
                  <a:lnTo>
                    <a:pt x="307416" y="80243"/>
                  </a:lnTo>
                  <a:lnTo>
                    <a:pt x="360172" y="79628"/>
                  </a:lnTo>
                  <a:lnTo>
                    <a:pt x="360148" y="77850"/>
                  </a:lnTo>
                  <a:lnTo>
                    <a:pt x="352932" y="77850"/>
                  </a:lnTo>
                  <a:lnTo>
                    <a:pt x="331608" y="65728"/>
                  </a:lnTo>
                  <a:close/>
                </a:path>
                <a:path w="388620" h="132714">
                  <a:moveTo>
                    <a:pt x="352678" y="53086"/>
                  </a:moveTo>
                  <a:lnTo>
                    <a:pt x="331608" y="65728"/>
                  </a:lnTo>
                  <a:lnTo>
                    <a:pt x="352932" y="77850"/>
                  </a:lnTo>
                  <a:lnTo>
                    <a:pt x="352678" y="53086"/>
                  </a:lnTo>
                  <a:close/>
                </a:path>
                <a:path w="388620" h="132714">
                  <a:moveTo>
                    <a:pt x="359818" y="53086"/>
                  </a:moveTo>
                  <a:lnTo>
                    <a:pt x="352678" y="53086"/>
                  </a:lnTo>
                  <a:lnTo>
                    <a:pt x="352932" y="77850"/>
                  </a:lnTo>
                  <a:lnTo>
                    <a:pt x="360148" y="77850"/>
                  </a:lnTo>
                  <a:lnTo>
                    <a:pt x="359818" y="53086"/>
                  </a:lnTo>
                  <a:close/>
                </a:path>
                <a:path w="388620" h="132714">
                  <a:moveTo>
                    <a:pt x="359790" y="51053"/>
                  </a:moveTo>
                  <a:lnTo>
                    <a:pt x="306879" y="51670"/>
                  </a:lnTo>
                  <a:lnTo>
                    <a:pt x="331608" y="65728"/>
                  </a:lnTo>
                  <a:lnTo>
                    <a:pt x="352678" y="53086"/>
                  </a:lnTo>
                  <a:lnTo>
                    <a:pt x="359818" y="53086"/>
                  </a:lnTo>
                  <a:lnTo>
                    <a:pt x="359790" y="51053"/>
                  </a:lnTo>
                  <a:close/>
                </a:path>
                <a:path w="388620" h="132714">
                  <a:moveTo>
                    <a:pt x="273938" y="0"/>
                  </a:moveTo>
                  <a:lnTo>
                    <a:pt x="265175" y="2412"/>
                  </a:lnTo>
                  <a:lnTo>
                    <a:pt x="261238" y="9270"/>
                  </a:lnTo>
                  <a:lnTo>
                    <a:pt x="257428" y="16128"/>
                  </a:lnTo>
                  <a:lnTo>
                    <a:pt x="259841" y="24891"/>
                  </a:lnTo>
                  <a:lnTo>
                    <a:pt x="306879" y="51670"/>
                  </a:lnTo>
                  <a:lnTo>
                    <a:pt x="359790" y="51053"/>
                  </a:lnTo>
                  <a:lnTo>
                    <a:pt x="363766" y="51053"/>
                  </a:lnTo>
                  <a:lnTo>
                    <a:pt x="27393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72250" y="2286000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305943" y="0"/>
                  </a:moveTo>
                  <a:lnTo>
                    <a:pt x="256300" y="4005"/>
                  </a:lnTo>
                  <a:lnTo>
                    <a:pt x="209214" y="15602"/>
                  </a:lnTo>
                  <a:lnTo>
                    <a:pt x="165313" y="34159"/>
                  </a:lnTo>
                  <a:lnTo>
                    <a:pt x="125227" y="59045"/>
                  </a:lnTo>
                  <a:lnTo>
                    <a:pt x="89582" y="89630"/>
                  </a:lnTo>
                  <a:lnTo>
                    <a:pt x="59009" y="125281"/>
                  </a:lnTo>
                  <a:lnTo>
                    <a:pt x="34135" y="165370"/>
                  </a:lnTo>
                  <a:lnTo>
                    <a:pt x="15590" y="209263"/>
                  </a:lnTo>
                  <a:lnTo>
                    <a:pt x="4002" y="256331"/>
                  </a:lnTo>
                  <a:lnTo>
                    <a:pt x="0" y="305942"/>
                  </a:lnTo>
                  <a:lnTo>
                    <a:pt x="4002" y="355588"/>
                  </a:lnTo>
                  <a:lnTo>
                    <a:pt x="15590" y="402684"/>
                  </a:lnTo>
                  <a:lnTo>
                    <a:pt x="34135" y="446599"/>
                  </a:lnTo>
                  <a:lnTo>
                    <a:pt x="59009" y="486703"/>
                  </a:lnTo>
                  <a:lnTo>
                    <a:pt x="89582" y="522366"/>
                  </a:lnTo>
                  <a:lnTo>
                    <a:pt x="125227" y="552959"/>
                  </a:lnTo>
                  <a:lnTo>
                    <a:pt x="165313" y="577849"/>
                  </a:lnTo>
                  <a:lnTo>
                    <a:pt x="209214" y="596409"/>
                  </a:lnTo>
                  <a:lnTo>
                    <a:pt x="256300" y="608007"/>
                  </a:lnTo>
                  <a:lnTo>
                    <a:pt x="305943" y="612013"/>
                  </a:lnTo>
                  <a:lnTo>
                    <a:pt x="355585" y="608007"/>
                  </a:lnTo>
                  <a:lnTo>
                    <a:pt x="402671" y="596409"/>
                  </a:lnTo>
                  <a:lnTo>
                    <a:pt x="446572" y="577849"/>
                  </a:lnTo>
                  <a:lnTo>
                    <a:pt x="486658" y="552959"/>
                  </a:lnTo>
                  <a:lnTo>
                    <a:pt x="522303" y="522366"/>
                  </a:lnTo>
                  <a:lnTo>
                    <a:pt x="552876" y="486703"/>
                  </a:lnTo>
                  <a:lnTo>
                    <a:pt x="577750" y="446599"/>
                  </a:lnTo>
                  <a:lnTo>
                    <a:pt x="596295" y="402684"/>
                  </a:lnTo>
                  <a:lnTo>
                    <a:pt x="607883" y="355588"/>
                  </a:lnTo>
                  <a:lnTo>
                    <a:pt x="611885" y="305942"/>
                  </a:lnTo>
                  <a:lnTo>
                    <a:pt x="607883" y="256331"/>
                  </a:lnTo>
                  <a:lnTo>
                    <a:pt x="596295" y="209263"/>
                  </a:lnTo>
                  <a:lnTo>
                    <a:pt x="577750" y="165370"/>
                  </a:lnTo>
                  <a:lnTo>
                    <a:pt x="552876" y="125281"/>
                  </a:lnTo>
                  <a:lnTo>
                    <a:pt x="522303" y="89630"/>
                  </a:lnTo>
                  <a:lnTo>
                    <a:pt x="486658" y="59045"/>
                  </a:lnTo>
                  <a:lnTo>
                    <a:pt x="446572" y="34159"/>
                  </a:lnTo>
                  <a:lnTo>
                    <a:pt x="402671" y="15602"/>
                  </a:lnTo>
                  <a:lnTo>
                    <a:pt x="355585" y="4005"/>
                  </a:lnTo>
                  <a:lnTo>
                    <a:pt x="3059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072250" y="2286000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0" y="305942"/>
                  </a:moveTo>
                  <a:lnTo>
                    <a:pt x="4002" y="256331"/>
                  </a:lnTo>
                  <a:lnTo>
                    <a:pt x="15590" y="209263"/>
                  </a:lnTo>
                  <a:lnTo>
                    <a:pt x="34135" y="165370"/>
                  </a:lnTo>
                  <a:lnTo>
                    <a:pt x="59009" y="125281"/>
                  </a:lnTo>
                  <a:lnTo>
                    <a:pt x="89582" y="89630"/>
                  </a:lnTo>
                  <a:lnTo>
                    <a:pt x="125227" y="59045"/>
                  </a:lnTo>
                  <a:lnTo>
                    <a:pt x="165313" y="34159"/>
                  </a:lnTo>
                  <a:lnTo>
                    <a:pt x="209214" y="15602"/>
                  </a:lnTo>
                  <a:lnTo>
                    <a:pt x="256300" y="4005"/>
                  </a:lnTo>
                  <a:lnTo>
                    <a:pt x="305943" y="0"/>
                  </a:lnTo>
                  <a:lnTo>
                    <a:pt x="355585" y="4005"/>
                  </a:lnTo>
                  <a:lnTo>
                    <a:pt x="402671" y="15602"/>
                  </a:lnTo>
                  <a:lnTo>
                    <a:pt x="446572" y="34159"/>
                  </a:lnTo>
                  <a:lnTo>
                    <a:pt x="486658" y="59045"/>
                  </a:lnTo>
                  <a:lnTo>
                    <a:pt x="522303" y="89630"/>
                  </a:lnTo>
                  <a:lnTo>
                    <a:pt x="552876" y="125281"/>
                  </a:lnTo>
                  <a:lnTo>
                    <a:pt x="577750" y="165370"/>
                  </a:lnTo>
                  <a:lnTo>
                    <a:pt x="596295" y="209263"/>
                  </a:lnTo>
                  <a:lnTo>
                    <a:pt x="607883" y="256331"/>
                  </a:lnTo>
                  <a:lnTo>
                    <a:pt x="611885" y="305942"/>
                  </a:lnTo>
                  <a:lnTo>
                    <a:pt x="607883" y="355588"/>
                  </a:lnTo>
                  <a:lnTo>
                    <a:pt x="596295" y="402684"/>
                  </a:lnTo>
                  <a:lnTo>
                    <a:pt x="577750" y="446599"/>
                  </a:lnTo>
                  <a:lnTo>
                    <a:pt x="552876" y="486703"/>
                  </a:lnTo>
                  <a:lnTo>
                    <a:pt x="522303" y="522366"/>
                  </a:lnTo>
                  <a:lnTo>
                    <a:pt x="486658" y="552959"/>
                  </a:lnTo>
                  <a:lnTo>
                    <a:pt x="446572" y="577849"/>
                  </a:lnTo>
                  <a:lnTo>
                    <a:pt x="402671" y="596409"/>
                  </a:lnTo>
                  <a:lnTo>
                    <a:pt x="355585" y="608007"/>
                  </a:lnTo>
                  <a:lnTo>
                    <a:pt x="305943" y="612013"/>
                  </a:lnTo>
                  <a:lnTo>
                    <a:pt x="256300" y="608007"/>
                  </a:lnTo>
                  <a:lnTo>
                    <a:pt x="209214" y="596409"/>
                  </a:lnTo>
                  <a:lnTo>
                    <a:pt x="165313" y="577849"/>
                  </a:lnTo>
                  <a:lnTo>
                    <a:pt x="125227" y="552959"/>
                  </a:lnTo>
                  <a:lnTo>
                    <a:pt x="89582" y="522366"/>
                  </a:lnTo>
                  <a:lnTo>
                    <a:pt x="59009" y="486703"/>
                  </a:lnTo>
                  <a:lnTo>
                    <a:pt x="34135" y="446599"/>
                  </a:lnTo>
                  <a:lnTo>
                    <a:pt x="15590" y="402684"/>
                  </a:lnTo>
                  <a:lnTo>
                    <a:pt x="4002" y="355588"/>
                  </a:lnTo>
                  <a:lnTo>
                    <a:pt x="0" y="305942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023989" y="2317495"/>
            <a:ext cx="1080135" cy="540385"/>
          </a:xfrm>
          <a:prstGeom prst="rect">
            <a:avLst/>
          </a:prstGeom>
          <a:solidFill>
            <a:srgbClr val="FFFFFF"/>
          </a:solidFill>
          <a:ln w="25400">
            <a:solidFill>
              <a:srgbClr val="385D89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930"/>
              </a:spcBef>
            </a:pPr>
            <a:r>
              <a:rPr sz="1800" b="1" spc="-5" dirty="0">
                <a:solidFill>
                  <a:srgbClr val="1F487C"/>
                </a:solidFill>
                <a:latin typeface="Calibri"/>
                <a:cs typeface="Calibri"/>
              </a:rPr>
              <a:t>"Sousse"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130925" y="2522727"/>
            <a:ext cx="893444" cy="1459865"/>
            <a:chOff x="6130925" y="2522727"/>
            <a:chExt cx="893444" cy="1459865"/>
          </a:xfrm>
        </p:grpSpPr>
        <p:sp>
          <p:nvSpPr>
            <p:cNvPr id="45" name="object 45"/>
            <p:cNvSpPr/>
            <p:nvPr/>
          </p:nvSpPr>
          <p:spPr>
            <a:xfrm>
              <a:off x="6684009" y="2522727"/>
              <a:ext cx="340360" cy="132715"/>
            </a:xfrm>
            <a:custGeom>
              <a:avLst/>
              <a:gdLst/>
              <a:ahLst/>
              <a:cxnLst/>
              <a:rect l="l" t="t" r="r" b="b"/>
              <a:pathLst>
                <a:path w="340359" h="132714">
                  <a:moveTo>
                    <a:pt x="315298" y="50800"/>
                  </a:moveTo>
                  <a:lnTo>
                    <a:pt x="311531" y="50800"/>
                  </a:lnTo>
                  <a:lnTo>
                    <a:pt x="311912" y="79375"/>
                  </a:lnTo>
                  <a:lnTo>
                    <a:pt x="259080" y="80085"/>
                  </a:lnTo>
                  <a:lnTo>
                    <a:pt x="212471" y="108076"/>
                  </a:lnTo>
                  <a:lnTo>
                    <a:pt x="210312" y="116839"/>
                  </a:lnTo>
                  <a:lnTo>
                    <a:pt x="214375" y="123698"/>
                  </a:lnTo>
                  <a:lnTo>
                    <a:pt x="218440" y="130429"/>
                  </a:lnTo>
                  <a:lnTo>
                    <a:pt x="227203" y="132587"/>
                  </a:lnTo>
                  <a:lnTo>
                    <a:pt x="339979" y="64770"/>
                  </a:lnTo>
                  <a:lnTo>
                    <a:pt x="315298" y="50800"/>
                  </a:lnTo>
                  <a:close/>
                </a:path>
                <a:path w="340359" h="132714">
                  <a:moveTo>
                    <a:pt x="258600" y="51512"/>
                  </a:moveTo>
                  <a:lnTo>
                    <a:pt x="0" y="54991"/>
                  </a:lnTo>
                  <a:lnTo>
                    <a:pt x="381" y="83566"/>
                  </a:lnTo>
                  <a:lnTo>
                    <a:pt x="259080" y="80085"/>
                  </a:lnTo>
                  <a:lnTo>
                    <a:pt x="283349" y="65524"/>
                  </a:lnTo>
                  <a:lnTo>
                    <a:pt x="258600" y="51512"/>
                  </a:lnTo>
                  <a:close/>
                </a:path>
                <a:path w="340359" h="132714">
                  <a:moveTo>
                    <a:pt x="283349" y="65524"/>
                  </a:moveTo>
                  <a:lnTo>
                    <a:pt x="259080" y="80085"/>
                  </a:lnTo>
                  <a:lnTo>
                    <a:pt x="311912" y="79375"/>
                  </a:lnTo>
                  <a:lnTo>
                    <a:pt x="311888" y="77597"/>
                  </a:lnTo>
                  <a:lnTo>
                    <a:pt x="304673" y="77597"/>
                  </a:lnTo>
                  <a:lnTo>
                    <a:pt x="283349" y="65524"/>
                  </a:lnTo>
                  <a:close/>
                </a:path>
                <a:path w="340359" h="132714">
                  <a:moveTo>
                    <a:pt x="304292" y="52959"/>
                  </a:moveTo>
                  <a:lnTo>
                    <a:pt x="283349" y="65524"/>
                  </a:lnTo>
                  <a:lnTo>
                    <a:pt x="304673" y="77597"/>
                  </a:lnTo>
                  <a:lnTo>
                    <a:pt x="304292" y="52959"/>
                  </a:lnTo>
                  <a:close/>
                </a:path>
                <a:path w="340359" h="132714">
                  <a:moveTo>
                    <a:pt x="311559" y="52959"/>
                  </a:moveTo>
                  <a:lnTo>
                    <a:pt x="304292" y="52959"/>
                  </a:lnTo>
                  <a:lnTo>
                    <a:pt x="304673" y="77597"/>
                  </a:lnTo>
                  <a:lnTo>
                    <a:pt x="311888" y="77597"/>
                  </a:lnTo>
                  <a:lnTo>
                    <a:pt x="311559" y="52959"/>
                  </a:lnTo>
                  <a:close/>
                </a:path>
                <a:path w="340359" h="132714">
                  <a:moveTo>
                    <a:pt x="311531" y="50800"/>
                  </a:moveTo>
                  <a:lnTo>
                    <a:pt x="258600" y="51512"/>
                  </a:lnTo>
                  <a:lnTo>
                    <a:pt x="283349" y="65524"/>
                  </a:lnTo>
                  <a:lnTo>
                    <a:pt x="304292" y="52959"/>
                  </a:lnTo>
                  <a:lnTo>
                    <a:pt x="311559" y="52959"/>
                  </a:lnTo>
                  <a:lnTo>
                    <a:pt x="311531" y="50800"/>
                  </a:lnTo>
                  <a:close/>
                </a:path>
                <a:path w="340359" h="132714">
                  <a:moveTo>
                    <a:pt x="225425" y="0"/>
                  </a:moveTo>
                  <a:lnTo>
                    <a:pt x="216789" y="2412"/>
                  </a:lnTo>
                  <a:lnTo>
                    <a:pt x="208915" y="16129"/>
                  </a:lnTo>
                  <a:lnTo>
                    <a:pt x="211328" y="24764"/>
                  </a:lnTo>
                  <a:lnTo>
                    <a:pt x="258600" y="51512"/>
                  </a:lnTo>
                  <a:lnTo>
                    <a:pt x="311531" y="50800"/>
                  </a:lnTo>
                  <a:lnTo>
                    <a:pt x="315298" y="50800"/>
                  </a:lnTo>
                  <a:lnTo>
                    <a:pt x="232283" y="3810"/>
                  </a:lnTo>
                  <a:lnTo>
                    <a:pt x="225425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143625" y="3357499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306070" y="0"/>
                  </a:moveTo>
                  <a:lnTo>
                    <a:pt x="256424" y="4005"/>
                  </a:lnTo>
                  <a:lnTo>
                    <a:pt x="209328" y="15603"/>
                  </a:lnTo>
                  <a:lnTo>
                    <a:pt x="165413" y="34163"/>
                  </a:lnTo>
                  <a:lnTo>
                    <a:pt x="125309" y="59053"/>
                  </a:lnTo>
                  <a:lnTo>
                    <a:pt x="89646" y="89646"/>
                  </a:lnTo>
                  <a:lnTo>
                    <a:pt x="59053" y="125309"/>
                  </a:lnTo>
                  <a:lnTo>
                    <a:pt x="34163" y="165413"/>
                  </a:lnTo>
                  <a:lnTo>
                    <a:pt x="15603" y="209328"/>
                  </a:lnTo>
                  <a:lnTo>
                    <a:pt x="4005" y="256424"/>
                  </a:lnTo>
                  <a:lnTo>
                    <a:pt x="0" y="306069"/>
                  </a:lnTo>
                  <a:lnTo>
                    <a:pt x="4005" y="355712"/>
                  </a:lnTo>
                  <a:lnTo>
                    <a:pt x="15603" y="402798"/>
                  </a:lnTo>
                  <a:lnTo>
                    <a:pt x="34163" y="446699"/>
                  </a:lnTo>
                  <a:lnTo>
                    <a:pt x="59053" y="486785"/>
                  </a:lnTo>
                  <a:lnTo>
                    <a:pt x="89646" y="522430"/>
                  </a:lnTo>
                  <a:lnTo>
                    <a:pt x="125309" y="553003"/>
                  </a:lnTo>
                  <a:lnTo>
                    <a:pt x="165413" y="577877"/>
                  </a:lnTo>
                  <a:lnTo>
                    <a:pt x="209328" y="596422"/>
                  </a:lnTo>
                  <a:lnTo>
                    <a:pt x="256424" y="608010"/>
                  </a:lnTo>
                  <a:lnTo>
                    <a:pt x="306070" y="612013"/>
                  </a:lnTo>
                  <a:lnTo>
                    <a:pt x="355681" y="608010"/>
                  </a:lnTo>
                  <a:lnTo>
                    <a:pt x="402749" y="596422"/>
                  </a:lnTo>
                  <a:lnTo>
                    <a:pt x="446642" y="577877"/>
                  </a:lnTo>
                  <a:lnTo>
                    <a:pt x="486731" y="553003"/>
                  </a:lnTo>
                  <a:lnTo>
                    <a:pt x="522382" y="522430"/>
                  </a:lnTo>
                  <a:lnTo>
                    <a:pt x="552967" y="486785"/>
                  </a:lnTo>
                  <a:lnTo>
                    <a:pt x="577853" y="446699"/>
                  </a:lnTo>
                  <a:lnTo>
                    <a:pt x="596410" y="402798"/>
                  </a:lnTo>
                  <a:lnTo>
                    <a:pt x="608007" y="355712"/>
                  </a:lnTo>
                  <a:lnTo>
                    <a:pt x="612013" y="306069"/>
                  </a:lnTo>
                  <a:lnTo>
                    <a:pt x="608007" y="256424"/>
                  </a:lnTo>
                  <a:lnTo>
                    <a:pt x="596410" y="209328"/>
                  </a:lnTo>
                  <a:lnTo>
                    <a:pt x="577853" y="165413"/>
                  </a:lnTo>
                  <a:lnTo>
                    <a:pt x="552967" y="125309"/>
                  </a:lnTo>
                  <a:lnTo>
                    <a:pt x="522382" y="89646"/>
                  </a:lnTo>
                  <a:lnTo>
                    <a:pt x="486731" y="59053"/>
                  </a:lnTo>
                  <a:lnTo>
                    <a:pt x="446642" y="34163"/>
                  </a:lnTo>
                  <a:lnTo>
                    <a:pt x="402749" y="15603"/>
                  </a:lnTo>
                  <a:lnTo>
                    <a:pt x="355681" y="4005"/>
                  </a:lnTo>
                  <a:lnTo>
                    <a:pt x="3060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143625" y="3357499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0" y="306069"/>
                  </a:moveTo>
                  <a:lnTo>
                    <a:pt x="4005" y="256424"/>
                  </a:lnTo>
                  <a:lnTo>
                    <a:pt x="15603" y="209328"/>
                  </a:lnTo>
                  <a:lnTo>
                    <a:pt x="34163" y="165413"/>
                  </a:lnTo>
                  <a:lnTo>
                    <a:pt x="59053" y="125309"/>
                  </a:lnTo>
                  <a:lnTo>
                    <a:pt x="89646" y="89646"/>
                  </a:lnTo>
                  <a:lnTo>
                    <a:pt x="125309" y="59053"/>
                  </a:lnTo>
                  <a:lnTo>
                    <a:pt x="165413" y="34163"/>
                  </a:lnTo>
                  <a:lnTo>
                    <a:pt x="209328" y="15603"/>
                  </a:lnTo>
                  <a:lnTo>
                    <a:pt x="256424" y="4005"/>
                  </a:lnTo>
                  <a:lnTo>
                    <a:pt x="306070" y="0"/>
                  </a:lnTo>
                  <a:lnTo>
                    <a:pt x="355681" y="4005"/>
                  </a:lnTo>
                  <a:lnTo>
                    <a:pt x="402749" y="15603"/>
                  </a:lnTo>
                  <a:lnTo>
                    <a:pt x="446642" y="34163"/>
                  </a:lnTo>
                  <a:lnTo>
                    <a:pt x="486731" y="59053"/>
                  </a:lnTo>
                  <a:lnTo>
                    <a:pt x="522382" y="89646"/>
                  </a:lnTo>
                  <a:lnTo>
                    <a:pt x="552967" y="125309"/>
                  </a:lnTo>
                  <a:lnTo>
                    <a:pt x="577853" y="165413"/>
                  </a:lnTo>
                  <a:lnTo>
                    <a:pt x="596410" y="209328"/>
                  </a:lnTo>
                  <a:lnTo>
                    <a:pt x="608007" y="256424"/>
                  </a:lnTo>
                  <a:lnTo>
                    <a:pt x="612013" y="306069"/>
                  </a:lnTo>
                  <a:lnTo>
                    <a:pt x="608007" y="355712"/>
                  </a:lnTo>
                  <a:lnTo>
                    <a:pt x="596410" y="402798"/>
                  </a:lnTo>
                  <a:lnTo>
                    <a:pt x="577853" y="446699"/>
                  </a:lnTo>
                  <a:lnTo>
                    <a:pt x="552967" y="486785"/>
                  </a:lnTo>
                  <a:lnTo>
                    <a:pt x="522382" y="522430"/>
                  </a:lnTo>
                  <a:lnTo>
                    <a:pt x="486731" y="553003"/>
                  </a:lnTo>
                  <a:lnTo>
                    <a:pt x="446642" y="577877"/>
                  </a:lnTo>
                  <a:lnTo>
                    <a:pt x="402749" y="596422"/>
                  </a:lnTo>
                  <a:lnTo>
                    <a:pt x="355681" y="608010"/>
                  </a:lnTo>
                  <a:lnTo>
                    <a:pt x="306070" y="612013"/>
                  </a:lnTo>
                  <a:lnTo>
                    <a:pt x="256424" y="608010"/>
                  </a:lnTo>
                  <a:lnTo>
                    <a:pt x="209328" y="596422"/>
                  </a:lnTo>
                  <a:lnTo>
                    <a:pt x="165413" y="577877"/>
                  </a:lnTo>
                  <a:lnTo>
                    <a:pt x="125309" y="553003"/>
                  </a:lnTo>
                  <a:lnTo>
                    <a:pt x="89646" y="522430"/>
                  </a:lnTo>
                  <a:lnTo>
                    <a:pt x="59053" y="486785"/>
                  </a:lnTo>
                  <a:lnTo>
                    <a:pt x="34163" y="446699"/>
                  </a:lnTo>
                  <a:lnTo>
                    <a:pt x="15603" y="402798"/>
                  </a:lnTo>
                  <a:lnTo>
                    <a:pt x="4005" y="355712"/>
                  </a:lnTo>
                  <a:lnTo>
                    <a:pt x="0" y="306069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000875" y="3389121"/>
            <a:ext cx="1080135" cy="540385"/>
          </a:xfrm>
          <a:prstGeom prst="rect">
            <a:avLst/>
          </a:prstGeom>
          <a:solidFill>
            <a:srgbClr val="FFFFFF"/>
          </a:solidFill>
          <a:ln w="25400">
            <a:solidFill>
              <a:srgbClr val="385D89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930"/>
              </a:spcBef>
            </a:pPr>
            <a:r>
              <a:rPr sz="1800" b="1" spc="-5" dirty="0">
                <a:solidFill>
                  <a:srgbClr val="1F487C"/>
                </a:solidFill>
                <a:latin typeface="Calibri"/>
                <a:cs typeface="Calibri"/>
              </a:rPr>
              <a:t>"Sousse"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07999" y="2577719"/>
            <a:ext cx="8085455" cy="4148454"/>
            <a:chOff x="707999" y="2577719"/>
            <a:chExt cx="8085455" cy="4148454"/>
          </a:xfrm>
        </p:grpSpPr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55383" y="3594861"/>
              <a:ext cx="245618" cy="13258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898138" y="2577719"/>
              <a:ext cx="459740" cy="1178560"/>
            </a:xfrm>
            <a:custGeom>
              <a:avLst/>
              <a:gdLst/>
              <a:ahLst/>
              <a:cxnLst/>
              <a:rect l="l" t="t" r="r" b="b"/>
              <a:pathLst>
                <a:path w="459739" h="1178560">
                  <a:moveTo>
                    <a:pt x="402921" y="1112281"/>
                  </a:moveTo>
                  <a:lnTo>
                    <a:pt x="331470" y="1153921"/>
                  </a:lnTo>
                  <a:lnTo>
                    <a:pt x="329184" y="1162684"/>
                  </a:lnTo>
                  <a:lnTo>
                    <a:pt x="333248" y="1169542"/>
                  </a:lnTo>
                  <a:lnTo>
                    <a:pt x="337185" y="1176273"/>
                  </a:lnTo>
                  <a:lnTo>
                    <a:pt x="345948" y="1178559"/>
                  </a:lnTo>
                  <a:lnTo>
                    <a:pt x="435007" y="1126616"/>
                  </a:lnTo>
                  <a:lnTo>
                    <a:pt x="431291" y="1126616"/>
                  </a:lnTo>
                  <a:lnTo>
                    <a:pt x="431291" y="1124584"/>
                  </a:lnTo>
                  <a:lnTo>
                    <a:pt x="424052" y="1124584"/>
                  </a:lnTo>
                  <a:lnTo>
                    <a:pt x="402921" y="1112281"/>
                  </a:lnTo>
                  <a:close/>
                </a:path>
                <a:path w="459739" h="1178560">
                  <a:moveTo>
                    <a:pt x="215519" y="14223"/>
                  </a:moveTo>
                  <a:lnTo>
                    <a:pt x="215519" y="1120139"/>
                  </a:lnTo>
                  <a:lnTo>
                    <a:pt x="221869" y="1126616"/>
                  </a:lnTo>
                  <a:lnTo>
                    <a:pt x="378362" y="1126616"/>
                  </a:lnTo>
                  <a:lnTo>
                    <a:pt x="402921" y="1112281"/>
                  </a:lnTo>
                  <a:lnTo>
                    <a:pt x="244094" y="1112265"/>
                  </a:lnTo>
                  <a:lnTo>
                    <a:pt x="229742" y="1098041"/>
                  </a:lnTo>
                  <a:lnTo>
                    <a:pt x="244094" y="1098041"/>
                  </a:lnTo>
                  <a:lnTo>
                    <a:pt x="244094" y="28575"/>
                  </a:lnTo>
                  <a:lnTo>
                    <a:pt x="229742" y="28575"/>
                  </a:lnTo>
                  <a:lnTo>
                    <a:pt x="215519" y="14223"/>
                  </a:lnTo>
                  <a:close/>
                </a:path>
                <a:path w="459739" h="1178560">
                  <a:moveTo>
                    <a:pt x="435220" y="1098041"/>
                  </a:moveTo>
                  <a:lnTo>
                    <a:pt x="431291" y="1098041"/>
                  </a:lnTo>
                  <a:lnTo>
                    <a:pt x="431291" y="1126616"/>
                  </a:lnTo>
                  <a:lnTo>
                    <a:pt x="435007" y="1126616"/>
                  </a:lnTo>
                  <a:lnTo>
                    <a:pt x="459613" y="1112265"/>
                  </a:lnTo>
                  <a:lnTo>
                    <a:pt x="435220" y="1098041"/>
                  </a:lnTo>
                  <a:close/>
                </a:path>
                <a:path w="459739" h="1178560">
                  <a:moveTo>
                    <a:pt x="424052" y="1099946"/>
                  </a:moveTo>
                  <a:lnTo>
                    <a:pt x="402921" y="1112281"/>
                  </a:lnTo>
                  <a:lnTo>
                    <a:pt x="424052" y="1124584"/>
                  </a:lnTo>
                  <a:lnTo>
                    <a:pt x="424052" y="1099946"/>
                  </a:lnTo>
                  <a:close/>
                </a:path>
                <a:path w="459739" h="1178560">
                  <a:moveTo>
                    <a:pt x="431291" y="1099946"/>
                  </a:moveTo>
                  <a:lnTo>
                    <a:pt x="424052" y="1099946"/>
                  </a:lnTo>
                  <a:lnTo>
                    <a:pt x="424052" y="1124584"/>
                  </a:lnTo>
                  <a:lnTo>
                    <a:pt x="431291" y="1124584"/>
                  </a:lnTo>
                  <a:lnTo>
                    <a:pt x="431291" y="1099946"/>
                  </a:lnTo>
                  <a:close/>
                </a:path>
                <a:path w="459739" h="1178560">
                  <a:moveTo>
                    <a:pt x="345948" y="1045971"/>
                  </a:moveTo>
                  <a:lnTo>
                    <a:pt x="337185" y="1048257"/>
                  </a:lnTo>
                  <a:lnTo>
                    <a:pt x="333248" y="1055115"/>
                  </a:lnTo>
                  <a:lnTo>
                    <a:pt x="329184" y="1061846"/>
                  </a:lnTo>
                  <a:lnTo>
                    <a:pt x="331470" y="1070609"/>
                  </a:lnTo>
                  <a:lnTo>
                    <a:pt x="338327" y="1074673"/>
                  </a:lnTo>
                  <a:lnTo>
                    <a:pt x="402921" y="1112281"/>
                  </a:lnTo>
                  <a:lnTo>
                    <a:pt x="424052" y="1099946"/>
                  </a:lnTo>
                  <a:lnTo>
                    <a:pt x="431291" y="1099946"/>
                  </a:lnTo>
                  <a:lnTo>
                    <a:pt x="431291" y="1098041"/>
                  </a:lnTo>
                  <a:lnTo>
                    <a:pt x="435220" y="1098041"/>
                  </a:lnTo>
                  <a:lnTo>
                    <a:pt x="345948" y="1045971"/>
                  </a:lnTo>
                  <a:close/>
                </a:path>
                <a:path w="459739" h="1178560">
                  <a:moveTo>
                    <a:pt x="244094" y="1098041"/>
                  </a:moveTo>
                  <a:lnTo>
                    <a:pt x="229742" y="1098041"/>
                  </a:lnTo>
                  <a:lnTo>
                    <a:pt x="244094" y="1112265"/>
                  </a:lnTo>
                  <a:lnTo>
                    <a:pt x="244094" y="1098041"/>
                  </a:lnTo>
                  <a:close/>
                </a:path>
                <a:path w="459739" h="1178560">
                  <a:moveTo>
                    <a:pt x="378463" y="1098041"/>
                  </a:moveTo>
                  <a:lnTo>
                    <a:pt x="244094" y="1098041"/>
                  </a:lnTo>
                  <a:lnTo>
                    <a:pt x="244094" y="1112265"/>
                  </a:lnTo>
                  <a:lnTo>
                    <a:pt x="402894" y="1112265"/>
                  </a:lnTo>
                  <a:lnTo>
                    <a:pt x="378463" y="1098041"/>
                  </a:lnTo>
                  <a:close/>
                </a:path>
                <a:path w="459739" h="1178560">
                  <a:moveTo>
                    <a:pt x="237616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215519" y="28575"/>
                  </a:lnTo>
                  <a:lnTo>
                    <a:pt x="215519" y="14223"/>
                  </a:lnTo>
                  <a:lnTo>
                    <a:pt x="244094" y="14223"/>
                  </a:lnTo>
                  <a:lnTo>
                    <a:pt x="244094" y="6350"/>
                  </a:lnTo>
                  <a:lnTo>
                    <a:pt x="237616" y="0"/>
                  </a:lnTo>
                  <a:close/>
                </a:path>
                <a:path w="459739" h="1178560">
                  <a:moveTo>
                    <a:pt x="244094" y="14223"/>
                  </a:moveTo>
                  <a:lnTo>
                    <a:pt x="215519" y="14223"/>
                  </a:lnTo>
                  <a:lnTo>
                    <a:pt x="229742" y="28575"/>
                  </a:lnTo>
                  <a:lnTo>
                    <a:pt x="244094" y="28575"/>
                  </a:lnTo>
                  <a:lnTo>
                    <a:pt x="244094" y="14223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07999" y="4780026"/>
              <a:ext cx="8085455" cy="1945639"/>
            </a:xfrm>
            <a:custGeom>
              <a:avLst/>
              <a:gdLst/>
              <a:ahLst/>
              <a:cxnLst/>
              <a:rect l="l" t="t" r="r" b="b"/>
              <a:pathLst>
                <a:path w="8085455" h="1945640">
                  <a:moveTo>
                    <a:pt x="220662" y="0"/>
                  </a:moveTo>
                  <a:lnTo>
                    <a:pt x="220662" y="1945589"/>
                  </a:lnTo>
                </a:path>
                <a:path w="8085455" h="1945640">
                  <a:moveTo>
                    <a:pt x="3935501" y="0"/>
                  </a:moveTo>
                  <a:lnTo>
                    <a:pt x="3935501" y="1945589"/>
                  </a:lnTo>
                </a:path>
                <a:path w="8085455" h="1945640">
                  <a:moveTo>
                    <a:pt x="6350" y="0"/>
                  </a:moveTo>
                  <a:lnTo>
                    <a:pt x="6350" y="1945589"/>
                  </a:lnTo>
                </a:path>
                <a:path w="8085455" h="1945640">
                  <a:moveTo>
                    <a:pt x="8078876" y="0"/>
                  </a:moveTo>
                  <a:lnTo>
                    <a:pt x="8078876" y="1945589"/>
                  </a:lnTo>
                </a:path>
                <a:path w="8085455" h="1945640">
                  <a:moveTo>
                    <a:pt x="0" y="6350"/>
                  </a:moveTo>
                  <a:lnTo>
                    <a:pt x="8085226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07999" y="6706565"/>
              <a:ext cx="8085455" cy="0"/>
            </a:xfrm>
            <a:custGeom>
              <a:avLst/>
              <a:gdLst/>
              <a:ahLst/>
              <a:cxnLst/>
              <a:rect l="l" t="t" r="r" b="b"/>
              <a:pathLst>
                <a:path w="8085455">
                  <a:moveTo>
                    <a:pt x="0" y="0"/>
                  </a:moveTo>
                  <a:lnTo>
                    <a:pt x="8085226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893165" y="4843723"/>
          <a:ext cx="7800975" cy="15103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9515"/>
                <a:gridCol w="4061460"/>
              </a:tblGrid>
              <a:tr h="1510366">
                <a:tc>
                  <a:txBody>
                    <a:bodyPr/>
                    <a:lstStyle/>
                    <a:p>
                      <a:pPr marL="45085" algn="ctr">
                        <a:lnSpc>
                          <a:spcPts val="2195"/>
                        </a:lnSpc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000" b="1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C00000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000" spc="-7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866140">
                        <a:lnSpc>
                          <a:spcPts val="2395"/>
                        </a:lnSpc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P^</a:t>
                      </a:r>
                      <a:r>
                        <a:rPr sz="2000" b="1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b="1" spc="434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Q^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"Sousse"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127000" marR="9461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si</a:t>
                      </a:r>
                      <a:r>
                        <a:rPr sz="2000" b="1" spc="-2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l'on</a:t>
                      </a:r>
                      <a:r>
                        <a:rPr sz="2000" b="1" spc="-2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modifie</a:t>
                      </a:r>
                      <a:r>
                        <a:rPr sz="2000" b="1" spc="-3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2000" b="1" spc="-1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valeur</a:t>
                      </a:r>
                      <a:r>
                        <a:rPr sz="2000" b="1" spc="-1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sz="2000" b="1" spc="-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Q^,</a:t>
                      </a:r>
                      <a:r>
                        <a:rPr sz="2000" b="1" spc="-2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P^ </a:t>
                      </a:r>
                      <a:r>
                        <a:rPr sz="2000" b="1" spc="-434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sera</a:t>
                      </a:r>
                      <a:r>
                        <a:rPr sz="2000" b="1" spc="10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également</a:t>
                      </a:r>
                      <a:r>
                        <a:rPr sz="2000" b="1" spc="9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modifié</a:t>
                      </a:r>
                      <a:r>
                        <a:rPr sz="2000" b="1" spc="8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et </a:t>
                      </a:r>
                      <a:r>
                        <a:rPr sz="2000" b="1" spc="-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restera</a:t>
                      </a:r>
                      <a:r>
                        <a:rPr sz="2000" b="1" spc="-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égal</a:t>
                      </a:r>
                      <a:r>
                        <a:rPr sz="2000" b="1" spc="-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à</a:t>
                      </a:r>
                      <a:r>
                        <a:rPr sz="2000" b="1" spc="-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Q^.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2235" algn="ctr">
                        <a:lnSpc>
                          <a:spcPts val="2190"/>
                        </a:lnSpc>
                      </a:pP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Par</a:t>
                      </a:r>
                      <a:r>
                        <a:rPr sz="2000" b="1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contre,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si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l'instruction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103505" algn="ctr">
                        <a:lnSpc>
                          <a:spcPts val="2395"/>
                        </a:lnSpc>
                        <a:spcBef>
                          <a:spcPts val="10"/>
                        </a:spcBef>
                      </a:pPr>
                      <a:r>
                        <a:rPr sz="2000" b="1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P^</a:t>
                      </a:r>
                      <a:r>
                        <a:rPr sz="2000" b="1" spc="-4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C00000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000" spc="-7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Q^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1056640">
                        <a:lnSpc>
                          <a:spcPts val="2395"/>
                        </a:lnSpc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P^</a:t>
                      </a:r>
                      <a:r>
                        <a:rPr sz="2000" b="1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b="1" spc="434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Q^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"Sousse"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102235" marR="11938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si</a:t>
                      </a:r>
                      <a:r>
                        <a:rPr sz="2000" b="1" spc="-2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l'on</a:t>
                      </a:r>
                      <a:r>
                        <a:rPr sz="2000" b="1" spc="-2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modifie</a:t>
                      </a:r>
                      <a:r>
                        <a:rPr sz="2000" b="1" spc="-3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2000" b="1" spc="-1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valeur</a:t>
                      </a:r>
                      <a:r>
                        <a:rPr sz="2000" b="1" spc="-1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000" b="1" spc="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Q^,</a:t>
                      </a:r>
                      <a:r>
                        <a:rPr sz="2000" b="1" spc="-1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P^</a:t>
                      </a:r>
                      <a:r>
                        <a:rPr sz="2000" b="1" spc="-1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ne </a:t>
                      </a:r>
                      <a:r>
                        <a:rPr sz="2000" b="1" spc="-434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sera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pas</a:t>
                      </a:r>
                      <a:r>
                        <a:rPr sz="20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modifié</a:t>
                      </a:r>
                      <a:r>
                        <a:rPr sz="20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015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85787" y="1142931"/>
            <a:ext cx="7929880" cy="5694045"/>
          </a:xfrm>
          <a:custGeom>
            <a:avLst/>
            <a:gdLst/>
            <a:ahLst/>
            <a:cxnLst/>
            <a:rect l="l" t="t" r="r" b="b"/>
            <a:pathLst>
              <a:path w="7929880" h="5694045">
                <a:moveTo>
                  <a:pt x="7929626" y="0"/>
                </a:moveTo>
                <a:lnTo>
                  <a:pt x="0" y="0"/>
                </a:lnTo>
                <a:lnTo>
                  <a:pt x="0" y="5693918"/>
                </a:lnTo>
                <a:lnTo>
                  <a:pt x="7929626" y="5693918"/>
                </a:lnTo>
                <a:lnTo>
                  <a:pt x="79296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64819" y="1156461"/>
            <a:ext cx="7773670" cy="2652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structure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utilisée pour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représenter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ensemble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d'élément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contenus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chacun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une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cellule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.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Celle-ci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contient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plus de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l‘élément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,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l'adresse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l‘élément suivant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appelée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pointeur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.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référence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vers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première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cellule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contenue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 un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pointeur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nommé 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tête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de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liste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.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Une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chainé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accessible</a:t>
            </a:r>
            <a:r>
              <a:rPr sz="24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uniquement</a:t>
            </a:r>
            <a:r>
              <a:rPr sz="24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par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sa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tête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240"/>
              </a:spcBef>
            </a:pPr>
            <a:r>
              <a:rPr sz="1800" b="1" spc="-50" dirty="0">
                <a:solidFill>
                  <a:srgbClr val="6F2F9F"/>
                </a:solidFill>
                <a:latin typeface="Calibri"/>
                <a:cs typeface="Calibri"/>
              </a:rPr>
              <a:t>Tête 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18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Calibri"/>
                <a:cs typeface="Calibri"/>
              </a:rPr>
              <a:t>liste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4819" y="4632249"/>
            <a:ext cx="7773034" cy="142811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Nil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constante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prédéfinie</a:t>
            </a:r>
            <a:r>
              <a:rPr sz="240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qui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indique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la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 fin de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la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liste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</a:t>
            </a:r>
            <a:r>
              <a:rPr sz="2400" spc="4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supposant</a:t>
            </a:r>
            <a:r>
              <a:rPr sz="2400" spc="4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que</a:t>
            </a:r>
            <a:r>
              <a:rPr sz="2400" spc="4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4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éléments</a:t>
            </a:r>
            <a:r>
              <a:rPr sz="2400" spc="4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4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4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r>
              <a:rPr sz="2400" spc="4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sont</a:t>
            </a:r>
            <a:r>
              <a:rPr sz="2400" spc="4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</a:t>
            </a:r>
            <a:r>
              <a:rPr sz="2400" spc="4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entiers,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celle-ci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déclare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la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façon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suivante: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4349" y="357149"/>
            <a:ext cx="7072630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III.</a:t>
            </a:r>
            <a:r>
              <a:rPr dirty="0"/>
              <a:t> </a:t>
            </a:r>
            <a:r>
              <a:rPr spc="-5" dirty="0"/>
              <a:t>Les</a:t>
            </a:r>
            <a:r>
              <a:rPr spc="20" dirty="0"/>
              <a:t> </a:t>
            </a:r>
            <a:r>
              <a:rPr spc="-20" dirty="0"/>
              <a:t>listes</a:t>
            </a:r>
            <a:r>
              <a:rPr spc="5" dirty="0"/>
              <a:t> </a:t>
            </a:r>
            <a:r>
              <a:rPr spc="-15" dirty="0"/>
              <a:t>linéaire</a:t>
            </a:r>
            <a:r>
              <a:rPr spc="60" dirty="0"/>
              <a:t> </a:t>
            </a:r>
            <a:r>
              <a:rPr spc="-10" dirty="0"/>
              <a:t>chainées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987399" y="3987800"/>
            <a:ext cx="637540" cy="637540"/>
            <a:chOff x="987399" y="3987800"/>
            <a:chExt cx="637540" cy="637540"/>
          </a:xfrm>
        </p:grpSpPr>
        <p:sp>
          <p:nvSpPr>
            <p:cNvPr id="8" name="object 8"/>
            <p:cNvSpPr/>
            <p:nvPr/>
          </p:nvSpPr>
          <p:spPr>
            <a:xfrm>
              <a:off x="1000099" y="4000500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305968" y="0"/>
                  </a:moveTo>
                  <a:lnTo>
                    <a:pt x="256343" y="4005"/>
                  </a:lnTo>
                  <a:lnTo>
                    <a:pt x="209266" y="15602"/>
                  </a:lnTo>
                  <a:lnTo>
                    <a:pt x="165367" y="34159"/>
                  </a:lnTo>
                  <a:lnTo>
                    <a:pt x="125276" y="59045"/>
                  </a:lnTo>
                  <a:lnTo>
                    <a:pt x="89623" y="89630"/>
                  </a:lnTo>
                  <a:lnTo>
                    <a:pt x="59040" y="125281"/>
                  </a:lnTo>
                  <a:lnTo>
                    <a:pt x="34155" y="165370"/>
                  </a:lnTo>
                  <a:lnTo>
                    <a:pt x="15600" y="209263"/>
                  </a:lnTo>
                  <a:lnTo>
                    <a:pt x="4005" y="256331"/>
                  </a:lnTo>
                  <a:lnTo>
                    <a:pt x="0" y="305943"/>
                  </a:lnTo>
                  <a:lnTo>
                    <a:pt x="4004" y="355588"/>
                  </a:lnTo>
                  <a:lnTo>
                    <a:pt x="15599" y="402684"/>
                  </a:lnTo>
                  <a:lnTo>
                    <a:pt x="34153" y="446599"/>
                  </a:lnTo>
                  <a:lnTo>
                    <a:pt x="59036" y="486703"/>
                  </a:lnTo>
                  <a:lnTo>
                    <a:pt x="89619" y="522366"/>
                  </a:lnTo>
                  <a:lnTo>
                    <a:pt x="125270" y="552959"/>
                  </a:lnTo>
                  <a:lnTo>
                    <a:pt x="165361" y="577849"/>
                  </a:lnTo>
                  <a:lnTo>
                    <a:pt x="209261" y="596409"/>
                  </a:lnTo>
                  <a:lnTo>
                    <a:pt x="256340" y="608007"/>
                  </a:lnTo>
                  <a:lnTo>
                    <a:pt x="305968" y="612013"/>
                  </a:lnTo>
                  <a:lnTo>
                    <a:pt x="355614" y="608007"/>
                  </a:lnTo>
                  <a:lnTo>
                    <a:pt x="402709" y="596409"/>
                  </a:lnTo>
                  <a:lnTo>
                    <a:pt x="446624" y="577849"/>
                  </a:lnTo>
                  <a:lnTo>
                    <a:pt x="486729" y="552959"/>
                  </a:lnTo>
                  <a:lnTo>
                    <a:pt x="522392" y="522366"/>
                  </a:lnTo>
                  <a:lnTo>
                    <a:pt x="552984" y="486703"/>
                  </a:lnTo>
                  <a:lnTo>
                    <a:pt x="577875" y="446599"/>
                  </a:lnTo>
                  <a:lnTo>
                    <a:pt x="596434" y="402684"/>
                  </a:lnTo>
                  <a:lnTo>
                    <a:pt x="608032" y="355588"/>
                  </a:lnTo>
                  <a:lnTo>
                    <a:pt x="612038" y="305943"/>
                  </a:lnTo>
                  <a:lnTo>
                    <a:pt x="608032" y="256331"/>
                  </a:lnTo>
                  <a:lnTo>
                    <a:pt x="596434" y="209263"/>
                  </a:lnTo>
                  <a:lnTo>
                    <a:pt x="577875" y="165370"/>
                  </a:lnTo>
                  <a:lnTo>
                    <a:pt x="552984" y="125281"/>
                  </a:lnTo>
                  <a:lnTo>
                    <a:pt x="522392" y="89630"/>
                  </a:lnTo>
                  <a:lnTo>
                    <a:pt x="486729" y="59045"/>
                  </a:lnTo>
                  <a:lnTo>
                    <a:pt x="446624" y="34159"/>
                  </a:lnTo>
                  <a:lnTo>
                    <a:pt x="402709" y="15602"/>
                  </a:lnTo>
                  <a:lnTo>
                    <a:pt x="355614" y="4005"/>
                  </a:lnTo>
                  <a:lnTo>
                    <a:pt x="305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0099" y="4000500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0" y="305943"/>
                  </a:moveTo>
                  <a:lnTo>
                    <a:pt x="4005" y="256331"/>
                  </a:lnTo>
                  <a:lnTo>
                    <a:pt x="15600" y="209263"/>
                  </a:lnTo>
                  <a:lnTo>
                    <a:pt x="34155" y="165370"/>
                  </a:lnTo>
                  <a:lnTo>
                    <a:pt x="59040" y="125281"/>
                  </a:lnTo>
                  <a:lnTo>
                    <a:pt x="89623" y="89630"/>
                  </a:lnTo>
                  <a:lnTo>
                    <a:pt x="125276" y="59045"/>
                  </a:lnTo>
                  <a:lnTo>
                    <a:pt x="165367" y="34159"/>
                  </a:lnTo>
                  <a:lnTo>
                    <a:pt x="209266" y="15602"/>
                  </a:lnTo>
                  <a:lnTo>
                    <a:pt x="256343" y="4005"/>
                  </a:lnTo>
                  <a:lnTo>
                    <a:pt x="305968" y="0"/>
                  </a:lnTo>
                  <a:lnTo>
                    <a:pt x="355614" y="4005"/>
                  </a:lnTo>
                  <a:lnTo>
                    <a:pt x="402709" y="15602"/>
                  </a:lnTo>
                  <a:lnTo>
                    <a:pt x="446624" y="34159"/>
                  </a:lnTo>
                  <a:lnTo>
                    <a:pt x="486729" y="59045"/>
                  </a:lnTo>
                  <a:lnTo>
                    <a:pt x="522392" y="89630"/>
                  </a:lnTo>
                  <a:lnTo>
                    <a:pt x="552984" y="125281"/>
                  </a:lnTo>
                  <a:lnTo>
                    <a:pt x="577875" y="165370"/>
                  </a:lnTo>
                  <a:lnTo>
                    <a:pt x="596434" y="209263"/>
                  </a:lnTo>
                  <a:lnTo>
                    <a:pt x="608032" y="256331"/>
                  </a:lnTo>
                  <a:lnTo>
                    <a:pt x="612038" y="305943"/>
                  </a:lnTo>
                  <a:lnTo>
                    <a:pt x="608032" y="355588"/>
                  </a:lnTo>
                  <a:lnTo>
                    <a:pt x="596434" y="402684"/>
                  </a:lnTo>
                  <a:lnTo>
                    <a:pt x="577875" y="446599"/>
                  </a:lnTo>
                  <a:lnTo>
                    <a:pt x="552984" y="486703"/>
                  </a:lnTo>
                  <a:lnTo>
                    <a:pt x="522392" y="522366"/>
                  </a:lnTo>
                  <a:lnTo>
                    <a:pt x="486729" y="552959"/>
                  </a:lnTo>
                  <a:lnTo>
                    <a:pt x="446624" y="577849"/>
                  </a:lnTo>
                  <a:lnTo>
                    <a:pt x="402709" y="596409"/>
                  </a:lnTo>
                  <a:lnTo>
                    <a:pt x="355614" y="608007"/>
                  </a:lnTo>
                  <a:lnTo>
                    <a:pt x="305968" y="612013"/>
                  </a:lnTo>
                  <a:lnTo>
                    <a:pt x="256340" y="608007"/>
                  </a:lnTo>
                  <a:lnTo>
                    <a:pt x="209261" y="596409"/>
                  </a:lnTo>
                  <a:lnTo>
                    <a:pt x="165361" y="577849"/>
                  </a:lnTo>
                  <a:lnTo>
                    <a:pt x="125270" y="552959"/>
                  </a:lnTo>
                  <a:lnTo>
                    <a:pt x="89619" y="522366"/>
                  </a:lnTo>
                  <a:lnTo>
                    <a:pt x="59036" y="486703"/>
                  </a:lnTo>
                  <a:lnTo>
                    <a:pt x="34153" y="446599"/>
                  </a:lnTo>
                  <a:lnTo>
                    <a:pt x="15599" y="402684"/>
                  </a:lnTo>
                  <a:lnTo>
                    <a:pt x="4004" y="355588"/>
                  </a:lnTo>
                  <a:lnTo>
                    <a:pt x="0" y="305943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90345" y="4142358"/>
            <a:ext cx="231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51863" y="4031996"/>
            <a:ext cx="1080135" cy="540385"/>
          </a:xfrm>
          <a:custGeom>
            <a:avLst/>
            <a:gdLst/>
            <a:ahLst/>
            <a:cxnLst/>
            <a:rect l="l" t="t" r="r" b="b"/>
            <a:pathLst>
              <a:path w="1080135" h="540385">
                <a:moveTo>
                  <a:pt x="0" y="540003"/>
                </a:moveTo>
                <a:lnTo>
                  <a:pt x="1079995" y="540003"/>
                </a:lnTo>
                <a:lnTo>
                  <a:pt x="1079995" y="0"/>
                </a:lnTo>
                <a:lnTo>
                  <a:pt x="0" y="0"/>
                </a:lnTo>
                <a:lnTo>
                  <a:pt x="0" y="540003"/>
                </a:lnTo>
                <a:close/>
              </a:path>
            </a:pathLst>
          </a:custGeom>
          <a:ln w="25399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64563" y="4044696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835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06916" y="4138041"/>
            <a:ext cx="512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611883" y="4018470"/>
            <a:ext cx="3053080" cy="568960"/>
            <a:chOff x="1611883" y="4018470"/>
            <a:chExt cx="3053080" cy="568960"/>
          </a:xfrm>
        </p:grpSpPr>
        <p:sp>
          <p:nvSpPr>
            <p:cNvPr id="15" name="object 15"/>
            <p:cNvSpPr/>
            <p:nvPr/>
          </p:nvSpPr>
          <p:spPr>
            <a:xfrm>
              <a:off x="1611884" y="4236338"/>
              <a:ext cx="1951989" cy="133985"/>
            </a:xfrm>
            <a:custGeom>
              <a:avLst/>
              <a:gdLst/>
              <a:ahLst/>
              <a:cxnLst/>
              <a:rect l="l" t="t" r="r" b="b"/>
              <a:pathLst>
                <a:path w="1951989" h="133985">
                  <a:moveTo>
                    <a:pt x="340106" y="65659"/>
                  </a:moveTo>
                  <a:lnTo>
                    <a:pt x="315645" y="51816"/>
                  </a:lnTo>
                  <a:lnTo>
                    <a:pt x="232410" y="4699"/>
                  </a:lnTo>
                  <a:lnTo>
                    <a:pt x="225425" y="889"/>
                  </a:lnTo>
                  <a:lnTo>
                    <a:pt x="216789" y="3302"/>
                  </a:lnTo>
                  <a:lnTo>
                    <a:pt x="212852" y="10160"/>
                  </a:lnTo>
                  <a:lnTo>
                    <a:pt x="209042" y="17018"/>
                  </a:lnTo>
                  <a:lnTo>
                    <a:pt x="211455" y="25781"/>
                  </a:lnTo>
                  <a:lnTo>
                    <a:pt x="218313" y="29591"/>
                  </a:lnTo>
                  <a:lnTo>
                    <a:pt x="258775" y="52514"/>
                  </a:lnTo>
                  <a:lnTo>
                    <a:pt x="0" y="55880"/>
                  </a:lnTo>
                  <a:lnTo>
                    <a:pt x="381" y="84455"/>
                  </a:lnTo>
                  <a:lnTo>
                    <a:pt x="258965" y="81089"/>
                  </a:lnTo>
                  <a:lnTo>
                    <a:pt x="212471" y="108966"/>
                  </a:lnTo>
                  <a:lnTo>
                    <a:pt x="210312" y="117729"/>
                  </a:lnTo>
                  <a:lnTo>
                    <a:pt x="214376" y="124587"/>
                  </a:lnTo>
                  <a:lnTo>
                    <a:pt x="218440" y="131318"/>
                  </a:lnTo>
                  <a:lnTo>
                    <a:pt x="227203" y="133477"/>
                  </a:lnTo>
                  <a:lnTo>
                    <a:pt x="340106" y="65659"/>
                  </a:lnTo>
                  <a:close/>
                </a:path>
                <a:path w="1951989" h="133985">
                  <a:moveTo>
                    <a:pt x="1951609" y="65659"/>
                  </a:moveTo>
                  <a:lnTo>
                    <a:pt x="1927123" y="51562"/>
                  </a:lnTo>
                  <a:lnTo>
                    <a:pt x="1837563" y="0"/>
                  </a:lnTo>
                  <a:lnTo>
                    <a:pt x="1828800" y="2413"/>
                  </a:lnTo>
                  <a:lnTo>
                    <a:pt x="1824863" y="9144"/>
                  </a:lnTo>
                  <a:lnTo>
                    <a:pt x="1820926" y="16002"/>
                  </a:lnTo>
                  <a:lnTo>
                    <a:pt x="1823339" y="24765"/>
                  </a:lnTo>
                  <a:lnTo>
                    <a:pt x="1870329" y="51866"/>
                  </a:lnTo>
                  <a:lnTo>
                    <a:pt x="1174115" y="55880"/>
                  </a:lnTo>
                  <a:lnTo>
                    <a:pt x="1174242" y="84455"/>
                  </a:lnTo>
                  <a:lnTo>
                    <a:pt x="1870532" y="80441"/>
                  </a:lnTo>
                  <a:lnTo>
                    <a:pt x="1823720" y="108077"/>
                  </a:lnTo>
                  <a:lnTo>
                    <a:pt x="1821561" y="116840"/>
                  </a:lnTo>
                  <a:lnTo>
                    <a:pt x="1825498" y="123571"/>
                  </a:lnTo>
                  <a:lnTo>
                    <a:pt x="1829562" y="130429"/>
                  </a:lnTo>
                  <a:lnTo>
                    <a:pt x="1838325" y="132588"/>
                  </a:lnTo>
                  <a:lnTo>
                    <a:pt x="1951609" y="65659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91105" y="4032758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5" h="540385">
                  <a:moveTo>
                    <a:pt x="0" y="0"/>
                  </a:moveTo>
                  <a:lnTo>
                    <a:pt x="1524" y="540004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71875" y="4031996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584575" y="4044696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5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26928" y="4138041"/>
            <a:ext cx="512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20615" y="4235577"/>
            <a:ext cx="777875" cy="132715"/>
          </a:xfrm>
          <a:custGeom>
            <a:avLst/>
            <a:gdLst/>
            <a:ahLst/>
            <a:cxnLst/>
            <a:rect l="l" t="t" r="r" b="b"/>
            <a:pathLst>
              <a:path w="777875" h="132714">
                <a:moveTo>
                  <a:pt x="753012" y="51562"/>
                </a:moveTo>
                <a:lnTo>
                  <a:pt x="749046" y="51562"/>
                </a:lnTo>
                <a:lnTo>
                  <a:pt x="749300" y="80137"/>
                </a:lnTo>
                <a:lnTo>
                  <a:pt x="696319" y="80442"/>
                </a:lnTo>
                <a:lnTo>
                  <a:pt x="656463" y="104012"/>
                </a:lnTo>
                <a:lnTo>
                  <a:pt x="649732" y="108077"/>
                </a:lnTo>
                <a:lnTo>
                  <a:pt x="647446" y="116840"/>
                </a:lnTo>
                <a:lnTo>
                  <a:pt x="651383" y="123571"/>
                </a:lnTo>
                <a:lnTo>
                  <a:pt x="655447" y="130302"/>
                </a:lnTo>
                <a:lnTo>
                  <a:pt x="664210" y="132587"/>
                </a:lnTo>
                <a:lnTo>
                  <a:pt x="671068" y="128650"/>
                </a:lnTo>
                <a:lnTo>
                  <a:pt x="777494" y="65659"/>
                </a:lnTo>
                <a:lnTo>
                  <a:pt x="753012" y="51562"/>
                </a:lnTo>
                <a:close/>
              </a:path>
              <a:path w="777875" h="132714">
                <a:moveTo>
                  <a:pt x="696280" y="51866"/>
                </a:moveTo>
                <a:lnTo>
                  <a:pt x="0" y="55880"/>
                </a:lnTo>
                <a:lnTo>
                  <a:pt x="126" y="84455"/>
                </a:lnTo>
                <a:lnTo>
                  <a:pt x="696319" y="80442"/>
                </a:lnTo>
                <a:lnTo>
                  <a:pt x="720781" y="65976"/>
                </a:lnTo>
                <a:lnTo>
                  <a:pt x="696280" y="51866"/>
                </a:lnTo>
                <a:close/>
              </a:path>
              <a:path w="777875" h="132714">
                <a:moveTo>
                  <a:pt x="720781" y="65976"/>
                </a:moveTo>
                <a:lnTo>
                  <a:pt x="696319" y="80442"/>
                </a:lnTo>
                <a:lnTo>
                  <a:pt x="749300" y="80137"/>
                </a:lnTo>
                <a:lnTo>
                  <a:pt x="749283" y="78231"/>
                </a:lnTo>
                <a:lnTo>
                  <a:pt x="742061" y="78231"/>
                </a:lnTo>
                <a:lnTo>
                  <a:pt x="720781" y="65976"/>
                </a:lnTo>
                <a:close/>
              </a:path>
              <a:path w="777875" h="132714">
                <a:moveTo>
                  <a:pt x="741934" y="53467"/>
                </a:moveTo>
                <a:lnTo>
                  <a:pt x="720781" y="65976"/>
                </a:lnTo>
                <a:lnTo>
                  <a:pt x="742061" y="78231"/>
                </a:lnTo>
                <a:lnTo>
                  <a:pt x="741934" y="53467"/>
                </a:lnTo>
                <a:close/>
              </a:path>
              <a:path w="777875" h="132714">
                <a:moveTo>
                  <a:pt x="749062" y="53467"/>
                </a:moveTo>
                <a:lnTo>
                  <a:pt x="741934" y="53467"/>
                </a:lnTo>
                <a:lnTo>
                  <a:pt x="742061" y="78231"/>
                </a:lnTo>
                <a:lnTo>
                  <a:pt x="749283" y="78231"/>
                </a:lnTo>
                <a:lnTo>
                  <a:pt x="749062" y="53467"/>
                </a:lnTo>
                <a:close/>
              </a:path>
              <a:path w="777875" h="132714">
                <a:moveTo>
                  <a:pt x="749046" y="51562"/>
                </a:moveTo>
                <a:lnTo>
                  <a:pt x="696280" y="51866"/>
                </a:lnTo>
                <a:lnTo>
                  <a:pt x="720781" y="65976"/>
                </a:lnTo>
                <a:lnTo>
                  <a:pt x="741934" y="53467"/>
                </a:lnTo>
                <a:lnTo>
                  <a:pt x="749062" y="53467"/>
                </a:lnTo>
                <a:lnTo>
                  <a:pt x="749046" y="51562"/>
                </a:lnTo>
                <a:close/>
              </a:path>
              <a:path w="777875" h="132714">
                <a:moveTo>
                  <a:pt x="663448" y="0"/>
                </a:moveTo>
                <a:lnTo>
                  <a:pt x="654685" y="2286"/>
                </a:lnTo>
                <a:lnTo>
                  <a:pt x="646811" y="16002"/>
                </a:lnTo>
                <a:lnTo>
                  <a:pt x="649224" y="24765"/>
                </a:lnTo>
                <a:lnTo>
                  <a:pt x="696280" y="51866"/>
                </a:lnTo>
                <a:lnTo>
                  <a:pt x="753012" y="51562"/>
                </a:lnTo>
                <a:lnTo>
                  <a:pt x="663448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4096829" y="4018470"/>
            <a:ext cx="2202815" cy="568960"/>
            <a:chOff x="4096829" y="4018470"/>
            <a:chExt cx="2202815" cy="568960"/>
          </a:xfrm>
        </p:grpSpPr>
        <p:sp>
          <p:nvSpPr>
            <p:cNvPr id="22" name="object 22"/>
            <p:cNvSpPr/>
            <p:nvPr/>
          </p:nvSpPr>
          <p:spPr>
            <a:xfrm>
              <a:off x="4111116" y="4032758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4" h="540385">
                  <a:moveTo>
                    <a:pt x="0" y="0"/>
                  </a:moveTo>
                  <a:lnTo>
                    <a:pt x="1524" y="540004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06491" y="4031234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4"/>
                  </a:moveTo>
                  <a:lnTo>
                    <a:pt x="1079995" y="540004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219191" y="4043934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541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61545" y="4137152"/>
            <a:ext cx="512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72123" y="4220590"/>
            <a:ext cx="777875" cy="132715"/>
          </a:xfrm>
          <a:custGeom>
            <a:avLst/>
            <a:gdLst/>
            <a:ahLst/>
            <a:cxnLst/>
            <a:rect l="l" t="t" r="r" b="b"/>
            <a:pathLst>
              <a:path w="777875" h="132714">
                <a:moveTo>
                  <a:pt x="753012" y="51561"/>
                </a:moveTo>
                <a:lnTo>
                  <a:pt x="749046" y="51561"/>
                </a:lnTo>
                <a:lnTo>
                  <a:pt x="749300" y="80136"/>
                </a:lnTo>
                <a:lnTo>
                  <a:pt x="696319" y="80442"/>
                </a:lnTo>
                <a:lnTo>
                  <a:pt x="656462" y="104012"/>
                </a:lnTo>
                <a:lnTo>
                  <a:pt x="649731" y="108076"/>
                </a:lnTo>
                <a:lnTo>
                  <a:pt x="647446" y="116839"/>
                </a:lnTo>
                <a:lnTo>
                  <a:pt x="651382" y="123570"/>
                </a:lnTo>
                <a:lnTo>
                  <a:pt x="655447" y="130428"/>
                </a:lnTo>
                <a:lnTo>
                  <a:pt x="664209" y="132587"/>
                </a:lnTo>
                <a:lnTo>
                  <a:pt x="671068" y="128650"/>
                </a:lnTo>
                <a:lnTo>
                  <a:pt x="777494" y="65658"/>
                </a:lnTo>
                <a:lnTo>
                  <a:pt x="753012" y="51561"/>
                </a:lnTo>
                <a:close/>
              </a:path>
              <a:path w="777875" h="132714">
                <a:moveTo>
                  <a:pt x="696280" y="51866"/>
                </a:moveTo>
                <a:lnTo>
                  <a:pt x="0" y="55879"/>
                </a:lnTo>
                <a:lnTo>
                  <a:pt x="126" y="84454"/>
                </a:lnTo>
                <a:lnTo>
                  <a:pt x="696319" y="80442"/>
                </a:lnTo>
                <a:lnTo>
                  <a:pt x="720781" y="65976"/>
                </a:lnTo>
                <a:lnTo>
                  <a:pt x="696280" y="51866"/>
                </a:lnTo>
                <a:close/>
              </a:path>
              <a:path w="777875" h="132714">
                <a:moveTo>
                  <a:pt x="720781" y="65976"/>
                </a:moveTo>
                <a:lnTo>
                  <a:pt x="696319" y="80442"/>
                </a:lnTo>
                <a:lnTo>
                  <a:pt x="749300" y="80136"/>
                </a:lnTo>
                <a:lnTo>
                  <a:pt x="749283" y="78231"/>
                </a:lnTo>
                <a:lnTo>
                  <a:pt x="742060" y="78231"/>
                </a:lnTo>
                <a:lnTo>
                  <a:pt x="720781" y="65976"/>
                </a:lnTo>
                <a:close/>
              </a:path>
              <a:path w="777875" h="132714">
                <a:moveTo>
                  <a:pt x="741933" y="53466"/>
                </a:moveTo>
                <a:lnTo>
                  <a:pt x="720781" y="65976"/>
                </a:lnTo>
                <a:lnTo>
                  <a:pt x="742060" y="78231"/>
                </a:lnTo>
                <a:lnTo>
                  <a:pt x="741933" y="53466"/>
                </a:lnTo>
                <a:close/>
              </a:path>
              <a:path w="777875" h="132714">
                <a:moveTo>
                  <a:pt x="749062" y="53466"/>
                </a:moveTo>
                <a:lnTo>
                  <a:pt x="741933" y="53466"/>
                </a:lnTo>
                <a:lnTo>
                  <a:pt x="742060" y="78231"/>
                </a:lnTo>
                <a:lnTo>
                  <a:pt x="749283" y="78231"/>
                </a:lnTo>
                <a:lnTo>
                  <a:pt x="749062" y="53466"/>
                </a:lnTo>
                <a:close/>
              </a:path>
              <a:path w="777875" h="132714">
                <a:moveTo>
                  <a:pt x="749046" y="51561"/>
                </a:moveTo>
                <a:lnTo>
                  <a:pt x="696280" y="51866"/>
                </a:lnTo>
                <a:lnTo>
                  <a:pt x="720781" y="65976"/>
                </a:lnTo>
                <a:lnTo>
                  <a:pt x="741933" y="53466"/>
                </a:lnTo>
                <a:lnTo>
                  <a:pt x="749062" y="53466"/>
                </a:lnTo>
                <a:lnTo>
                  <a:pt x="749046" y="51561"/>
                </a:lnTo>
                <a:close/>
              </a:path>
              <a:path w="777875" h="132714">
                <a:moveTo>
                  <a:pt x="663448" y="0"/>
                </a:moveTo>
                <a:lnTo>
                  <a:pt x="654684" y="2412"/>
                </a:lnTo>
                <a:lnTo>
                  <a:pt x="650748" y="9143"/>
                </a:lnTo>
                <a:lnTo>
                  <a:pt x="646810" y="16001"/>
                </a:lnTo>
                <a:lnTo>
                  <a:pt x="649224" y="24764"/>
                </a:lnTo>
                <a:lnTo>
                  <a:pt x="696280" y="51866"/>
                </a:lnTo>
                <a:lnTo>
                  <a:pt x="753012" y="51561"/>
                </a:lnTo>
                <a:lnTo>
                  <a:pt x="663448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5731446" y="4017708"/>
            <a:ext cx="2268220" cy="568960"/>
            <a:chOff x="5731446" y="4017708"/>
            <a:chExt cx="2268220" cy="568960"/>
          </a:xfrm>
        </p:grpSpPr>
        <p:sp>
          <p:nvSpPr>
            <p:cNvPr id="28" name="object 28"/>
            <p:cNvSpPr/>
            <p:nvPr/>
          </p:nvSpPr>
          <p:spPr>
            <a:xfrm>
              <a:off x="5745734" y="4031996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4" h="540385">
                  <a:moveTo>
                    <a:pt x="0" y="0"/>
                  </a:moveTo>
                  <a:lnTo>
                    <a:pt x="1524" y="540003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06895" y="4031996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4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987031" y="4000576"/>
            <a:ext cx="8724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r>
              <a:rPr sz="1800" b="1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li</a:t>
            </a:r>
            <a:r>
              <a:rPr sz="1800" b="1" spc="-20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1800" b="1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1800" b="1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(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Nil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015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57224" y="1028195"/>
            <a:ext cx="7715250" cy="5786755"/>
          </a:xfrm>
          <a:custGeom>
            <a:avLst/>
            <a:gdLst/>
            <a:ahLst/>
            <a:cxnLst/>
            <a:rect l="l" t="t" r="r" b="b"/>
            <a:pathLst>
              <a:path w="7715250" h="5786755">
                <a:moveTo>
                  <a:pt x="7715250" y="0"/>
                </a:moveTo>
                <a:lnTo>
                  <a:pt x="0" y="0"/>
                </a:lnTo>
                <a:lnTo>
                  <a:pt x="0" y="5786247"/>
                </a:lnTo>
                <a:lnTo>
                  <a:pt x="7715250" y="5786247"/>
                </a:lnTo>
                <a:lnTo>
                  <a:pt x="77152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36142" y="1041603"/>
            <a:ext cx="7355840" cy="5666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 marL="693420" marR="4751705">
              <a:lnSpc>
                <a:spcPct val="100000"/>
              </a:lnSpc>
            </a:pP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Liste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^</a:t>
            </a: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Cellule </a:t>
            </a:r>
            <a:r>
              <a:rPr sz="2400" b="1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Cellule</a:t>
            </a:r>
            <a:r>
              <a:rPr sz="2400" b="1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Struct</a:t>
            </a:r>
            <a:endParaRPr sz="2400">
              <a:latin typeface="Calibri"/>
              <a:cs typeface="Calibri"/>
            </a:endParaRPr>
          </a:p>
          <a:p>
            <a:pPr marL="164973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Elem: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</a:t>
            </a:r>
            <a:endParaRPr sz="2400">
              <a:latin typeface="Calibri"/>
              <a:cs typeface="Calibri"/>
            </a:endParaRPr>
          </a:p>
          <a:p>
            <a:pPr marL="164973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Suiv: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Liste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(*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pointeur</a:t>
            </a:r>
            <a:r>
              <a:rPr sz="24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Liste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*)</a:t>
            </a:r>
            <a:endParaRPr sz="2400">
              <a:latin typeface="Calibri"/>
              <a:cs typeface="Calibri"/>
            </a:endParaRPr>
          </a:p>
          <a:p>
            <a:pPr marL="1445260">
              <a:lnSpc>
                <a:spcPct val="100000"/>
              </a:lnSpc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FinStruct</a:t>
            </a:r>
            <a:endParaRPr sz="2400">
              <a:latin typeface="Calibri"/>
              <a:cs typeface="Calibri"/>
            </a:endParaRPr>
          </a:p>
          <a:p>
            <a:pPr marL="556260">
              <a:lnSpc>
                <a:spcPct val="100000"/>
              </a:lnSpc>
            </a:pP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117094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L: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Liste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(*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pointeur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 Liste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*)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III.1</a:t>
            </a:r>
            <a:r>
              <a:rPr sz="2400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Création</a:t>
            </a:r>
            <a:r>
              <a:rPr sz="2400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d'une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 liste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chainée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procédure suivante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permet de créer une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liste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chainée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éléments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type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entier:</a:t>
            </a:r>
            <a:endParaRPr sz="2400">
              <a:latin typeface="Calibri"/>
              <a:cs typeface="Calibri"/>
            </a:endParaRPr>
          </a:p>
          <a:p>
            <a:pPr marL="147955" marR="1960880" indent="-135890">
              <a:lnSpc>
                <a:spcPct val="100000"/>
              </a:lnSpc>
              <a:spcBef>
                <a:spcPts val="5"/>
              </a:spcBef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CréatListe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(n: 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Entier,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 :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Liste)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Tête,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Liste</a:t>
            </a:r>
            <a:endParaRPr sz="2400">
              <a:latin typeface="Calibri"/>
              <a:cs typeface="Calibri"/>
            </a:endParaRPr>
          </a:p>
          <a:p>
            <a:pPr marL="76200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14349" y="357149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III.</a:t>
            </a:r>
            <a:r>
              <a:rPr dirty="0"/>
              <a:t> </a:t>
            </a:r>
            <a:r>
              <a:rPr spc="-5" dirty="0"/>
              <a:t>Les</a:t>
            </a:r>
            <a:r>
              <a:rPr spc="20" dirty="0"/>
              <a:t> </a:t>
            </a:r>
            <a:r>
              <a:rPr spc="-20" dirty="0"/>
              <a:t>listes</a:t>
            </a:r>
            <a:r>
              <a:rPr spc="5" dirty="0"/>
              <a:t> </a:t>
            </a:r>
            <a:r>
              <a:rPr spc="-15" dirty="0"/>
              <a:t>linéaire</a:t>
            </a:r>
            <a:r>
              <a:rPr spc="60" dirty="0"/>
              <a:t> </a:t>
            </a:r>
            <a:r>
              <a:rPr spc="-10" dirty="0"/>
              <a:t>chainées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015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28662" y="1309268"/>
            <a:ext cx="7715250" cy="5263515"/>
          </a:xfrm>
          <a:custGeom>
            <a:avLst/>
            <a:gdLst/>
            <a:ahLst/>
            <a:cxnLst/>
            <a:rect l="l" t="t" r="r" b="b"/>
            <a:pathLst>
              <a:path w="7715250" h="5263515">
                <a:moveTo>
                  <a:pt x="7715250" y="0"/>
                </a:moveTo>
                <a:lnTo>
                  <a:pt x="0" y="0"/>
                </a:lnTo>
                <a:lnTo>
                  <a:pt x="0" y="5263007"/>
                </a:lnTo>
                <a:lnTo>
                  <a:pt x="7715250" y="5263007"/>
                </a:lnTo>
                <a:lnTo>
                  <a:pt x="77152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07465" y="1322959"/>
            <a:ext cx="653859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283845">
              <a:lnSpc>
                <a:spcPct val="100000"/>
              </a:lnSpc>
            </a:pP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Allouer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(Tête)</a:t>
            </a:r>
            <a:endParaRPr sz="2400">
              <a:latin typeface="Calibri"/>
              <a:cs typeface="Calibri"/>
            </a:endParaRPr>
          </a:p>
          <a:p>
            <a:pPr marL="283845" marR="5080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Ecrire("Entrer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l'élément de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tête:")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Lire(Tête^.Elem)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Tête^.Suiv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5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</a:t>
            </a:r>
            <a:endParaRPr sz="2400">
              <a:latin typeface="Calibri"/>
              <a:cs typeface="Calibri"/>
            </a:endParaRPr>
          </a:p>
          <a:p>
            <a:pPr marL="283845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8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1F487C"/>
                </a:solidFill>
                <a:latin typeface="Calibri"/>
                <a:cs typeface="Calibri"/>
              </a:rPr>
              <a:t>Tête</a:t>
            </a:r>
            <a:endParaRPr sz="2400">
              <a:latin typeface="Calibri"/>
              <a:cs typeface="Calibri"/>
            </a:endParaRPr>
          </a:p>
          <a:p>
            <a:pPr marL="283845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Pour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2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Faire</a:t>
            </a:r>
            <a:endParaRPr sz="2400">
              <a:latin typeface="Calibri"/>
              <a:cs typeface="Calibri"/>
            </a:endParaRPr>
          </a:p>
          <a:p>
            <a:pPr marL="76263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Allouer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(P)</a:t>
            </a:r>
            <a:endParaRPr sz="2400">
              <a:latin typeface="Calibri"/>
              <a:cs typeface="Calibri"/>
            </a:endParaRPr>
          </a:p>
          <a:p>
            <a:pPr marL="762635" marR="809625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Ecrire("Entrer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entier:")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Lire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(P^.Elem)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P^.Suiv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5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</a:t>
            </a:r>
            <a:endParaRPr sz="2400">
              <a:latin typeface="Calibri"/>
              <a:cs typeface="Calibri"/>
            </a:endParaRPr>
          </a:p>
          <a:p>
            <a:pPr marL="762635" marR="437070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L^.Suiv</a:t>
            </a: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9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2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endParaRPr sz="2400">
              <a:latin typeface="Calibri"/>
              <a:cs typeface="Calibri"/>
            </a:endParaRPr>
          </a:p>
          <a:p>
            <a:pPr marL="12700" marR="5274945" indent="271145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Fin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our 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1F487C"/>
                </a:solidFill>
                <a:latin typeface="Calibri"/>
                <a:cs typeface="Calibri"/>
              </a:rPr>
              <a:t>Tête 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14349" y="357149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III.</a:t>
            </a:r>
            <a:r>
              <a:rPr dirty="0"/>
              <a:t> </a:t>
            </a:r>
            <a:r>
              <a:rPr spc="-5" dirty="0"/>
              <a:t>Les</a:t>
            </a:r>
            <a:r>
              <a:rPr spc="20" dirty="0"/>
              <a:t> </a:t>
            </a:r>
            <a:r>
              <a:rPr spc="-20" dirty="0"/>
              <a:t>listes</a:t>
            </a:r>
            <a:r>
              <a:rPr spc="5" dirty="0"/>
              <a:t> </a:t>
            </a:r>
            <a:r>
              <a:rPr spc="-15" dirty="0"/>
              <a:t>linéaire</a:t>
            </a:r>
            <a:r>
              <a:rPr spc="60" dirty="0"/>
              <a:t> </a:t>
            </a:r>
            <a:r>
              <a:rPr spc="-10" dirty="0"/>
              <a:t>chainées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02120"/>
            <a:chOff x="0" y="0"/>
            <a:chExt cx="9144000" cy="6802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015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28662" y="1232306"/>
              <a:ext cx="7715250" cy="5340350"/>
            </a:xfrm>
            <a:custGeom>
              <a:avLst/>
              <a:gdLst/>
              <a:ahLst/>
              <a:cxnLst/>
              <a:rect l="l" t="t" r="r" b="b"/>
              <a:pathLst>
                <a:path w="7715250" h="5340350">
                  <a:moveTo>
                    <a:pt x="7715250" y="0"/>
                  </a:moveTo>
                  <a:lnTo>
                    <a:pt x="0" y="0"/>
                  </a:lnTo>
                  <a:lnTo>
                    <a:pt x="0" y="5339969"/>
                  </a:lnTo>
                  <a:lnTo>
                    <a:pt x="7715250" y="5339969"/>
                  </a:lnTo>
                  <a:lnTo>
                    <a:pt x="7715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7465" y="1169416"/>
            <a:ext cx="7556500" cy="53003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III.2</a:t>
            </a:r>
            <a:r>
              <a:rPr sz="2400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Parcours</a:t>
            </a:r>
            <a:r>
              <a:rPr sz="2400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d'une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liste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chainée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  <a:tabLst>
                <a:tab pos="473075" algn="l"/>
                <a:tab pos="1938020" algn="l"/>
                <a:tab pos="3146425" algn="l"/>
                <a:tab pos="4368800" algn="l"/>
                <a:tab pos="5471160" algn="l"/>
                <a:tab pos="5967730" algn="l"/>
                <a:tab pos="7291070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océdu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i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é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ti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v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sui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v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nt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rmet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ouri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r	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et  afficher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éléments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d'une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chainée.</a:t>
            </a:r>
            <a:endParaRPr sz="2400">
              <a:latin typeface="Calibri"/>
              <a:cs typeface="Calibri"/>
            </a:endParaRPr>
          </a:p>
          <a:p>
            <a:pPr marL="556895" marR="2746375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AffichListe_itér(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L: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liste)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556895" marR="5506085" indent="546735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6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89789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endParaRPr sz="2400">
              <a:latin typeface="Calibri"/>
              <a:cs typeface="Calibri"/>
            </a:endParaRPr>
          </a:p>
          <a:p>
            <a:pPr marL="1376680" marR="3717925" indent="-478790">
              <a:lnSpc>
                <a:spcPct val="100000"/>
              </a:lnSpc>
              <a:spcBef>
                <a:spcPts val="5"/>
              </a:spcBef>
            </a:pP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TantQue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(P &lt;&gt;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Nil)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Faire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Ecrire(P^.Elem)</a:t>
            </a:r>
            <a:endParaRPr sz="2400">
              <a:latin typeface="Calibri"/>
              <a:cs typeface="Calibri"/>
            </a:endParaRPr>
          </a:p>
          <a:p>
            <a:pPr marL="137668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1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P^.Suiv</a:t>
            </a:r>
            <a:endParaRPr sz="2400">
              <a:latin typeface="Calibri"/>
              <a:cs typeface="Calibri"/>
            </a:endParaRPr>
          </a:p>
          <a:p>
            <a:pPr marL="762635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FinTQ</a:t>
            </a:r>
            <a:endParaRPr sz="2400">
              <a:latin typeface="Calibri"/>
              <a:cs typeface="Calibri"/>
            </a:endParaRPr>
          </a:p>
          <a:p>
            <a:pPr marL="489584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  <a:p>
            <a:pPr marL="14795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parcours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peut se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faire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également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façon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récursive: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4349" y="357149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III.</a:t>
            </a:r>
            <a:r>
              <a:rPr dirty="0"/>
              <a:t> </a:t>
            </a:r>
            <a:r>
              <a:rPr spc="-5" dirty="0"/>
              <a:t>Les</a:t>
            </a:r>
            <a:r>
              <a:rPr spc="20" dirty="0"/>
              <a:t> </a:t>
            </a:r>
            <a:r>
              <a:rPr spc="-20" dirty="0"/>
              <a:t>listes</a:t>
            </a:r>
            <a:r>
              <a:rPr spc="5" dirty="0"/>
              <a:t> </a:t>
            </a:r>
            <a:r>
              <a:rPr spc="-15" dirty="0"/>
              <a:t>linéaire</a:t>
            </a:r>
            <a:r>
              <a:rPr spc="60" dirty="0"/>
              <a:t> </a:t>
            </a:r>
            <a:r>
              <a:rPr spc="-10" dirty="0"/>
              <a:t>chainées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2927"/>
            <a:ext cx="9136379" cy="622223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85787" y="1631429"/>
            <a:ext cx="7740015" cy="4893945"/>
          </a:xfrm>
          <a:custGeom>
            <a:avLst/>
            <a:gdLst/>
            <a:ahLst/>
            <a:cxnLst/>
            <a:rect l="l" t="t" r="r" b="b"/>
            <a:pathLst>
              <a:path w="7740015" h="4893945">
                <a:moveTo>
                  <a:pt x="7740015" y="0"/>
                </a:moveTo>
                <a:lnTo>
                  <a:pt x="0" y="0"/>
                </a:lnTo>
                <a:lnTo>
                  <a:pt x="0" y="4893691"/>
                </a:lnTo>
                <a:lnTo>
                  <a:pt x="7740015" y="4893691"/>
                </a:lnTo>
                <a:lnTo>
                  <a:pt x="77400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64819" y="1645158"/>
            <a:ext cx="5278120" cy="3302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 marR="922655" indent="-2032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AffichListe_récur(L:liste)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897890" marR="1288415" indent="-34163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Si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(L &lt;&gt;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Nil)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Alors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Ecrire(L^.Elem)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A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fich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_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li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t_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é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(L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^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.Sui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v)</a:t>
            </a:r>
            <a:endParaRPr sz="2400">
              <a:latin typeface="Calibri"/>
              <a:cs typeface="Calibri"/>
            </a:endParaRPr>
          </a:p>
          <a:p>
            <a:pPr marL="489584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FinSi</a:t>
            </a:r>
            <a:endParaRPr sz="240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III.3</a:t>
            </a:r>
            <a:r>
              <a:rPr sz="2400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Insertion d'un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élément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en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tête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liste</a:t>
            </a:r>
            <a:endParaRPr sz="2400">
              <a:latin typeface="Calibri"/>
              <a:cs typeface="Calibri"/>
            </a:endParaRPr>
          </a:p>
          <a:p>
            <a:pPr marL="273050">
              <a:lnSpc>
                <a:spcPct val="100000"/>
              </a:lnSpc>
              <a:spcBef>
                <a:spcPts val="600"/>
              </a:spcBef>
            </a:pP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Tête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2912" y="785774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III.</a:t>
            </a:r>
            <a:r>
              <a:rPr dirty="0"/>
              <a:t> </a:t>
            </a:r>
            <a:r>
              <a:rPr spc="-5" dirty="0"/>
              <a:t>Les</a:t>
            </a:r>
            <a:r>
              <a:rPr spc="20" dirty="0"/>
              <a:t> </a:t>
            </a:r>
            <a:r>
              <a:rPr spc="-20" dirty="0"/>
              <a:t>listes</a:t>
            </a:r>
            <a:r>
              <a:rPr spc="5" dirty="0"/>
              <a:t> </a:t>
            </a:r>
            <a:r>
              <a:rPr spc="-15" dirty="0"/>
              <a:t>linéaire</a:t>
            </a:r>
            <a:r>
              <a:rPr spc="65" dirty="0"/>
              <a:t> </a:t>
            </a:r>
            <a:r>
              <a:rPr spc="-10" dirty="0"/>
              <a:t>chainées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987399" y="5018913"/>
            <a:ext cx="637540" cy="637540"/>
            <a:chOff x="987399" y="5018913"/>
            <a:chExt cx="637540" cy="637540"/>
          </a:xfrm>
        </p:grpSpPr>
        <p:sp>
          <p:nvSpPr>
            <p:cNvPr id="7" name="object 7"/>
            <p:cNvSpPr/>
            <p:nvPr/>
          </p:nvSpPr>
          <p:spPr>
            <a:xfrm>
              <a:off x="1000099" y="5031613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305968" y="0"/>
                  </a:moveTo>
                  <a:lnTo>
                    <a:pt x="256343" y="4002"/>
                  </a:lnTo>
                  <a:lnTo>
                    <a:pt x="209266" y="15590"/>
                  </a:lnTo>
                  <a:lnTo>
                    <a:pt x="165367" y="34135"/>
                  </a:lnTo>
                  <a:lnTo>
                    <a:pt x="125276" y="59009"/>
                  </a:lnTo>
                  <a:lnTo>
                    <a:pt x="89623" y="89582"/>
                  </a:lnTo>
                  <a:lnTo>
                    <a:pt x="59040" y="125227"/>
                  </a:lnTo>
                  <a:lnTo>
                    <a:pt x="34155" y="165313"/>
                  </a:lnTo>
                  <a:lnTo>
                    <a:pt x="15600" y="209214"/>
                  </a:lnTo>
                  <a:lnTo>
                    <a:pt x="4005" y="256300"/>
                  </a:lnTo>
                  <a:lnTo>
                    <a:pt x="0" y="305943"/>
                  </a:lnTo>
                  <a:lnTo>
                    <a:pt x="4004" y="355587"/>
                  </a:lnTo>
                  <a:lnTo>
                    <a:pt x="15599" y="402679"/>
                  </a:lnTo>
                  <a:lnTo>
                    <a:pt x="34153" y="446588"/>
                  </a:lnTo>
                  <a:lnTo>
                    <a:pt x="59036" y="486685"/>
                  </a:lnTo>
                  <a:lnTo>
                    <a:pt x="89619" y="522341"/>
                  </a:lnTo>
                  <a:lnTo>
                    <a:pt x="125270" y="552926"/>
                  </a:lnTo>
                  <a:lnTo>
                    <a:pt x="165361" y="577810"/>
                  </a:lnTo>
                  <a:lnTo>
                    <a:pt x="209261" y="596363"/>
                  </a:lnTo>
                  <a:lnTo>
                    <a:pt x="256340" y="607957"/>
                  </a:lnTo>
                  <a:lnTo>
                    <a:pt x="305968" y="611962"/>
                  </a:lnTo>
                  <a:lnTo>
                    <a:pt x="355614" y="607957"/>
                  </a:lnTo>
                  <a:lnTo>
                    <a:pt x="402709" y="596363"/>
                  </a:lnTo>
                  <a:lnTo>
                    <a:pt x="446624" y="577810"/>
                  </a:lnTo>
                  <a:lnTo>
                    <a:pt x="486729" y="552926"/>
                  </a:lnTo>
                  <a:lnTo>
                    <a:pt x="522392" y="522341"/>
                  </a:lnTo>
                  <a:lnTo>
                    <a:pt x="552984" y="486685"/>
                  </a:lnTo>
                  <a:lnTo>
                    <a:pt x="577875" y="446588"/>
                  </a:lnTo>
                  <a:lnTo>
                    <a:pt x="596434" y="402679"/>
                  </a:lnTo>
                  <a:lnTo>
                    <a:pt x="608032" y="355587"/>
                  </a:lnTo>
                  <a:lnTo>
                    <a:pt x="612038" y="305943"/>
                  </a:lnTo>
                  <a:lnTo>
                    <a:pt x="608032" y="256300"/>
                  </a:lnTo>
                  <a:lnTo>
                    <a:pt x="596434" y="209214"/>
                  </a:lnTo>
                  <a:lnTo>
                    <a:pt x="577875" y="165313"/>
                  </a:lnTo>
                  <a:lnTo>
                    <a:pt x="552984" y="125227"/>
                  </a:lnTo>
                  <a:lnTo>
                    <a:pt x="522392" y="89582"/>
                  </a:lnTo>
                  <a:lnTo>
                    <a:pt x="486729" y="59009"/>
                  </a:lnTo>
                  <a:lnTo>
                    <a:pt x="446624" y="34135"/>
                  </a:lnTo>
                  <a:lnTo>
                    <a:pt x="402709" y="15590"/>
                  </a:lnTo>
                  <a:lnTo>
                    <a:pt x="355614" y="4002"/>
                  </a:lnTo>
                  <a:lnTo>
                    <a:pt x="305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00099" y="5031613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0" y="305943"/>
                  </a:moveTo>
                  <a:lnTo>
                    <a:pt x="4005" y="256300"/>
                  </a:lnTo>
                  <a:lnTo>
                    <a:pt x="15600" y="209214"/>
                  </a:lnTo>
                  <a:lnTo>
                    <a:pt x="34155" y="165313"/>
                  </a:lnTo>
                  <a:lnTo>
                    <a:pt x="59040" y="125227"/>
                  </a:lnTo>
                  <a:lnTo>
                    <a:pt x="89623" y="89582"/>
                  </a:lnTo>
                  <a:lnTo>
                    <a:pt x="125276" y="59009"/>
                  </a:lnTo>
                  <a:lnTo>
                    <a:pt x="165367" y="34135"/>
                  </a:lnTo>
                  <a:lnTo>
                    <a:pt x="209266" y="15590"/>
                  </a:lnTo>
                  <a:lnTo>
                    <a:pt x="256343" y="4002"/>
                  </a:lnTo>
                  <a:lnTo>
                    <a:pt x="305968" y="0"/>
                  </a:lnTo>
                  <a:lnTo>
                    <a:pt x="355614" y="4002"/>
                  </a:lnTo>
                  <a:lnTo>
                    <a:pt x="402709" y="15590"/>
                  </a:lnTo>
                  <a:lnTo>
                    <a:pt x="446624" y="34135"/>
                  </a:lnTo>
                  <a:lnTo>
                    <a:pt x="486729" y="59009"/>
                  </a:lnTo>
                  <a:lnTo>
                    <a:pt x="522392" y="89582"/>
                  </a:lnTo>
                  <a:lnTo>
                    <a:pt x="552984" y="125227"/>
                  </a:lnTo>
                  <a:lnTo>
                    <a:pt x="577875" y="165313"/>
                  </a:lnTo>
                  <a:lnTo>
                    <a:pt x="596434" y="209214"/>
                  </a:lnTo>
                  <a:lnTo>
                    <a:pt x="608032" y="256300"/>
                  </a:lnTo>
                  <a:lnTo>
                    <a:pt x="612038" y="305943"/>
                  </a:lnTo>
                  <a:lnTo>
                    <a:pt x="608032" y="355587"/>
                  </a:lnTo>
                  <a:lnTo>
                    <a:pt x="596434" y="402679"/>
                  </a:lnTo>
                  <a:lnTo>
                    <a:pt x="577875" y="446588"/>
                  </a:lnTo>
                  <a:lnTo>
                    <a:pt x="552984" y="486685"/>
                  </a:lnTo>
                  <a:lnTo>
                    <a:pt x="522392" y="522341"/>
                  </a:lnTo>
                  <a:lnTo>
                    <a:pt x="486729" y="552926"/>
                  </a:lnTo>
                  <a:lnTo>
                    <a:pt x="446624" y="577810"/>
                  </a:lnTo>
                  <a:lnTo>
                    <a:pt x="402709" y="596363"/>
                  </a:lnTo>
                  <a:lnTo>
                    <a:pt x="355614" y="607957"/>
                  </a:lnTo>
                  <a:lnTo>
                    <a:pt x="305968" y="611962"/>
                  </a:lnTo>
                  <a:lnTo>
                    <a:pt x="256340" y="607957"/>
                  </a:lnTo>
                  <a:lnTo>
                    <a:pt x="209261" y="596363"/>
                  </a:lnTo>
                  <a:lnTo>
                    <a:pt x="165361" y="577810"/>
                  </a:lnTo>
                  <a:lnTo>
                    <a:pt x="125270" y="552926"/>
                  </a:lnTo>
                  <a:lnTo>
                    <a:pt x="89619" y="522341"/>
                  </a:lnTo>
                  <a:lnTo>
                    <a:pt x="59036" y="486685"/>
                  </a:lnTo>
                  <a:lnTo>
                    <a:pt x="34153" y="446588"/>
                  </a:lnTo>
                  <a:lnTo>
                    <a:pt x="15599" y="402679"/>
                  </a:lnTo>
                  <a:lnTo>
                    <a:pt x="4004" y="355587"/>
                  </a:lnTo>
                  <a:lnTo>
                    <a:pt x="0" y="305943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90345" y="5173726"/>
            <a:ext cx="231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51863" y="5063083"/>
            <a:ext cx="1080135" cy="540385"/>
          </a:xfrm>
          <a:custGeom>
            <a:avLst/>
            <a:gdLst/>
            <a:ahLst/>
            <a:cxnLst/>
            <a:rect l="l" t="t" r="r" b="b"/>
            <a:pathLst>
              <a:path w="1080135" h="540385">
                <a:moveTo>
                  <a:pt x="0" y="540004"/>
                </a:moveTo>
                <a:lnTo>
                  <a:pt x="1079995" y="540004"/>
                </a:lnTo>
                <a:lnTo>
                  <a:pt x="1079995" y="0"/>
                </a:lnTo>
                <a:lnTo>
                  <a:pt x="0" y="0"/>
                </a:lnTo>
                <a:lnTo>
                  <a:pt x="0" y="540004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64563" y="5075783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835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06916" y="5169153"/>
            <a:ext cx="512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11883" y="5049583"/>
            <a:ext cx="3053080" cy="568960"/>
            <a:chOff x="1611883" y="5049583"/>
            <a:chExt cx="3053080" cy="568960"/>
          </a:xfrm>
        </p:grpSpPr>
        <p:sp>
          <p:nvSpPr>
            <p:cNvPr id="14" name="object 14"/>
            <p:cNvSpPr/>
            <p:nvPr/>
          </p:nvSpPr>
          <p:spPr>
            <a:xfrm>
              <a:off x="1611884" y="5267452"/>
              <a:ext cx="1951989" cy="133985"/>
            </a:xfrm>
            <a:custGeom>
              <a:avLst/>
              <a:gdLst/>
              <a:ahLst/>
              <a:cxnLst/>
              <a:rect l="l" t="t" r="r" b="b"/>
              <a:pathLst>
                <a:path w="1951989" h="133985">
                  <a:moveTo>
                    <a:pt x="340106" y="65659"/>
                  </a:moveTo>
                  <a:lnTo>
                    <a:pt x="315417" y="51689"/>
                  </a:lnTo>
                  <a:lnTo>
                    <a:pt x="225425" y="762"/>
                  </a:lnTo>
                  <a:lnTo>
                    <a:pt x="216789" y="3175"/>
                  </a:lnTo>
                  <a:lnTo>
                    <a:pt x="212852" y="10160"/>
                  </a:lnTo>
                  <a:lnTo>
                    <a:pt x="209042" y="17018"/>
                  </a:lnTo>
                  <a:lnTo>
                    <a:pt x="211455" y="25654"/>
                  </a:lnTo>
                  <a:lnTo>
                    <a:pt x="258597" y="52412"/>
                  </a:lnTo>
                  <a:lnTo>
                    <a:pt x="0" y="55880"/>
                  </a:lnTo>
                  <a:lnTo>
                    <a:pt x="381" y="84455"/>
                  </a:lnTo>
                  <a:lnTo>
                    <a:pt x="259041" y="80975"/>
                  </a:lnTo>
                  <a:lnTo>
                    <a:pt x="212471" y="108966"/>
                  </a:lnTo>
                  <a:lnTo>
                    <a:pt x="210312" y="117729"/>
                  </a:lnTo>
                  <a:lnTo>
                    <a:pt x="214376" y="124460"/>
                  </a:lnTo>
                  <a:lnTo>
                    <a:pt x="218440" y="131318"/>
                  </a:lnTo>
                  <a:lnTo>
                    <a:pt x="227203" y="133477"/>
                  </a:lnTo>
                  <a:lnTo>
                    <a:pt x="340106" y="65659"/>
                  </a:lnTo>
                  <a:close/>
                </a:path>
                <a:path w="1951989" h="133985">
                  <a:moveTo>
                    <a:pt x="1951609" y="65659"/>
                  </a:moveTo>
                  <a:lnTo>
                    <a:pt x="1927123" y="51562"/>
                  </a:lnTo>
                  <a:lnTo>
                    <a:pt x="1837563" y="0"/>
                  </a:lnTo>
                  <a:lnTo>
                    <a:pt x="1828800" y="2286"/>
                  </a:lnTo>
                  <a:lnTo>
                    <a:pt x="1820926" y="16002"/>
                  </a:lnTo>
                  <a:lnTo>
                    <a:pt x="1823339" y="24765"/>
                  </a:lnTo>
                  <a:lnTo>
                    <a:pt x="1870329" y="51866"/>
                  </a:lnTo>
                  <a:lnTo>
                    <a:pt x="1174115" y="55880"/>
                  </a:lnTo>
                  <a:lnTo>
                    <a:pt x="1174242" y="84455"/>
                  </a:lnTo>
                  <a:lnTo>
                    <a:pt x="1870430" y="80441"/>
                  </a:lnTo>
                  <a:lnTo>
                    <a:pt x="1830578" y="104013"/>
                  </a:lnTo>
                  <a:lnTo>
                    <a:pt x="1823720" y="107950"/>
                  </a:lnTo>
                  <a:lnTo>
                    <a:pt x="1821561" y="116713"/>
                  </a:lnTo>
                  <a:lnTo>
                    <a:pt x="1825498" y="123571"/>
                  </a:lnTo>
                  <a:lnTo>
                    <a:pt x="1829562" y="130302"/>
                  </a:lnTo>
                  <a:lnTo>
                    <a:pt x="1838325" y="132588"/>
                  </a:lnTo>
                  <a:lnTo>
                    <a:pt x="1951609" y="65659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91105" y="5063871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5" h="540385">
                  <a:moveTo>
                    <a:pt x="0" y="0"/>
                  </a:moveTo>
                  <a:lnTo>
                    <a:pt x="1524" y="540003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71875" y="5063083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4"/>
                  </a:moveTo>
                  <a:lnTo>
                    <a:pt x="1079995" y="540004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84575" y="5075783"/>
            <a:ext cx="47307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5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87812" y="5169153"/>
            <a:ext cx="551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20615" y="5049583"/>
            <a:ext cx="1878964" cy="565785"/>
            <a:chOff x="4420615" y="5049583"/>
            <a:chExt cx="1878964" cy="565785"/>
          </a:xfrm>
        </p:grpSpPr>
        <p:sp>
          <p:nvSpPr>
            <p:cNvPr id="20" name="object 20"/>
            <p:cNvSpPr/>
            <p:nvPr/>
          </p:nvSpPr>
          <p:spPr>
            <a:xfrm>
              <a:off x="4420615" y="5266563"/>
              <a:ext cx="777875" cy="132715"/>
            </a:xfrm>
            <a:custGeom>
              <a:avLst/>
              <a:gdLst/>
              <a:ahLst/>
              <a:cxnLst/>
              <a:rect l="l" t="t" r="r" b="b"/>
              <a:pathLst>
                <a:path w="777875" h="132714">
                  <a:moveTo>
                    <a:pt x="752842" y="51562"/>
                  </a:moveTo>
                  <a:lnTo>
                    <a:pt x="749046" y="51562"/>
                  </a:lnTo>
                  <a:lnTo>
                    <a:pt x="749300" y="80137"/>
                  </a:lnTo>
                  <a:lnTo>
                    <a:pt x="696536" y="80441"/>
                  </a:lnTo>
                  <a:lnTo>
                    <a:pt x="649732" y="108077"/>
                  </a:lnTo>
                  <a:lnTo>
                    <a:pt x="647446" y="116840"/>
                  </a:lnTo>
                  <a:lnTo>
                    <a:pt x="651383" y="123698"/>
                  </a:lnTo>
                  <a:lnTo>
                    <a:pt x="655447" y="130428"/>
                  </a:lnTo>
                  <a:lnTo>
                    <a:pt x="664210" y="132715"/>
                  </a:lnTo>
                  <a:lnTo>
                    <a:pt x="777494" y="65786"/>
                  </a:lnTo>
                  <a:lnTo>
                    <a:pt x="752842" y="51562"/>
                  </a:lnTo>
                  <a:close/>
                </a:path>
                <a:path w="777875" h="132714">
                  <a:moveTo>
                    <a:pt x="696280" y="51866"/>
                  </a:moveTo>
                  <a:lnTo>
                    <a:pt x="0" y="55880"/>
                  </a:lnTo>
                  <a:lnTo>
                    <a:pt x="126" y="84455"/>
                  </a:lnTo>
                  <a:lnTo>
                    <a:pt x="696536" y="80441"/>
                  </a:lnTo>
                  <a:lnTo>
                    <a:pt x="720889" y="66039"/>
                  </a:lnTo>
                  <a:lnTo>
                    <a:pt x="696280" y="51866"/>
                  </a:lnTo>
                  <a:close/>
                </a:path>
                <a:path w="777875" h="132714">
                  <a:moveTo>
                    <a:pt x="720889" y="66039"/>
                  </a:moveTo>
                  <a:lnTo>
                    <a:pt x="696536" y="80441"/>
                  </a:lnTo>
                  <a:lnTo>
                    <a:pt x="749300" y="80137"/>
                  </a:lnTo>
                  <a:lnTo>
                    <a:pt x="749283" y="78231"/>
                  </a:lnTo>
                  <a:lnTo>
                    <a:pt x="742061" y="78231"/>
                  </a:lnTo>
                  <a:lnTo>
                    <a:pt x="720889" y="66039"/>
                  </a:lnTo>
                  <a:close/>
                </a:path>
                <a:path w="777875" h="132714">
                  <a:moveTo>
                    <a:pt x="741934" y="53593"/>
                  </a:moveTo>
                  <a:lnTo>
                    <a:pt x="720889" y="66039"/>
                  </a:lnTo>
                  <a:lnTo>
                    <a:pt x="742061" y="78231"/>
                  </a:lnTo>
                  <a:lnTo>
                    <a:pt x="741934" y="53593"/>
                  </a:lnTo>
                  <a:close/>
                </a:path>
                <a:path w="777875" h="132714">
                  <a:moveTo>
                    <a:pt x="749064" y="53593"/>
                  </a:moveTo>
                  <a:lnTo>
                    <a:pt x="741934" y="53593"/>
                  </a:lnTo>
                  <a:lnTo>
                    <a:pt x="742061" y="78231"/>
                  </a:lnTo>
                  <a:lnTo>
                    <a:pt x="749283" y="78231"/>
                  </a:lnTo>
                  <a:lnTo>
                    <a:pt x="749064" y="53593"/>
                  </a:lnTo>
                  <a:close/>
                </a:path>
                <a:path w="777875" h="132714">
                  <a:moveTo>
                    <a:pt x="749046" y="51562"/>
                  </a:moveTo>
                  <a:lnTo>
                    <a:pt x="696280" y="51866"/>
                  </a:lnTo>
                  <a:lnTo>
                    <a:pt x="720889" y="66039"/>
                  </a:lnTo>
                  <a:lnTo>
                    <a:pt x="741934" y="53593"/>
                  </a:lnTo>
                  <a:lnTo>
                    <a:pt x="749064" y="53593"/>
                  </a:lnTo>
                  <a:lnTo>
                    <a:pt x="749046" y="51562"/>
                  </a:lnTo>
                  <a:close/>
                </a:path>
                <a:path w="777875" h="132714">
                  <a:moveTo>
                    <a:pt x="663448" y="0"/>
                  </a:moveTo>
                  <a:lnTo>
                    <a:pt x="654685" y="2412"/>
                  </a:lnTo>
                  <a:lnTo>
                    <a:pt x="646811" y="16128"/>
                  </a:lnTo>
                  <a:lnTo>
                    <a:pt x="649224" y="24765"/>
                  </a:lnTo>
                  <a:lnTo>
                    <a:pt x="696280" y="51866"/>
                  </a:lnTo>
                  <a:lnTo>
                    <a:pt x="752842" y="51562"/>
                  </a:lnTo>
                  <a:lnTo>
                    <a:pt x="66344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06491" y="5062283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219191" y="5074983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5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61545" y="5168646"/>
            <a:ext cx="512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72123" y="5251703"/>
            <a:ext cx="777875" cy="132715"/>
          </a:xfrm>
          <a:custGeom>
            <a:avLst/>
            <a:gdLst/>
            <a:ahLst/>
            <a:cxnLst/>
            <a:rect l="l" t="t" r="r" b="b"/>
            <a:pathLst>
              <a:path w="777875" h="132714">
                <a:moveTo>
                  <a:pt x="753012" y="51562"/>
                </a:moveTo>
                <a:lnTo>
                  <a:pt x="749046" y="51562"/>
                </a:lnTo>
                <a:lnTo>
                  <a:pt x="749300" y="80137"/>
                </a:lnTo>
                <a:lnTo>
                  <a:pt x="696319" y="80442"/>
                </a:lnTo>
                <a:lnTo>
                  <a:pt x="649731" y="107950"/>
                </a:lnTo>
                <a:lnTo>
                  <a:pt x="647446" y="116713"/>
                </a:lnTo>
                <a:lnTo>
                  <a:pt x="651382" y="123571"/>
                </a:lnTo>
                <a:lnTo>
                  <a:pt x="655447" y="130302"/>
                </a:lnTo>
                <a:lnTo>
                  <a:pt x="664209" y="132588"/>
                </a:lnTo>
                <a:lnTo>
                  <a:pt x="777494" y="65659"/>
                </a:lnTo>
                <a:lnTo>
                  <a:pt x="753012" y="51562"/>
                </a:lnTo>
                <a:close/>
              </a:path>
              <a:path w="777875" h="132714">
                <a:moveTo>
                  <a:pt x="696280" y="51866"/>
                </a:moveTo>
                <a:lnTo>
                  <a:pt x="0" y="55880"/>
                </a:lnTo>
                <a:lnTo>
                  <a:pt x="126" y="84455"/>
                </a:lnTo>
                <a:lnTo>
                  <a:pt x="696319" y="80442"/>
                </a:lnTo>
                <a:lnTo>
                  <a:pt x="720781" y="65976"/>
                </a:lnTo>
                <a:lnTo>
                  <a:pt x="696280" y="51866"/>
                </a:lnTo>
                <a:close/>
              </a:path>
              <a:path w="777875" h="132714">
                <a:moveTo>
                  <a:pt x="720781" y="65976"/>
                </a:moveTo>
                <a:lnTo>
                  <a:pt x="696319" y="80442"/>
                </a:lnTo>
                <a:lnTo>
                  <a:pt x="749300" y="80137"/>
                </a:lnTo>
                <a:lnTo>
                  <a:pt x="749283" y="78232"/>
                </a:lnTo>
                <a:lnTo>
                  <a:pt x="742060" y="78232"/>
                </a:lnTo>
                <a:lnTo>
                  <a:pt x="720781" y="65976"/>
                </a:lnTo>
                <a:close/>
              </a:path>
              <a:path w="777875" h="132714">
                <a:moveTo>
                  <a:pt x="741933" y="53467"/>
                </a:moveTo>
                <a:lnTo>
                  <a:pt x="720781" y="65976"/>
                </a:lnTo>
                <a:lnTo>
                  <a:pt x="742060" y="78232"/>
                </a:lnTo>
                <a:lnTo>
                  <a:pt x="741933" y="53467"/>
                </a:lnTo>
                <a:close/>
              </a:path>
              <a:path w="777875" h="132714">
                <a:moveTo>
                  <a:pt x="749062" y="53467"/>
                </a:moveTo>
                <a:lnTo>
                  <a:pt x="741933" y="53467"/>
                </a:lnTo>
                <a:lnTo>
                  <a:pt x="742060" y="78232"/>
                </a:lnTo>
                <a:lnTo>
                  <a:pt x="749283" y="78232"/>
                </a:lnTo>
                <a:lnTo>
                  <a:pt x="749062" y="53467"/>
                </a:lnTo>
                <a:close/>
              </a:path>
              <a:path w="777875" h="132714">
                <a:moveTo>
                  <a:pt x="749046" y="51562"/>
                </a:moveTo>
                <a:lnTo>
                  <a:pt x="696280" y="51866"/>
                </a:lnTo>
                <a:lnTo>
                  <a:pt x="720781" y="65976"/>
                </a:lnTo>
                <a:lnTo>
                  <a:pt x="741933" y="53467"/>
                </a:lnTo>
                <a:lnTo>
                  <a:pt x="749062" y="53467"/>
                </a:lnTo>
                <a:lnTo>
                  <a:pt x="749046" y="51562"/>
                </a:lnTo>
                <a:close/>
              </a:path>
              <a:path w="777875" h="132714">
                <a:moveTo>
                  <a:pt x="663448" y="0"/>
                </a:moveTo>
                <a:lnTo>
                  <a:pt x="654684" y="2286"/>
                </a:lnTo>
                <a:lnTo>
                  <a:pt x="646810" y="16002"/>
                </a:lnTo>
                <a:lnTo>
                  <a:pt x="649224" y="24765"/>
                </a:lnTo>
                <a:lnTo>
                  <a:pt x="696280" y="51866"/>
                </a:lnTo>
                <a:lnTo>
                  <a:pt x="753012" y="51562"/>
                </a:lnTo>
                <a:lnTo>
                  <a:pt x="663448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5731446" y="5048821"/>
            <a:ext cx="2268220" cy="568960"/>
            <a:chOff x="5731446" y="5048821"/>
            <a:chExt cx="2268220" cy="568960"/>
          </a:xfrm>
        </p:grpSpPr>
        <p:sp>
          <p:nvSpPr>
            <p:cNvPr id="26" name="object 26"/>
            <p:cNvSpPr/>
            <p:nvPr/>
          </p:nvSpPr>
          <p:spPr>
            <a:xfrm>
              <a:off x="5745734" y="5063109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4" h="540385">
                  <a:moveTo>
                    <a:pt x="0" y="0"/>
                  </a:moveTo>
                  <a:lnTo>
                    <a:pt x="1524" y="539978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906895" y="5063083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4" h="540385">
                  <a:moveTo>
                    <a:pt x="0" y="540004"/>
                  </a:moveTo>
                  <a:lnTo>
                    <a:pt x="1079995" y="540004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987031" y="5031994"/>
            <a:ext cx="872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Fin de </a:t>
            </a: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li</a:t>
            </a:r>
            <a:r>
              <a:rPr sz="1800" b="1" spc="-20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1800" b="1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1800" b="1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(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Nil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71873" y="5072126"/>
            <a:ext cx="1905" cy="540385"/>
          </a:xfrm>
          <a:custGeom>
            <a:avLst/>
            <a:gdLst/>
            <a:ahLst/>
            <a:cxnLst/>
            <a:rect l="l" t="t" r="r" b="b"/>
            <a:pathLst>
              <a:path w="1904" h="540385">
                <a:moveTo>
                  <a:pt x="0" y="0"/>
                </a:moveTo>
                <a:lnTo>
                  <a:pt x="1650" y="539953"/>
                </a:lnTo>
              </a:path>
            </a:pathLst>
          </a:custGeom>
          <a:ln w="28575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2927"/>
            <a:ext cx="9136379" cy="622223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85787" y="1631429"/>
            <a:ext cx="7740015" cy="4893945"/>
          </a:xfrm>
          <a:custGeom>
            <a:avLst/>
            <a:gdLst/>
            <a:ahLst/>
            <a:cxnLst/>
            <a:rect l="l" t="t" r="r" b="b"/>
            <a:pathLst>
              <a:path w="7740015" h="4893945">
                <a:moveTo>
                  <a:pt x="7740015" y="0"/>
                </a:moveTo>
                <a:lnTo>
                  <a:pt x="0" y="0"/>
                </a:lnTo>
                <a:lnTo>
                  <a:pt x="0" y="4893691"/>
                </a:lnTo>
                <a:lnTo>
                  <a:pt x="7740015" y="4893691"/>
                </a:lnTo>
                <a:lnTo>
                  <a:pt x="77400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64819" y="1645158"/>
            <a:ext cx="5278120" cy="3302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 marR="922655" indent="-2032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AffichListe_récur(L:liste)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897890" marR="1288415" indent="-34163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Si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(L &lt;&gt;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Nil)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Alors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Ecrire(L^.Elem)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A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fich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_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li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t_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é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(L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^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.Sui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v)</a:t>
            </a:r>
            <a:endParaRPr sz="2400">
              <a:latin typeface="Calibri"/>
              <a:cs typeface="Calibri"/>
            </a:endParaRPr>
          </a:p>
          <a:p>
            <a:pPr marL="489584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FinSi</a:t>
            </a:r>
            <a:endParaRPr sz="240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III.3</a:t>
            </a:r>
            <a:r>
              <a:rPr sz="2400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Insertion d'un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élément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en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tête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liste</a:t>
            </a:r>
            <a:endParaRPr sz="2400">
              <a:latin typeface="Calibri"/>
              <a:cs typeface="Calibri"/>
            </a:endParaRPr>
          </a:p>
          <a:p>
            <a:pPr marL="273050">
              <a:lnSpc>
                <a:spcPct val="100000"/>
              </a:lnSpc>
              <a:spcBef>
                <a:spcPts val="600"/>
              </a:spcBef>
            </a:pP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Tête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2912" y="785774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III.</a:t>
            </a:r>
            <a:r>
              <a:rPr dirty="0"/>
              <a:t> </a:t>
            </a:r>
            <a:r>
              <a:rPr spc="-5" dirty="0"/>
              <a:t>Les</a:t>
            </a:r>
            <a:r>
              <a:rPr spc="20" dirty="0"/>
              <a:t> </a:t>
            </a:r>
            <a:r>
              <a:rPr spc="-20" dirty="0"/>
              <a:t>listes</a:t>
            </a:r>
            <a:r>
              <a:rPr spc="5" dirty="0"/>
              <a:t> </a:t>
            </a:r>
            <a:r>
              <a:rPr spc="-15" dirty="0"/>
              <a:t>linéaire</a:t>
            </a:r>
            <a:r>
              <a:rPr spc="65" dirty="0"/>
              <a:t> </a:t>
            </a:r>
            <a:r>
              <a:rPr spc="-10" dirty="0"/>
              <a:t>chainées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987399" y="5018913"/>
            <a:ext cx="637540" cy="637540"/>
            <a:chOff x="987399" y="5018913"/>
            <a:chExt cx="637540" cy="637540"/>
          </a:xfrm>
        </p:grpSpPr>
        <p:sp>
          <p:nvSpPr>
            <p:cNvPr id="7" name="object 7"/>
            <p:cNvSpPr/>
            <p:nvPr/>
          </p:nvSpPr>
          <p:spPr>
            <a:xfrm>
              <a:off x="1000099" y="5031613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305968" y="0"/>
                  </a:moveTo>
                  <a:lnTo>
                    <a:pt x="256343" y="4002"/>
                  </a:lnTo>
                  <a:lnTo>
                    <a:pt x="209266" y="15590"/>
                  </a:lnTo>
                  <a:lnTo>
                    <a:pt x="165367" y="34135"/>
                  </a:lnTo>
                  <a:lnTo>
                    <a:pt x="125276" y="59009"/>
                  </a:lnTo>
                  <a:lnTo>
                    <a:pt x="89623" y="89582"/>
                  </a:lnTo>
                  <a:lnTo>
                    <a:pt x="59040" y="125227"/>
                  </a:lnTo>
                  <a:lnTo>
                    <a:pt x="34155" y="165313"/>
                  </a:lnTo>
                  <a:lnTo>
                    <a:pt x="15600" y="209214"/>
                  </a:lnTo>
                  <a:lnTo>
                    <a:pt x="4005" y="256300"/>
                  </a:lnTo>
                  <a:lnTo>
                    <a:pt x="0" y="305943"/>
                  </a:lnTo>
                  <a:lnTo>
                    <a:pt x="4004" y="355587"/>
                  </a:lnTo>
                  <a:lnTo>
                    <a:pt x="15599" y="402679"/>
                  </a:lnTo>
                  <a:lnTo>
                    <a:pt x="34153" y="446588"/>
                  </a:lnTo>
                  <a:lnTo>
                    <a:pt x="59036" y="486685"/>
                  </a:lnTo>
                  <a:lnTo>
                    <a:pt x="89619" y="522341"/>
                  </a:lnTo>
                  <a:lnTo>
                    <a:pt x="125270" y="552926"/>
                  </a:lnTo>
                  <a:lnTo>
                    <a:pt x="165361" y="577810"/>
                  </a:lnTo>
                  <a:lnTo>
                    <a:pt x="209261" y="596363"/>
                  </a:lnTo>
                  <a:lnTo>
                    <a:pt x="256340" y="607957"/>
                  </a:lnTo>
                  <a:lnTo>
                    <a:pt x="305968" y="611962"/>
                  </a:lnTo>
                  <a:lnTo>
                    <a:pt x="355614" y="607957"/>
                  </a:lnTo>
                  <a:lnTo>
                    <a:pt x="402709" y="596363"/>
                  </a:lnTo>
                  <a:lnTo>
                    <a:pt x="446624" y="577810"/>
                  </a:lnTo>
                  <a:lnTo>
                    <a:pt x="486729" y="552926"/>
                  </a:lnTo>
                  <a:lnTo>
                    <a:pt x="522392" y="522341"/>
                  </a:lnTo>
                  <a:lnTo>
                    <a:pt x="552984" y="486685"/>
                  </a:lnTo>
                  <a:lnTo>
                    <a:pt x="577875" y="446588"/>
                  </a:lnTo>
                  <a:lnTo>
                    <a:pt x="596434" y="402679"/>
                  </a:lnTo>
                  <a:lnTo>
                    <a:pt x="608032" y="355587"/>
                  </a:lnTo>
                  <a:lnTo>
                    <a:pt x="612038" y="305943"/>
                  </a:lnTo>
                  <a:lnTo>
                    <a:pt x="608032" y="256300"/>
                  </a:lnTo>
                  <a:lnTo>
                    <a:pt x="596434" y="209214"/>
                  </a:lnTo>
                  <a:lnTo>
                    <a:pt x="577875" y="165313"/>
                  </a:lnTo>
                  <a:lnTo>
                    <a:pt x="552984" y="125227"/>
                  </a:lnTo>
                  <a:lnTo>
                    <a:pt x="522392" y="89582"/>
                  </a:lnTo>
                  <a:lnTo>
                    <a:pt x="486729" y="59009"/>
                  </a:lnTo>
                  <a:lnTo>
                    <a:pt x="446624" y="34135"/>
                  </a:lnTo>
                  <a:lnTo>
                    <a:pt x="402709" y="15590"/>
                  </a:lnTo>
                  <a:lnTo>
                    <a:pt x="355614" y="4002"/>
                  </a:lnTo>
                  <a:lnTo>
                    <a:pt x="305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00099" y="5031613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0" y="305943"/>
                  </a:moveTo>
                  <a:lnTo>
                    <a:pt x="4005" y="256300"/>
                  </a:lnTo>
                  <a:lnTo>
                    <a:pt x="15600" y="209214"/>
                  </a:lnTo>
                  <a:lnTo>
                    <a:pt x="34155" y="165313"/>
                  </a:lnTo>
                  <a:lnTo>
                    <a:pt x="59040" y="125227"/>
                  </a:lnTo>
                  <a:lnTo>
                    <a:pt x="89623" y="89582"/>
                  </a:lnTo>
                  <a:lnTo>
                    <a:pt x="125276" y="59009"/>
                  </a:lnTo>
                  <a:lnTo>
                    <a:pt x="165367" y="34135"/>
                  </a:lnTo>
                  <a:lnTo>
                    <a:pt x="209266" y="15590"/>
                  </a:lnTo>
                  <a:lnTo>
                    <a:pt x="256343" y="4002"/>
                  </a:lnTo>
                  <a:lnTo>
                    <a:pt x="305968" y="0"/>
                  </a:lnTo>
                  <a:lnTo>
                    <a:pt x="355614" y="4002"/>
                  </a:lnTo>
                  <a:lnTo>
                    <a:pt x="402709" y="15590"/>
                  </a:lnTo>
                  <a:lnTo>
                    <a:pt x="446624" y="34135"/>
                  </a:lnTo>
                  <a:lnTo>
                    <a:pt x="486729" y="59009"/>
                  </a:lnTo>
                  <a:lnTo>
                    <a:pt x="522392" y="89582"/>
                  </a:lnTo>
                  <a:lnTo>
                    <a:pt x="552984" y="125227"/>
                  </a:lnTo>
                  <a:lnTo>
                    <a:pt x="577875" y="165313"/>
                  </a:lnTo>
                  <a:lnTo>
                    <a:pt x="596434" y="209214"/>
                  </a:lnTo>
                  <a:lnTo>
                    <a:pt x="608032" y="256300"/>
                  </a:lnTo>
                  <a:lnTo>
                    <a:pt x="612038" y="305943"/>
                  </a:lnTo>
                  <a:lnTo>
                    <a:pt x="608032" y="355587"/>
                  </a:lnTo>
                  <a:lnTo>
                    <a:pt x="596434" y="402679"/>
                  </a:lnTo>
                  <a:lnTo>
                    <a:pt x="577875" y="446588"/>
                  </a:lnTo>
                  <a:lnTo>
                    <a:pt x="552984" y="486685"/>
                  </a:lnTo>
                  <a:lnTo>
                    <a:pt x="522392" y="522341"/>
                  </a:lnTo>
                  <a:lnTo>
                    <a:pt x="486729" y="552926"/>
                  </a:lnTo>
                  <a:lnTo>
                    <a:pt x="446624" y="577810"/>
                  </a:lnTo>
                  <a:lnTo>
                    <a:pt x="402709" y="596363"/>
                  </a:lnTo>
                  <a:lnTo>
                    <a:pt x="355614" y="607957"/>
                  </a:lnTo>
                  <a:lnTo>
                    <a:pt x="305968" y="611962"/>
                  </a:lnTo>
                  <a:lnTo>
                    <a:pt x="256340" y="607957"/>
                  </a:lnTo>
                  <a:lnTo>
                    <a:pt x="209261" y="596363"/>
                  </a:lnTo>
                  <a:lnTo>
                    <a:pt x="165361" y="577810"/>
                  </a:lnTo>
                  <a:lnTo>
                    <a:pt x="125270" y="552926"/>
                  </a:lnTo>
                  <a:lnTo>
                    <a:pt x="89619" y="522341"/>
                  </a:lnTo>
                  <a:lnTo>
                    <a:pt x="59036" y="486685"/>
                  </a:lnTo>
                  <a:lnTo>
                    <a:pt x="34153" y="446588"/>
                  </a:lnTo>
                  <a:lnTo>
                    <a:pt x="15599" y="402679"/>
                  </a:lnTo>
                  <a:lnTo>
                    <a:pt x="4004" y="355587"/>
                  </a:lnTo>
                  <a:lnTo>
                    <a:pt x="0" y="305943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90345" y="5173726"/>
            <a:ext cx="231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51863" y="5063083"/>
            <a:ext cx="1080135" cy="540385"/>
          </a:xfrm>
          <a:custGeom>
            <a:avLst/>
            <a:gdLst/>
            <a:ahLst/>
            <a:cxnLst/>
            <a:rect l="l" t="t" r="r" b="b"/>
            <a:pathLst>
              <a:path w="1080135" h="540385">
                <a:moveTo>
                  <a:pt x="0" y="540004"/>
                </a:moveTo>
                <a:lnTo>
                  <a:pt x="1079995" y="540004"/>
                </a:lnTo>
                <a:lnTo>
                  <a:pt x="1079995" y="0"/>
                </a:lnTo>
                <a:lnTo>
                  <a:pt x="0" y="0"/>
                </a:lnTo>
                <a:lnTo>
                  <a:pt x="0" y="540004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64563" y="5075783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835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06916" y="5169153"/>
            <a:ext cx="512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76817" y="5049583"/>
            <a:ext cx="2188210" cy="568960"/>
            <a:chOff x="2476817" y="5049583"/>
            <a:chExt cx="2188210" cy="568960"/>
          </a:xfrm>
        </p:grpSpPr>
        <p:sp>
          <p:nvSpPr>
            <p:cNvPr id="14" name="object 14"/>
            <p:cNvSpPr/>
            <p:nvPr/>
          </p:nvSpPr>
          <p:spPr>
            <a:xfrm>
              <a:off x="2785998" y="5267452"/>
              <a:ext cx="777875" cy="132715"/>
            </a:xfrm>
            <a:custGeom>
              <a:avLst/>
              <a:gdLst/>
              <a:ahLst/>
              <a:cxnLst/>
              <a:rect l="l" t="t" r="r" b="b"/>
              <a:pathLst>
                <a:path w="777875" h="132714">
                  <a:moveTo>
                    <a:pt x="753012" y="51562"/>
                  </a:moveTo>
                  <a:lnTo>
                    <a:pt x="749046" y="51562"/>
                  </a:lnTo>
                  <a:lnTo>
                    <a:pt x="749173" y="80137"/>
                  </a:lnTo>
                  <a:lnTo>
                    <a:pt x="696321" y="80441"/>
                  </a:lnTo>
                  <a:lnTo>
                    <a:pt x="656463" y="104013"/>
                  </a:lnTo>
                  <a:lnTo>
                    <a:pt x="649604" y="107950"/>
                  </a:lnTo>
                  <a:lnTo>
                    <a:pt x="647446" y="116713"/>
                  </a:lnTo>
                  <a:lnTo>
                    <a:pt x="651383" y="123571"/>
                  </a:lnTo>
                  <a:lnTo>
                    <a:pt x="655447" y="130302"/>
                  </a:lnTo>
                  <a:lnTo>
                    <a:pt x="664210" y="132588"/>
                  </a:lnTo>
                  <a:lnTo>
                    <a:pt x="777493" y="65659"/>
                  </a:lnTo>
                  <a:lnTo>
                    <a:pt x="753012" y="51562"/>
                  </a:lnTo>
                  <a:close/>
                </a:path>
                <a:path w="777875" h="132714">
                  <a:moveTo>
                    <a:pt x="696225" y="51866"/>
                  </a:moveTo>
                  <a:lnTo>
                    <a:pt x="0" y="55880"/>
                  </a:lnTo>
                  <a:lnTo>
                    <a:pt x="126" y="84455"/>
                  </a:lnTo>
                  <a:lnTo>
                    <a:pt x="696321" y="80441"/>
                  </a:lnTo>
                  <a:lnTo>
                    <a:pt x="720768" y="65983"/>
                  </a:lnTo>
                  <a:lnTo>
                    <a:pt x="696225" y="51866"/>
                  </a:lnTo>
                  <a:close/>
                </a:path>
                <a:path w="777875" h="132714">
                  <a:moveTo>
                    <a:pt x="720768" y="65983"/>
                  </a:moveTo>
                  <a:lnTo>
                    <a:pt x="696321" y="80441"/>
                  </a:lnTo>
                  <a:lnTo>
                    <a:pt x="749173" y="80137"/>
                  </a:lnTo>
                  <a:lnTo>
                    <a:pt x="749164" y="78232"/>
                  </a:lnTo>
                  <a:lnTo>
                    <a:pt x="742061" y="78232"/>
                  </a:lnTo>
                  <a:lnTo>
                    <a:pt x="720768" y="65983"/>
                  </a:lnTo>
                  <a:close/>
                </a:path>
                <a:path w="777875" h="132714">
                  <a:moveTo>
                    <a:pt x="741934" y="53467"/>
                  </a:moveTo>
                  <a:lnTo>
                    <a:pt x="720768" y="65983"/>
                  </a:lnTo>
                  <a:lnTo>
                    <a:pt x="742061" y="78232"/>
                  </a:lnTo>
                  <a:lnTo>
                    <a:pt x="741934" y="53467"/>
                  </a:lnTo>
                  <a:close/>
                </a:path>
                <a:path w="777875" h="132714">
                  <a:moveTo>
                    <a:pt x="749054" y="53467"/>
                  </a:moveTo>
                  <a:lnTo>
                    <a:pt x="741934" y="53467"/>
                  </a:lnTo>
                  <a:lnTo>
                    <a:pt x="742061" y="78232"/>
                  </a:lnTo>
                  <a:lnTo>
                    <a:pt x="749164" y="78232"/>
                  </a:lnTo>
                  <a:lnTo>
                    <a:pt x="749054" y="53467"/>
                  </a:lnTo>
                  <a:close/>
                </a:path>
                <a:path w="777875" h="132714">
                  <a:moveTo>
                    <a:pt x="749046" y="51562"/>
                  </a:moveTo>
                  <a:lnTo>
                    <a:pt x="696225" y="51866"/>
                  </a:lnTo>
                  <a:lnTo>
                    <a:pt x="720768" y="65983"/>
                  </a:lnTo>
                  <a:lnTo>
                    <a:pt x="741934" y="53467"/>
                  </a:lnTo>
                  <a:lnTo>
                    <a:pt x="749054" y="53467"/>
                  </a:lnTo>
                  <a:lnTo>
                    <a:pt x="749046" y="51562"/>
                  </a:lnTo>
                  <a:close/>
                </a:path>
                <a:path w="777875" h="132714">
                  <a:moveTo>
                    <a:pt x="663448" y="0"/>
                  </a:moveTo>
                  <a:lnTo>
                    <a:pt x="654685" y="2286"/>
                  </a:lnTo>
                  <a:lnTo>
                    <a:pt x="646811" y="16002"/>
                  </a:lnTo>
                  <a:lnTo>
                    <a:pt x="649224" y="24765"/>
                  </a:lnTo>
                  <a:lnTo>
                    <a:pt x="696225" y="51866"/>
                  </a:lnTo>
                  <a:lnTo>
                    <a:pt x="753012" y="51562"/>
                  </a:lnTo>
                  <a:lnTo>
                    <a:pt x="66344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91104" y="5063871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5" h="540385">
                  <a:moveTo>
                    <a:pt x="0" y="0"/>
                  </a:moveTo>
                  <a:lnTo>
                    <a:pt x="1524" y="540003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71874" y="5063083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4"/>
                  </a:moveTo>
                  <a:lnTo>
                    <a:pt x="1079995" y="540004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84575" y="5075783"/>
            <a:ext cx="47307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5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87812" y="5169153"/>
            <a:ext cx="551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20615" y="5049583"/>
            <a:ext cx="1878964" cy="565785"/>
            <a:chOff x="4420615" y="5049583"/>
            <a:chExt cx="1878964" cy="565785"/>
          </a:xfrm>
        </p:grpSpPr>
        <p:sp>
          <p:nvSpPr>
            <p:cNvPr id="20" name="object 20"/>
            <p:cNvSpPr/>
            <p:nvPr/>
          </p:nvSpPr>
          <p:spPr>
            <a:xfrm>
              <a:off x="4420615" y="5266563"/>
              <a:ext cx="777875" cy="132715"/>
            </a:xfrm>
            <a:custGeom>
              <a:avLst/>
              <a:gdLst/>
              <a:ahLst/>
              <a:cxnLst/>
              <a:rect l="l" t="t" r="r" b="b"/>
              <a:pathLst>
                <a:path w="777875" h="132714">
                  <a:moveTo>
                    <a:pt x="752842" y="51562"/>
                  </a:moveTo>
                  <a:lnTo>
                    <a:pt x="749046" y="51562"/>
                  </a:lnTo>
                  <a:lnTo>
                    <a:pt x="749300" y="80137"/>
                  </a:lnTo>
                  <a:lnTo>
                    <a:pt x="696536" y="80441"/>
                  </a:lnTo>
                  <a:lnTo>
                    <a:pt x="649732" y="108077"/>
                  </a:lnTo>
                  <a:lnTo>
                    <a:pt x="647446" y="116840"/>
                  </a:lnTo>
                  <a:lnTo>
                    <a:pt x="651383" y="123698"/>
                  </a:lnTo>
                  <a:lnTo>
                    <a:pt x="655447" y="130428"/>
                  </a:lnTo>
                  <a:lnTo>
                    <a:pt x="664210" y="132715"/>
                  </a:lnTo>
                  <a:lnTo>
                    <a:pt x="777494" y="65786"/>
                  </a:lnTo>
                  <a:lnTo>
                    <a:pt x="752842" y="51562"/>
                  </a:lnTo>
                  <a:close/>
                </a:path>
                <a:path w="777875" h="132714">
                  <a:moveTo>
                    <a:pt x="696280" y="51866"/>
                  </a:moveTo>
                  <a:lnTo>
                    <a:pt x="0" y="55880"/>
                  </a:lnTo>
                  <a:lnTo>
                    <a:pt x="126" y="84455"/>
                  </a:lnTo>
                  <a:lnTo>
                    <a:pt x="696536" y="80441"/>
                  </a:lnTo>
                  <a:lnTo>
                    <a:pt x="720889" y="66039"/>
                  </a:lnTo>
                  <a:lnTo>
                    <a:pt x="696280" y="51866"/>
                  </a:lnTo>
                  <a:close/>
                </a:path>
                <a:path w="777875" h="132714">
                  <a:moveTo>
                    <a:pt x="720889" y="66039"/>
                  </a:moveTo>
                  <a:lnTo>
                    <a:pt x="696536" y="80441"/>
                  </a:lnTo>
                  <a:lnTo>
                    <a:pt x="749300" y="80137"/>
                  </a:lnTo>
                  <a:lnTo>
                    <a:pt x="749283" y="78231"/>
                  </a:lnTo>
                  <a:lnTo>
                    <a:pt x="742061" y="78231"/>
                  </a:lnTo>
                  <a:lnTo>
                    <a:pt x="720889" y="66039"/>
                  </a:lnTo>
                  <a:close/>
                </a:path>
                <a:path w="777875" h="132714">
                  <a:moveTo>
                    <a:pt x="741934" y="53593"/>
                  </a:moveTo>
                  <a:lnTo>
                    <a:pt x="720889" y="66039"/>
                  </a:lnTo>
                  <a:lnTo>
                    <a:pt x="742061" y="78231"/>
                  </a:lnTo>
                  <a:lnTo>
                    <a:pt x="741934" y="53593"/>
                  </a:lnTo>
                  <a:close/>
                </a:path>
                <a:path w="777875" h="132714">
                  <a:moveTo>
                    <a:pt x="749064" y="53593"/>
                  </a:moveTo>
                  <a:lnTo>
                    <a:pt x="741934" y="53593"/>
                  </a:lnTo>
                  <a:lnTo>
                    <a:pt x="742061" y="78231"/>
                  </a:lnTo>
                  <a:lnTo>
                    <a:pt x="749283" y="78231"/>
                  </a:lnTo>
                  <a:lnTo>
                    <a:pt x="749064" y="53593"/>
                  </a:lnTo>
                  <a:close/>
                </a:path>
                <a:path w="777875" h="132714">
                  <a:moveTo>
                    <a:pt x="749046" y="51562"/>
                  </a:moveTo>
                  <a:lnTo>
                    <a:pt x="696280" y="51866"/>
                  </a:lnTo>
                  <a:lnTo>
                    <a:pt x="720889" y="66039"/>
                  </a:lnTo>
                  <a:lnTo>
                    <a:pt x="741934" y="53593"/>
                  </a:lnTo>
                  <a:lnTo>
                    <a:pt x="749064" y="53593"/>
                  </a:lnTo>
                  <a:lnTo>
                    <a:pt x="749046" y="51562"/>
                  </a:lnTo>
                  <a:close/>
                </a:path>
                <a:path w="777875" h="132714">
                  <a:moveTo>
                    <a:pt x="663448" y="0"/>
                  </a:moveTo>
                  <a:lnTo>
                    <a:pt x="654685" y="2412"/>
                  </a:lnTo>
                  <a:lnTo>
                    <a:pt x="646811" y="16128"/>
                  </a:lnTo>
                  <a:lnTo>
                    <a:pt x="649224" y="24765"/>
                  </a:lnTo>
                  <a:lnTo>
                    <a:pt x="696280" y="51866"/>
                  </a:lnTo>
                  <a:lnTo>
                    <a:pt x="752842" y="51562"/>
                  </a:lnTo>
                  <a:lnTo>
                    <a:pt x="66344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06491" y="5062283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219191" y="5074983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5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61545" y="5168646"/>
            <a:ext cx="512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72123" y="5050383"/>
            <a:ext cx="1927860" cy="565785"/>
            <a:chOff x="6072123" y="5050383"/>
            <a:chExt cx="1927860" cy="565785"/>
          </a:xfrm>
        </p:grpSpPr>
        <p:sp>
          <p:nvSpPr>
            <p:cNvPr id="25" name="object 25"/>
            <p:cNvSpPr/>
            <p:nvPr/>
          </p:nvSpPr>
          <p:spPr>
            <a:xfrm>
              <a:off x="6072123" y="5251703"/>
              <a:ext cx="777875" cy="132715"/>
            </a:xfrm>
            <a:custGeom>
              <a:avLst/>
              <a:gdLst/>
              <a:ahLst/>
              <a:cxnLst/>
              <a:rect l="l" t="t" r="r" b="b"/>
              <a:pathLst>
                <a:path w="777875" h="132714">
                  <a:moveTo>
                    <a:pt x="753012" y="51562"/>
                  </a:moveTo>
                  <a:lnTo>
                    <a:pt x="749046" y="51562"/>
                  </a:lnTo>
                  <a:lnTo>
                    <a:pt x="749300" y="80137"/>
                  </a:lnTo>
                  <a:lnTo>
                    <a:pt x="696319" y="80442"/>
                  </a:lnTo>
                  <a:lnTo>
                    <a:pt x="649731" y="107950"/>
                  </a:lnTo>
                  <a:lnTo>
                    <a:pt x="647446" y="116713"/>
                  </a:lnTo>
                  <a:lnTo>
                    <a:pt x="651382" y="123571"/>
                  </a:lnTo>
                  <a:lnTo>
                    <a:pt x="655447" y="130302"/>
                  </a:lnTo>
                  <a:lnTo>
                    <a:pt x="664209" y="132588"/>
                  </a:lnTo>
                  <a:lnTo>
                    <a:pt x="777494" y="65659"/>
                  </a:lnTo>
                  <a:lnTo>
                    <a:pt x="753012" y="51562"/>
                  </a:lnTo>
                  <a:close/>
                </a:path>
                <a:path w="777875" h="132714">
                  <a:moveTo>
                    <a:pt x="696280" y="51866"/>
                  </a:moveTo>
                  <a:lnTo>
                    <a:pt x="0" y="55880"/>
                  </a:lnTo>
                  <a:lnTo>
                    <a:pt x="126" y="84455"/>
                  </a:lnTo>
                  <a:lnTo>
                    <a:pt x="696319" y="80442"/>
                  </a:lnTo>
                  <a:lnTo>
                    <a:pt x="720781" y="65976"/>
                  </a:lnTo>
                  <a:lnTo>
                    <a:pt x="696280" y="51866"/>
                  </a:lnTo>
                  <a:close/>
                </a:path>
                <a:path w="777875" h="132714">
                  <a:moveTo>
                    <a:pt x="720781" y="65976"/>
                  </a:moveTo>
                  <a:lnTo>
                    <a:pt x="696319" y="80442"/>
                  </a:lnTo>
                  <a:lnTo>
                    <a:pt x="749300" y="80137"/>
                  </a:lnTo>
                  <a:lnTo>
                    <a:pt x="749283" y="78232"/>
                  </a:lnTo>
                  <a:lnTo>
                    <a:pt x="742060" y="78232"/>
                  </a:lnTo>
                  <a:lnTo>
                    <a:pt x="720781" y="65976"/>
                  </a:lnTo>
                  <a:close/>
                </a:path>
                <a:path w="777875" h="132714">
                  <a:moveTo>
                    <a:pt x="741933" y="53467"/>
                  </a:moveTo>
                  <a:lnTo>
                    <a:pt x="720781" y="65976"/>
                  </a:lnTo>
                  <a:lnTo>
                    <a:pt x="742060" y="78232"/>
                  </a:lnTo>
                  <a:lnTo>
                    <a:pt x="741933" y="53467"/>
                  </a:lnTo>
                  <a:close/>
                </a:path>
                <a:path w="777875" h="132714">
                  <a:moveTo>
                    <a:pt x="749062" y="53467"/>
                  </a:moveTo>
                  <a:lnTo>
                    <a:pt x="741933" y="53467"/>
                  </a:lnTo>
                  <a:lnTo>
                    <a:pt x="742060" y="78232"/>
                  </a:lnTo>
                  <a:lnTo>
                    <a:pt x="749283" y="78232"/>
                  </a:lnTo>
                  <a:lnTo>
                    <a:pt x="749062" y="53467"/>
                  </a:lnTo>
                  <a:close/>
                </a:path>
                <a:path w="777875" h="132714">
                  <a:moveTo>
                    <a:pt x="749046" y="51562"/>
                  </a:moveTo>
                  <a:lnTo>
                    <a:pt x="696280" y="51866"/>
                  </a:lnTo>
                  <a:lnTo>
                    <a:pt x="720781" y="65976"/>
                  </a:lnTo>
                  <a:lnTo>
                    <a:pt x="741933" y="53467"/>
                  </a:lnTo>
                  <a:lnTo>
                    <a:pt x="749062" y="53467"/>
                  </a:lnTo>
                  <a:lnTo>
                    <a:pt x="749046" y="51562"/>
                  </a:lnTo>
                  <a:close/>
                </a:path>
                <a:path w="777875" h="132714">
                  <a:moveTo>
                    <a:pt x="663448" y="0"/>
                  </a:moveTo>
                  <a:lnTo>
                    <a:pt x="654684" y="2286"/>
                  </a:lnTo>
                  <a:lnTo>
                    <a:pt x="646810" y="16002"/>
                  </a:lnTo>
                  <a:lnTo>
                    <a:pt x="649224" y="24765"/>
                  </a:lnTo>
                  <a:lnTo>
                    <a:pt x="696280" y="51866"/>
                  </a:lnTo>
                  <a:lnTo>
                    <a:pt x="753012" y="51562"/>
                  </a:lnTo>
                  <a:lnTo>
                    <a:pt x="66344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906894" y="5063083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4" h="540385">
                  <a:moveTo>
                    <a:pt x="0" y="540004"/>
                  </a:moveTo>
                  <a:lnTo>
                    <a:pt x="1079995" y="540004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987031" y="5031994"/>
            <a:ext cx="872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Fin de </a:t>
            </a: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li</a:t>
            </a:r>
            <a:r>
              <a:rPr sz="1800" b="1" spc="-20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1800" b="1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1800" b="1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(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Nil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193279" y="5048821"/>
            <a:ext cx="4568825" cy="1576705"/>
            <a:chOff x="1193279" y="5048821"/>
            <a:chExt cx="4568825" cy="1576705"/>
          </a:xfrm>
        </p:grpSpPr>
        <p:sp>
          <p:nvSpPr>
            <p:cNvPr id="29" name="object 29"/>
            <p:cNvSpPr/>
            <p:nvPr/>
          </p:nvSpPr>
          <p:spPr>
            <a:xfrm>
              <a:off x="4071873" y="5063109"/>
              <a:ext cx="1675764" cy="549275"/>
            </a:xfrm>
            <a:custGeom>
              <a:avLst/>
              <a:gdLst/>
              <a:ahLst/>
              <a:cxnLst/>
              <a:rect l="l" t="t" r="r" b="b"/>
              <a:pathLst>
                <a:path w="1675764" h="549275">
                  <a:moveTo>
                    <a:pt x="1673860" y="0"/>
                  </a:moveTo>
                  <a:lnTo>
                    <a:pt x="1675384" y="539978"/>
                  </a:lnTo>
                </a:path>
                <a:path w="1675764" h="549275">
                  <a:moveTo>
                    <a:pt x="0" y="9017"/>
                  </a:moveTo>
                  <a:lnTo>
                    <a:pt x="1650" y="548970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05979" y="6072200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4">
                  <a:moveTo>
                    <a:pt x="0" y="540004"/>
                  </a:moveTo>
                  <a:lnTo>
                    <a:pt x="1079995" y="540004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284858" y="6178702"/>
            <a:ext cx="774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4990" algn="l"/>
              </a:tabLst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0	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239774" y="5572125"/>
            <a:ext cx="969644" cy="1055370"/>
            <a:chOff x="1239774" y="5572125"/>
            <a:chExt cx="969644" cy="1055370"/>
          </a:xfrm>
        </p:grpSpPr>
        <p:sp>
          <p:nvSpPr>
            <p:cNvPr id="33" name="object 33"/>
            <p:cNvSpPr/>
            <p:nvPr/>
          </p:nvSpPr>
          <p:spPr>
            <a:xfrm>
              <a:off x="1745234" y="6073000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5" h="540384">
                  <a:moveTo>
                    <a:pt x="0" y="0"/>
                  </a:moveTo>
                  <a:lnTo>
                    <a:pt x="1524" y="540003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39774" y="5572124"/>
              <a:ext cx="969644" cy="612140"/>
            </a:xfrm>
            <a:custGeom>
              <a:avLst/>
              <a:gdLst/>
              <a:ahLst/>
              <a:cxnLst/>
              <a:rect l="l" t="t" r="r" b="b"/>
              <a:pathLst>
                <a:path w="969644" h="612139">
                  <a:moveTo>
                    <a:pt x="132588" y="389813"/>
                  </a:moveTo>
                  <a:lnTo>
                    <a:pt x="130302" y="381076"/>
                  </a:lnTo>
                  <a:lnTo>
                    <a:pt x="116713" y="373113"/>
                  </a:lnTo>
                  <a:lnTo>
                    <a:pt x="107950" y="375424"/>
                  </a:lnTo>
                  <a:lnTo>
                    <a:pt x="104013" y="382231"/>
                  </a:lnTo>
                  <a:lnTo>
                    <a:pt x="80645" y="422275"/>
                  </a:lnTo>
                  <a:lnTo>
                    <a:pt x="80556" y="422414"/>
                  </a:lnTo>
                  <a:lnTo>
                    <a:pt x="80645" y="71450"/>
                  </a:lnTo>
                  <a:lnTo>
                    <a:pt x="52070" y="71450"/>
                  </a:lnTo>
                  <a:lnTo>
                    <a:pt x="52070" y="422414"/>
                  </a:lnTo>
                  <a:lnTo>
                    <a:pt x="52070" y="475157"/>
                  </a:lnTo>
                  <a:lnTo>
                    <a:pt x="51981" y="422275"/>
                  </a:lnTo>
                  <a:lnTo>
                    <a:pt x="24688" y="375424"/>
                  </a:lnTo>
                  <a:lnTo>
                    <a:pt x="15938" y="373113"/>
                  </a:lnTo>
                  <a:lnTo>
                    <a:pt x="2298" y="381076"/>
                  </a:lnTo>
                  <a:lnTo>
                    <a:pt x="0" y="389813"/>
                  </a:lnTo>
                  <a:lnTo>
                    <a:pt x="66294" y="503516"/>
                  </a:lnTo>
                  <a:lnTo>
                    <a:pt x="82829" y="475157"/>
                  </a:lnTo>
                  <a:lnTo>
                    <a:pt x="128651" y="396633"/>
                  </a:lnTo>
                  <a:lnTo>
                    <a:pt x="132588" y="389813"/>
                  </a:lnTo>
                  <a:close/>
                </a:path>
                <a:path w="969644" h="612139">
                  <a:moveTo>
                    <a:pt x="969645" y="113639"/>
                  </a:moveTo>
                  <a:lnTo>
                    <a:pt x="965708" y="106832"/>
                  </a:lnTo>
                  <a:lnTo>
                    <a:pt x="919873" y="28308"/>
                  </a:lnTo>
                  <a:lnTo>
                    <a:pt x="903351" y="0"/>
                  </a:lnTo>
                  <a:lnTo>
                    <a:pt x="840994" y="106832"/>
                  </a:lnTo>
                  <a:lnTo>
                    <a:pt x="837057" y="113639"/>
                  </a:lnTo>
                  <a:lnTo>
                    <a:pt x="839343" y="122389"/>
                  </a:lnTo>
                  <a:lnTo>
                    <a:pt x="846074" y="126365"/>
                  </a:lnTo>
                  <a:lnTo>
                    <a:pt x="852932" y="130340"/>
                  </a:lnTo>
                  <a:lnTo>
                    <a:pt x="861695" y="128041"/>
                  </a:lnTo>
                  <a:lnTo>
                    <a:pt x="865632" y="121221"/>
                  </a:lnTo>
                  <a:lnTo>
                    <a:pt x="889000" y="81191"/>
                  </a:lnTo>
                  <a:lnTo>
                    <a:pt x="889000" y="612013"/>
                  </a:lnTo>
                  <a:lnTo>
                    <a:pt x="917575" y="612013"/>
                  </a:lnTo>
                  <a:lnTo>
                    <a:pt x="917575" y="81089"/>
                  </a:lnTo>
                  <a:lnTo>
                    <a:pt x="917575" y="35496"/>
                  </a:lnTo>
                  <a:lnTo>
                    <a:pt x="917625" y="81191"/>
                  </a:lnTo>
                  <a:lnTo>
                    <a:pt x="940943" y="121221"/>
                  </a:lnTo>
                  <a:lnTo>
                    <a:pt x="945007" y="128041"/>
                  </a:lnTo>
                  <a:lnTo>
                    <a:pt x="953770" y="130340"/>
                  </a:lnTo>
                  <a:lnTo>
                    <a:pt x="960501" y="126365"/>
                  </a:lnTo>
                  <a:lnTo>
                    <a:pt x="967359" y="122389"/>
                  </a:lnTo>
                  <a:lnTo>
                    <a:pt x="969645" y="113639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62927"/>
            <a:ext cx="9136380" cy="6400800"/>
            <a:chOff x="0" y="362927"/>
            <a:chExt cx="9136380" cy="6400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62927"/>
              <a:ext cx="9136379" cy="622223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1085" y="1500145"/>
              <a:ext cx="7740015" cy="5263515"/>
            </a:xfrm>
            <a:custGeom>
              <a:avLst/>
              <a:gdLst/>
              <a:ahLst/>
              <a:cxnLst/>
              <a:rect l="l" t="t" r="r" b="b"/>
              <a:pathLst>
                <a:path w="7740015" h="5263515">
                  <a:moveTo>
                    <a:pt x="7740015" y="0"/>
                  </a:moveTo>
                  <a:lnTo>
                    <a:pt x="0" y="0"/>
                  </a:lnTo>
                  <a:lnTo>
                    <a:pt x="0" y="5263007"/>
                  </a:lnTo>
                  <a:lnTo>
                    <a:pt x="7740015" y="5263007"/>
                  </a:lnTo>
                  <a:lnTo>
                    <a:pt x="77400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40130" y="1513713"/>
            <a:ext cx="7423784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On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suppos que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initiale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contient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au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moins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cellule.</a:t>
            </a:r>
            <a:endParaRPr sz="2400">
              <a:latin typeface="Calibri"/>
              <a:cs typeface="Calibri"/>
            </a:endParaRPr>
          </a:p>
          <a:p>
            <a:pPr marL="489584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InsertTéte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(Var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L: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Liste)</a:t>
            </a:r>
            <a:endParaRPr sz="2400">
              <a:latin typeface="Calibri"/>
              <a:cs typeface="Calibri"/>
            </a:endParaRPr>
          </a:p>
          <a:p>
            <a:pPr marL="489584">
              <a:lnSpc>
                <a:spcPct val="100000"/>
              </a:lnSpc>
            </a:pP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556260" marR="5440680" indent="478155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966469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Allouer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(P)</a:t>
            </a:r>
            <a:endParaRPr sz="2400">
              <a:latin typeface="Calibri"/>
              <a:cs typeface="Calibri"/>
            </a:endParaRPr>
          </a:p>
          <a:p>
            <a:pPr marL="966469" marR="1559560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Ecrire("Entrer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entier:") Lire(P^.Elem)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P^.Suiv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endParaRPr sz="2400">
              <a:latin typeface="Calibri"/>
              <a:cs typeface="Calibri"/>
            </a:endParaRPr>
          </a:p>
          <a:p>
            <a:pPr marL="966469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endParaRPr sz="2400">
              <a:latin typeface="Calibri"/>
              <a:cs typeface="Calibri"/>
            </a:endParaRPr>
          </a:p>
          <a:p>
            <a:pPr marL="35242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III.3</a:t>
            </a:r>
            <a:r>
              <a:rPr sz="2400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Recherche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d'un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élément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dans une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liste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chainée</a:t>
            </a:r>
            <a:endParaRPr sz="2400">
              <a:latin typeface="Calibri"/>
              <a:cs typeface="Calibri"/>
            </a:endParaRPr>
          </a:p>
          <a:p>
            <a:pPr marL="12700" marR="24066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veut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fonction recherche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(x: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Entier; L:liste):Booléen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qui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vérifie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si l'élément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x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figure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42912" y="785774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III.</a:t>
            </a:r>
            <a:r>
              <a:rPr dirty="0"/>
              <a:t> </a:t>
            </a:r>
            <a:r>
              <a:rPr spc="-5" dirty="0"/>
              <a:t>Les</a:t>
            </a:r>
            <a:r>
              <a:rPr spc="20" dirty="0"/>
              <a:t> </a:t>
            </a:r>
            <a:r>
              <a:rPr spc="-20" dirty="0"/>
              <a:t>listes</a:t>
            </a:r>
            <a:r>
              <a:rPr spc="5" dirty="0"/>
              <a:t> </a:t>
            </a:r>
            <a:r>
              <a:rPr spc="-15" dirty="0"/>
              <a:t>linéaire</a:t>
            </a:r>
            <a:r>
              <a:rPr spc="65" dirty="0"/>
              <a:t> </a:t>
            </a:r>
            <a:r>
              <a:rPr spc="-10" dirty="0"/>
              <a:t>chainées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429804"/>
            <a:ext cx="7740015" cy="5263515"/>
          </a:xfrm>
          <a:custGeom>
            <a:avLst/>
            <a:gdLst/>
            <a:ahLst/>
            <a:cxnLst/>
            <a:rect l="l" t="t" r="r" b="b"/>
            <a:pathLst>
              <a:path w="7740015" h="5263515">
                <a:moveTo>
                  <a:pt x="7740015" y="0"/>
                </a:moveTo>
                <a:lnTo>
                  <a:pt x="0" y="0"/>
                </a:lnTo>
                <a:lnTo>
                  <a:pt x="0" y="5263007"/>
                </a:lnTo>
                <a:lnTo>
                  <a:pt x="7740015" y="5263007"/>
                </a:lnTo>
                <a:lnTo>
                  <a:pt x="77400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443354"/>
            <a:ext cx="569785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a-</a:t>
            </a:r>
            <a:r>
              <a:rPr sz="2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Version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itérative</a:t>
            </a:r>
            <a:endParaRPr sz="2400">
              <a:latin typeface="Calibri"/>
              <a:cs typeface="Calibri"/>
            </a:endParaRPr>
          </a:p>
          <a:p>
            <a:pPr marL="352425" marR="5080" indent="-340360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Fonction recherche(x: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Entier; L: Liste):booléen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966469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endParaRPr sz="2400">
              <a:latin typeface="Calibri"/>
              <a:cs typeface="Calibri"/>
            </a:endParaRPr>
          </a:p>
          <a:p>
            <a:pPr marL="966469">
              <a:lnSpc>
                <a:spcPct val="100000"/>
              </a:lnSpc>
              <a:spcBef>
                <a:spcPts val="5"/>
              </a:spcBef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trouve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Booléen</a:t>
            </a:r>
            <a:endParaRPr sz="2400">
              <a:latin typeface="Calibri"/>
              <a:cs typeface="Calibri"/>
            </a:endParaRPr>
          </a:p>
          <a:p>
            <a:pPr marL="28384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624840" marR="3409315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trouve</a:t>
            </a:r>
            <a:r>
              <a:rPr sz="2400" spc="-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faux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endParaRPr sz="2400">
              <a:latin typeface="Calibri"/>
              <a:cs typeface="Calibri"/>
            </a:endParaRPr>
          </a:p>
          <a:p>
            <a:pPr marL="624840">
              <a:lnSpc>
                <a:spcPct val="100000"/>
              </a:lnSpc>
            </a:pP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TantQue</a:t>
            </a:r>
            <a:r>
              <a:rPr sz="24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(P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&lt;&gt;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Nil)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Et(trouve=faux)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Faire</a:t>
            </a:r>
            <a:endParaRPr sz="2400">
              <a:latin typeface="Calibri"/>
              <a:cs typeface="Calibri"/>
            </a:endParaRPr>
          </a:p>
          <a:p>
            <a:pPr marL="1170940" marR="1725295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trouve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7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(P^.Elem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x)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5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P^.Suiv</a:t>
            </a:r>
            <a:endParaRPr sz="2400">
              <a:latin typeface="Calibri"/>
              <a:cs typeface="Calibri"/>
            </a:endParaRPr>
          </a:p>
          <a:p>
            <a:pPr marL="624840">
              <a:lnSpc>
                <a:spcPct val="100000"/>
              </a:lnSpc>
              <a:spcBef>
                <a:spcPts val="5"/>
              </a:spcBef>
            </a:pP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FinTQ</a:t>
            </a:r>
            <a:endParaRPr sz="2400">
              <a:latin typeface="Calibri"/>
              <a:cs typeface="Calibri"/>
            </a:endParaRPr>
          </a:p>
          <a:p>
            <a:pPr marL="624840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recherche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7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trouve</a:t>
            </a:r>
            <a:endParaRPr sz="240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2912" y="785774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III.</a:t>
            </a:r>
            <a:r>
              <a:rPr dirty="0"/>
              <a:t> </a:t>
            </a:r>
            <a:r>
              <a:rPr spc="-5" dirty="0"/>
              <a:t>Les</a:t>
            </a:r>
            <a:r>
              <a:rPr spc="20" dirty="0"/>
              <a:t> </a:t>
            </a:r>
            <a:r>
              <a:rPr spc="-20" dirty="0"/>
              <a:t>listes</a:t>
            </a:r>
            <a:r>
              <a:rPr spc="5" dirty="0"/>
              <a:t> </a:t>
            </a:r>
            <a:r>
              <a:rPr spc="-15" dirty="0"/>
              <a:t>linéaire</a:t>
            </a:r>
            <a:r>
              <a:rPr spc="65" dirty="0"/>
              <a:t> </a:t>
            </a:r>
            <a:r>
              <a:rPr spc="-10" dirty="0"/>
              <a:t>chainées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500124"/>
            <a:ext cx="7740015" cy="4893945"/>
          </a:xfrm>
          <a:custGeom>
            <a:avLst/>
            <a:gdLst/>
            <a:ahLst/>
            <a:cxnLst/>
            <a:rect l="l" t="t" r="r" b="b"/>
            <a:pathLst>
              <a:path w="7740015" h="4893945">
                <a:moveTo>
                  <a:pt x="7740015" y="0"/>
                </a:moveTo>
                <a:lnTo>
                  <a:pt x="0" y="0"/>
                </a:lnTo>
                <a:lnTo>
                  <a:pt x="0" y="4893691"/>
                </a:lnTo>
                <a:lnTo>
                  <a:pt x="7740015" y="4893691"/>
                </a:lnTo>
                <a:lnTo>
                  <a:pt x="77400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513713"/>
            <a:ext cx="584327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b-</a:t>
            </a: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Version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récursive</a:t>
            </a:r>
            <a:endParaRPr sz="240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Fonction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recherche(x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Entier;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L: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Liste):Booléen</a:t>
            </a:r>
            <a:endParaRPr sz="2400">
              <a:latin typeface="Calibri"/>
              <a:cs typeface="Calibri"/>
            </a:endParaRPr>
          </a:p>
          <a:p>
            <a:pPr marL="28384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1170940" marR="2602865" indent="-47752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Si(L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 Nil)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Alors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he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</a:t>
            </a:r>
            <a:r>
              <a:rPr sz="2400" spc="15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000" spc="5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aux</a:t>
            </a:r>
            <a:endParaRPr sz="240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Sinon</a:t>
            </a:r>
            <a:endParaRPr sz="2400">
              <a:latin typeface="Calibri"/>
              <a:cs typeface="Calibri"/>
            </a:endParaRPr>
          </a:p>
          <a:p>
            <a:pPr marL="1035050" marR="2726690" indent="-410209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Si(L^.Elem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x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)Alors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recherche</a:t>
            </a:r>
            <a:r>
              <a:rPr sz="2000" spc="-15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Vrai</a:t>
            </a:r>
            <a:endParaRPr sz="2400">
              <a:latin typeface="Calibri"/>
              <a:cs typeface="Calibri"/>
            </a:endParaRPr>
          </a:p>
          <a:p>
            <a:pPr marL="69342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Sinon</a:t>
            </a:r>
            <a:endParaRPr sz="2400">
              <a:latin typeface="Calibri"/>
              <a:cs typeface="Calibri"/>
            </a:endParaRPr>
          </a:p>
          <a:p>
            <a:pPr marL="624840" marR="745490" indent="40957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recherche</a:t>
            </a:r>
            <a:r>
              <a:rPr sz="2000" spc="-5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recherche(x,</a:t>
            </a:r>
            <a:r>
              <a:rPr sz="2400" spc="-10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L^.Suiv)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FinSi</a:t>
            </a:r>
            <a:endParaRPr sz="2400">
              <a:latin typeface="Calibri"/>
              <a:cs typeface="Calibri"/>
            </a:endParaRPr>
          </a:p>
          <a:p>
            <a:pPr marL="42100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FinSi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2912" y="785774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III.</a:t>
            </a:r>
            <a:r>
              <a:rPr dirty="0"/>
              <a:t> </a:t>
            </a:r>
            <a:r>
              <a:rPr spc="-5" dirty="0"/>
              <a:t>Les</a:t>
            </a:r>
            <a:r>
              <a:rPr spc="20" dirty="0"/>
              <a:t> </a:t>
            </a:r>
            <a:r>
              <a:rPr spc="-20" dirty="0"/>
              <a:t>listes</a:t>
            </a:r>
            <a:r>
              <a:rPr spc="5" dirty="0"/>
              <a:t> </a:t>
            </a:r>
            <a:r>
              <a:rPr spc="-15" dirty="0"/>
              <a:t>linéaire</a:t>
            </a:r>
            <a:r>
              <a:rPr spc="65" dirty="0"/>
              <a:t> </a:t>
            </a:r>
            <a:r>
              <a:rPr spc="-10" dirty="0"/>
              <a:t>chainées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500124"/>
            <a:ext cx="7740015" cy="4801870"/>
          </a:xfrm>
          <a:custGeom>
            <a:avLst/>
            <a:gdLst/>
            <a:ahLst/>
            <a:cxnLst/>
            <a:rect l="l" t="t" r="r" b="b"/>
            <a:pathLst>
              <a:path w="7740015" h="4801870">
                <a:moveTo>
                  <a:pt x="7740015" y="0"/>
                </a:moveTo>
                <a:lnTo>
                  <a:pt x="0" y="0"/>
                </a:lnTo>
                <a:lnTo>
                  <a:pt x="0" y="4801362"/>
                </a:lnTo>
                <a:lnTo>
                  <a:pt x="7740015" y="4801362"/>
                </a:lnTo>
                <a:lnTo>
                  <a:pt x="77400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513713"/>
            <a:ext cx="7585075" cy="2865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III.5</a:t>
            </a:r>
            <a:r>
              <a:rPr sz="2400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Suppression d'un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élément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d'une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liste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chainée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supposant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valeur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x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existe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seule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fois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liste,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supprimer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x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revient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mettre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jour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liens de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façon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successeur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du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prédécesseur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x</a:t>
            </a:r>
            <a:r>
              <a:rPr sz="2400" spc="5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devient</a:t>
            </a:r>
            <a:r>
              <a:rPr sz="2400" spc="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successeur</a:t>
            </a:r>
            <a:endParaRPr sz="2400">
              <a:latin typeface="Calibri"/>
              <a:cs typeface="Calibri"/>
            </a:endParaRPr>
          </a:p>
          <a:p>
            <a:pPr marL="12700" marR="6350" algn="just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traitement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particulier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doit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être fait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si l'élément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supprimer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premier élément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liste.</a:t>
            </a:r>
            <a:endParaRPr sz="2400">
              <a:latin typeface="Calibri"/>
              <a:cs typeface="Calibri"/>
            </a:endParaRPr>
          </a:p>
          <a:p>
            <a:pPr marL="167640">
              <a:lnSpc>
                <a:spcPct val="100000"/>
              </a:lnSpc>
              <a:spcBef>
                <a:spcPts val="35"/>
              </a:spcBef>
            </a:pP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Tête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511" y="5156961"/>
            <a:ext cx="424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6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ê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2912" y="785774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III.</a:t>
            </a:r>
            <a:r>
              <a:rPr dirty="0"/>
              <a:t> </a:t>
            </a:r>
            <a:r>
              <a:rPr spc="-5" dirty="0"/>
              <a:t>Les</a:t>
            </a:r>
            <a:r>
              <a:rPr spc="20" dirty="0"/>
              <a:t> </a:t>
            </a:r>
            <a:r>
              <a:rPr spc="-20" dirty="0"/>
              <a:t>listes</a:t>
            </a:r>
            <a:r>
              <a:rPr spc="5" dirty="0"/>
              <a:t> </a:t>
            </a:r>
            <a:r>
              <a:rPr spc="-15" dirty="0"/>
              <a:t>linéaire</a:t>
            </a:r>
            <a:r>
              <a:rPr spc="65" dirty="0"/>
              <a:t> </a:t>
            </a:r>
            <a:r>
              <a:rPr spc="-10" dirty="0"/>
              <a:t>chainées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987399" y="4447413"/>
            <a:ext cx="2057400" cy="637540"/>
            <a:chOff x="987399" y="4447413"/>
            <a:chExt cx="2057400" cy="637540"/>
          </a:xfrm>
        </p:grpSpPr>
        <p:sp>
          <p:nvSpPr>
            <p:cNvPr id="7" name="object 7"/>
            <p:cNvSpPr/>
            <p:nvPr/>
          </p:nvSpPr>
          <p:spPr>
            <a:xfrm>
              <a:off x="1000099" y="4460113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305968" y="0"/>
                  </a:moveTo>
                  <a:lnTo>
                    <a:pt x="256343" y="4002"/>
                  </a:lnTo>
                  <a:lnTo>
                    <a:pt x="209266" y="15590"/>
                  </a:lnTo>
                  <a:lnTo>
                    <a:pt x="165367" y="34135"/>
                  </a:lnTo>
                  <a:lnTo>
                    <a:pt x="125276" y="59009"/>
                  </a:lnTo>
                  <a:lnTo>
                    <a:pt x="89623" y="89582"/>
                  </a:lnTo>
                  <a:lnTo>
                    <a:pt x="59040" y="125227"/>
                  </a:lnTo>
                  <a:lnTo>
                    <a:pt x="34155" y="165313"/>
                  </a:lnTo>
                  <a:lnTo>
                    <a:pt x="15600" y="209214"/>
                  </a:lnTo>
                  <a:lnTo>
                    <a:pt x="4005" y="256300"/>
                  </a:lnTo>
                  <a:lnTo>
                    <a:pt x="0" y="305943"/>
                  </a:lnTo>
                  <a:lnTo>
                    <a:pt x="4004" y="355588"/>
                  </a:lnTo>
                  <a:lnTo>
                    <a:pt x="15599" y="402684"/>
                  </a:lnTo>
                  <a:lnTo>
                    <a:pt x="34153" y="446599"/>
                  </a:lnTo>
                  <a:lnTo>
                    <a:pt x="59036" y="486703"/>
                  </a:lnTo>
                  <a:lnTo>
                    <a:pt x="89619" y="522366"/>
                  </a:lnTo>
                  <a:lnTo>
                    <a:pt x="125270" y="552959"/>
                  </a:lnTo>
                  <a:lnTo>
                    <a:pt x="165361" y="577849"/>
                  </a:lnTo>
                  <a:lnTo>
                    <a:pt x="209261" y="596409"/>
                  </a:lnTo>
                  <a:lnTo>
                    <a:pt x="256340" y="608007"/>
                  </a:lnTo>
                  <a:lnTo>
                    <a:pt x="305968" y="612013"/>
                  </a:lnTo>
                  <a:lnTo>
                    <a:pt x="355614" y="608007"/>
                  </a:lnTo>
                  <a:lnTo>
                    <a:pt x="402709" y="596409"/>
                  </a:lnTo>
                  <a:lnTo>
                    <a:pt x="446624" y="577849"/>
                  </a:lnTo>
                  <a:lnTo>
                    <a:pt x="486729" y="552959"/>
                  </a:lnTo>
                  <a:lnTo>
                    <a:pt x="522392" y="522366"/>
                  </a:lnTo>
                  <a:lnTo>
                    <a:pt x="552984" y="486703"/>
                  </a:lnTo>
                  <a:lnTo>
                    <a:pt x="577875" y="446599"/>
                  </a:lnTo>
                  <a:lnTo>
                    <a:pt x="596434" y="402684"/>
                  </a:lnTo>
                  <a:lnTo>
                    <a:pt x="608032" y="355588"/>
                  </a:lnTo>
                  <a:lnTo>
                    <a:pt x="612038" y="305943"/>
                  </a:lnTo>
                  <a:lnTo>
                    <a:pt x="608032" y="256300"/>
                  </a:lnTo>
                  <a:lnTo>
                    <a:pt x="596434" y="209214"/>
                  </a:lnTo>
                  <a:lnTo>
                    <a:pt x="577875" y="165313"/>
                  </a:lnTo>
                  <a:lnTo>
                    <a:pt x="552984" y="125227"/>
                  </a:lnTo>
                  <a:lnTo>
                    <a:pt x="522392" y="89582"/>
                  </a:lnTo>
                  <a:lnTo>
                    <a:pt x="486729" y="59009"/>
                  </a:lnTo>
                  <a:lnTo>
                    <a:pt x="446624" y="34135"/>
                  </a:lnTo>
                  <a:lnTo>
                    <a:pt x="402709" y="15590"/>
                  </a:lnTo>
                  <a:lnTo>
                    <a:pt x="355614" y="4002"/>
                  </a:lnTo>
                  <a:lnTo>
                    <a:pt x="305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00099" y="4460113"/>
              <a:ext cx="2032000" cy="612140"/>
            </a:xfrm>
            <a:custGeom>
              <a:avLst/>
              <a:gdLst/>
              <a:ahLst/>
              <a:cxnLst/>
              <a:rect l="l" t="t" r="r" b="b"/>
              <a:pathLst>
                <a:path w="2032000" h="612139">
                  <a:moveTo>
                    <a:pt x="0" y="305943"/>
                  </a:moveTo>
                  <a:lnTo>
                    <a:pt x="4005" y="256300"/>
                  </a:lnTo>
                  <a:lnTo>
                    <a:pt x="15600" y="209214"/>
                  </a:lnTo>
                  <a:lnTo>
                    <a:pt x="34155" y="165313"/>
                  </a:lnTo>
                  <a:lnTo>
                    <a:pt x="59040" y="125227"/>
                  </a:lnTo>
                  <a:lnTo>
                    <a:pt x="89623" y="89582"/>
                  </a:lnTo>
                  <a:lnTo>
                    <a:pt x="125276" y="59009"/>
                  </a:lnTo>
                  <a:lnTo>
                    <a:pt x="165367" y="34135"/>
                  </a:lnTo>
                  <a:lnTo>
                    <a:pt x="209266" y="15590"/>
                  </a:lnTo>
                  <a:lnTo>
                    <a:pt x="256343" y="4002"/>
                  </a:lnTo>
                  <a:lnTo>
                    <a:pt x="305968" y="0"/>
                  </a:lnTo>
                  <a:lnTo>
                    <a:pt x="355614" y="4002"/>
                  </a:lnTo>
                  <a:lnTo>
                    <a:pt x="402709" y="15590"/>
                  </a:lnTo>
                  <a:lnTo>
                    <a:pt x="446624" y="34135"/>
                  </a:lnTo>
                  <a:lnTo>
                    <a:pt x="486729" y="59009"/>
                  </a:lnTo>
                  <a:lnTo>
                    <a:pt x="522392" y="89582"/>
                  </a:lnTo>
                  <a:lnTo>
                    <a:pt x="552984" y="125227"/>
                  </a:lnTo>
                  <a:lnTo>
                    <a:pt x="577875" y="165313"/>
                  </a:lnTo>
                  <a:lnTo>
                    <a:pt x="596434" y="209214"/>
                  </a:lnTo>
                  <a:lnTo>
                    <a:pt x="608032" y="256300"/>
                  </a:lnTo>
                  <a:lnTo>
                    <a:pt x="612038" y="305943"/>
                  </a:lnTo>
                  <a:lnTo>
                    <a:pt x="608032" y="355588"/>
                  </a:lnTo>
                  <a:lnTo>
                    <a:pt x="596434" y="402684"/>
                  </a:lnTo>
                  <a:lnTo>
                    <a:pt x="577875" y="446599"/>
                  </a:lnTo>
                  <a:lnTo>
                    <a:pt x="552984" y="486703"/>
                  </a:lnTo>
                  <a:lnTo>
                    <a:pt x="522392" y="522366"/>
                  </a:lnTo>
                  <a:lnTo>
                    <a:pt x="486729" y="552959"/>
                  </a:lnTo>
                  <a:lnTo>
                    <a:pt x="446624" y="577849"/>
                  </a:lnTo>
                  <a:lnTo>
                    <a:pt x="402709" y="596409"/>
                  </a:lnTo>
                  <a:lnTo>
                    <a:pt x="355614" y="608007"/>
                  </a:lnTo>
                  <a:lnTo>
                    <a:pt x="305968" y="612013"/>
                  </a:lnTo>
                  <a:lnTo>
                    <a:pt x="256340" y="608007"/>
                  </a:lnTo>
                  <a:lnTo>
                    <a:pt x="209261" y="596409"/>
                  </a:lnTo>
                  <a:lnTo>
                    <a:pt x="165361" y="577849"/>
                  </a:lnTo>
                  <a:lnTo>
                    <a:pt x="125270" y="552959"/>
                  </a:lnTo>
                  <a:lnTo>
                    <a:pt x="89619" y="522366"/>
                  </a:lnTo>
                  <a:lnTo>
                    <a:pt x="59036" y="486703"/>
                  </a:lnTo>
                  <a:lnTo>
                    <a:pt x="34153" y="446599"/>
                  </a:lnTo>
                  <a:lnTo>
                    <a:pt x="15599" y="402684"/>
                  </a:lnTo>
                  <a:lnTo>
                    <a:pt x="4004" y="355588"/>
                  </a:lnTo>
                  <a:lnTo>
                    <a:pt x="0" y="305943"/>
                  </a:lnTo>
                  <a:close/>
                </a:path>
                <a:path w="2032000" h="612139">
                  <a:moveTo>
                    <a:pt x="951763" y="571500"/>
                  </a:moveTo>
                  <a:lnTo>
                    <a:pt x="2031758" y="571500"/>
                  </a:lnTo>
                  <a:lnTo>
                    <a:pt x="2031758" y="31495"/>
                  </a:lnTo>
                  <a:lnTo>
                    <a:pt x="951763" y="31495"/>
                  </a:lnTo>
                  <a:lnTo>
                    <a:pt x="951763" y="5715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64563" y="4504309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835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11883" y="4478083"/>
            <a:ext cx="3053080" cy="568960"/>
            <a:chOff x="1611883" y="4478083"/>
            <a:chExt cx="3053080" cy="568960"/>
          </a:xfrm>
        </p:grpSpPr>
        <p:sp>
          <p:nvSpPr>
            <p:cNvPr id="11" name="object 11"/>
            <p:cNvSpPr/>
            <p:nvPr/>
          </p:nvSpPr>
          <p:spPr>
            <a:xfrm>
              <a:off x="1611884" y="4695952"/>
              <a:ext cx="1951989" cy="133985"/>
            </a:xfrm>
            <a:custGeom>
              <a:avLst/>
              <a:gdLst/>
              <a:ahLst/>
              <a:cxnLst/>
              <a:rect l="l" t="t" r="r" b="b"/>
              <a:pathLst>
                <a:path w="1951989" h="133985">
                  <a:moveTo>
                    <a:pt x="340106" y="65659"/>
                  </a:moveTo>
                  <a:lnTo>
                    <a:pt x="315417" y="51689"/>
                  </a:lnTo>
                  <a:lnTo>
                    <a:pt x="225425" y="762"/>
                  </a:lnTo>
                  <a:lnTo>
                    <a:pt x="216789" y="3175"/>
                  </a:lnTo>
                  <a:lnTo>
                    <a:pt x="212852" y="10033"/>
                  </a:lnTo>
                  <a:lnTo>
                    <a:pt x="209042" y="17018"/>
                  </a:lnTo>
                  <a:lnTo>
                    <a:pt x="211455" y="25654"/>
                  </a:lnTo>
                  <a:lnTo>
                    <a:pt x="258597" y="52412"/>
                  </a:lnTo>
                  <a:lnTo>
                    <a:pt x="0" y="55880"/>
                  </a:lnTo>
                  <a:lnTo>
                    <a:pt x="381" y="84455"/>
                  </a:lnTo>
                  <a:lnTo>
                    <a:pt x="259041" y="80975"/>
                  </a:lnTo>
                  <a:lnTo>
                    <a:pt x="212471" y="108966"/>
                  </a:lnTo>
                  <a:lnTo>
                    <a:pt x="210312" y="117729"/>
                  </a:lnTo>
                  <a:lnTo>
                    <a:pt x="214376" y="124460"/>
                  </a:lnTo>
                  <a:lnTo>
                    <a:pt x="218440" y="131318"/>
                  </a:lnTo>
                  <a:lnTo>
                    <a:pt x="227203" y="133477"/>
                  </a:lnTo>
                  <a:lnTo>
                    <a:pt x="340106" y="65659"/>
                  </a:lnTo>
                  <a:close/>
                </a:path>
                <a:path w="1951989" h="133985">
                  <a:moveTo>
                    <a:pt x="1951609" y="65659"/>
                  </a:moveTo>
                  <a:lnTo>
                    <a:pt x="1927123" y="51562"/>
                  </a:lnTo>
                  <a:lnTo>
                    <a:pt x="1837563" y="0"/>
                  </a:lnTo>
                  <a:lnTo>
                    <a:pt x="1828800" y="2286"/>
                  </a:lnTo>
                  <a:lnTo>
                    <a:pt x="1820926" y="16002"/>
                  </a:lnTo>
                  <a:lnTo>
                    <a:pt x="1823339" y="24765"/>
                  </a:lnTo>
                  <a:lnTo>
                    <a:pt x="1870329" y="51866"/>
                  </a:lnTo>
                  <a:lnTo>
                    <a:pt x="1174115" y="55880"/>
                  </a:lnTo>
                  <a:lnTo>
                    <a:pt x="1174242" y="84455"/>
                  </a:lnTo>
                  <a:lnTo>
                    <a:pt x="1870430" y="80441"/>
                  </a:lnTo>
                  <a:lnTo>
                    <a:pt x="1830578" y="104013"/>
                  </a:lnTo>
                  <a:lnTo>
                    <a:pt x="1823720" y="107950"/>
                  </a:lnTo>
                  <a:lnTo>
                    <a:pt x="1821561" y="116713"/>
                  </a:lnTo>
                  <a:lnTo>
                    <a:pt x="1825498" y="123571"/>
                  </a:lnTo>
                  <a:lnTo>
                    <a:pt x="1829562" y="130302"/>
                  </a:lnTo>
                  <a:lnTo>
                    <a:pt x="1838325" y="132588"/>
                  </a:lnTo>
                  <a:lnTo>
                    <a:pt x="1845056" y="128524"/>
                  </a:lnTo>
                  <a:lnTo>
                    <a:pt x="1951609" y="65659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91105" y="4492371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5" h="540385">
                  <a:moveTo>
                    <a:pt x="0" y="0"/>
                  </a:moveTo>
                  <a:lnTo>
                    <a:pt x="1524" y="540003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71875" y="4491609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4"/>
                  </a:moveTo>
                  <a:lnTo>
                    <a:pt x="1079995" y="540004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84575" y="4504309"/>
            <a:ext cx="514984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5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420615" y="4478020"/>
            <a:ext cx="1878964" cy="565785"/>
            <a:chOff x="4420615" y="4478020"/>
            <a:chExt cx="1878964" cy="565785"/>
          </a:xfrm>
        </p:grpSpPr>
        <p:sp>
          <p:nvSpPr>
            <p:cNvPr id="16" name="object 16"/>
            <p:cNvSpPr/>
            <p:nvPr/>
          </p:nvSpPr>
          <p:spPr>
            <a:xfrm>
              <a:off x="4420615" y="4695063"/>
              <a:ext cx="777875" cy="132715"/>
            </a:xfrm>
            <a:custGeom>
              <a:avLst/>
              <a:gdLst/>
              <a:ahLst/>
              <a:cxnLst/>
              <a:rect l="l" t="t" r="r" b="b"/>
              <a:pathLst>
                <a:path w="777875" h="132714">
                  <a:moveTo>
                    <a:pt x="753012" y="51562"/>
                  </a:moveTo>
                  <a:lnTo>
                    <a:pt x="749046" y="51562"/>
                  </a:lnTo>
                  <a:lnTo>
                    <a:pt x="749300" y="80137"/>
                  </a:lnTo>
                  <a:lnTo>
                    <a:pt x="696536" y="80441"/>
                  </a:lnTo>
                  <a:lnTo>
                    <a:pt x="649732" y="108076"/>
                  </a:lnTo>
                  <a:lnTo>
                    <a:pt x="647446" y="116839"/>
                  </a:lnTo>
                  <a:lnTo>
                    <a:pt x="651383" y="123698"/>
                  </a:lnTo>
                  <a:lnTo>
                    <a:pt x="655447" y="130429"/>
                  </a:lnTo>
                  <a:lnTo>
                    <a:pt x="664210" y="132714"/>
                  </a:lnTo>
                  <a:lnTo>
                    <a:pt x="777494" y="65659"/>
                  </a:lnTo>
                  <a:lnTo>
                    <a:pt x="753012" y="51562"/>
                  </a:lnTo>
                  <a:close/>
                </a:path>
                <a:path w="777875" h="132714">
                  <a:moveTo>
                    <a:pt x="696280" y="51866"/>
                  </a:moveTo>
                  <a:lnTo>
                    <a:pt x="0" y="55880"/>
                  </a:lnTo>
                  <a:lnTo>
                    <a:pt x="126" y="84455"/>
                  </a:lnTo>
                  <a:lnTo>
                    <a:pt x="696536" y="80441"/>
                  </a:lnTo>
                  <a:lnTo>
                    <a:pt x="720889" y="66039"/>
                  </a:lnTo>
                  <a:lnTo>
                    <a:pt x="696280" y="51866"/>
                  </a:lnTo>
                  <a:close/>
                </a:path>
                <a:path w="777875" h="132714">
                  <a:moveTo>
                    <a:pt x="720889" y="66039"/>
                  </a:moveTo>
                  <a:lnTo>
                    <a:pt x="696536" y="80441"/>
                  </a:lnTo>
                  <a:lnTo>
                    <a:pt x="749300" y="80137"/>
                  </a:lnTo>
                  <a:lnTo>
                    <a:pt x="749283" y="78231"/>
                  </a:lnTo>
                  <a:lnTo>
                    <a:pt x="742061" y="78231"/>
                  </a:lnTo>
                  <a:lnTo>
                    <a:pt x="720889" y="66039"/>
                  </a:lnTo>
                  <a:close/>
                </a:path>
                <a:path w="777875" h="132714">
                  <a:moveTo>
                    <a:pt x="741934" y="53593"/>
                  </a:moveTo>
                  <a:lnTo>
                    <a:pt x="720889" y="66039"/>
                  </a:lnTo>
                  <a:lnTo>
                    <a:pt x="742061" y="78231"/>
                  </a:lnTo>
                  <a:lnTo>
                    <a:pt x="741934" y="53593"/>
                  </a:lnTo>
                  <a:close/>
                </a:path>
                <a:path w="777875" h="132714">
                  <a:moveTo>
                    <a:pt x="749064" y="53593"/>
                  </a:moveTo>
                  <a:lnTo>
                    <a:pt x="741934" y="53593"/>
                  </a:lnTo>
                  <a:lnTo>
                    <a:pt x="742061" y="78231"/>
                  </a:lnTo>
                  <a:lnTo>
                    <a:pt x="749283" y="78231"/>
                  </a:lnTo>
                  <a:lnTo>
                    <a:pt x="749064" y="53593"/>
                  </a:lnTo>
                  <a:close/>
                </a:path>
                <a:path w="777875" h="132714">
                  <a:moveTo>
                    <a:pt x="749046" y="51562"/>
                  </a:moveTo>
                  <a:lnTo>
                    <a:pt x="696280" y="51866"/>
                  </a:lnTo>
                  <a:lnTo>
                    <a:pt x="720889" y="66039"/>
                  </a:lnTo>
                  <a:lnTo>
                    <a:pt x="741934" y="53593"/>
                  </a:lnTo>
                  <a:lnTo>
                    <a:pt x="749064" y="53593"/>
                  </a:lnTo>
                  <a:lnTo>
                    <a:pt x="749046" y="51562"/>
                  </a:lnTo>
                  <a:close/>
                </a:path>
                <a:path w="777875" h="132714">
                  <a:moveTo>
                    <a:pt x="663448" y="0"/>
                  </a:moveTo>
                  <a:lnTo>
                    <a:pt x="654685" y="2412"/>
                  </a:lnTo>
                  <a:lnTo>
                    <a:pt x="646811" y="16129"/>
                  </a:lnTo>
                  <a:lnTo>
                    <a:pt x="649224" y="24764"/>
                  </a:lnTo>
                  <a:lnTo>
                    <a:pt x="696280" y="51866"/>
                  </a:lnTo>
                  <a:lnTo>
                    <a:pt x="753012" y="51562"/>
                  </a:lnTo>
                  <a:lnTo>
                    <a:pt x="66344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06491" y="4490720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219191" y="4503420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5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72123" y="4680203"/>
            <a:ext cx="777875" cy="132715"/>
          </a:xfrm>
          <a:custGeom>
            <a:avLst/>
            <a:gdLst/>
            <a:ahLst/>
            <a:cxnLst/>
            <a:rect l="l" t="t" r="r" b="b"/>
            <a:pathLst>
              <a:path w="777875" h="132714">
                <a:moveTo>
                  <a:pt x="752792" y="51435"/>
                </a:moveTo>
                <a:lnTo>
                  <a:pt x="749046" y="51435"/>
                </a:lnTo>
                <a:lnTo>
                  <a:pt x="749300" y="80010"/>
                </a:lnTo>
                <a:lnTo>
                  <a:pt x="696521" y="80323"/>
                </a:lnTo>
                <a:lnTo>
                  <a:pt x="649731" y="107950"/>
                </a:lnTo>
                <a:lnTo>
                  <a:pt x="647446" y="116713"/>
                </a:lnTo>
                <a:lnTo>
                  <a:pt x="651382" y="123571"/>
                </a:lnTo>
                <a:lnTo>
                  <a:pt x="655447" y="130302"/>
                </a:lnTo>
                <a:lnTo>
                  <a:pt x="664209" y="132588"/>
                </a:lnTo>
                <a:lnTo>
                  <a:pt x="777494" y="65659"/>
                </a:lnTo>
                <a:lnTo>
                  <a:pt x="752792" y="51435"/>
                </a:lnTo>
                <a:close/>
              </a:path>
              <a:path w="777875" h="132714">
                <a:moveTo>
                  <a:pt x="696188" y="51748"/>
                </a:moveTo>
                <a:lnTo>
                  <a:pt x="0" y="55880"/>
                </a:lnTo>
                <a:lnTo>
                  <a:pt x="126" y="84455"/>
                </a:lnTo>
                <a:lnTo>
                  <a:pt x="696521" y="80323"/>
                </a:lnTo>
                <a:lnTo>
                  <a:pt x="720865" y="65926"/>
                </a:lnTo>
                <a:lnTo>
                  <a:pt x="696188" y="51748"/>
                </a:lnTo>
                <a:close/>
              </a:path>
              <a:path w="777875" h="132714">
                <a:moveTo>
                  <a:pt x="720865" y="65926"/>
                </a:moveTo>
                <a:lnTo>
                  <a:pt x="696521" y="80323"/>
                </a:lnTo>
                <a:lnTo>
                  <a:pt x="749300" y="80010"/>
                </a:lnTo>
                <a:lnTo>
                  <a:pt x="749283" y="78105"/>
                </a:lnTo>
                <a:lnTo>
                  <a:pt x="742060" y="78105"/>
                </a:lnTo>
                <a:lnTo>
                  <a:pt x="720865" y="65926"/>
                </a:lnTo>
                <a:close/>
              </a:path>
              <a:path w="777875" h="132714">
                <a:moveTo>
                  <a:pt x="741933" y="53467"/>
                </a:moveTo>
                <a:lnTo>
                  <a:pt x="720865" y="65926"/>
                </a:lnTo>
                <a:lnTo>
                  <a:pt x="742060" y="78105"/>
                </a:lnTo>
                <a:lnTo>
                  <a:pt x="741933" y="53467"/>
                </a:lnTo>
                <a:close/>
              </a:path>
              <a:path w="777875" h="132714">
                <a:moveTo>
                  <a:pt x="749064" y="53467"/>
                </a:moveTo>
                <a:lnTo>
                  <a:pt x="741933" y="53467"/>
                </a:lnTo>
                <a:lnTo>
                  <a:pt x="742060" y="78105"/>
                </a:lnTo>
                <a:lnTo>
                  <a:pt x="749283" y="78105"/>
                </a:lnTo>
                <a:lnTo>
                  <a:pt x="749064" y="53467"/>
                </a:lnTo>
                <a:close/>
              </a:path>
              <a:path w="777875" h="132714">
                <a:moveTo>
                  <a:pt x="749046" y="51435"/>
                </a:moveTo>
                <a:lnTo>
                  <a:pt x="696188" y="51748"/>
                </a:lnTo>
                <a:lnTo>
                  <a:pt x="720865" y="65926"/>
                </a:lnTo>
                <a:lnTo>
                  <a:pt x="741933" y="53467"/>
                </a:lnTo>
                <a:lnTo>
                  <a:pt x="749064" y="53467"/>
                </a:lnTo>
                <a:lnTo>
                  <a:pt x="749046" y="51435"/>
                </a:lnTo>
                <a:close/>
              </a:path>
              <a:path w="777875" h="132714">
                <a:moveTo>
                  <a:pt x="663448" y="0"/>
                </a:moveTo>
                <a:lnTo>
                  <a:pt x="654684" y="2286"/>
                </a:lnTo>
                <a:lnTo>
                  <a:pt x="646810" y="16002"/>
                </a:lnTo>
                <a:lnTo>
                  <a:pt x="649224" y="24765"/>
                </a:lnTo>
                <a:lnTo>
                  <a:pt x="696188" y="51748"/>
                </a:lnTo>
                <a:lnTo>
                  <a:pt x="752792" y="51435"/>
                </a:lnTo>
                <a:lnTo>
                  <a:pt x="663448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5731446" y="4477321"/>
            <a:ext cx="2268220" cy="568960"/>
            <a:chOff x="5731446" y="4477321"/>
            <a:chExt cx="2268220" cy="568960"/>
          </a:xfrm>
        </p:grpSpPr>
        <p:sp>
          <p:nvSpPr>
            <p:cNvPr id="21" name="object 21"/>
            <p:cNvSpPr/>
            <p:nvPr/>
          </p:nvSpPr>
          <p:spPr>
            <a:xfrm>
              <a:off x="5745734" y="4491609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4" h="540385">
                  <a:moveTo>
                    <a:pt x="0" y="0"/>
                  </a:moveTo>
                  <a:lnTo>
                    <a:pt x="1524" y="540004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06895" y="4491609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4" h="540385">
                  <a:moveTo>
                    <a:pt x="0" y="540004"/>
                  </a:moveTo>
                  <a:lnTo>
                    <a:pt x="1079995" y="540004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987031" y="4460494"/>
            <a:ext cx="872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Fin de </a:t>
            </a: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li</a:t>
            </a:r>
            <a:r>
              <a:rPr sz="1800" b="1" spc="-20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1800" b="1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1800" b="1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(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Nil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87399" y="4486338"/>
            <a:ext cx="3142615" cy="1741805"/>
            <a:chOff x="987399" y="4486338"/>
            <a:chExt cx="3142615" cy="1741805"/>
          </a:xfrm>
        </p:grpSpPr>
        <p:sp>
          <p:nvSpPr>
            <p:cNvPr id="25" name="object 25"/>
            <p:cNvSpPr/>
            <p:nvPr/>
          </p:nvSpPr>
          <p:spPr>
            <a:xfrm>
              <a:off x="4113657" y="4500626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4" h="540385">
                  <a:moveTo>
                    <a:pt x="0" y="0"/>
                  </a:moveTo>
                  <a:lnTo>
                    <a:pt x="1523" y="540004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00099" y="5603087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305968" y="0"/>
                  </a:moveTo>
                  <a:lnTo>
                    <a:pt x="256343" y="4004"/>
                  </a:lnTo>
                  <a:lnTo>
                    <a:pt x="209266" y="15599"/>
                  </a:lnTo>
                  <a:lnTo>
                    <a:pt x="165367" y="34153"/>
                  </a:lnTo>
                  <a:lnTo>
                    <a:pt x="125276" y="59038"/>
                  </a:lnTo>
                  <a:lnTo>
                    <a:pt x="89623" y="89622"/>
                  </a:lnTo>
                  <a:lnTo>
                    <a:pt x="59040" y="125276"/>
                  </a:lnTo>
                  <a:lnTo>
                    <a:pt x="34155" y="165370"/>
                  </a:lnTo>
                  <a:lnTo>
                    <a:pt x="15600" y="209274"/>
                  </a:lnTo>
                  <a:lnTo>
                    <a:pt x="4005" y="256359"/>
                  </a:lnTo>
                  <a:lnTo>
                    <a:pt x="0" y="305993"/>
                  </a:lnTo>
                  <a:lnTo>
                    <a:pt x="4004" y="355628"/>
                  </a:lnTo>
                  <a:lnTo>
                    <a:pt x="15599" y="402714"/>
                  </a:lnTo>
                  <a:lnTo>
                    <a:pt x="34153" y="446619"/>
                  </a:lnTo>
                  <a:lnTo>
                    <a:pt x="59036" y="486715"/>
                  </a:lnTo>
                  <a:lnTo>
                    <a:pt x="89619" y="522371"/>
                  </a:lnTo>
                  <a:lnTo>
                    <a:pt x="125270" y="552957"/>
                  </a:lnTo>
                  <a:lnTo>
                    <a:pt x="165361" y="577843"/>
                  </a:lnTo>
                  <a:lnTo>
                    <a:pt x="209261" y="596399"/>
                  </a:lnTo>
                  <a:lnTo>
                    <a:pt x="256340" y="607995"/>
                  </a:lnTo>
                  <a:lnTo>
                    <a:pt x="305968" y="612000"/>
                  </a:lnTo>
                  <a:lnTo>
                    <a:pt x="355614" y="607995"/>
                  </a:lnTo>
                  <a:lnTo>
                    <a:pt x="402709" y="596399"/>
                  </a:lnTo>
                  <a:lnTo>
                    <a:pt x="446624" y="577843"/>
                  </a:lnTo>
                  <a:lnTo>
                    <a:pt x="486729" y="552957"/>
                  </a:lnTo>
                  <a:lnTo>
                    <a:pt x="522392" y="522371"/>
                  </a:lnTo>
                  <a:lnTo>
                    <a:pt x="552984" y="486715"/>
                  </a:lnTo>
                  <a:lnTo>
                    <a:pt x="577875" y="446619"/>
                  </a:lnTo>
                  <a:lnTo>
                    <a:pt x="596434" y="402714"/>
                  </a:lnTo>
                  <a:lnTo>
                    <a:pt x="608032" y="355628"/>
                  </a:lnTo>
                  <a:lnTo>
                    <a:pt x="612038" y="305993"/>
                  </a:lnTo>
                  <a:lnTo>
                    <a:pt x="608032" y="256359"/>
                  </a:lnTo>
                  <a:lnTo>
                    <a:pt x="596434" y="209274"/>
                  </a:lnTo>
                  <a:lnTo>
                    <a:pt x="577875" y="165370"/>
                  </a:lnTo>
                  <a:lnTo>
                    <a:pt x="552984" y="125276"/>
                  </a:lnTo>
                  <a:lnTo>
                    <a:pt x="522392" y="89622"/>
                  </a:lnTo>
                  <a:lnTo>
                    <a:pt x="486729" y="59038"/>
                  </a:lnTo>
                  <a:lnTo>
                    <a:pt x="446624" y="34153"/>
                  </a:lnTo>
                  <a:lnTo>
                    <a:pt x="402709" y="15599"/>
                  </a:lnTo>
                  <a:lnTo>
                    <a:pt x="355614" y="4004"/>
                  </a:lnTo>
                  <a:lnTo>
                    <a:pt x="305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00099" y="5603087"/>
              <a:ext cx="2032000" cy="612140"/>
            </a:xfrm>
            <a:custGeom>
              <a:avLst/>
              <a:gdLst/>
              <a:ahLst/>
              <a:cxnLst/>
              <a:rect l="l" t="t" r="r" b="b"/>
              <a:pathLst>
                <a:path w="2032000" h="612139">
                  <a:moveTo>
                    <a:pt x="0" y="305993"/>
                  </a:moveTo>
                  <a:lnTo>
                    <a:pt x="4005" y="256359"/>
                  </a:lnTo>
                  <a:lnTo>
                    <a:pt x="15600" y="209274"/>
                  </a:lnTo>
                  <a:lnTo>
                    <a:pt x="34155" y="165370"/>
                  </a:lnTo>
                  <a:lnTo>
                    <a:pt x="59040" y="125276"/>
                  </a:lnTo>
                  <a:lnTo>
                    <a:pt x="89623" y="89622"/>
                  </a:lnTo>
                  <a:lnTo>
                    <a:pt x="125276" y="59038"/>
                  </a:lnTo>
                  <a:lnTo>
                    <a:pt x="165367" y="34153"/>
                  </a:lnTo>
                  <a:lnTo>
                    <a:pt x="209266" y="15599"/>
                  </a:lnTo>
                  <a:lnTo>
                    <a:pt x="256343" y="4004"/>
                  </a:lnTo>
                  <a:lnTo>
                    <a:pt x="305968" y="0"/>
                  </a:lnTo>
                  <a:lnTo>
                    <a:pt x="355614" y="4004"/>
                  </a:lnTo>
                  <a:lnTo>
                    <a:pt x="402709" y="15599"/>
                  </a:lnTo>
                  <a:lnTo>
                    <a:pt x="446624" y="34153"/>
                  </a:lnTo>
                  <a:lnTo>
                    <a:pt x="486729" y="59038"/>
                  </a:lnTo>
                  <a:lnTo>
                    <a:pt x="522392" y="89622"/>
                  </a:lnTo>
                  <a:lnTo>
                    <a:pt x="552984" y="125276"/>
                  </a:lnTo>
                  <a:lnTo>
                    <a:pt x="577875" y="165370"/>
                  </a:lnTo>
                  <a:lnTo>
                    <a:pt x="596434" y="209274"/>
                  </a:lnTo>
                  <a:lnTo>
                    <a:pt x="608032" y="256359"/>
                  </a:lnTo>
                  <a:lnTo>
                    <a:pt x="612038" y="305993"/>
                  </a:lnTo>
                  <a:lnTo>
                    <a:pt x="608032" y="355628"/>
                  </a:lnTo>
                  <a:lnTo>
                    <a:pt x="596434" y="402714"/>
                  </a:lnTo>
                  <a:lnTo>
                    <a:pt x="577875" y="446619"/>
                  </a:lnTo>
                  <a:lnTo>
                    <a:pt x="552984" y="486715"/>
                  </a:lnTo>
                  <a:lnTo>
                    <a:pt x="522392" y="522371"/>
                  </a:lnTo>
                  <a:lnTo>
                    <a:pt x="486729" y="552957"/>
                  </a:lnTo>
                  <a:lnTo>
                    <a:pt x="446624" y="577843"/>
                  </a:lnTo>
                  <a:lnTo>
                    <a:pt x="402709" y="596399"/>
                  </a:lnTo>
                  <a:lnTo>
                    <a:pt x="355614" y="607995"/>
                  </a:lnTo>
                  <a:lnTo>
                    <a:pt x="305968" y="612000"/>
                  </a:lnTo>
                  <a:lnTo>
                    <a:pt x="256340" y="607995"/>
                  </a:lnTo>
                  <a:lnTo>
                    <a:pt x="209261" y="596399"/>
                  </a:lnTo>
                  <a:lnTo>
                    <a:pt x="165361" y="577843"/>
                  </a:lnTo>
                  <a:lnTo>
                    <a:pt x="125270" y="552957"/>
                  </a:lnTo>
                  <a:lnTo>
                    <a:pt x="89619" y="522371"/>
                  </a:lnTo>
                  <a:lnTo>
                    <a:pt x="59036" y="486715"/>
                  </a:lnTo>
                  <a:lnTo>
                    <a:pt x="34153" y="446619"/>
                  </a:lnTo>
                  <a:lnTo>
                    <a:pt x="15599" y="402714"/>
                  </a:lnTo>
                  <a:lnTo>
                    <a:pt x="4004" y="355628"/>
                  </a:lnTo>
                  <a:lnTo>
                    <a:pt x="0" y="305993"/>
                  </a:lnTo>
                  <a:close/>
                </a:path>
                <a:path w="2032000" h="612139">
                  <a:moveTo>
                    <a:pt x="951763" y="571500"/>
                  </a:moveTo>
                  <a:lnTo>
                    <a:pt x="2031758" y="571500"/>
                  </a:lnTo>
                  <a:lnTo>
                    <a:pt x="2031758" y="31496"/>
                  </a:lnTo>
                  <a:lnTo>
                    <a:pt x="951763" y="31496"/>
                  </a:lnTo>
                  <a:lnTo>
                    <a:pt x="951763" y="5715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964563" y="5647283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835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611883" y="5621096"/>
            <a:ext cx="3053080" cy="568960"/>
            <a:chOff x="1611883" y="5621096"/>
            <a:chExt cx="3053080" cy="568960"/>
          </a:xfrm>
        </p:grpSpPr>
        <p:sp>
          <p:nvSpPr>
            <p:cNvPr id="30" name="object 30"/>
            <p:cNvSpPr/>
            <p:nvPr/>
          </p:nvSpPr>
          <p:spPr>
            <a:xfrm>
              <a:off x="1611884" y="5838913"/>
              <a:ext cx="1951989" cy="133985"/>
            </a:xfrm>
            <a:custGeom>
              <a:avLst/>
              <a:gdLst/>
              <a:ahLst/>
              <a:cxnLst/>
              <a:rect l="l" t="t" r="r" b="b"/>
              <a:pathLst>
                <a:path w="1951989" h="133985">
                  <a:moveTo>
                    <a:pt x="340106" y="65671"/>
                  </a:moveTo>
                  <a:lnTo>
                    <a:pt x="315493" y="51752"/>
                  </a:lnTo>
                  <a:lnTo>
                    <a:pt x="225425" y="850"/>
                  </a:lnTo>
                  <a:lnTo>
                    <a:pt x="216789" y="3276"/>
                  </a:lnTo>
                  <a:lnTo>
                    <a:pt x="212852" y="10134"/>
                  </a:lnTo>
                  <a:lnTo>
                    <a:pt x="209042" y="17005"/>
                  </a:lnTo>
                  <a:lnTo>
                    <a:pt x="211455" y="25730"/>
                  </a:lnTo>
                  <a:lnTo>
                    <a:pt x="258673" y="52463"/>
                  </a:lnTo>
                  <a:lnTo>
                    <a:pt x="0" y="55880"/>
                  </a:lnTo>
                  <a:lnTo>
                    <a:pt x="381" y="84455"/>
                  </a:lnTo>
                  <a:lnTo>
                    <a:pt x="259041" y="81038"/>
                  </a:lnTo>
                  <a:lnTo>
                    <a:pt x="212471" y="109004"/>
                  </a:lnTo>
                  <a:lnTo>
                    <a:pt x="210312" y="117779"/>
                  </a:lnTo>
                  <a:lnTo>
                    <a:pt x="218440" y="131305"/>
                  </a:lnTo>
                  <a:lnTo>
                    <a:pt x="227203" y="133489"/>
                  </a:lnTo>
                  <a:lnTo>
                    <a:pt x="340106" y="65671"/>
                  </a:lnTo>
                  <a:close/>
                </a:path>
                <a:path w="1951989" h="133985">
                  <a:moveTo>
                    <a:pt x="1202817" y="84289"/>
                  </a:moveTo>
                  <a:lnTo>
                    <a:pt x="1202690" y="55714"/>
                  </a:lnTo>
                  <a:lnTo>
                    <a:pt x="1174115" y="55880"/>
                  </a:lnTo>
                  <a:lnTo>
                    <a:pt x="1174242" y="84455"/>
                  </a:lnTo>
                  <a:lnTo>
                    <a:pt x="1202817" y="84289"/>
                  </a:lnTo>
                  <a:close/>
                </a:path>
                <a:path w="1951989" h="133985">
                  <a:moveTo>
                    <a:pt x="1259967" y="83959"/>
                  </a:moveTo>
                  <a:lnTo>
                    <a:pt x="1259840" y="55384"/>
                  </a:lnTo>
                  <a:lnTo>
                    <a:pt x="1231265" y="55549"/>
                  </a:lnTo>
                  <a:lnTo>
                    <a:pt x="1231392" y="84124"/>
                  </a:lnTo>
                  <a:lnTo>
                    <a:pt x="1259967" y="83959"/>
                  </a:lnTo>
                  <a:close/>
                </a:path>
                <a:path w="1951989" h="133985">
                  <a:moveTo>
                    <a:pt x="1317117" y="83629"/>
                  </a:moveTo>
                  <a:lnTo>
                    <a:pt x="1316990" y="55054"/>
                  </a:lnTo>
                  <a:lnTo>
                    <a:pt x="1288415" y="55219"/>
                  </a:lnTo>
                  <a:lnTo>
                    <a:pt x="1288542" y="83794"/>
                  </a:lnTo>
                  <a:lnTo>
                    <a:pt x="1317117" y="83629"/>
                  </a:lnTo>
                  <a:close/>
                </a:path>
                <a:path w="1951989" h="133985">
                  <a:moveTo>
                    <a:pt x="1374267" y="83299"/>
                  </a:moveTo>
                  <a:lnTo>
                    <a:pt x="1374140" y="54724"/>
                  </a:lnTo>
                  <a:lnTo>
                    <a:pt x="1345565" y="54889"/>
                  </a:lnTo>
                  <a:lnTo>
                    <a:pt x="1345692" y="83464"/>
                  </a:lnTo>
                  <a:lnTo>
                    <a:pt x="1374267" y="83299"/>
                  </a:lnTo>
                  <a:close/>
                </a:path>
                <a:path w="1951989" h="133985">
                  <a:moveTo>
                    <a:pt x="1431417" y="82969"/>
                  </a:moveTo>
                  <a:lnTo>
                    <a:pt x="1431290" y="54394"/>
                  </a:lnTo>
                  <a:lnTo>
                    <a:pt x="1402715" y="54559"/>
                  </a:lnTo>
                  <a:lnTo>
                    <a:pt x="1402842" y="83134"/>
                  </a:lnTo>
                  <a:lnTo>
                    <a:pt x="1431417" y="82969"/>
                  </a:lnTo>
                  <a:close/>
                </a:path>
                <a:path w="1951989" h="133985">
                  <a:moveTo>
                    <a:pt x="1488567" y="82626"/>
                  </a:moveTo>
                  <a:lnTo>
                    <a:pt x="1488440" y="54051"/>
                  </a:lnTo>
                  <a:lnTo>
                    <a:pt x="1459865" y="54229"/>
                  </a:lnTo>
                  <a:lnTo>
                    <a:pt x="1459992" y="82791"/>
                  </a:lnTo>
                  <a:lnTo>
                    <a:pt x="1488567" y="82626"/>
                  </a:lnTo>
                  <a:close/>
                </a:path>
                <a:path w="1951989" h="133985">
                  <a:moveTo>
                    <a:pt x="1545717" y="82296"/>
                  </a:moveTo>
                  <a:lnTo>
                    <a:pt x="1545590" y="53721"/>
                  </a:lnTo>
                  <a:lnTo>
                    <a:pt x="1517015" y="53886"/>
                  </a:lnTo>
                  <a:lnTo>
                    <a:pt x="1517142" y="82461"/>
                  </a:lnTo>
                  <a:lnTo>
                    <a:pt x="1545717" y="82296"/>
                  </a:lnTo>
                  <a:close/>
                </a:path>
                <a:path w="1951989" h="133985">
                  <a:moveTo>
                    <a:pt x="1602867" y="81965"/>
                  </a:moveTo>
                  <a:lnTo>
                    <a:pt x="1602740" y="53390"/>
                  </a:lnTo>
                  <a:lnTo>
                    <a:pt x="1574165" y="53555"/>
                  </a:lnTo>
                  <a:lnTo>
                    <a:pt x="1574292" y="82130"/>
                  </a:lnTo>
                  <a:lnTo>
                    <a:pt x="1602867" y="81965"/>
                  </a:lnTo>
                  <a:close/>
                </a:path>
                <a:path w="1951989" h="133985">
                  <a:moveTo>
                    <a:pt x="1660017" y="81635"/>
                  </a:moveTo>
                  <a:lnTo>
                    <a:pt x="1659890" y="53060"/>
                  </a:lnTo>
                  <a:lnTo>
                    <a:pt x="1631315" y="53225"/>
                  </a:lnTo>
                  <a:lnTo>
                    <a:pt x="1631442" y="81800"/>
                  </a:lnTo>
                  <a:lnTo>
                    <a:pt x="1660017" y="81635"/>
                  </a:lnTo>
                  <a:close/>
                </a:path>
                <a:path w="1951989" h="133985">
                  <a:moveTo>
                    <a:pt x="1717167" y="81305"/>
                  </a:moveTo>
                  <a:lnTo>
                    <a:pt x="1717040" y="52730"/>
                  </a:lnTo>
                  <a:lnTo>
                    <a:pt x="1688465" y="52895"/>
                  </a:lnTo>
                  <a:lnTo>
                    <a:pt x="1688592" y="81470"/>
                  </a:lnTo>
                  <a:lnTo>
                    <a:pt x="1717167" y="81305"/>
                  </a:lnTo>
                  <a:close/>
                </a:path>
                <a:path w="1951989" h="133985">
                  <a:moveTo>
                    <a:pt x="1774317" y="80975"/>
                  </a:moveTo>
                  <a:lnTo>
                    <a:pt x="1774190" y="52400"/>
                  </a:lnTo>
                  <a:lnTo>
                    <a:pt x="1745615" y="52565"/>
                  </a:lnTo>
                  <a:lnTo>
                    <a:pt x="1745742" y="81140"/>
                  </a:lnTo>
                  <a:lnTo>
                    <a:pt x="1774317" y="80975"/>
                  </a:lnTo>
                  <a:close/>
                </a:path>
                <a:path w="1951989" h="133985">
                  <a:moveTo>
                    <a:pt x="1831467" y="80645"/>
                  </a:moveTo>
                  <a:lnTo>
                    <a:pt x="1831340" y="52070"/>
                  </a:lnTo>
                  <a:lnTo>
                    <a:pt x="1802765" y="52235"/>
                  </a:lnTo>
                  <a:lnTo>
                    <a:pt x="1802892" y="80810"/>
                  </a:lnTo>
                  <a:lnTo>
                    <a:pt x="1831467" y="80645"/>
                  </a:lnTo>
                  <a:close/>
                </a:path>
                <a:path w="1951989" h="133985">
                  <a:moveTo>
                    <a:pt x="1951609" y="65671"/>
                  </a:moveTo>
                  <a:lnTo>
                    <a:pt x="1927085" y="51549"/>
                  </a:lnTo>
                  <a:lnTo>
                    <a:pt x="1894928" y="33045"/>
                  </a:lnTo>
                  <a:lnTo>
                    <a:pt x="1894928" y="66014"/>
                  </a:lnTo>
                  <a:lnTo>
                    <a:pt x="1888566" y="69773"/>
                  </a:lnTo>
                  <a:lnTo>
                    <a:pt x="1888528" y="62331"/>
                  </a:lnTo>
                  <a:lnTo>
                    <a:pt x="1894928" y="66014"/>
                  </a:lnTo>
                  <a:lnTo>
                    <a:pt x="1894928" y="33045"/>
                  </a:lnTo>
                  <a:lnTo>
                    <a:pt x="1837563" y="0"/>
                  </a:lnTo>
                  <a:lnTo>
                    <a:pt x="1828800" y="2362"/>
                  </a:lnTo>
                  <a:lnTo>
                    <a:pt x="1820926" y="16040"/>
                  </a:lnTo>
                  <a:lnTo>
                    <a:pt x="1823339" y="24765"/>
                  </a:lnTo>
                  <a:lnTo>
                    <a:pt x="1870303" y="51854"/>
                  </a:lnTo>
                  <a:lnTo>
                    <a:pt x="1859915" y="51904"/>
                  </a:lnTo>
                  <a:lnTo>
                    <a:pt x="1860042" y="80479"/>
                  </a:lnTo>
                  <a:lnTo>
                    <a:pt x="1870544" y="80429"/>
                  </a:lnTo>
                  <a:lnTo>
                    <a:pt x="1823720" y="108051"/>
                  </a:lnTo>
                  <a:lnTo>
                    <a:pt x="1821561" y="116814"/>
                  </a:lnTo>
                  <a:lnTo>
                    <a:pt x="1825498" y="123609"/>
                  </a:lnTo>
                  <a:lnTo>
                    <a:pt x="1829562" y="130403"/>
                  </a:lnTo>
                  <a:lnTo>
                    <a:pt x="1838325" y="132651"/>
                  </a:lnTo>
                  <a:lnTo>
                    <a:pt x="1927098" y="80149"/>
                  </a:lnTo>
                  <a:lnTo>
                    <a:pt x="1951609" y="65671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491105" y="5635383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5" h="540385">
                  <a:moveTo>
                    <a:pt x="0" y="0"/>
                  </a:moveTo>
                  <a:lnTo>
                    <a:pt x="1524" y="539991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71875" y="5634583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4"/>
                  </a:moveTo>
                  <a:lnTo>
                    <a:pt x="1079995" y="540004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651250" y="5741009"/>
            <a:ext cx="258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420615" y="5621083"/>
            <a:ext cx="1878964" cy="565785"/>
            <a:chOff x="4420615" y="5621083"/>
            <a:chExt cx="1878964" cy="565785"/>
          </a:xfrm>
        </p:grpSpPr>
        <p:sp>
          <p:nvSpPr>
            <p:cNvPr id="35" name="object 35"/>
            <p:cNvSpPr/>
            <p:nvPr/>
          </p:nvSpPr>
          <p:spPr>
            <a:xfrm>
              <a:off x="4420615" y="5838126"/>
              <a:ext cx="777875" cy="132715"/>
            </a:xfrm>
            <a:custGeom>
              <a:avLst/>
              <a:gdLst/>
              <a:ahLst/>
              <a:cxnLst/>
              <a:rect l="l" t="t" r="r" b="b"/>
              <a:pathLst>
                <a:path w="777875" h="132714">
                  <a:moveTo>
                    <a:pt x="28575" y="55702"/>
                  </a:moveTo>
                  <a:lnTo>
                    <a:pt x="0" y="55867"/>
                  </a:lnTo>
                  <a:lnTo>
                    <a:pt x="126" y="84442"/>
                  </a:lnTo>
                  <a:lnTo>
                    <a:pt x="28701" y="84277"/>
                  </a:lnTo>
                  <a:lnTo>
                    <a:pt x="28575" y="55702"/>
                  </a:lnTo>
                  <a:close/>
                </a:path>
                <a:path w="777875" h="132714">
                  <a:moveTo>
                    <a:pt x="85725" y="55372"/>
                  </a:moveTo>
                  <a:lnTo>
                    <a:pt x="57150" y="55537"/>
                  </a:lnTo>
                  <a:lnTo>
                    <a:pt x="57276" y="84112"/>
                  </a:lnTo>
                  <a:lnTo>
                    <a:pt x="85851" y="83947"/>
                  </a:lnTo>
                  <a:lnTo>
                    <a:pt x="85725" y="55372"/>
                  </a:lnTo>
                  <a:close/>
                </a:path>
                <a:path w="777875" h="132714">
                  <a:moveTo>
                    <a:pt x="142875" y="55041"/>
                  </a:moveTo>
                  <a:lnTo>
                    <a:pt x="114300" y="55206"/>
                  </a:lnTo>
                  <a:lnTo>
                    <a:pt x="114426" y="83781"/>
                  </a:lnTo>
                  <a:lnTo>
                    <a:pt x="143001" y="83616"/>
                  </a:lnTo>
                  <a:lnTo>
                    <a:pt x="142875" y="55041"/>
                  </a:lnTo>
                  <a:close/>
                </a:path>
                <a:path w="777875" h="132714">
                  <a:moveTo>
                    <a:pt x="200025" y="54711"/>
                  </a:moveTo>
                  <a:lnTo>
                    <a:pt x="171450" y="54876"/>
                  </a:lnTo>
                  <a:lnTo>
                    <a:pt x="171576" y="83451"/>
                  </a:lnTo>
                  <a:lnTo>
                    <a:pt x="200151" y="83286"/>
                  </a:lnTo>
                  <a:lnTo>
                    <a:pt x="200025" y="54711"/>
                  </a:lnTo>
                  <a:close/>
                </a:path>
                <a:path w="777875" h="132714">
                  <a:moveTo>
                    <a:pt x="257175" y="54381"/>
                  </a:moveTo>
                  <a:lnTo>
                    <a:pt x="228600" y="54546"/>
                  </a:lnTo>
                  <a:lnTo>
                    <a:pt x="228726" y="83121"/>
                  </a:lnTo>
                  <a:lnTo>
                    <a:pt x="257301" y="82956"/>
                  </a:lnTo>
                  <a:lnTo>
                    <a:pt x="257175" y="54381"/>
                  </a:lnTo>
                  <a:close/>
                </a:path>
                <a:path w="777875" h="132714">
                  <a:moveTo>
                    <a:pt x="314325" y="54051"/>
                  </a:moveTo>
                  <a:lnTo>
                    <a:pt x="285750" y="54216"/>
                  </a:lnTo>
                  <a:lnTo>
                    <a:pt x="285876" y="82791"/>
                  </a:lnTo>
                  <a:lnTo>
                    <a:pt x="314451" y="82626"/>
                  </a:lnTo>
                  <a:lnTo>
                    <a:pt x="314325" y="54051"/>
                  </a:lnTo>
                  <a:close/>
                </a:path>
                <a:path w="777875" h="132714">
                  <a:moveTo>
                    <a:pt x="371475" y="53721"/>
                  </a:moveTo>
                  <a:lnTo>
                    <a:pt x="342900" y="53886"/>
                  </a:lnTo>
                  <a:lnTo>
                    <a:pt x="343026" y="82461"/>
                  </a:lnTo>
                  <a:lnTo>
                    <a:pt x="371601" y="82296"/>
                  </a:lnTo>
                  <a:lnTo>
                    <a:pt x="371475" y="53721"/>
                  </a:lnTo>
                  <a:close/>
                </a:path>
                <a:path w="777875" h="132714">
                  <a:moveTo>
                    <a:pt x="428625" y="53390"/>
                  </a:moveTo>
                  <a:lnTo>
                    <a:pt x="400050" y="53555"/>
                  </a:lnTo>
                  <a:lnTo>
                    <a:pt x="400176" y="82130"/>
                  </a:lnTo>
                  <a:lnTo>
                    <a:pt x="428751" y="81965"/>
                  </a:lnTo>
                  <a:lnTo>
                    <a:pt x="428625" y="53390"/>
                  </a:lnTo>
                  <a:close/>
                </a:path>
                <a:path w="777875" h="132714">
                  <a:moveTo>
                    <a:pt x="485775" y="53060"/>
                  </a:moveTo>
                  <a:lnTo>
                    <a:pt x="457200" y="53225"/>
                  </a:lnTo>
                  <a:lnTo>
                    <a:pt x="457326" y="81800"/>
                  </a:lnTo>
                  <a:lnTo>
                    <a:pt x="485901" y="81635"/>
                  </a:lnTo>
                  <a:lnTo>
                    <a:pt x="485775" y="53060"/>
                  </a:lnTo>
                  <a:close/>
                </a:path>
                <a:path w="777875" h="132714">
                  <a:moveTo>
                    <a:pt x="542925" y="52730"/>
                  </a:moveTo>
                  <a:lnTo>
                    <a:pt x="514350" y="52895"/>
                  </a:lnTo>
                  <a:lnTo>
                    <a:pt x="514476" y="81470"/>
                  </a:lnTo>
                  <a:lnTo>
                    <a:pt x="543051" y="81305"/>
                  </a:lnTo>
                  <a:lnTo>
                    <a:pt x="542925" y="52730"/>
                  </a:lnTo>
                  <a:close/>
                </a:path>
                <a:path w="777875" h="132714">
                  <a:moveTo>
                    <a:pt x="600075" y="52400"/>
                  </a:moveTo>
                  <a:lnTo>
                    <a:pt x="571500" y="52565"/>
                  </a:lnTo>
                  <a:lnTo>
                    <a:pt x="571626" y="81140"/>
                  </a:lnTo>
                  <a:lnTo>
                    <a:pt x="600201" y="80975"/>
                  </a:lnTo>
                  <a:lnTo>
                    <a:pt x="600075" y="52400"/>
                  </a:lnTo>
                  <a:close/>
                </a:path>
                <a:path w="777875" h="132714">
                  <a:moveTo>
                    <a:pt x="720841" y="65991"/>
                  </a:moveTo>
                  <a:lnTo>
                    <a:pt x="714455" y="69764"/>
                  </a:lnTo>
                  <a:lnTo>
                    <a:pt x="714501" y="80314"/>
                  </a:lnTo>
                  <a:lnTo>
                    <a:pt x="696420" y="80419"/>
                  </a:lnTo>
                  <a:lnTo>
                    <a:pt x="649732" y="108038"/>
                  </a:lnTo>
                  <a:lnTo>
                    <a:pt x="647446" y="116801"/>
                  </a:lnTo>
                  <a:lnTo>
                    <a:pt x="651383" y="123596"/>
                  </a:lnTo>
                  <a:lnTo>
                    <a:pt x="655447" y="130390"/>
                  </a:lnTo>
                  <a:lnTo>
                    <a:pt x="664210" y="132638"/>
                  </a:lnTo>
                  <a:lnTo>
                    <a:pt x="753001" y="80149"/>
                  </a:lnTo>
                  <a:lnTo>
                    <a:pt x="743076" y="80149"/>
                  </a:lnTo>
                  <a:lnTo>
                    <a:pt x="743068" y="78206"/>
                  </a:lnTo>
                  <a:lnTo>
                    <a:pt x="742061" y="78206"/>
                  </a:lnTo>
                  <a:lnTo>
                    <a:pt x="720841" y="65991"/>
                  </a:lnTo>
                  <a:close/>
                </a:path>
                <a:path w="777875" h="132714">
                  <a:moveTo>
                    <a:pt x="657225" y="52070"/>
                  </a:moveTo>
                  <a:lnTo>
                    <a:pt x="628650" y="52235"/>
                  </a:lnTo>
                  <a:lnTo>
                    <a:pt x="628776" y="80810"/>
                  </a:lnTo>
                  <a:lnTo>
                    <a:pt x="657351" y="80645"/>
                  </a:lnTo>
                  <a:lnTo>
                    <a:pt x="657225" y="52070"/>
                  </a:lnTo>
                  <a:close/>
                </a:path>
                <a:path w="777875" h="132714">
                  <a:moveTo>
                    <a:pt x="696265" y="51844"/>
                  </a:moveTo>
                  <a:lnTo>
                    <a:pt x="685800" y="51904"/>
                  </a:lnTo>
                  <a:lnTo>
                    <a:pt x="685926" y="80479"/>
                  </a:lnTo>
                  <a:lnTo>
                    <a:pt x="696420" y="80419"/>
                  </a:lnTo>
                  <a:lnTo>
                    <a:pt x="714455" y="69764"/>
                  </a:lnTo>
                  <a:lnTo>
                    <a:pt x="714421" y="62296"/>
                  </a:lnTo>
                  <a:lnTo>
                    <a:pt x="696265" y="51844"/>
                  </a:lnTo>
                  <a:close/>
                </a:path>
                <a:path w="777875" h="132714">
                  <a:moveTo>
                    <a:pt x="714455" y="69764"/>
                  </a:moveTo>
                  <a:lnTo>
                    <a:pt x="696420" y="80419"/>
                  </a:lnTo>
                  <a:lnTo>
                    <a:pt x="714501" y="80314"/>
                  </a:lnTo>
                  <a:lnTo>
                    <a:pt x="714455" y="69764"/>
                  </a:lnTo>
                  <a:close/>
                </a:path>
                <a:path w="777875" h="132714">
                  <a:moveTo>
                    <a:pt x="749046" y="51536"/>
                  </a:moveTo>
                  <a:lnTo>
                    <a:pt x="742950" y="51574"/>
                  </a:lnTo>
                  <a:lnTo>
                    <a:pt x="743076" y="80149"/>
                  </a:lnTo>
                  <a:lnTo>
                    <a:pt x="749300" y="80111"/>
                  </a:lnTo>
                  <a:lnTo>
                    <a:pt x="749046" y="51536"/>
                  </a:lnTo>
                  <a:close/>
                </a:path>
                <a:path w="777875" h="132714">
                  <a:moveTo>
                    <a:pt x="752968" y="51536"/>
                  </a:moveTo>
                  <a:lnTo>
                    <a:pt x="749046" y="51536"/>
                  </a:lnTo>
                  <a:lnTo>
                    <a:pt x="749300" y="80111"/>
                  </a:lnTo>
                  <a:lnTo>
                    <a:pt x="743076" y="80149"/>
                  </a:lnTo>
                  <a:lnTo>
                    <a:pt x="753001" y="80149"/>
                  </a:lnTo>
                  <a:lnTo>
                    <a:pt x="777494" y="65659"/>
                  </a:lnTo>
                  <a:lnTo>
                    <a:pt x="752968" y="51536"/>
                  </a:lnTo>
                  <a:close/>
                </a:path>
                <a:path w="777875" h="132714">
                  <a:moveTo>
                    <a:pt x="741934" y="53530"/>
                  </a:moveTo>
                  <a:lnTo>
                    <a:pt x="720841" y="65991"/>
                  </a:lnTo>
                  <a:lnTo>
                    <a:pt x="742061" y="78206"/>
                  </a:lnTo>
                  <a:lnTo>
                    <a:pt x="741934" y="53530"/>
                  </a:lnTo>
                  <a:close/>
                </a:path>
                <a:path w="777875" h="132714">
                  <a:moveTo>
                    <a:pt x="742958" y="53530"/>
                  </a:moveTo>
                  <a:lnTo>
                    <a:pt x="741934" y="53530"/>
                  </a:lnTo>
                  <a:lnTo>
                    <a:pt x="742061" y="78206"/>
                  </a:lnTo>
                  <a:lnTo>
                    <a:pt x="743068" y="78206"/>
                  </a:lnTo>
                  <a:lnTo>
                    <a:pt x="742958" y="53530"/>
                  </a:lnTo>
                  <a:close/>
                </a:path>
                <a:path w="777875" h="132714">
                  <a:moveTo>
                    <a:pt x="742950" y="51739"/>
                  </a:moveTo>
                  <a:lnTo>
                    <a:pt x="714375" y="51739"/>
                  </a:lnTo>
                  <a:lnTo>
                    <a:pt x="714421" y="62296"/>
                  </a:lnTo>
                  <a:lnTo>
                    <a:pt x="720841" y="65991"/>
                  </a:lnTo>
                  <a:lnTo>
                    <a:pt x="741934" y="53530"/>
                  </a:lnTo>
                  <a:lnTo>
                    <a:pt x="742958" y="53530"/>
                  </a:lnTo>
                  <a:lnTo>
                    <a:pt x="742950" y="51739"/>
                  </a:lnTo>
                  <a:close/>
                </a:path>
                <a:path w="777875" h="132714">
                  <a:moveTo>
                    <a:pt x="714375" y="51739"/>
                  </a:moveTo>
                  <a:lnTo>
                    <a:pt x="696265" y="51844"/>
                  </a:lnTo>
                  <a:lnTo>
                    <a:pt x="714421" y="62296"/>
                  </a:lnTo>
                  <a:lnTo>
                    <a:pt x="714375" y="51739"/>
                  </a:lnTo>
                  <a:close/>
                </a:path>
                <a:path w="777875" h="132714">
                  <a:moveTo>
                    <a:pt x="663448" y="0"/>
                  </a:moveTo>
                  <a:lnTo>
                    <a:pt x="654685" y="2349"/>
                  </a:lnTo>
                  <a:lnTo>
                    <a:pt x="646811" y="16027"/>
                  </a:lnTo>
                  <a:lnTo>
                    <a:pt x="649224" y="24765"/>
                  </a:lnTo>
                  <a:lnTo>
                    <a:pt x="696265" y="51844"/>
                  </a:lnTo>
                  <a:lnTo>
                    <a:pt x="742950" y="51739"/>
                  </a:lnTo>
                  <a:lnTo>
                    <a:pt x="742950" y="51574"/>
                  </a:lnTo>
                  <a:lnTo>
                    <a:pt x="752968" y="51536"/>
                  </a:lnTo>
                  <a:lnTo>
                    <a:pt x="66344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206491" y="5633783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219191" y="5646483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5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072123" y="5823165"/>
            <a:ext cx="777875" cy="132715"/>
          </a:xfrm>
          <a:custGeom>
            <a:avLst/>
            <a:gdLst/>
            <a:ahLst/>
            <a:cxnLst/>
            <a:rect l="l" t="t" r="r" b="b"/>
            <a:pathLst>
              <a:path w="777875" h="132714">
                <a:moveTo>
                  <a:pt x="752951" y="51536"/>
                </a:moveTo>
                <a:lnTo>
                  <a:pt x="749046" y="51536"/>
                </a:lnTo>
                <a:lnTo>
                  <a:pt x="749300" y="80111"/>
                </a:lnTo>
                <a:lnTo>
                  <a:pt x="696422" y="80418"/>
                </a:lnTo>
                <a:lnTo>
                  <a:pt x="649731" y="108051"/>
                </a:lnTo>
                <a:lnTo>
                  <a:pt x="647446" y="116801"/>
                </a:lnTo>
                <a:lnTo>
                  <a:pt x="651382" y="123596"/>
                </a:lnTo>
                <a:lnTo>
                  <a:pt x="655447" y="130390"/>
                </a:lnTo>
                <a:lnTo>
                  <a:pt x="664209" y="132638"/>
                </a:lnTo>
                <a:lnTo>
                  <a:pt x="777494" y="65671"/>
                </a:lnTo>
                <a:lnTo>
                  <a:pt x="752951" y="51536"/>
                </a:lnTo>
                <a:close/>
              </a:path>
              <a:path w="777875" h="132714">
                <a:moveTo>
                  <a:pt x="696262" y="51842"/>
                </a:moveTo>
                <a:lnTo>
                  <a:pt x="0" y="55880"/>
                </a:lnTo>
                <a:lnTo>
                  <a:pt x="126" y="84455"/>
                </a:lnTo>
                <a:lnTo>
                  <a:pt x="696422" y="80418"/>
                </a:lnTo>
                <a:lnTo>
                  <a:pt x="720841" y="65991"/>
                </a:lnTo>
                <a:lnTo>
                  <a:pt x="696262" y="51842"/>
                </a:lnTo>
                <a:close/>
              </a:path>
              <a:path w="777875" h="132714">
                <a:moveTo>
                  <a:pt x="720841" y="65991"/>
                </a:moveTo>
                <a:lnTo>
                  <a:pt x="696422" y="80418"/>
                </a:lnTo>
                <a:lnTo>
                  <a:pt x="749300" y="80111"/>
                </a:lnTo>
                <a:lnTo>
                  <a:pt x="749283" y="78206"/>
                </a:lnTo>
                <a:lnTo>
                  <a:pt x="742060" y="78206"/>
                </a:lnTo>
                <a:lnTo>
                  <a:pt x="720841" y="65991"/>
                </a:lnTo>
                <a:close/>
              </a:path>
              <a:path w="777875" h="132714">
                <a:moveTo>
                  <a:pt x="741933" y="53530"/>
                </a:moveTo>
                <a:lnTo>
                  <a:pt x="720841" y="65991"/>
                </a:lnTo>
                <a:lnTo>
                  <a:pt x="742060" y="78206"/>
                </a:lnTo>
                <a:lnTo>
                  <a:pt x="741933" y="53530"/>
                </a:lnTo>
                <a:close/>
              </a:path>
              <a:path w="777875" h="132714">
                <a:moveTo>
                  <a:pt x="749063" y="53530"/>
                </a:moveTo>
                <a:lnTo>
                  <a:pt x="741933" y="53530"/>
                </a:lnTo>
                <a:lnTo>
                  <a:pt x="742060" y="78206"/>
                </a:lnTo>
                <a:lnTo>
                  <a:pt x="749283" y="78206"/>
                </a:lnTo>
                <a:lnTo>
                  <a:pt x="749063" y="53530"/>
                </a:lnTo>
                <a:close/>
              </a:path>
              <a:path w="777875" h="132714">
                <a:moveTo>
                  <a:pt x="749046" y="51536"/>
                </a:moveTo>
                <a:lnTo>
                  <a:pt x="696262" y="51842"/>
                </a:lnTo>
                <a:lnTo>
                  <a:pt x="720841" y="65991"/>
                </a:lnTo>
                <a:lnTo>
                  <a:pt x="741933" y="53530"/>
                </a:lnTo>
                <a:lnTo>
                  <a:pt x="749063" y="53530"/>
                </a:lnTo>
                <a:lnTo>
                  <a:pt x="749046" y="51536"/>
                </a:lnTo>
                <a:close/>
              </a:path>
              <a:path w="777875" h="132714">
                <a:moveTo>
                  <a:pt x="663448" y="0"/>
                </a:moveTo>
                <a:lnTo>
                  <a:pt x="654684" y="2349"/>
                </a:lnTo>
                <a:lnTo>
                  <a:pt x="646810" y="16027"/>
                </a:lnTo>
                <a:lnTo>
                  <a:pt x="649224" y="24765"/>
                </a:lnTo>
                <a:lnTo>
                  <a:pt x="696262" y="51842"/>
                </a:lnTo>
                <a:lnTo>
                  <a:pt x="752951" y="51536"/>
                </a:lnTo>
                <a:lnTo>
                  <a:pt x="663448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5731446" y="5620296"/>
            <a:ext cx="2268220" cy="568960"/>
            <a:chOff x="5731446" y="5620296"/>
            <a:chExt cx="2268220" cy="568960"/>
          </a:xfrm>
        </p:grpSpPr>
        <p:sp>
          <p:nvSpPr>
            <p:cNvPr id="40" name="object 40"/>
            <p:cNvSpPr/>
            <p:nvPr/>
          </p:nvSpPr>
          <p:spPr>
            <a:xfrm>
              <a:off x="5745734" y="5634583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4" h="540385">
                  <a:moveTo>
                    <a:pt x="0" y="0"/>
                  </a:moveTo>
                  <a:lnTo>
                    <a:pt x="1524" y="540004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906895" y="5634583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4" h="540385">
                  <a:moveTo>
                    <a:pt x="0" y="540004"/>
                  </a:moveTo>
                  <a:lnTo>
                    <a:pt x="1079995" y="540004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987031" y="5603544"/>
            <a:ext cx="8724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r>
              <a:rPr sz="1800" b="1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li</a:t>
            </a:r>
            <a:r>
              <a:rPr sz="1800" b="1" spc="-20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1800" b="1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1800" b="1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(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Nil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784729" y="5563870"/>
            <a:ext cx="2731770" cy="867410"/>
            <a:chOff x="2784729" y="5563870"/>
            <a:chExt cx="2731770" cy="867410"/>
          </a:xfrm>
        </p:grpSpPr>
        <p:sp>
          <p:nvSpPr>
            <p:cNvPr id="44" name="object 44"/>
            <p:cNvSpPr/>
            <p:nvPr/>
          </p:nvSpPr>
          <p:spPr>
            <a:xfrm>
              <a:off x="4113657" y="5643575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4" h="540385">
                  <a:moveTo>
                    <a:pt x="0" y="0"/>
                  </a:moveTo>
                  <a:lnTo>
                    <a:pt x="1523" y="540004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665601" y="5576570"/>
              <a:ext cx="812800" cy="705485"/>
            </a:xfrm>
            <a:custGeom>
              <a:avLst/>
              <a:gdLst/>
              <a:ahLst/>
              <a:cxnLst/>
              <a:rect l="l" t="t" r="r" b="b"/>
              <a:pathLst>
                <a:path w="812800" h="705485">
                  <a:moveTo>
                    <a:pt x="668274" y="0"/>
                  </a:moveTo>
                  <a:lnTo>
                    <a:pt x="406273" y="203758"/>
                  </a:lnTo>
                  <a:lnTo>
                    <a:pt x="144399" y="0"/>
                  </a:lnTo>
                  <a:lnTo>
                    <a:pt x="0" y="185737"/>
                  </a:lnTo>
                  <a:lnTo>
                    <a:pt x="214757" y="352755"/>
                  </a:lnTo>
                  <a:lnTo>
                    <a:pt x="0" y="519772"/>
                  </a:lnTo>
                  <a:lnTo>
                    <a:pt x="144399" y="705459"/>
                  </a:lnTo>
                  <a:lnTo>
                    <a:pt x="406273" y="501764"/>
                  </a:lnTo>
                  <a:lnTo>
                    <a:pt x="668274" y="705459"/>
                  </a:lnTo>
                  <a:lnTo>
                    <a:pt x="812673" y="519772"/>
                  </a:lnTo>
                  <a:lnTo>
                    <a:pt x="597915" y="352755"/>
                  </a:lnTo>
                  <a:lnTo>
                    <a:pt x="812673" y="185737"/>
                  </a:lnTo>
                  <a:lnTo>
                    <a:pt x="66827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65601" y="5576570"/>
              <a:ext cx="812800" cy="705485"/>
            </a:xfrm>
            <a:custGeom>
              <a:avLst/>
              <a:gdLst/>
              <a:ahLst/>
              <a:cxnLst/>
              <a:rect l="l" t="t" r="r" b="b"/>
              <a:pathLst>
                <a:path w="812800" h="705485">
                  <a:moveTo>
                    <a:pt x="0" y="185737"/>
                  </a:moveTo>
                  <a:lnTo>
                    <a:pt x="144399" y="0"/>
                  </a:lnTo>
                  <a:lnTo>
                    <a:pt x="406273" y="203758"/>
                  </a:lnTo>
                  <a:lnTo>
                    <a:pt x="668274" y="0"/>
                  </a:lnTo>
                  <a:lnTo>
                    <a:pt x="812673" y="185737"/>
                  </a:lnTo>
                  <a:lnTo>
                    <a:pt x="597915" y="352755"/>
                  </a:lnTo>
                  <a:lnTo>
                    <a:pt x="812673" y="519772"/>
                  </a:lnTo>
                  <a:lnTo>
                    <a:pt x="668274" y="705459"/>
                  </a:lnTo>
                  <a:lnTo>
                    <a:pt x="406273" y="501764"/>
                  </a:lnTo>
                  <a:lnTo>
                    <a:pt x="144399" y="705459"/>
                  </a:lnTo>
                  <a:lnTo>
                    <a:pt x="0" y="519772"/>
                  </a:lnTo>
                  <a:lnTo>
                    <a:pt x="214757" y="352755"/>
                  </a:lnTo>
                  <a:lnTo>
                    <a:pt x="0" y="185737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784729" y="6143421"/>
              <a:ext cx="2731770" cy="287655"/>
            </a:xfrm>
            <a:custGeom>
              <a:avLst/>
              <a:gdLst/>
              <a:ahLst/>
              <a:cxnLst/>
              <a:rect l="l" t="t" r="r" b="b"/>
              <a:pathLst>
                <a:path w="2731770" h="287654">
                  <a:moveTo>
                    <a:pt x="0" y="14287"/>
                  </a:moveTo>
                  <a:lnTo>
                    <a:pt x="0" y="280924"/>
                  </a:lnTo>
                  <a:lnTo>
                    <a:pt x="6476" y="287324"/>
                  </a:lnTo>
                  <a:lnTo>
                    <a:pt x="2673222" y="287324"/>
                  </a:lnTo>
                  <a:lnTo>
                    <a:pt x="2679572" y="280924"/>
                  </a:lnTo>
                  <a:lnTo>
                    <a:pt x="2679572" y="273037"/>
                  </a:lnTo>
                  <a:lnTo>
                    <a:pt x="28575" y="273037"/>
                  </a:lnTo>
                  <a:lnTo>
                    <a:pt x="14350" y="258749"/>
                  </a:lnTo>
                  <a:lnTo>
                    <a:pt x="28575" y="258749"/>
                  </a:lnTo>
                  <a:lnTo>
                    <a:pt x="28575" y="28575"/>
                  </a:lnTo>
                  <a:lnTo>
                    <a:pt x="1269" y="28575"/>
                  </a:lnTo>
                  <a:lnTo>
                    <a:pt x="1269" y="15551"/>
                  </a:lnTo>
                  <a:lnTo>
                    <a:pt x="0" y="14287"/>
                  </a:lnTo>
                  <a:close/>
                </a:path>
                <a:path w="2731770" h="287654">
                  <a:moveTo>
                    <a:pt x="28575" y="258749"/>
                  </a:moveTo>
                  <a:lnTo>
                    <a:pt x="14350" y="258749"/>
                  </a:lnTo>
                  <a:lnTo>
                    <a:pt x="28575" y="273037"/>
                  </a:lnTo>
                  <a:lnTo>
                    <a:pt x="28575" y="258749"/>
                  </a:lnTo>
                  <a:close/>
                </a:path>
                <a:path w="2731770" h="287654">
                  <a:moveTo>
                    <a:pt x="2650997" y="258749"/>
                  </a:moveTo>
                  <a:lnTo>
                    <a:pt x="28575" y="258749"/>
                  </a:lnTo>
                  <a:lnTo>
                    <a:pt x="28575" y="273037"/>
                  </a:lnTo>
                  <a:lnTo>
                    <a:pt x="2650997" y="273037"/>
                  </a:lnTo>
                  <a:lnTo>
                    <a:pt x="2650997" y="258749"/>
                  </a:lnTo>
                  <a:close/>
                </a:path>
                <a:path w="2731770" h="287654">
                  <a:moveTo>
                    <a:pt x="2665333" y="101052"/>
                  </a:moveTo>
                  <a:lnTo>
                    <a:pt x="2651057" y="125510"/>
                  </a:lnTo>
                  <a:lnTo>
                    <a:pt x="2650997" y="273037"/>
                  </a:lnTo>
                  <a:lnTo>
                    <a:pt x="2665348" y="258749"/>
                  </a:lnTo>
                  <a:lnTo>
                    <a:pt x="2679572" y="258749"/>
                  </a:lnTo>
                  <a:lnTo>
                    <a:pt x="2679572" y="125510"/>
                  </a:lnTo>
                  <a:lnTo>
                    <a:pt x="2665333" y="101052"/>
                  </a:lnTo>
                  <a:close/>
                </a:path>
                <a:path w="2731770" h="287654">
                  <a:moveTo>
                    <a:pt x="2679572" y="258749"/>
                  </a:moveTo>
                  <a:lnTo>
                    <a:pt x="2665348" y="258749"/>
                  </a:lnTo>
                  <a:lnTo>
                    <a:pt x="2650997" y="273037"/>
                  </a:lnTo>
                  <a:lnTo>
                    <a:pt x="2679572" y="273037"/>
                  </a:lnTo>
                  <a:lnTo>
                    <a:pt x="2679572" y="258749"/>
                  </a:lnTo>
                  <a:close/>
                </a:path>
                <a:path w="2731770" h="287654">
                  <a:moveTo>
                    <a:pt x="2665348" y="44373"/>
                  </a:moveTo>
                  <a:lnTo>
                    <a:pt x="2602992" y="151244"/>
                  </a:lnTo>
                  <a:lnTo>
                    <a:pt x="2599055" y="158064"/>
                  </a:lnTo>
                  <a:lnTo>
                    <a:pt x="2601341" y="166814"/>
                  </a:lnTo>
                  <a:lnTo>
                    <a:pt x="2608072" y="170789"/>
                  </a:lnTo>
                  <a:lnTo>
                    <a:pt x="2614930" y="174764"/>
                  </a:lnTo>
                  <a:lnTo>
                    <a:pt x="2623693" y="172466"/>
                  </a:lnTo>
                  <a:lnTo>
                    <a:pt x="2627630" y="165646"/>
                  </a:lnTo>
                  <a:lnTo>
                    <a:pt x="2650997" y="125612"/>
                  </a:lnTo>
                  <a:lnTo>
                    <a:pt x="2650997" y="72720"/>
                  </a:lnTo>
                  <a:lnTo>
                    <a:pt x="2681888" y="72720"/>
                  </a:lnTo>
                  <a:lnTo>
                    <a:pt x="2665348" y="44373"/>
                  </a:lnTo>
                  <a:close/>
                </a:path>
                <a:path w="2731770" h="287654">
                  <a:moveTo>
                    <a:pt x="2681888" y="72720"/>
                  </a:moveTo>
                  <a:lnTo>
                    <a:pt x="2679572" y="72720"/>
                  </a:lnTo>
                  <a:lnTo>
                    <a:pt x="2679632" y="125612"/>
                  </a:lnTo>
                  <a:lnTo>
                    <a:pt x="2702941" y="165646"/>
                  </a:lnTo>
                  <a:lnTo>
                    <a:pt x="2707005" y="172466"/>
                  </a:lnTo>
                  <a:lnTo>
                    <a:pt x="2715768" y="174764"/>
                  </a:lnTo>
                  <a:lnTo>
                    <a:pt x="2722498" y="170789"/>
                  </a:lnTo>
                  <a:lnTo>
                    <a:pt x="2729357" y="166814"/>
                  </a:lnTo>
                  <a:lnTo>
                    <a:pt x="2731643" y="158064"/>
                  </a:lnTo>
                  <a:lnTo>
                    <a:pt x="2727706" y="151244"/>
                  </a:lnTo>
                  <a:lnTo>
                    <a:pt x="2681888" y="72720"/>
                  </a:lnTo>
                  <a:close/>
                </a:path>
                <a:path w="2731770" h="287654">
                  <a:moveTo>
                    <a:pt x="2679572" y="72720"/>
                  </a:moveTo>
                  <a:lnTo>
                    <a:pt x="2650997" y="72720"/>
                  </a:lnTo>
                  <a:lnTo>
                    <a:pt x="2650997" y="125612"/>
                  </a:lnTo>
                  <a:lnTo>
                    <a:pt x="2665333" y="101052"/>
                  </a:lnTo>
                  <a:lnTo>
                    <a:pt x="2653030" y="79921"/>
                  </a:lnTo>
                  <a:lnTo>
                    <a:pt x="2679572" y="79921"/>
                  </a:lnTo>
                  <a:lnTo>
                    <a:pt x="2679572" y="72720"/>
                  </a:lnTo>
                  <a:close/>
                </a:path>
                <a:path w="2731770" h="287654">
                  <a:moveTo>
                    <a:pt x="2679572" y="79921"/>
                  </a:moveTo>
                  <a:lnTo>
                    <a:pt x="2677668" y="79921"/>
                  </a:lnTo>
                  <a:lnTo>
                    <a:pt x="2665333" y="101052"/>
                  </a:lnTo>
                  <a:lnTo>
                    <a:pt x="2679572" y="125510"/>
                  </a:lnTo>
                  <a:lnTo>
                    <a:pt x="2679572" y="79921"/>
                  </a:lnTo>
                  <a:close/>
                </a:path>
                <a:path w="2731770" h="287654">
                  <a:moveTo>
                    <a:pt x="2677668" y="79921"/>
                  </a:moveTo>
                  <a:lnTo>
                    <a:pt x="2653030" y="79921"/>
                  </a:lnTo>
                  <a:lnTo>
                    <a:pt x="2665333" y="101052"/>
                  </a:lnTo>
                  <a:lnTo>
                    <a:pt x="2677668" y="79921"/>
                  </a:lnTo>
                  <a:close/>
                </a:path>
                <a:path w="2731770" h="287654">
                  <a:moveTo>
                    <a:pt x="1269" y="15551"/>
                  </a:moveTo>
                  <a:lnTo>
                    <a:pt x="1269" y="28575"/>
                  </a:lnTo>
                  <a:lnTo>
                    <a:pt x="14350" y="28575"/>
                  </a:lnTo>
                  <a:lnTo>
                    <a:pt x="1269" y="15551"/>
                  </a:lnTo>
                  <a:close/>
                </a:path>
                <a:path w="2731770" h="287654">
                  <a:moveTo>
                    <a:pt x="22225" y="0"/>
                  </a:moveTo>
                  <a:lnTo>
                    <a:pt x="1269" y="0"/>
                  </a:lnTo>
                  <a:lnTo>
                    <a:pt x="1269" y="15551"/>
                  </a:lnTo>
                  <a:lnTo>
                    <a:pt x="14350" y="28575"/>
                  </a:lnTo>
                  <a:lnTo>
                    <a:pt x="28575" y="28575"/>
                  </a:lnTo>
                  <a:lnTo>
                    <a:pt x="28575" y="6400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2912" y="785774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III.</a:t>
            </a:r>
            <a:r>
              <a:rPr dirty="0"/>
              <a:t> </a:t>
            </a:r>
            <a:r>
              <a:rPr spc="-5" dirty="0"/>
              <a:t>Les</a:t>
            </a:r>
            <a:r>
              <a:rPr spc="20" dirty="0"/>
              <a:t> </a:t>
            </a:r>
            <a:r>
              <a:rPr spc="-20" dirty="0"/>
              <a:t>listes</a:t>
            </a:r>
            <a:r>
              <a:rPr spc="5" dirty="0"/>
              <a:t> </a:t>
            </a:r>
            <a:r>
              <a:rPr spc="-15" dirty="0"/>
              <a:t>linéaire</a:t>
            </a:r>
            <a:r>
              <a:rPr spc="65" dirty="0"/>
              <a:t> </a:t>
            </a:r>
            <a:r>
              <a:rPr spc="-10" dirty="0"/>
              <a:t>chainées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07999" y="1565275"/>
            <a:ext cx="8014334" cy="4871720"/>
            <a:chOff x="707999" y="1565275"/>
            <a:chExt cx="8014334" cy="4871720"/>
          </a:xfrm>
        </p:grpSpPr>
        <p:sp>
          <p:nvSpPr>
            <p:cNvPr id="4" name="object 4"/>
            <p:cNvSpPr/>
            <p:nvPr/>
          </p:nvSpPr>
          <p:spPr>
            <a:xfrm>
              <a:off x="714349" y="1571612"/>
              <a:ext cx="8001634" cy="4846320"/>
            </a:xfrm>
            <a:custGeom>
              <a:avLst/>
              <a:gdLst/>
              <a:ahLst/>
              <a:cxnLst/>
              <a:rect l="l" t="t" r="r" b="b"/>
              <a:pathLst>
                <a:path w="8001634" h="4846320">
                  <a:moveTo>
                    <a:pt x="4000500" y="0"/>
                  </a:moveTo>
                  <a:lnTo>
                    <a:pt x="0" y="0"/>
                  </a:lnTo>
                  <a:lnTo>
                    <a:pt x="0" y="4846320"/>
                  </a:lnTo>
                  <a:lnTo>
                    <a:pt x="4000500" y="4846320"/>
                  </a:lnTo>
                  <a:lnTo>
                    <a:pt x="4000500" y="0"/>
                  </a:lnTo>
                  <a:close/>
                </a:path>
                <a:path w="8001634" h="4846320">
                  <a:moveTo>
                    <a:pt x="8001025" y="0"/>
                  </a:moveTo>
                  <a:lnTo>
                    <a:pt x="4000525" y="0"/>
                  </a:lnTo>
                  <a:lnTo>
                    <a:pt x="4000525" y="4846320"/>
                  </a:lnTo>
                  <a:lnTo>
                    <a:pt x="8001025" y="4846320"/>
                  </a:lnTo>
                  <a:lnTo>
                    <a:pt x="8001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7999" y="1565275"/>
              <a:ext cx="8014334" cy="4871720"/>
            </a:xfrm>
            <a:custGeom>
              <a:avLst/>
              <a:gdLst/>
              <a:ahLst/>
              <a:cxnLst/>
              <a:rect l="l" t="t" r="r" b="b"/>
              <a:pathLst>
                <a:path w="8014334" h="4871720">
                  <a:moveTo>
                    <a:pt x="4006875" y="0"/>
                  </a:moveTo>
                  <a:lnTo>
                    <a:pt x="4006875" y="4871707"/>
                  </a:lnTo>
                </a:path>
                <a:path w="8014334" h="4871720">
                  <a:moveTo>
                    <a:pt x="6350" y="0"/>
                  </a:moveTo>
                  <a:lnTo>
                    <a:pt x="6350" y="4871707"/>
                  </a:lnTo>
                </a:path>
                <a:path w="8014334" h="4871720">
                  <a:moveTo>
                    <a:pt x="8007375" y="0"/>
                  </a:moveTo>
                  <a:lnTo>
                    <a:pt x="8007375" y="4871707"/>
                  </a:lnTo>
                </a:path>
                <a:path w="8014334" h="4871720">
                  <a:moveTo>
                    <a:pt x="0" y="6350"/>
                  </a:moveTo>
                  <a:lnTo>
                    <a:pt x="8013725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7999" y="6417932"/>
              <a:ext cx="8014334" cy="0"/>
            </a:xfrm>
            <a:custGeom>
              <a:avLst/>
              <a:gdLst/>
              <a:ahLst/>
              <a:cxnLst/>
              <a:rect l="l" t="t" r="r" b="b"/>
              <a:pathLst>
                <a:path w="8014334">
                  <a:moveTo>
                    <a:pt x="0" y="0"/>
                  </a:moveTo>
                  <a:lnTo>
                    <a:pt x="801372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93191" y="1585340"/>
            <a:ext cx="376936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Procédure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supprimer(x:Entier;Var</a:t>
            </a:r>
            <a:r>
              <a:rPr sz="2400" spc="-9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L:Liste)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624840">
              <a:lnSpc>
                <a:spcPct val="100000"/>
              </a:lnSpc>
            </a:pPr>
            <a:r>
              <a:rPr sz="2400" spc="-305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, Q: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Li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489584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Si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(L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&lt;&gt;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Nil)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Alors</a:t>
            </a:r>
            <a:endParaRPr sz="2400">
              <a:latin typeface="Calibri"/>
              <a:cs typeface="Calibri"/>
            </a:endParaRPr>
          </a:p>
          <a:p>
            <a:pPr marL="82931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endParaRPr sz="2400">
              <a:latin typeface="Calibri"/>
              <a:cs typeface="Calibri"/>
            </a:endParaRPr>
          </a:p>
          <a:p>
            <a:pPr marL="829310" marR="758190" indent="-27305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Si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(L^.Elem=x)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Alors </a:t>
            </a:r>
            <a:r>
              <a:rPr sz="2400" b="1" spc="-5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L^.Suiv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Libérer(P)</a:t>
            </a:r>
            <a:endParaRPr sz="2400">
              <a:latin typeface="Calibri"/>
              <a:cs typeface="Calibri"/>
            </a:endParaRPr>
          </a:p>
          <a:p>
            <a:pPr marL="55626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Sinon</a:t>
            </a:r>
            <a:endParaRPr sz="2400">
              <a:latin typeface="Calibri"/>
              <a:cs typeface="Calibri"/>
            </a:endParaRPr>
          </a:p>
          <a:p>
            <a:pPr marL="82931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Q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8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L^.Suiv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94630" y="1585340"/>
            <a:ext cx="282829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862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TantQue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(Q&lt;&gt;Nil)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Et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(Q^.Elem&lt;&gt;x)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Faire</a:t>
            </a:r>
            <a:endParaRPr sz="2400">
              <a:latin typeface="Calibri"/>
              <a:cs typeface="Calibri"/>
            </a:endParaRPr>
          </a:p>
          <a:p>
            <a:pPr marL="89789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1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Q</a:t>
            </a:r>
            <a:endParaRPr sz="2400">
              <a:latin typeface="Calibri"/>
              <a:cs typeface="Calibri"/>
            </a:endParaRPr>
          </a:p>
          <a:p>
            <a:pPr marL="89789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Q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7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Q^.Suiv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FinTQ</a:t>
            </a:r>
            <a:endParaRPr sz="2400">
              <a:latin typeface="Calibri"/>
              <a:cs typeface="Calibri"/>
            </a:endParaRPr>
          </a:p>
          <a:p>
            <a:pPr marL="624840" marR="5080" indent="-273050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Si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(Q &lt;&gt;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Nil)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Alors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P^.suiv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8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Q^.Suiv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Libérer(Q)</a:t>
            </a:r>
            <a:endParaRPr sz="2400">
              <a:latin typeface="Calibri"/>
              <a:cs typeface="Calibri"/>
            </a:endParaRPr>
          </a:p>
          <a:p>
            <a:pPr marL="421005" marR="1801495" algn="just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FinSi  FinSi 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Finsi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500145"/>
            <a:ext cx="7740015" cy="5263515"/>
          </a:xfrm>
          <a:custGeom>
            <a:avLst/>
            <a:gdLst/>
            <a:ahLst/>
            <a:cxnLst/>
            <a:rect l="l" t="t" r="r" b="b"/>
            <a:pathLst>
              <a:path w="7740015" h="5263515">
                <a:moveTo>
                  <a:pt x="7740015" y="0"/>
                </a:moveTo>
                <a:lnTo>
                  <a:pt x="0" y="0"/>
                </a:lnTo>
                <a:lnTo>
                  <a:pt x="0" y="5263007"/>
                </a:lnTo>
                <a:lnTo>
                  <a:pt x="7740015" y="5263007"/>
                </a:lnTo>
                <a:lnTo>
                  <a:pt x="77400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513713"/>
            <a:ext cx="758380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38225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L'instruction</a:t>
            </a:r>
            <a:r>
              <a:rPr sz="2400" spc="6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Libérer(P)</a:t>
            </a:r>
            <a:r>
              <a:rPr sz="2400" spc="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permet</a:t>
            </a:r>
            <a:r>
              <a:rPr sz="2400" spc="8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8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rendre</a:t>
            </a:r>
            <a:r>
              <a:rPr sz="2400" spc="8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disponible</a:t>
            </a:r>
            <a:r>
              <a:rPr sz="2400" spc="1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l'espace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occupé	par </a:t>
            </a:r>
            <a:r>
              <a:rPr sz="2400" spc="-155" dirty="0">
                <a:solidFill>
                  <a:srgbClr val="1F487C"/>
                </a:solidFill>
                <a:latin typeface="Calibri"/>
                <a:cs typeface="Calibri"/>
              </a:rPr>
              <a:t>P.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Exercice</a:t>
            </a: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Longueur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d'une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tabLst>
                <a:tab pos="939165" algn="l"/>
                <a:tab pos="1403985" algn="l"/>
                <a:tab pos="1632585" algn="l"/>
                <a:tab pos="2882265" algn="l"/>
                <a:tab pos="4225290" algn="l"/>
                <a:tab pos="4836160" algn="l"/>
                <a:tab pos="6148705" algn="l"/>
                <a:tab pos="6592570" algn="l"/>
              </a:tabLst>
            </a:pP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cr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i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onctio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	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é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si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v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	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ourn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le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nomb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 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d'élément	d'une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chainée.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Solution</a:t>
            </a:r>
            <a:endParaRPr sz="240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Fonction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Longueur(L: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Liste):Entier</a:t>
            </a:r>
            <a:endParaRPr sz="2400">
              <a:latin typeface="Calibri"/>
              <a:cs typeface="Calibri"/>
            </a:endParaRPr>
          </a:p>
          <a:p>
            <a:pPr marL="556260">
              <a:lnSpc>
                <a:spcPct val="100000"/>
              </a:lnSpc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89789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Si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(L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Nil)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Alors</a:t>
            </a:r>
            <a:endParaRPr sz="2400">
              <a:latin typeface="Calibri"/>
              <a:cs typeface="Calibri"/>
            </a:endParaRPr>
          </a:p>
          <a:p>
            <a:pPr marL="151193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Longueur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89789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Sinon</a:t>
            </a:r>
            <a:endParaRPr sz="2400">
              <a:latin typeface="Calibri"/>
              <a:cs typeface="Calibri"/>
            </a:endParaRPr>
          </a:p>
          <a:p>
            <a:pPr marL="123952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Longueur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6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1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Longueur(L^.Suiv)</a:t>
            </a:r>
            <a:endParaRPr sz="2400">
              <a:latin typeface="Calibri"/>
              <a:cs typeface="Calibri"/>
            </a:endParaRPr>
          </a:p>
          <a:p>
            <a:pPr marL="556260" marR="6080125" indent="340995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FinSi 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2912" y="785774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III.</a:t>
            </a:r>
            <a:r>
              <a:rPr dirty="0"/>
              <a:t> </a:t>
            </a:r>
            <a:r>
              <a:rPr spc="-5" dirty="0"/>
              <a:t>Les</a:t>
            </a:r>
            <a:r>
              <a:rPr spc="20" dirty="0"/>
              <a:t> </a:t>
            </a:r>
            <a:r>
              <a:rPr spc="-20" dirty="0"/>
              <a:t>listes</a:t>
            </a:r>
            <a:r>
              <a:rPr spc="5" dirty="0"/>
              <a:t> </a:t>
            </a:r>
            <a:r>
              <a:rPr spc="-15" dirty="0"/>
              <a:t>linéaire</a:t>
            </a:r>
            <a:r>
              <a:rPr spc="65" dirty="0"/>
              <a:t> </a:t>
            </a:r>
            <a:r>
              <a:rPr spc="-10" dirty="0"/>
              <a:t>chainées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500136"/>
            <a:ext cx="7740015" cy="5078730"/>
          </a:xfrm>
          <a:custGeom>
            <a:avLst/>
            <a:gdLst/>
            <a:ahLst/>
            <a:cxnLst/>
            <a:rect l="l" t="t" r="r" b="b"/>
            <a:pathLst>
              <a:path w="7740015" h="5078730">
                <a:moveTo>
                  <a:pt x="7740015" y="0"/>
                </a:moveTo>
                <a:lnTo>
                  <a:pt x="0" y="0"/>
                </a:lnTo>
                <a:lnTo>
                  <a:pt x="0" y="5078349"/>
                </a:lnTo>
                <a:lnTo>
                  <a:pt x="7740015" y="5078349"/>
                </a:lnTo>
                <a:lnTo>
                  <a:pt x="77400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513713"/>
            <a:ext cx="7583805" cy="1767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Remarque: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chainé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circulaire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particulière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dans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laquelle le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dernier élément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pointe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premier élément 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la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liste.</a:t>
            </a:r>
            <a:endParaRPr sz="240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35"/>
              </a:spcBef>
            </a:pP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Tête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4819" y="4623561"/>
            <a:ext cx="758317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IV.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Les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listes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 à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chainage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double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sont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listes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chainées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avec,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plus,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un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pointeur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vers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l'élément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précédent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chaque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cellule.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Cette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structure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permet de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parcourir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 les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2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sens et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d'accélérer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recherche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d'un élément: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2912" y="785774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III.</a:t>
            </a:r>
            <a:r>
              <a:rPr dirty="0"/>
              <a:t> </a:t>
            </a:r>
            <a:r>
              <a:rPr spc="-5" dirty="0"/>
              <a:t>Les</a:t>
            </a:r>
            <a:r>
              <a:rPr spc="20" dirty="0"/>
              <a:t> </a:t>
            </a:r>
            <a:r>
              <a:rPr spc="-20" dirty="0"/>
              <a:t>listes</a:t>
            </a:r>
            <a:r>
              <a:rPr spc="5" dirty="0"/>
              <a:t> </a:t>
            </a:r>
            <a:r>
              <a:rPr spc="-15" dirty="0"/>
              <a:t>linéaire</a:t>
            </a:r>
            <a:r>
              <a:rPr spc="65" dirty="0"/>
              <a:t> </a:t>
            </a:r>
            <a:r>
              <a:rPr spc="-10" dirty="0"/>
              <a:t>chainées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987399" y="3416300"/>
            <a:ext cx="2057400" cy="637540"/>
            <a:chOff x="987399" y="3416300"/>
            <a:chExt cx="2057400" cy="637540"/>
          </a:xfrm>
        </p:grpSpPr>
        <p:sp>
          <p:nvSpPr>
            <p:cNvPr id="7" name="object 7"/>
            <p:cNvSpPr/>
            <p:nvPr/>
          </p:nvSpPr>
          <p:spPr>
            <a:xfrm>
              <a:off x="1000099" y="3429000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305968" y="0"/>
                  </a:moveTo>
                  <a:lnTo>
                    <a:pt x="256343" y="4005"/>
                  </a:lnTo>
                  <a:lnTo>
                    <a:pt x="209266" y="15602"/>
                  </a:lnTo>
                  <a:lnTo>
                    <a:pt x="165367" y="34159"/>
                  </a:lnTo>
                  <a:lnTo>
                    <a:pt x="125276" y="59045"/>
                  </a:lnTo>
                  <a:lnTo>
                    <a:pt x="89623" y="89630"/>
                  </a:lnTo>
                  <a:lnTo>
                    <a:pt x="59040" y="125281"/>
                  </a:lnTo>
                  <a:lnTo>
                    <a:pt x="34155" y="165370"/>
                  </a:lnTo>
                  <a:lnTo>
                    <a:pt x="15600" y="209263"/>
                  </a:lnTo>
                  <a:lnTo>
                    <a:pt x="4005" y="256331"/>
                  </a:lnTo>
                  <a:lnTo>
                    <a:pt x="0" y="305943"/>
                  </a:lnTo>
                  <a:lnTo>
                    <a:pt x="4004" y="355588"/>
                  </a:lnTo>
                  <a:lnTo>
                    <a:pt x="15599" y="402684"/>
                  </a:lnTo>
                  <a:lnTo>
                    <a:pt x="34153" y="446599"/>
                  </a:lnTo>
                  <a:lnTo>
                    <a:pt x="59036" y="486703"/>
                  </a:lnTo>
                  <a:lnTo>
                    <a:pt x="89619" y="522366"/>
                  </a:lnTo>
                  <a:lnTo>
                    <a:pt x="125270" y="552959"/>
                  </a:lnTo>
                  <a:lnTo>
                    <a:pt x="165361" y="577849"/>
                  </a:lnTo>
                  <a:lnTo>
                    <a:pt x="209261" y="596409"/>
                  </a:lnTo>
                  <a:lnTo>
                    <a:pt x="256340" y="608007"/>
                  </a:lnTo>
                  <a:lnTo>
                    <a:pt x="305968" y="612013"/>
                  </a:lnTo>
                  <a:lnTo>
                    <a:pt x="355614" y="608007"/>
                  </a:lnTo>
                  <a:lnTo>
                    <a:pt x="402709" y="596409"/>
                  </a:lnTo>
                  <a:lnTo>
                    <a:pt x="446624" y="577849"/>
                  </a:lnTo>
                  <a:lnTo>
                    <a:pt x="486729" y="552959"/>
                  </a:lnTo>
                  <a:lnTo>
                    <a:pt x="522392" y="522366"/>
                  </a:lnTo>
                  <a:lnTo>
                    <a:pt x="552984" y="486703"/>
                  </a:lnTo>
                  <a:lnTo>
                    <a:pt x="577875" y="446599"/>
                  </a:lnTo>
                  <a:lnTo>
                    <a:pt x="596434" y="402684"/>
                  </a:lnTo>
                  <a:lnTo>
                    <a:pt x="608032" y="355588"/>
                  </a:lnTo>
                  <a:lnTo>
                    <a:pt x="612038" y="305943"/>
                  </a:lnTo>
                  <a:lnTo>
                    <a:pt x="608032" y="256331"/>
                  </a:lnTo>
                  <a:lnTo>
                    <a:pt x="596434" y="209263"/>
                  </a:lnTo>
                  <a:lnTo>
                    <a:pt x="577875" y="165370"/>
                  </a:lnTo>
                  <a:lnTo>
                    <a:pt x="552984" y="125281"/>
                  </a:lnTo>
                  <a:lnTo>
                    <a:pt x="522392" y="89630"/>
                  </a:lnTo>
                  <a:lnTo>
                    <a:pt x="486729" y="59045"/>
                  </a:lnTo>
                  <a:lnTo>
                    <a:pt x="446624" y="34159"/>
                  </a:lnTo>
                  <a:lnTo>
                    <a:pt x="402709" y="15602"/>
                  </a:lnTo>
                  <a:lnTo>
                    <a:pt x="355614" y="4005"/>
                  </a:lnTo>
                  <a:lnTo>
                    <a:pt x="305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00099" y="3429000"/>
              <a:ext cx="2032000" cy="612140"/>
            </a:xfrm>
            <a:custGeom>
              <a:avLst/>
              <a:gdLst/>
              <a:ahLst/>
              <a:cxnLst/>
              <a:rect l="l" t="t" r="r" b="b"/>
              <a:pathLst>
                <a:path w="2032000" h="612139">
                  <a:moveTo>
                    <a:pt x="0" y="305943"/>
                  </a:moveTo>
                  <a:lnTo>
                    <a:pt x="4005" y="256331"/>
                  </a:lnTo>
                  <a:lnTo>
                    <a:pt x="15600" y="209263"/>
                  </a:lnTo>
                  <a:lnTo>
                    <a:pt x="34155" y="165370"/>
                  </a:lnTo>
                  <a:lnTo>
                    <a:pt x="59040" y="125281"/>
                  </a:lnTo>
                  <a:lnTo>
                    <a:pt x="89623" y="89630"/>
                  </a:lnTo>
                  <a:lnTo>
                    <a:pt x="125276" y="59045"/>
                  </a:lnTo>
                  <a:lnTo>
                    <a:pt x="165367" y="34159"/>
                  </a:lnTo>
                  <a:lnTo>
                    <a:pt x="209266" y="15602"/>
                  </a:lnTo>
                  <a:lnTo>
                    <a:pt x="256343" y="4005"/>
                  </a:lnTo>
                  <a:lnTo>
                    <a:pt x="305968" y="0"/>
                  </a:lnTo>
                  <a:lnTo>
                    <a:pt x="355614" y="4005"/>
                  </a:lnTo>
                  <a:lnTo>
                    <a:pt x="402709" y="15602"/>
                  </a:lnTo>
                  <a:lnTo>
                    <a:pt x="446624" y="34159"/>
                  </a:lnTo>
                  <a:lnTo>
                    <a:pt x="486729" y="59045"/>
                  </a:lnTo>
                  <a:lnTo>
                    <a:pt x="522392" y="89630"/>
                  </a:lnTo>
                  <a:lnTo>
                    <a:pt x="552984" y="125281"/>
                  </a:lnTo>
                  <a:lnTo>
                    <a:pt x="577875" y="165370"/>
                  </a:lnTo>
                  <a:lnTo>
                    <a:pt x="596434" y="209263"/>
                  </a:lnTo>
                  <a:lnTo>
                    <a:pt x="608032" y="256331"/>
                  </a:lnTo>
                  <a:lnTo>
                    <a:pt x="612038" y="305943"/>
                  </a:lnTo>
                  <a:lnTo>
                    <a:pt x="608032" y="355588"/>
                  </a:lnTo>
                  <a:lnTo>
                    <a:pt x="596434" y="402684"/>
                  </a:lnTo>
                  <a:lnTo>
                    <a:pt x="577875" y="446599"/>
                  </a:lnTo>
                  <a:lnTo>
                    <a:pt x="552984" y="486703"/>
                  </a:lnTo>
                  <a:lnTo>
                    <a:pt x="522392" y="522366"/>
                  </a:lnTo>
                  <a:lnTo>
                    <a:pt x="486729" y="552959"/>
                  </a:lnTo>
                  <a:lnTo>
                    <a:pt x="446624" y="577849"/>
                  </a:lnTo>
                  <a:lnTo>
                    <a:pt x="402709" y="596409"/>
                  </a:lnTo>
                  <a:lnTo>
                    <a:pt x="355614" y="608007"/>
                  </a:lnTo>
                  <a:lnTo>
                    <a:pt x="305968" y="612013"/>
                  </a:lnTo>
                  <a:lnTo>
                    <a:pt x="256340" y="608007"/>
                  </a:lnTo>
                  <a:lnTo>
                    <a:pt x="209261" y="596409"/>
                  </a:lnTo>
                  <a:lnTo>
                    <a:pt x="165361" y="577849"/>
                  </a:lnTo>
                  <a:lnTo>
                    <a:pt x="125270" y="552959"/>
                  </a:lnTo>
                  <a:lnTo>
                    <a:pt x="89619" y="522366"/>
                  </a:lnTo>
                  <a:lnTo>
                    <a:pt x="59036" y="486703"/>
                  </a:lnTo>
                  <a:lnTo>
                    <a:pt x="34153" y="446599"/>
                  </a:lnTo>
                  <a:lnTo>
                    <a:pt x="15599" y="402684"/>
                  </a:lnTo>
                  <a:lnTo>
                    <a:pt x="4004" y="355588"/>
                  </a:lnTo>
                  <a:lnTo>
                    <a:pt x="0" y="305943"/>
                  </a:lnTo>
                  <a:close/>
                </a:path>
                <a:path w="2032000" h="612139">
                  <a:moveTo>
                    <a:pt x="951763" y="571500"/>
                  </a:moveTo>
                  <a:lnTo>
                    <a:pt x="2031758" y="571500"/>
                  </a:lnTo>
                  <a:lnTo>
                    <a:pt x="2031758" y="31496"/>
                  </a:lnTo>
                  <a:lnTo>
                    <a:pt x="951763" y="31496"/>
                  </a:lnTo>
                  <a:lnTo>
                    <a:pt x="951763" y="5715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64563" y="3473196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541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830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11883" y="3446970"/>
            <a:ext cx="3053080" cy="568960"/>
            <a:chOff x="1611883" y="3446970"/>
            <a:chExt cx="3053080" cy="568960"/>
          </a:xfrm>
        </p:grpSpPr>
        <p:sp>
          <p:nvSpPr>
            <p:cNvPr id="11" name="object 11"/>
            <p:cNvSpPr/>
            <p:nvPr/>
          </p:nvSpPr>
          <p:spPr>
            <a:xfrm>
              <a:off x="1611884" y="3664838"/>
              <a:ext cx="1951989" cy="133985"/>
            </a:xfrm>
            <a:custGeom>
              <a:avLst/>
              <a:gdLst/>
              <a:ahLst/>
              <a:cxnLst/>
              <a:rect l="l" t="t" r="r" b="b"/>
              <a:pathLst>
                <a:path w="1951989" h="133985">
                  <a:moveTo>
                    <a:pt x="340106" y="65659"/>
                  </a:moveTo>
                  <a:lnTo>
                    <a:pt x="315417" y="51689"/>
                  </a:lnTo>
                  <a:lnTo>
                    <a:pt x="232410" y="4699"/>
                  </a:lnTo>
                  <a:lnTo>
                    <a:pt x="225425" y="889"/>
                  </a:lnTo>
                  <a:lnTo>
                    <a:pt x="216789" y="3302"/>
                  </a:lnTo>
                  <a:lnTo>
                    <a:pt x="212852" y="10160"/>
                  </a:lnTo>
                  <a:lnTo>
                    <a:pt x="209042" y="17018"/>
                  </a:lnTo>
                  <a:lnTo>
                    <a:pt x="211455" y="25781"/>
                  </a:lnTo>
                  <a:lnTo>
                    <a:pt x="218313" y="29591"/>
                  </a:lnTo>
                  <a:lnTo>
                    <a:pt x="258597" y="52412"/>
                  </a:lnTo>
                  <a:lnTo>
                    <a:pt x="0" y="55880"/>
                  </a:lnTo>
                  <a:lnTo>
                    <a:pt x="381" y="84455"/>
                  </a:lnTo>
                  <a:lnTo>
                    <a:pt x="259143" y="80975"/>
                  </a:lnTo>
                  <a:lnTo>
                    <a:pt x="212471" y="108966"/>
                  </a:lnTo>
                  <a:lnTo>
                    <a:pt x="210312" y="117729"/>
                  </a:lnTo>
                  <a:lnTo>
                    <a:pt x="214376" y="124587"/>
                  </a:lnTo>
                  <a:lnTo>
                    <a:pt x="218440" y="131318"/>
                  </a:lnTo>
                  <a:lnTo>
                    <a:pt x="227203" y="133477"/>
                  </a:lnTo>
                  <a:lnTo>
                    <a:pt x="340106" y="65659"/>
                  </a:lnTo>
                  <a:close/>
                </a:path>
                <a:path w="1951989" h="133985">
                  <a:moveTo>
                    <a:pt x="1951609" y="65659"/>
                  </a:moveTo>
                  <a:lnTo>
                    <a:pt x="1927123" y="51562"/>
                  </a:lnTo>
                  <a:lnTo>
                    <a:pt x="1837563" y="0"/>
                  </a:lnTo>
                  <a:lnTo>
                    <a:pt x="1828800" y="2413"/>
                  </a:lnTo>
                  <a:lnTo>
                    <a:pt x="1824863" y="9144"/>
                  </a:lnTo>
                  <a:lnTo>
                    <a:pt x="1820926" y="16002"/>
                  </a:lnTo>
                  <a:lnTo>
                    <a:pt x="1823339" y="24765"/>
                  </a:lnTo>
                  <a:lnTo>
                    <a:pt x="1870329" y="51866"/>
                  </a:lnTo>
                  <a:lnTo>
                    <a:pt x="1174115" y="55880"/>
                  </a:lnTo>
                  <a:lnTo>
                    <a:pt x="1174242" y="84455"/>
                  </a:lnTo>
                  <a:lnTo>
                    <a:pt x="1870430" y="80441"/>
                  </a:lnTo>
                  <a:lnTo>
                    <a:pt x="1823720" y="108077"/>
                  </a:lnTo>
                  <a:lnTo>
                    <a:pt x="1821561" y="116840"/>
                  </a:lnTo>
                  <a:lnTo>
                    <a:pt x="1825498" y="123571"/>
                  </a:lnTo>
                  <a:lnTo>
                    <a:pt x="1829562" y="130429"/>
                  </a:lnTo>
                  <a:lnTo>
                    <a:pt x="1838325" y="132588"/>
                  </a:lnTo>
                  <a:lnTo>
                    <a:pt x="1951609" y="65659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91105" y="3461258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5" h="540385">
                  <a:moveTo>
                    <a:pt x="0" y="0"/>
                  </a:moveTo>
                  <a:lnTo>
                    <a:pt x="1524" y="540003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71875" y="3460496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84575" y="3473196"/>
            <a:ext cx="514984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541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0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420615" y="3447034"/>
            <a:ext cx="1878964" cy="565785"/>
            <a:chOff x="4420615" y="3447034"/>
            <a:chExt cx="1878964" cy="565785"/>
          </a:xfrm>
        </p:grpSpPr>
        <p:sp>
          <p:nvSpPr>
            <p:cNvPr id="16" name="object 16"/>
            <p:cNvSpPr/>
            <p:nvPr/>
          </p:nvSpPr>
          <p:spPr>
            <a:xfrm>
              <a:off x="4420615" y="3664077"/>
              <a:ext cx="777875" cy="132715"/>
            </a:xfrm>
            <a:custGeom>
              <a:avLst/>
              <a:gdLst/>
              <a:ahLst/>
              <a:cxnLst/>
              <a:rect l="l" t="t" r="r" b="b"/>
              <a:pathLst>
                <a:path w="777875" h="132714">
                  <a:moveTo>
                    <a:pt x="753012" y="51562"/>
                  </a:moveTo>
                  <a:lnTo>
                    <a:pt x="749046" y="51562"/>
                  </a:lnTo>
                  <a:lnTo>
                    <a:pt x="749300" y="80137"/>
                  </a:lnTo>
                  <a:lnTo>
                    <a:pt x="696319" y="80442"/>
                  </a:lnTo>
                  <a:lnTo>
                    <a:pt x="649732" y="107950"/>
                  </a:lnTo>
                  <a:lnTo>
                    <a:pt x="647446" y="116712"/>
                  </a:lnTo>
                  <a:lnTo>
                    <a:pt x="651383" y="123571"/>
                  </a:lnTo>
                  <a:lnTo>
                    <a:pt x="655447" y="130302"/>
                  </a:lnTo>
                  <a:lnTo>
                    <a:pt x="664210" y="132587"/>
                  </a:lnTo>
                  <a:lnTo>
                    <a:pt x="671068" y="128650"/>
                  </a:lnTo>
                  <a:lnTo>
                    <a:pt x="777494" y="65659"/>
                  </a:lnTo>
                  <a:lnTo>
                    <a:pt x="753012" y="51562"/>
                  </a:lnTo>
                  <a:close/>
                </a:path>
                <a:path w="777875" h="132714">
                  <a:moveTo>
                    <a:pt x="696280" y="51866"/>
                  </a:moveTo>
                  <a:lnTo>
                    <a:pt x="0" y="55880"/>
                  </a:lnTo>
                  <a:lnTo>
                    <a:pt x="126" y="84455"/>
                  </a:lnTo>
                  <a:lnTo>
                    <a:pt x="696319" y="80442"/>
                  </a:lnTo>
                  <a:lnTo>
                    <a:pt x="720781" y="65976"/>
                  </a:lnTo>
                  <a:lnTo>
                    <a:pt x="696280" y="51866"/>
                  </a:lnTo>
                  <a:close/>
                </a:path>
                <a:path w="777875" h="132714">
                  <a:moveTo>
                    <a:pt x="720781" y="65976"/>
                  </a:moveTo>
                  <a:lnTo>
                    <a:pt x="696319" y="80442"/>
                  </a:lnTo>
                  <a:lnTo>
                    <a:pt x="749300" y="80137"/>
                  </a:lnTo>
                  <a:lnTo>
                    <a:pt x="749283" y="78231"/>
                  </a:lnTo>
                  <a:lnTo>
                    <a:pt x="742061" y="78231"/>
                  </a:lnTo>
                  <a:lnTo>
                    <a:pt x="720781" y="65976"/>
                  </a:lnTo>
                  <a:close/>
                </a:path>
                <a:path w="777875" h="132714">
                  <a:moveTo>
                    <a:pt x="741934" y="53467"/>
                  </a:moveTo>
                  <a:lnTo>
                    <a:pt x="720781" y="65976"/>
                  </a:lnTo>
                  <a:lnTo>
                    <a:pt x="742061" y="78231"/>
                  </a:lnTo>
                  <a:lnTo>
                    <a:pt x="741934" y="53467"/>
                  </a:lnTo>
                  <a:close/>
                </a:path>
                <a:path w="777875" h="132714">
                  <a:moveTo>
                    <a:pt x="749062" y="53467"/>
                  </a:moveTo>
                  <a:lnTo>
                    <a:pt x="741934" y="53467"/>
                  </a:lnTo>
                  <a:lnTo>
                    <a:pt x="742061" y="78231"/>
                  </a:lnTo>
                  <a:lnTo>
                    <a:pt x="749283" y="78231"/>
                  </a:lnTo>
                  <a:lnTo>
                    <a:pt x="749062" y="53467"/>
                  </a:lnTo>
                  <a:close/>
                </a:path>
                <a:path w="777875" h="132714">
                  <a:moveTo>
                    <a:pt x="749046" y="51562"/>
                  </a:moveTo>
                  <a:lnTo>
                    <a:pt x="696280" y="51866"/>
                  </a:lnTo>
                  <a:lnTo>
                    <a:pt x="720781" y="65976"/>
                  </a:lnTo>
                  <a:lnTo>
                    <a:pt x="741934" y="53467"/>
                  </a:lnTo>
                  <a:lnTo>
                    <a:pt x="749062" y="53467"/>
                  </a:lnTo>
                  <a:lnTo>
                    <a:pt x="749046" y="51562"/>
                  </a:lnTo>
                  <a:close/>
                </a:path>
                <a:path w="777875" h="132714">
                  <a:moveTo>
                    <a:pt x="663448" y="0"/>
                  </a:moveTo>
                  <a:lnTo>
                    <a:pt x="654685" y="2286"/>
                  </a:lnTo>
                  <a:lnTo>
                    <a:pt x="646811" y="16002"/>
                  </a:lnTo>
                  <a:lnTo>
                    <a:pt x="649224" y="24765"/>
                  </a:lnTo>
                  <a:lnTo>
                    <a:pt x="696280" y="51866"/>
                  </a:lnTo>
                  <a:lnTo>
                    <a:pt x="753012" y="51562"/>
                  </a:lnTo>
                  <a:lnTo>
                    <a:pt x="66344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06491" y="3459734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219191" y="3472434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541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72123" y="3649090"/>
            <a:ext cx="777875" cy="132715"/>
          </a:xfrm>
          <a:custGeom>
            <a:avLst/>
            <a:gdLst/>
            <a:ahLst/>
            <a:cxnLst/>
            <a:rect l="l" t="t" r="r" b="b"/>
            <a:pathLst>
              <a:path w="777875" h="132714">
                <a:moveTo>
                  <a:pt x="753012" y="51561"/>
                </a:moveTo>
                <a:lnTo>
                  <a:pt x="749046" y="51561"/>
                </a:lnTo>
                <a:lnTo>
                  <a:pt x="749300" y="80136"/>
                </a:lnTo>
                <a:lnTo>
                  <a:pt x="696319" y="80442"/>
                </a:lnTo>
                <a:lnTo>
                  <a:pt x="656462" y="104012"/>
                </a:lnTo>
                <a:lnTo>
                  <a:pt x="649731" y="108076"/>
                </a:lnTo>
                <a:lnTo>
                  <a:pt x="647446" y="116839"/>
                </a:lnTo>
                <a:lnTo>
                  <a:pt x="651382" y="123570"/>
                </a:lnTo>
                <a:lnTo>
                  <a:pt x="655447" y="130428"/>
                </a:lnTo>
                <a:lnTo>
                  <a:pt x="664209" y="132587"/>
                </a:lnTo>
                <a:lnTo>
                  <a:pt x="671068" y="128650"/>
                </a:lnTo>
                <a:lnTo>
                  <a:pt x="777494" y="65658"/>
                </a:lnTo>
                <a:lnTo>
                  <a:pt x="753012" y="51561"/>
                </a:lnTo>
                <a:close/>
              </a:path>
              <a:path w="777875" h="132714">
                <a:moveTo>
                  <a:pt x="696280" y="51866"/>
                </a:moveTo>
                <a:lnTo>
                  <a:pt x="0" y="55879"/>
                </a:lnTo>
                <a:lnTo>
                  <a:pt x="126" y="84454"/>
                </a:lnTo>
                <a:lnTo>
                  <a:pt x="696319" y="80442"/>
                </a:lnTo>
                <a:lnTo>
                  <a:pt x="720781" y="65976"/>
                </a:lnTo>
                <a:lnTo>
                  <a:pt x="696280" y="51866"/>
                </a:lnTo>
                <a:close/>
              </a:path>
              <a:path w="777875" h="132714">
                <a:moveTo>
                  <a:pt x="720781" y="65976"/>
                </a:moveTo>
                <a:lnTo>
                  <a:pt x="696319" y="80442"/>
                </a:lnTo>
                <a:lnTo>
                  <a:pt x="749300" y="80136"/>
                </a:lnTo>
                <a:lnTo>
                  <a:pt x="749283" y="78231"/>
                </a:lnTo>
                <a:lnTo>
                  <a:pt x="742060" y="78231"/>
                </a:lnTo>
                <a:lnTo>
                  <a:pt x="720781" y="65976"/>
                </a:lnTo>
                <a:close/>
              </a:path>
              <a:path w="777875" h="132714">
                <a:moveTo>
                  <a:pt x="741933" y="53466"/>
                </a:moveTo>
                <a:lnTo>
                  <a:pt x="720781" y="65976"/>
                </a:lnTo>
                <a:lnTo>
                  <a:pt x="742060" y="78231"/>
                </a:lnTo>
                <a:lnTo>
                  <a:pt x="741933" y="53466"/>
                </a:lnTo>
                <a:close/>
              </a:path>
              <a:path w="777875" h="132714">
                <a:moveTo>
                  <a:pt x="749062" y="53466"/>
                </a:moveTo>
                <a:lnTo>
                  <a:pt x="741933" y="53466"/>
                </a:lnTo>
                <a:lnTo>
                  <a:pt x="742060" y="78231"/>
                </a:lnTo>
                <a:lnTo>
                  <a:pt x="749283" y="78231"/>
                </a:lnTo>
                <a:lnTo>
                  <a:pt x="749062" y="53466"/>
                </a:lnTo>
                <a:close/>
              </a:path>
              <a:path w="777875" h="132714">
                <a:moveTo>
                  <a:pt x="749046" y="51561"/>
                </a:moveTo>
                <a:lnTo>
                  <a:pt x="696280" y="51866"/>
                </a:lnTo>
                <a:lnTo>
                  <a:pt x="720781" y="65976"/>
                </a:lnTo>
                <a:lnTo>
                  <a:pt x="741933" y="53466"/>
                </a:lnTo>
                <a:lnTo>
                  <a:pt x="749062" y="53466"/>
                </a:lnTo>
                <a:lnTo>
                  <a:pt x="749046" y="51561"/>
                </a:lnTo>
                <a:close/>
              </a:path>
              <a:path w="777875" h="132714">
                <a:moveTo>
                  <a:pt x="663448" y="0"/>
                </a:moveTo>
                <a:lnTo>
                  <a:pt x="654684" y="2285"/>
                </a:lnTo>
                <a:lnTo>
                  <a:pt x="646810" y="16001"/>
                </a:lnTo>
                <a:lnTo>
                  <a:pt x="649224" y="24764"/>
                </a:lnTo>
                <a:lnTo>
                  <a:pt x="696280" y="51866"/>
                </a:lnTo>
                <a:lnTo>
                  <a:pt x="753012" y="51561"/>
                </a:lnTo>
                <a:lnTo>
                  <a:pt x="663448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5731446" y="3446208"/>
            <a:ext cx="2268220" cy="568960"/>
            <a:chOff x="5731446" y="3446208"/>
            <a:chExt cx="2268220" cy="568960"/>
          </a:xfrm>
        </p:grpSpPr>
        <p:sp>
          <p:nvSpPr>
            <p:cNvPr id="21" name="object 21"/>
            <p:cNvSpPr/>
            <p:nvPr/>
          </p:nvSpPr>
          <p:spPr>
            <a:xfrm>
              <a:off x="5745734" y="3460496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4" h="540385">
                  <a:moveTo>
                    <a:pt x="0" y="0"/>
                  </a:moveTo>
                  <a:lnTo>
                    <a:pt x="1524" y="540003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06895" y="3460496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4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987031" y="3429127"/>
            <a:ext cx="872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Fin de </a:t>
            </a: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li</a:t>
            </a:r>
            <a:r>
              <a:rPr sz="1800" b="1" spc="-20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1800" b="1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1800" b="1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(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Nil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190495" y="3455225"/>
            <a:ext cx="3824604" cy="788670"/>
            <a:chOff x="2190495" y="3455225"/>
            <a:chExt cx="3824604" cy="788670"/>
          </a:xfrm>
        </p:grpSpPr>
        <p:sp>
          <p:nvSpPr>
            <p:cNvPr id="25" name="object 25"/>
            <p:cNvSpPr/>
            <p:nvPr/>
          </p:nvSpPr>
          <p:spPr>
            <a:xfrm>
              <a:off x="4113656" y="3469513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4" h="540385">
                  <a:moveTo>
                    <a:pt x="0" y="0"/>
                  </a:moveTo>
                  <a:lnTo>
                    <a:pt x="1523" y="540004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90495" y="3999738"/>
              <a:ext cx="3824604" cy="243840"/>
            </a:xfrm>
            <a:custGeom>
              <a:avLst/>
              <a:gdLst/>
              <a:ahLst/>
              <a:cxnLst/>
              <a:rect l="l" t="t" r="r" b="b"/>
              <a:pathLst>
                <a:path w="3824604" h="243839">
                  <a:moveTo>
                    <a:pt x="66278" y="57326"/>
                  </a:moveTo>
                  <a:lnTo>
                    <a:pt x="52002" y="81784"/>
                  </a:lnTo>
                  <a:lnTo>
                    <a:pt x="51943" y="237236"/>
                  </a:lnTo>
                  <a:lnTo>
                    <a:pt x="58420" y="243712"/>
                  </a:lnTo>
                  <a:lnTo>
                    <a:pt x="3818128" y="243712"/>
                  </a:lnTo>
                  <a:lnTo>
                    <a:pt x="3824604" y="237236"/>
                  </a:lnTo>
                  <a:lnTo>
                    <a:pt x="3824604" y="229362"/>
                  </a:lnTo>
                  <a:lnTo>
                    <a:pt x="80518" y="229362"/>
                  </a:lnTo>
                  <a:lnTo>
                    <a:pt x="66293" y="215137"/>
                  </a:lnTo>
                  <a:lnTo>
                    <a:pt x="80518" y="215137"/>
                  </a:lnTo>
                  <a:lnTo>
                    <a:pt x="80518" y="81784"/>
                  </a:lnTo>
                  <a:lnTo>
                    <a:pt x="66278" y="57326"/>
                  </a:lnTo>
                  <a:close/>
                </a:path>
                <a:path w="3824604" h="243839">
                  <a:moveTo>
                    <a:pt x="80518" y="215137"/>
                  </a:moveTo>
                  <a:lnTo>
                    <a:pt x="66293" y="215137"/>
                  </a:lnTo>
                  <a:lnTo>
                    <a:pt x="80518" y="229362"/>
                  </a:lnTo>
                  <a:lnTo>
                    <a:pt x="80518" y="215137"/>
                  </a:lnTo>
                  <a:close/>
                </a:path>
                <a:path w="3824604" h="243839">
                  <a:moveTo>
                    <a:pt x="3796029" y="215137"/>
                  </a:moveTo>
                  <a:lnTo>
                    <a:pt x="80518" y="215137"/>
                  </a:lnTo>
                  <a:lnTo>
                    <a:pt x="80518" y="229362"/>
                  </a:lnTo>
                  <a:lnTo>
                    <a:pt x="3796029" y="229362"/>
                  </a:lnTo>
                  <a:lnTo>
                    <a:pt x="3796029" y="215137"/>
                  </a:lnTo>
                  <a:close/>
                </a:path>
                <a:path w="3824604" h="243839">
                  <a:moveTo>
                    <a:pt x="3824604" y="0"/>
                  </a:moveTo>
                  <a:lnTo>
                    <a:pt x="3796029" y="0"/>
                  </a:lnTo>
                  <a:lnTo>
                    <a:pt x="3796029" y="229362"/>
                  </a:lnTo>
                  <a:lnTo>
                    <a:pt x="3810254" y="215137"/>
                  </a:lnTo>
                  <a:lnTo>
                    <a:pt x="3824604" y="215137"/>
                  </a:lnTo>
                  <a:lnTo>
                    <a:pt x="3824604" y="0"/>
                  </a:lnTo>
                  <a:close/>
                </a:path>
                <a:path w="3824604" h="243839">
                  <a:moveTo>
                    <a:pt x="3824604" y="215137"/>
                  </a:moveTo>
                  <a:lnTo>
                    <a:pt x="3810254" y="215137"/>
                  </a:lnTo>
                  <a:lnTo>
                    <a:pt x="3796029" y="229362"/>
                  </a:lnTo>
                  <a:lnTo>
                    <a:pt x="3824604" y="229362"/>
                  </a:lnTo>
                  <a:lnTo>
                    <a:pt x="3824604" y="215137"/>
                  </a:lnTo>
                  <a:close/>
                </a:path>
                <a:path w="3824604" h="243839">
                  <a:moveTo>
                    <a:pt x="66293" y="635"/>
                  </a:moveTo>
                  <a:lnTo>
                    <a:pt x="3937" y="107568"/>
                  </a:lnTo>
                  <a:lnTo>
                    <a:pt x="0" y="114426"/>
                  </a:lnTo>
                  <a:lnTo>
                    <a:pt x="2286" y="123189"/>
                  </a:lnTo>
                  <a:lnTo>
                    <a:pt x="9017" y="127126"/>
                  </a:lnTo>
                  <a:lnTo>
                    <a:pt x="15875" y="131063"/>
                  </a:lnTo>
                  <a:lnTo>
                    <a:pt x="24637" y="128778"/>
                  </a:lnTo>
                  <a:lnTo>
                    <a:pt x="28575" y="121919"/>
                  </a:lnTo>
                  <a:lnTo>
                    <a:pt x="51943" y="81885"/>
                  </a:lnTo>
                  <a:lnTo>
                    <a:pt x="51943" y="29082"/>
                  </a:lnTo>
                  <a:lnTo>
                    <a:pt x="82883" y="29082"/>
                  </a:lnTo>
                  <a:lnTo>
                    <a:pt x="66293" y="635"/>
                  </a:lnTo>
                  <a:close/>
                </a:path>
                <a:path w="3824604" h="243839">
                  <a:moveTo>
                    <a:pt x="82883" y="29082"/>
                  </a:moveTo>
                  <a:lnTo>
                    <a:pt x="80518" y="29082"/>
                  </a:lnTo>
                  <a:lnTo>
                    <a:pt x="80577" y="81885"/>
                  </a:lnTo>
                  <a:lnTo>
                    <a:pt x="103886" y="121919"/>
                  </a:lnTo>
                  <a:lnTo>
                    <a:pt x="107950" y="128778"/>
                  </a:lnTo>
                  <a:lnTo>
                    <a:pt x="116712" y="131063"/>
                  </a:lnTo>
                  <a:lnTo>
                    <a:pt x="123443" y="127126"/>
                  </a:lnTo>
                  <a:lnTo>
                    <a:pt x="130302" y="123189"/>
                  </a:lnTo>
                  <a:lnTo>
                    <a:pt x="132587" y="114426"/>
                  </a:lnTo>
                  <a:lnTo>
                    <a:pt x="128651" y="107568"/>
                  </a:lnTo>
                  <a:lnTo>
                    <a:pt x="82883" y="29082"/>
                  </a:lnTo>
                  <a:close/>
                </a:path>
                <a:path w="3824604" h="243839">
                  <a:moveTo>
                    <a:pt x="80518" y="29082"/>
                  </a:moveTo>
                  <a:lnTo>
                    <a:pt x="51943" y="29082"/>
                  </a:lnTo>
                  <a:lnTo>
                    <a:pt x="51943" y="81885"/>
                  </a:lnTo>
                  <a:lnTo>
                    <a:pt x="66278" y="57326"/>
                  </a:lnTo>
                  <a:lnTo>
                    <a:pt x="53975" y="36194"/>
                  </a:lnTo>
                  <a:lnTo>
                    <a:pt x="80518" y="36194"/>
                  </a:lnTo>
                  <a:lnTo>
                    <a:pt x="80518" y="29082"/>
                  </a:lnTo>
                  <a:close/>
                </a:path>
                <a:path w="3824604" h="243839">
                  <a:moveTo>
                    <a:pt x="80518" y="36194"/>
                  </a:moveTo>
                  <a:lnTo>
                    <a:pt x="78612" y="36194"/>
                  </a:lnTo>
                  <a:lnTo>
                    <a:pt x="66278" y="57326"/>
                  </a:lnTo>
                  <a:lnTo>
                    <a:pt x="80518" y="81784"/>
                  </a:lnTo>
                  <a:lnTo>
                    <a:pt x="80518" y="36194"/>
                  </a:lnTo>
                  <a:close/>
                </a:path>
                <a:path w="3824604" h="243839">
                  <a:moveTo>
                    <a:pt x="78612" y="36194"/>
                  </a:moveTo>
                  <a:lnTo>
                    <a:pt x="53975" y="36194"/>
                  </a:lnTo>
                  <a:lnTo>
                    <a:pt x="66278" y="57326"/>
                  </a:lnTo>
                  <a:lnTo>
                    <a:pt x="78612" y="36194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2912" y="969604"/>
            <a:ext cx="8001000" cy="5817235"/>
          </a:xfrm>
          <a:custGeom>
            <a:avLst/>
            <a:gdLst/>
            <a:ahLst/>
            <a:cxnLst/>
            <a:rect l="l" t="t" r="r" b="b"/>
            <a:pathLst>
              <a:path w="8001000" h="5817234">
                <a:moveTo>
                  <a:pt x="8001000" y="0"/>
                </a:moveTo>
                <a:lnTo>
                  <a:pt x="0" y="0"/>
                </a:lnTo>
                <a:lnTo>
                  <a:pt x="0" y="5816981"/>
                </a:lnTo>
                <a:lnTo>
                  <a:pt x="8001000" y="5816981"/>
                </a:lnTo>
                <a:lnTo>
                  <a:pt x="8001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1868" y="2633853"/>
            <a:ext cx="7819390" cy="4048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635" algn="r">
              <a:lnSpc>
                <a:spcPts val="2145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Queue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865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supposant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les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élément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sont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entiers,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celle-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ci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déclare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façon suivante:</a:t>
            </a:r>
            <a:endParaRPr sz="2400">
              <a:latin typeface="Calibri"/>
              <a:cs typeface="Calibri"/>
            </a:endParaRPr>
          </a:p>
          <a:p>
            <a:pPr marL="772795">
              <a:lnSpc>
                <a:spcPct val="100000"/>
              </a:lnSpc>
              <a:spcBef>
                <a:spcPts val="20"/>
              </a:spcBef>
            </a:pPr>
            <a:r>
              <a:rPr sz="2200" spc="-30" dirty="0">
                <a:solidFill>
                  <a:srgbClr val="1F487C"/>
                </a:solidFill>
                <a:latin typeface="Calibri"/>
                <a:cs typeface="Calibri"/>
              </a:rPr>
              <a:t>Type</a:t>
            </a:r>
            <a:endParaRPr sz="2200">
              <a:latin typeface="Calibri"/>
              <a:cs typeface="Calibri"/>
            </a:endParaRPr>
          </a:p>
          <a:p>
            <a:pPr marL="1027430" marR="5034280" algn="r">
              <a:lnSpc>
                <a:spcPct val="100000"/>
              </a:lnSpc>
            </a:pPr>
            <a:r>
              <a:rPr sz="2200" spc="-15" dirty="0">
                <a:solidFill>
                  <a:srgbClr val="1F487C"/>
                </a:solidFill>
                <a:latin typeface="Calibri"/>
                <a:cs typeface="Calibri"/>
              </a:rPr>
              <a:t>liste </a:t>
            </a: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= ^Cellule </a:t>
            </a:r>
            <a:r>
              <a:rPr sz="22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F487C"/>
                </a:solidFill>
                <a:latin typeface="Calibri"/>
                <a:cs typeface="Calibri"/>
              </a:rPr>
              <a:t>Cellule </a:t>
            </a: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= </a:t>
            </a:r>
            <a:r>
              <a:rPr sz="2200" spc="-10" dirty="0">
                <a:solidFill>
                  <a:srgbClr val="1F487C"/>
                </a:solidFill>
                <a:latin typeface="Calibri"/>
                <a:cs typeface="Calibri"/>
              </a:rPr>
              <a:t>Struct </a:t>
            </a:r>
            <a:r>
              <a:rPr sz="2200" spc="-484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libri"/>
                <a:cs typeface="Calibri"/>
              </a:rPr>
              <a:t>Pred</a:t>
            </a:r>
            <a:r>
              <a:rPr sz="22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libri"/>
                <a:cs typeface="Calibri"/>
              </a:rPr>
              <a:t>Liste</a:t>
            </a:r>
            <a:endParaRPr sz="2200">
              <a:latin typeface="Calibri"/>
              <a:cs typeface="Calibri"/>
            </a:endParaRPr>
          </a:p>
          <a:p>
            <a:pPr marL="1535430">
              <a:lnSpc>
                <a:spcPct val="100000"/>
              </a:lnSpc>
            </a:pPr>
            <a:r>
              <a:rPr sz="2200" spc="-10" dirty="0">
                <a:solidFill>
                  <a:srgbClr val="1F487C"/>
                </a:solidFill>
                <a:latin typeface="Calibri"/>
                <a:cs typeface="Calibri"/>
              </a:rPr>
              <a:t>Elem </a:t>
            </a: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2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F487C"/>
                </a:solidFill>
                <a:latin typeface="Calibri"/>
                <a:cs typeface="Calibri"/>
              </a:rPr>
              <a:t>Entier</a:t>
            </a:r>
            <a:endParaRPr sz="2200">
              <a:latin typeface="Calibri"/>
              <a:cs typeface="Calibri"/>
            </a:endParaRPr>
          </a:p>
          <a:p>
            <a:pPr marL="153543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Suiv</a:t>
            </a:r>
            <a:r>
              <a:rPr sz="22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2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endParaRPr sz="2200">
              <a:latin typeface="Calibri"/>
              <a:cs typeface="Calibri"/>
            </a:endParaRPr>
          </a:p>
          <a:p>
            <a:pPr marL="1027430">
              <a:lnSpc>
                <a:spcPct val="100000"/>
              </a:lnSpc>
            </a:pP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FinStruct</a:t>
            </a:r>
            <a:endParaRPr sz="2200">
              <a:latin typeface="Calibri"/>
              <a:cs typeface="Calibri"/>
            </a:endParaRPr>
          </a:p>
          <a:p>
            <a:pPr marL="646430">
              <a:lnSpc>
                <a:spcPct val="100000"/>
              </a:lnSpc>
            </a:pPr>
            <a:r>
              <a:rPr sz="2200" spc="-45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200">
              <a:latin typeface="Calibri"/>
              <a:cs typeface="Calibri"/>
            </a:endParaRPr>
          </a:p>
          <a:p>
            <a:pPr marL="1153795">
              <a:lnSpc>
                <a:spcPct val="100000"/>
              </a:lnSpc>
            </a:pP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L:</a:t>
            </a:r>
            <a:r>
              <a:rPr sz="22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2912" y="500024"/>
            <a:ext cx="7572375" cy="523240"/>
          </a:xfrm>
          <a:custGeom>
            <a:avLst/>
            <a:gdLst/>
            <a:ahLst/>
            <a:cxnLst/>
            <a:rect l="l" t="t" r="r" b="b"/>
            <a:pathLst>
              <a:path w="7572375" h="523240">
                <a:moveTo>
                  <a:pt x="7572375" y="0"/>
                </a:moveTo>
                <a:lnTo>
                  <a:pt x="0" y="0"/>
                </a:lnTo>
                <a:lnTo>
                  <a:pt x="0" y="523214"/>
                </a:lnTo>
                <a:lnTo>
                  <a:pt x="7572375" y="523214"/>
                </a:lnTo>
                <a:lnTo>
                  <a:pt x="75723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1868" y="430627"/>
            <a:ext cx="4538345" cy="85725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pc="-95" dirty="0"/>
              <a:t>IV.</a:t>
            </a:r>
            <a:r>
              <a:rPr spc="-25" dirty="0"/>
              <a:t> </a:t>
            </a:r>
            <a:r>
              <a:rPr spc="-5" dirty="0"/>
              <a:t>Les</a:t>
            </a:r>
            <a:r>
              <a:rPr spc="5" dirty="0"/>
              <a:t> </a:t>
            </a:r>
            <a:r>
              <a:rPr spc="-20" dirty="0"/>
              <a:t>listes</a:t>
            </a:r>
            <a:r>
              <a:rPr spc="15" dirty="0"/>
              <a:t> </a:t>
            </a:r>
            <a:r>
              <a:rPr spc="-5" dirty="0"/>
              <a:t>à</a:t>
            </a:r>
            <a:r>
              <a:rPr spc="-10" dirty="0"/>
              <a:t> chainage</a:t>
            </a:r>
            <a:r>
              <a:rPr spc="45" dirty="0"/>
              <a:t> </a:t>
            </a:r>
            <a:r>
              <a:rPr spc="-5" dirty="0"/>
              <a:t>double</a:t>
            </a:r>
          </a:p>
          <a:p>
            <a:pPr marL="797560">
              <a:lnSpc>
                <a:spcPct val="100000"/>
              </a:lnSpc>
              <a:spcBef>
                <a:spcPts val="405"/>
              </a:spcBef>
            </a:pPr>
            <a:r>
              <a:rPr sz="1800" spc="-50" dirty="0">
                <a:solidFill>
                  <a:srgbClr val="C00000"/>
                </a:solidFill>
              </a:rPr>
              <a:t>Tête</a:t>
            </a:r>
            <a:endParaRPr sz="1800"/>
          </a:p>
        </p:txBody>
      </p:sp>
      <p:grpSp>
        <p:nvGrpSpPr>
          <p:cNvPr id="6" name="object 6"/>
          <p:cNvGrpSpPr/>
          <p:nvPr/>
        </p:nvGrpSpPr>
        <p:grpSpPr>
          <a:xfrm>
            <a:off x="1507108" y="1287272"/>
            <a:ext cx="1845945" cy="985519"/>
            <a:chOff x="1507108" y="1287272"/>
            <a:chExt cx="1845945" cy="985519"/>
          </a:xfrm>
        </p:grpSpPr>
        <p:sp>
          <p:nvSpPr>
            <p:cNvPr id="7" name="object 7"/>
            <p:cNvSpPr/>
            <p:nvPr/>
          </p:nvSpPr>
          <p:spPr>
            <a:xfrm>
              <a:off x="1519808" y="129997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>
                  <a:moveTo>
                    <a:pt x="180085" y="0"/>
                  </a:moveTo>
                  <a:lnTo>
                    <a:pt x="132218" y="6424"/>
                  </a:lnTo>
                  <a:lnTo>
                    <a:pt x="89201" y="24558"/>
                  </a:lnTo>
                  <a:lnTo>
                    <a:pt x="52752" y="52689"/>
                  </a:lnTo>
                  <a:lnTo>
                    <a:pt x="24590" y="89106"/>
                  </a:lnTo>
                  <a:lnTo>
                    <a:pt x="6434" y="132100"/>
                  </a:lnTo>
                  <a:lnTo>
                    <a:pt x="0" y="179958"/>
                  </a:lnTo>
                  <a:lnTo>
                    <a:pt x="6434" y="227817"/>
                  </a:lnTo>
                  <a:lnTo>
                    <a:pt x="24590" y="270811"/>
                  </a:lnTo>
                  <a:lnTo>
                    <a:pt x="52752" y="307228"/>
                  </a:lnTo>
                  <a:lnTo>
                    <a:pt x="89201" y="335359"/>
                  </a:lnTo>
                  <a:lnTo>
                    <a:pt x="132218" y="353493"/>
                  </a:lnTo>
                  <a:lnTo>
                    <a:pt x="180085" y="359917"/>
                  </a:lnTo>
                  <a:lnTo>
                    <a:pt x="227900" y="353493"/>
                  </a:lnTo>
                  <a:lnTo>
                    <a:pt x="270881" y="335359"/>
                  </a:lnTo>
                  <a:lnTo>
                    <a:pt x="307308" y="307228"/>
                  </a:lnTo>
                  <a:lnTo>
                    <a:pt x="335458" y="270811"/>
                  </a:lnTo>
                  <a:lnTo>
                    <a:pt x="353611" y="227817"/>
                  </a:lnTo>
                  <a:lnTo>
                    <a:pt x="360045" y="179958"/>
                  </a:lnTo>
                  <a:lnTo>
                    <a:pt x="353611" y="132100"/>
                  </a:lnTo>
                  <a:lnTo>
                    <a:pt x="335458" y="89106"/>
                  </a:lnTo>
                  <a:lnTo>
                    <a:pt x="307308" y="52689"/>
                  </a:lnTo>
                  <a:lnTo>
                    <a:pt x="270881" y="24558"/>
                  </a:lnTo>
                  <a:lnTo>
                    <a:pt x="227900" y="6424"/>
                  </a:lnTo>
                  <a:lnTo>
                    <a:pt x="1800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19808" y="1299972"/>
              <a:ext cx="1820545" cy="960119"/>
            </a:xfrm>
            <a:custGeom>
              <a:avLst/>
              <a:gdLst/>
              <a:ahLst/>
              <a:cxnLst/>
              <a:rect l="l" t="t" r="r" b="b"/>
              <a:pathLst>
                <a:path w="1820545" h="960119">
                  <a:moveTo>
                    <a:pt x="0" y="179958"/>
                  </a:moveTo>
                  <a:lnTo>
                    <a:pt x="6434" y="132100"/>
                  </a:lnTo>
                  <a:lnTo>
                    <a:pt x="24590" y="89106"/>
                  </a:lnTo>
                  <a:lnTo>
                    <a:pt x="52752" y="52689"/>
                  </a:lnTo>
                  <a:lnTo>
                    <a:pt x="89201" y="24558"/>
                  </a:lnTo>
                  <a:lnTo>
                    <a:pt x="132218" y="6424"/>
                  </a:lnTo>
                  <a:lnTo>
                    <a:pt x="180085" y="0"/>
                  </a:lnTo>
                  <a:lnTo>
                    <a:pt x="227900" y="6424"/>
                  </a:lnTo>
                  <a:lnTo>
                    <a:pt x="270881" y="24558"/>
                  </a:lnTo>
                  <a:lnTo>
                    <a:pt x="307308" y="52689"/>
                  </a:lnTo>
                  <a:lnTo>
                    <a:pt x="335458" y="89106"/>
                  </a:lnTo>
                  <a:lnTo>
                    <a:pt x="353611" y="132100"/>
                  </a:lnTo>
                  <a:lnTo>
                    <a:pt x="360045" y="179958"/>
                  </a:lnTo>
                  <a:lnTo>
                    <a:pt x="353611" y="227817"/>
                  </a:lnTo>
                  <a:lnTo>
                    <a:pt x="335458" y="270811"/>
                  </a:lnTo>
                  <a:lnTo>
                    <a:pt x="307308" y="307228"/>
                  </a:lnTo>
                  <a:lnTo>
                    <a:pt x="270881" y="335359"/>
                  </a:lnTo>
                  <a:lnTo>
                    <a:pt x="227900" y="353493"/>
                  </a:lnTo>
                  <a:lnTo>
                    <a:pt x="180085" y="359917"/>
                  </a:lnTo>
                  <a:lnTo>
                    <a:pt x="132218" y="353493"/>
                  </a:lnTo>
                  <a:lnTo>
                    <a:pt x="89201" y="335359"/>
                  </a:lnTo>
                  <a:lnTo>
                    <a:pt x="52752" y="307228"/>
                  </a:lnTo>
                  <a:lnTo>
                    <a:pt x="24590" y="270811"/>
                  </a:lnTo>
                  <a:lnTo>
                    <a:pt x="6434" y="227817"/>
                  </a:lnTo>
                  <a:lnTo>
                    <a:pt x="0" y="179958"/>
                  </a:lnTo>
                  <a:close/>
                </a:path>
                <a:path w="1820545" h="960119">
                  <a:moveTo>
                    <a:pt x="740283" y="959612"/>
                  </a:moveTo>
                  <a:lnTo>
                    <a:pt x="1820278" y="959612"/>
                  </a:lnTo>
                  <a:lnTo>
                    <a:pt x="1820278" y="419608"/>
                  </a:lnTo>
                  <a:lnTo>
                    <a:pt x="740283" y="419608"/>
                  </a:lnTo>
                  <a:lnTo>
                    <a:pt x="740283" y="959612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38234" y="1732279"/>
            <a:ext cx="36893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541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0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07042" y="1706054"/>
            <a:ext cx="1965960" cy="568960"/>
            <a:chOff x="3007042" y="1706054"/>
            <a:chExt cx="1965960" cy="568960"/>
          </a:xfrm>
        </p:grpSpPr>
        <p:sp>
          <p:nvSpPr>
            <p:cNvPr id="11" name="object 11"/>
            <p:cNvSpPr/>
            <p:nvPr/>
          </p:nvSpPr>
          <p:spPr>
            <a:xfrm>
              <a:off x="3094227" y="1923923"/>
              <a:ext cx="777875" cy="132715"/>
            </a:xfrm>
            <a:custGeom>
              <a:avLst/>
              <a:gdLst/>
              <a:ahLst/>
              <a:cxnLst/>
              <a:rect l="l" t="t" r="r" b="b"/>
              <a:pathLst>
                <a:path w="777875" h="132714">
                  <a:moveTo>
                    <a:pt x="753012" y="51562"/>
                  </a:moveTo>
                  <a:lnTo>
                    <a:pt x="749046" y="51562"/>
                  </a:lnTo>
                  <a:lnTo>
                    <a:pt x="749300" y="80137"/>
                  </a:lnTo>
                  <a:lnTo>
                    <a:pt x="696319" y="80442"/>
                  </a:lnTo>
                  <a:lnTo>
                    <a:pt x="656463" y="104012"/>
                  </a:lnTo>
                  <a:lnTo>
                    <a:pt x="649732" y="108076"/>
                  </a:lnTo>
                  <a:lnTo>
                    <a:pt x="647446" y="116839"/>
                  </a:lnTo>
                  <a:lnTo>
                    <a:pt x="651383" y="123571"/>
                  </a:lnTo>
                  <a:lnTo>
                    <a:pt x="655447" y="130428"/>
                  </a:lnTo>
                  <a:lnTo>
                    <a:pt x="664210" y="132587"/>
                  </a:lnTo>
                  <a:lnTo>
                    <a:pt x="671068" y="128650"/>
                  </a:lnTo>
                  <a:lnTo>
                    <a:pt x="777494" y="65659"/>
                  </a:lnTo>
                  <a:lnTo>
                    <a:pt x="753012" y="51562"/>
                  </a:lnTo>
                  <a:close/>
                </a:path>
                <a:path w="777875" h="132714">
                  <a:moveTo>
                    <a:pt x="696280" y="51866"/>
                  </a:moveTo>
                  <a:lnTo>
                    <a:pt x="0" y="55879"/>
                  </a:lnTo>
                  <a:lnTo>
                    <a:pt x="127" y="84454"/>
                  </a:lnTo>
                  <a:lnTo>
                    <a:pt x="696319" y="80442"/>
                  </a:lnTo>
                  <a:lnTo>
                    <a:pt x="720781" y="65976"/>
                  </a:lnTo>
                  <a:lnTo>
                    <a:pt x="696280" y="51866"/>
                  </a:lnTo>
                  <a:close/>
                </a:path>
                <a:path w="777875" h="132714">
                  <a:moveTo>
                    <a:pt x="720781" y="65976"/>
                  </a:moveTo>
                  <a:lnTo>
                    <a:pt x="696319" y="80442"/>
                  </a:lnTo>
                  <a:lnTo>
                    <a:pt x="749300" y="80137"/>
                  </a:lnTo>
                  <a:lnTo>
                    <a:pt x="749283" y="78231"/>
                  </a:lnTo>
                  <a:lnTo>
                    <a:pt x="742061" y="78231"/>
                  </a:lnTo>
                  <a:lnTo>
                    <a:pt x="720781" y="65976"/>
                  </a:lnTo>
                  <a:close/>
                </a:path>
                <a:path w="777875" h="132714">
                  <a:moveTo>
                    <a:pt x="741934" y="53466"/>
                  </a:moveTo>
                  <a:lnTo>
                    <a:pt x="720781" y="65976"/>
                  </a:lnTo>
                  <a:lnTo>
                    <a:pt x="742061" y="78231"/>
                  </a:lnTo>
                  <a:lnTo>
                    <a:pt x="741934" y="53466"/>
                  </a:lnTo>
                  <a:close/>
                </a:path>
                <a:path w="777875" h="132714">
                  <a:moveTo>
                    <a:pt x="749062" y="53466"/>
                  </a:moveTo>
                  <a:lnTo>
                    <a:pt x="741934" y="53466"/>
                  </a:lnTo>
                  <a:lnTo>
                    <a:pt x="742061" y="78231"/>
                  </a:lnTo>
                  <a:lnTo>
                    <a:pt x="749283" y="78231"/>
                  </a:lnTo>
                  <a:lnTo>
                    <a:pt x="749062" y="53466"/>
                  </a:lnTo>
                  <a:close/>
                </a:path>
                <a:path w="777875" h="132714">
                  <a:moveTo>
                    <a:pt x="749046" y="51562"/>
                  </a:moveTo>
                  <a:lnTo>
                    <a:pt x="696280" y="51866"/>
                  </a:lnTo>
                  <a:lnTo>
                    <a:pt x="720781" y="65976"/>
                  </a:lnTo>
                  <a:lnTo>
                    <a:pt x="741934" y="53466"/>
                  </a:lnTo>
                  <a:lnTo>
                    <a:pt x="749062" y="53466"/>
                  </a:lnTo>
                  <a:lnTo>
                    <a:pt x="749046" y="51562"/>
                  </a:lnTo>
                  <a:close/>
                </a:path>
                <a:path w="777875" h="132714">
                  <a:moveTo>
                    <a:pt x="663448" y="0"/>
                  </a:moveTo>
                  <a:lnTo>
                    <a:pt x="654685" y="2286"/>
                  </a:lnTo>
                  <a:lnTo>
                    <a:pt x="646811" y="16001"/>
                  </a:lnTo>
                  <a:lnTo>
                    <a:pt x="649224" y="24764"/>
                  </a:lnTo>
                  <a:lnTo>
                    <a:pt x="696280" y="51866"/>
                  </a:lnTo>
                  <a:lnTo>
                    <a:pt x="753012" y="51562"/>
                  </a:lnTo>
                  <a:lnTo>
                    <a:pt x="66344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21329" y="1720342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5" h="540385">
                  <a:moveTo>
                    <a:pt x="0" y="0"/>
                  </a:moveTo>
                  <a:lnTo>
                    <a:pt x="1524" y="540004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103" y="1719580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51642" y="1732279"/>
            <a:ext cx="400050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541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830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28845" y="1706117"/>
            <a:ext cx="1878964" cy="565785"/>
            <a:chOff x="4728845" y="1706117"/>
            <a:chExt cx="1878964" cy="565785"/>
          </a:xfrm>
        </p:grpSpPr>
        <p:sp>
          <p:nvSpPr>
            <p:cNvPr id="16" name="object 16"/>
            <p:cNvSpPr/>
            <p:nvPr/>
          </p:nvSpPr>
          <p:spPr>
            <a:xfrm>
              <a:off x="4728845" y="1923160"/>
              <a:ext cx="777875" cy="132715"/>
            </a:xfrm>
            <a:custGeom>
              <a:avLst/>
              <a:gdLst/>
              <a:ahLst/>
              <a:cxnLst/>
              <a:rect l="l" t="t" r="r" b="b"/>
              <a:pathLst>
                <a:path w="777875" h="132714">
                  <a:moveTo>
                    <a:pt x="752792" y="51435"/>
                  </a:moveTo>
                  <a:lnTo>
                    <a:pt x="749172" y="51435"/>
                  </a:lnTo>
                  <a:lnTo>
                    <a:pt x="749300" y="80010"/>
                  </a:lnTo>
                  <a:lnTo>
                    <a:pt x="696521" y="80323"/>
                  </a:lnTo>
                  <a:lnTo>
                    <a:pt x="649731" y="107950"/>
                  </a:lnTo>
                  <a:lnTo>
                    <a:pt x="647445" y="116712"/>
                  </a:lnTo>
                  <a:lnTo>
                    <a:pt x="651509" y="123571"/>
                  </a:lnTo>
                  <a:lnTo>
                    <a:pt x="655446" y="130301"/>
                  </a:lnTo>
                  <a:lnTo>
                    <a:pt x="664209" y="132587"/>
                  </a:lnTo>
                  <a:lnTo>
                    <a:pt x="777493" y="65659"/>
                  </a:lnTo>
                  <a:lnTo>
                    <a:pt x="752792" y="51435"/>
                  </a:lnTo>
                  <a:close/>
                </a:path>
                <a:path w="777875" h="132714">
                  <a:moveTo>
                    <a:pt x="696189" y="51749"/>
                  </a:moveTo>
                  <a:lnTo>
                    <a:pt x="0" y="55879"/>
                  </a:lnTo>
                  <a:lnTo>
                    <a:pt x="126" y="84454"/>
                  </a:lnTo>
                  <a:lnTo>
                    <a:pt x="696521" y="80323"/>
                  </a:lnTo>
                  <a:lnTo>
                    <a:pt x="720865" y="65926"/>
                  </a:lnTo>
                  <a:lnTo>
                    <a:pt x="696189" y="51749"/>
                  </a:lnTo>
                  <a:close/>
                </a:path>
                <a:path w="777875" h="132714">
                  <a:moveTo>
                    <a:pt x="720865" y="65926"/>
                  </a:moveTo>
                  <a:lnTo>
                    <a:pt x="696521" y="80323"/>
                  </a:lnTo>
                  <a:lnTo>
                    <a:pt x="749300" y="80010"/>
                  </a:lnTo>
                  <a:lnTo>
                    <a:pt x="749291" y="78104"/>
                  </a:lnTo>
                  <a:lnTo>
                    <a:pt x="742060" y="78104"/>
                  </a:lnTo>
                  <a:lnTo>
                    <a:pt x="720865" y="65926"/>
                  </a:lnTo>
                  <a:close/>
                </a:path>
                <a:path w="777875" h="132714">
                  <a:moveTo>
                    <a:pt x="741933" y="53466"/>
                  </a:moveTo>
                  <a:lnTo>
                    <a:pt x="720865" y="65926"/>
                  </a:lnTo>
                  <a:lnTo>
                    <a:pt x="742060" y="78104"/>
                  </a:lnTo>
                  <a:lnTo>
                    <a:pt x="741933" y="53466"/>
                  </a:lnTo>
                  <a:close/>
                </a:path>
                <a:path w="777875" h="132714">
                  <a:moveTo>
                    <a:pt x="749182" y="53466"/>
                  </a:moveTo>
                  <a:lnTo>
                    <a:pt x="741933" y="53466"/>
                  </a:lnTo>
                  <a:lnTo>
                    <a:pt x="742060" y="78104"/>
                  </a:lnTo>
                  <a:lnTo>
                    <a:pt x="749291" y="78104"/>
                  </a:lnTo>
                  <a:lnTo>
                    <a:pt x="749182" y="53466"/>
                  </a:lnTo>
                  <a:close/>
                </a:path>
                <a:path w="777875" h="132714">
                  <a:moveTo>
                    <a:pt x="749172" y="51435"/>
                  </a:moveTo>
                  <a:lnTo>
                    <a:pt x="696189" y="51749"/>
                  </a:lnTo>
                  <a:lnTo>
                    <a:pt x="720865" y="65926"/>
                  </a:lnTo>
                  <a:lnTo>
                    <a:pt x="741933" y="53466"/>
                  </a:lnTo>
                  <a:lnTo>
                    <a:pt x="749182" y="53466"/>
                  </a:lnTo>
                  <a:lnTo>
                    <a:pt x="749172" y="51435"/>
                  </a:lnTo>
                  <a:close/>
                </a:path>
                <a:path w="777875" h="132714">
                  <a:moveTo>
                    <a:pt x="663447" y="0"/>
                  </a:moveTo>
                  <a:lnTo>
                    <a:pt x="654684" y="2286"/>
                  </a:lnTo>
                  <a:lnTo>
                    <a:pt x="646810" y="16001"/>
                  </a:lnTo>
                  <a:lnTo>
                    <a:pt x="649224" y="24764"/>
                  </a:lnTo>
                  <a:lnTo>
                    <a:pt x="696189" y="51749"/>
                  </a:lnTo>
                  <a:lnTo>
                    <a:pt x="752792" y="51435"/>
                  </a:lnTo>
                  <a:lnTo>
                    <a:pt x="663447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14721" y="1718817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4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909881" y="1731517"/>
            <a:ext cx="384810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477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825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94691" y="1705292"/>
            <a:ext cx="2013585" cy="568960"/>
            <a:chOff x="6294691" y="1705292"/>
            <a:chExt cx="2013585" cy="568960"/>
          </a:xfrm>
        </p:grpSpPr>
        <p:sp>
          <p:nvSpPr>
            <p:cNvPr id="20" name="object 20"/>
            <p:cNvSpPr/>
            <p:nvPr/>
          </p:nvSpPr>
          <p:spPr>
            <a:xfrm>
              <a:off x="6308978" y="1719579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4" h="540385">
                  <a:moveTo>
                    <a:pt x="0" y="0"/>
                  </a:moveTo>
                  <a:lnTo>
                    <a:pt x="1650" y="540004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80352" y="1908174"/>
              <a:ext cx="777875" cy="132715"/>
            </a:xfrm>
            <a:custGeom>
              <a:avLst/>
              <a:gdLst/>
              <a:ahLst/>
              <a:cxnLst/>
              <a:rect l="l" t="t" r="r" b="b"/>
              <a:pathLst>
                <a:path w="777875" h="132714">
                  <a:moveTo>
                    <a:pt x="753012" y="51562"/>
                  </a:moveTo>
                  <a:lnTo>
                    <a:pt x="749173" y="51562"/>
                  </a:lnTo>
                  <a:lnTo>
                    <a:pt x="749300" y="80137"/>
                  </a:lnTo>
                  <a:lnTo>
                    <a:pt x="696319" y="80442"/>
                  </a:lnTo>
                  <a:lnTo>
                    <a:pt x="656463" y="104012"/>
                  </a:lnTo>
                  <a:lnTo>
                    <a:pt x="649731" y="108076"/>
                  </a:lnTo>
                  <a:lnTo>
                    <a:pt x="647446" y="116839"/>
                  </a:lnTo>
                  <a:lnTo>
                    <a:pt x="651510" y="123571"/>
                  </a:lnTo>
                  <a:lnTo>
                    <a:pt x="655447" y="130301"/>
                  </a:lnTo>
                  <a:lnTo>
                    <a:pt x="664210" y="132587"/>
                  </a:lnTo>
                  <a:lnTo>
                    <a:pt x="671068" y="128650"/>
                  </a:lnTo>
                  <a:lnTo>
                    <a:pt x="777494" y="65659"/>
                  </a:lnTo>
                  <a:lnTo>
                    <a:pt x="753012" y="51562"/>
                  </a:lnTo>
                  <a:close/>
                </a:path>
                <a:path w="777875" h="132714">
                  <a:moveTo>
                    <a:pt x="696282" y="51866"/>
                  </a:moveTo>
                  <a:lnTo>
                    <a:pt x="0" y="55879"/>
                  </a:lnTo>
                  <a:lnTo>
                    <a:pt x="126" y="84454"/>
                  </a:lnTo>
                  <a:lnTo>
                    <a:pt x="696319" y="80442"/>
                  </a:lnTo>
                  <a:lnTo>
                    <a:pt x="720781" y="65976"/>
                  </a:lnTo>
                  <a:lnTo>
                    <a:pt x="696282" y="51866"/>
                  </a:lnTo>
                  <a:close/>
                </a:path>
                <a:path w="777875" h="132714">
                  <a:moveTo>
                    <a:pt x="720781" y="65976"/>
                  </a:moveTo>
                  <a:lnTo>
                    <a:pt x="696319" y="80442"/>
                  </a:lnTo>
                  <a:lnTo>
                    <a:pt x="749300" y="80137"/>
                  </a:lnTo>
                  <a:lnTo>
                    <a:pt x="749291" y="78232"/>
                  </a:lnTo>
                  <a:lnTo>
                    <a:pt x="742061" y="78232"/>
                  </a:lnTo>
                  <a:lnTo>
                    <a:pt x="720781" y="65976"/>
                  </a:lnTo>
                  <a:close/>
                </a:path>
                <a:path w="777875" h="132714">
                  <a:moveTo>
                    <a:pt x="741933" y="53466"/>
                  </a:moveTo>
                  <a:lnTo>
                    <a:pt x="720781" y="65976"/>
                  </a:lnTo>
                  <a:lnTo>
                    <a:pt x="742061" y="78232"/>
                  </a:lnTo>
                  <a:lnTo>
                    <a:pt x="741933" y="53466"/>
                  </a:lnTo>
                  <a:close/>
                </a:path>
                <a:path w="777875" h="132714">
                  <a:moveTo>
                    <a:pt x="749181" y="53466"/>
                  </a:moveTo>
                  <a:lnTo>
                    <a:pt x="741933" y="53466"/>
                  </a:lnTo>
                  <a:lnTo>
                    <a:pt x="742061" y="78232"/>
                  </a:lnTo>
                  <a:lnTo>
                    <a:pt x="749291" y="78232"/>
                  </a:lnTo>
                  <a:lnTo>
                    <a:pt x="749181" y="53466"/>
                  </a:lnTo>
                  <a:close/>
                </a:path>
                <a:path w="777875" h="132714">
                  <a:moveTo>
                    <a:pt x="749173" y="51562"/>
                  </a:moveTo>
                  <a:lnTo>
                    <a:pt x="696282" y="51866"/>
                  </a:lnTo>
                  <a:lnTo>
                    <a:pt x="720781" y="65976"/>
                  </a:lnTo>
                  <a:lnTo>
                    <a:pt x="741933" y="53466"/>
                  </a:lnTo>
                  <a:lnTo>
                    <a:pt x="749181" y="53466"/>
                  </a:lnTo>
                  <a:lnTo>
                    <a:pt x="749173" y="51562"/>
                  </a:lnTo>
                  <a:close/>
                </a:path>
                <a:path w="777875" h="132714">
                  <a:moveTo>
                    <a:pt x="663448" y="0"/>
                  </a:moveTo>
                  <a:lnTo>
                    <a:pt x="654685" y="2286"/>
                  </a:lnTo>
                  <a:lnTo>
                    <a:pt x="646811" y="16001"/>
                  </a:lnTo>
                  <a:lnTo>
                    <a:pt x="649224" y="24764"/>
                  </a:lnTo>
                  <a:lnTo>
                    <a:pt x="696282" y="51866"/>
                  </a:lnTo>
                  <a:lnTo>
                    <a:pt x="753012" y="51562"/>
                  </a:lnTo>
                  <a:lnTo>
                    <a:pt x="66344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15250" y="1719579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4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295133" y="1824990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Nil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736851" y="1947926"/>
            <a:ext cx="643255" cy="132715"/>
          </a:xfrm>
          <a:custGeom>
            <a:avLst/>
            <a:gdLst/>
            <a:ahLst/>
            <a:cxnLst/>
            <a:rect l="l" t="t" r="r" b="b"/>
            <a:pathLst>
              <a:path w="643255" h="132714">
                <a:moveTo>
                  <a:pt x="113792" y="0"/>
                </a:moveTo>
                <a:lnTo>
                  <a:pt x="0" y="66421"/>
                </a:lnTo>
                <a:lnTo>
                  <a:pt x="113792" y="132714"/>
                </a:lnTo>
                <a:lnTo>
                  <a:pt x="122555" y="130428"/>
                </a:lnTo>
                <a:lnTo>
                  <a:pt x="130429" y="116712"/>
                </a:lnTo>
                <a:lnTo>
                  <a:pt x="128143" y="108076"/>
                </a:lnTo>
                <a:lnTo>
                  <a:pt x="121285" y="104012"/>
                </a:lnTo>
                <a:lnTo>
                  <a:pt x="81149" y="80645"/>
                </a:lnTo>
                <a:lnTo>
                  <a:pt x="28448" y="80645"/>
                </a:lnTo>
                <a:lnTo>
                  <a:pt x="28448" y="52070"/>
                </a:lnTo>
                <a:lnTo>
                  <a:pt x="81250" y="52070"/>
                </a:lnTo>
                <a:lnTo>
                  <a:pt x="128143" y="24764"/>
                </a:lnTo>
                <a:lnTo>
                  <a:pt x="130429" y="16001"/>
                </a:lnTo>
                <a:lnTo>
                  <a:pt x="126492" y="9144"/>
                </a:lnTo>
                <a:lnTo>
                  <a:pt x="122555" y="2412"/>
                </a:lnTo>
                <a:lnTo>
                  <a:pt x="113792" y="0"/>
                </a:lnTo>
                <a:close/>
              </a:path>
              <a:path w="643255" h="132714">
                <a:moveTo>
                  <a:pt x="81250" y="52070"/>
                </a:moveTo>
                <a:lnTo>
                  <a:pt x="28448" y="52070"/>
                </a:lnTo>
                <a:lnTo>
                  <a:pt x="28448" y="80645"/>
                </a:lnTo>
                <a:lnTo>
                  <a:pt x="81149" y="80645"/>
                </a:lnTo>
                <a:lnTo>
                  <a:pt x="77877" y="78739"/>
                </a:lnTo>
                <a:lnTo>
                  <a:pt x="35560" y="78739"/>
                </a:lnTo>
                <a:lnTo>
                  <a:pt x="35560" y="54101"/>
                </a:lnTo>
                <a:lnTo>
                  <a:pt x="77769" y="54101"/>
                </a:lnTo>
                <a:lnTo>
                  <a:pt x="81250" y="52070"/>
                </a:lnTo>
                <a:close/>
              </a:path>
              <a:path w="643255" h="132714">
                <a:moveTo>
                  <a:pt x="643128" y="52070"/>
                </a:moveTo>
                <a:lnTo>
                  <a:pt x="81250" y="52070"/>
                </a:lnTo>
                <a:lnTo>
                  <a:pt x="56691" y="66405"/>
                </a:lnTo>
                <a:lnTo>
                  <a:pt x="81149" y="80645"/>
                </a:lnTo>
                <a:lnTo>
                  <a:pt x="643128" y="80645"/>
                </a:lnTo>
                <a:lnTo>
                  <a:pt x="643128" y="52070"/>
                </a:lnTo>
                <a:close/>
              </a:path>
              <a:path w="643255" h="132714">
                <a:moveTo>
                  <a:pt x="35560" y="54101"/>
                </a:moveTo>
                <a:lnTo>
                  <a:pt x="35560" y="78739"/>
                </a:lnTo>
                <a:lnTo>
                  <a:pt x="56691" y="66405"/>
                </a:lnTo>
                <a:lnTo>
                  <a:pt x="35560" y="54101"/>
                </a:lnTo>
                <a:close/>
              </a:path>
              <a:path w="643255" h="132714">
                <a:moveTo>
                  <a:pt x="56691" y="66405"/>
                </a:moveTo>
                <a:lnTo>
                  <a:pt x="35560" y="78739"/>
                </a:lnTo>
                <a:lnTo>
                  <a:pt x="77877" y="78739"/>
                </a:lnTo>
                <a:lnTo>
                  <a:pt x="56691" y="66405"/>
                </a:lnTo>
                <a:close/>
              </a:path>
              <a:path w="643255" h="132714">
                <a:moveTo>
                  <a:pt x="77769" y="54101"/>
                </a:moveTo>
                <a:lnTo>
                  <a:pt x="35560" y="54101"/>
                </a:lnTo>
                <a:lnTo>
                  <a:pt x="56691" y="66405"/>
                </a:lnTo>
                <a:lnTo>
                  <a:pt x="77769" y="54101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630212" y="1465580"/>
            <a:ext cx="5505450" cy="1064260"/>
            <a:chOff x="630212" y="1465580"/>
            <a:chExt cx="5505450" cy="1064260"/>
          </a:xfrm>
        </p:grpSpPr>
        <p:sp>
          <p:nvSpPr>
            <p:cNvPr id="26" name="object 26"/>
            <p:cNvSpPr/>
            <p:nvPr/>
          </p:nvSpPr>
          <p:spPr>
            <a:xfrm>
              <a:off x="4665980" y="1728597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4" h="540385">
                  <a:moveTo>
                    <a:pt x="0" y="0"/>
                  </a:moveTo>
                  <a:lnTo>
                    <a:pt x="1524" y="540003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99914" y="2258822"/>
              <a:ext cx="1341120" cy="243840"/>
            </a:xfrm>
            <a:custGeom>
              <a:avLst/>
              <a:gdLst/>
              <a:ahLst/>
              <a:cxnLst/>
              <a:rect l="l" t="t" r="r" b="b"/>
              <a:pathLst>
                <a:path w="1341120" h="243839">
                  <a:moveTo>
                    <a:pt x="66309" y="57326"/>
                  </a:moveTo>
                  <a:lnTo>
                    <a:pt x="52070" y="81784"/>
                  </a:lnTo>
                  <a:lnTo>
                    <a:pt x="52070" y="237236"/>
                  </a:lnTo>
                  <a:lnTo>
                    <a:pt x="58420" y="243586"/>
                  </a:lnTo>
                  <a:lnTo>
                    <a:pt x="1334262" y="243586"/>
                  </a:lnTo>
                  <a:lnTo>
                    <a:pt x="1340612" y="237236"/>
                  </a:lnTo>
                  <a:lnTo>
                    <a:pt x="1340612" y="229362"/>
                  </a:lnTo>
                  <a:lnTo>
                    <a:pt x="80645" y="229362"/>
                  </a:lnTo>
                  <a:lnTo>
                    <a:pt x="66294" y="215011"/>
                  </a:lnTo>
                  <a:lnTo>
                    <a:pt x="80645" y="215011"/>
                  </a:lnTo>
                  <a:lnTo>
                    <a:pt x="80585" y="81784"/>
                  </a:lnTo>
                  <a:lnTo>
                    <a:pt x="66309" y="57326"/>
                  </a:lnTo>
                  <a:close/>
                </a:path>
                <a:path w="1341120" h="243839">
                  <a:moveTo>
                    <a:pt x="80645" y="215011"/>
                  </a:moveTo>
                  <a:lnTo>
                    <a:pt x="66294" y="215011"/>
                  </a:lnTo>
                  <a:lnTo>
                    <a:pt x="80645" y="229362"/>
                  </a:lnTo>
                  <a:lnTo>
                    <a:pt x="80645" y="215011"/>
                  </a:lnTo>
                  <a:close/>
                </a:path>
                <a:path w="1341120" h="243839">
                  <a:moveTo>
                    <a:pt x="1312037" y="215011"/>
                  </a:moveTo>
                  <a:lnTo>
                    <a:pt x="80645" y="215011"/>
                  </a:lnTo>
                  <a:lnTo>
                    <a:pt x="80645" y="229362"/>
                  </a:lnTo>
                  <a:lnTo>
                    <a:pt x="1312037" y="229362"/>
                  </a:lnTo>
                  <a:lnTo>
                    <a:pt x="1312037" y="215011"/>
                  </a:lnTo>
                  <a:close/>
                </a:path>
                <a:path w="1341120" h="243839">
                  <a:moveTo>
                    <a:pt x="1340612" y="0"/>
                  </a:moveTo>
                  <a:lnTo>
                    <a:pt x="1312037" y="0"/>
                  </a:lnTo>
                  <a:lnTo>
                    <a:pt x="1312037" y="229362"/>
                  </a:lnTo>
                  <a:lnTo>
                    <a:pt x="1326261" y="215011"/>
                  </a:lnTo>
                  <a:lnTo>
                    <a:pt x="1340612" y="215011"/>
                  </a:lnTo>
                  <a:lnTo>
                    <a:pt x="1340612" y="0"/>
                  </a:lnTo>
                  <a:close/>
                </a:path>
                <a:path w="1341120" h="243839">
                  <a:moveTo>
                    <a:pt x="1340612" y="215011"/>
                  </a:moveTo>
                  <a:lnTo>
                    <a:pt x="1326261" y="215011"/>
                  </a:lnTo>
                  <a:lnTo>
                    <a:pt x="1312037" y="229362"/>
                  </a:lnTo>
                  <a:lnTo>
                    <a:pt x="1340612" y="229362"/>
                  </a:lnTo>
                  <a:lnTo>
                    <a:pt x="1340612" y="215011"/>
                  </a:lnTo>
                  <a:close/>
                </a:path>
                <a:path w="1341120" h="243839">
                  <a:moveTo>
                    <a:pt x="66294" y="635"/>
                  </a:moveTo>
                  <a:lnTo>
                    <a:pt x="3937" y="107568"/>
                  </a:lnTo>
                  <a:lnTo>
                    <a:pt x="0" y="114426"/>
                  </a:lnTo>
                  <a:lnTo>
                    <a:pt x="2286" y="123062"/>
                  </a:lnTo>
                  <a:lnTo>
                    <a:pt x="15875" y="131063"/>
                  </a:lnTo>
                  <a:lnTo>
                    <a:pt x="24637" y="128777"/>
                  </a:lnTo>
                  <a:lnTo>
                    <a:pt x="28701" y="121919"/>
                  </a:lnTo>
                  <a:lnTo>
                    <a:pt x="52010" y="81885"/>
                  </a:lnTo>
                  <a:lnTo>
                    <a:pt x="52070" y="29082"/>
                  </a:lnTo>
                  <a:lnTo>
                    <a:pt x="82883" y="29082"/>
                  </a:lnTo>
                  <a:lnTo>
                    <a:pt x="66294" y="635"/>
                  </a:lnTo>
                  <a:close/>
                </a:path>
                <a:path w="1341120" h="243839">
                  <a:moveTo>
                    <a:pt x="82883" y="29082"/>
                  </a:moveTo>
                  <a:lnTo>
                    <a:pt x="80645" y="29082"/>
                  </a:lnTo>
                  <a:lnTo>
                    <a:pt x="80645" y="81885"/>
                  </a:lnTo>
                  <a:lnTo>
                    <a:pt x="104012" y="121919"/>
                  </a:lnTo>
                  <a:lnTo>
                    <a:pt x="107950" y="128777"/>
                  </a:lnTo>
                  <a:lnTo>
                    <a:pt x="116712" y="131063"/>
                  </a:lnTo>
                  <a:lnTo>
                    <a:pt x="123571" y="127126"/>
                  </a:lnTo>
                  <a:lnTo>
                    <a:pt x="130301" y="123062"/>
                  </a:lnTo>
                  <a:lnTo>
                    <a:pt x="132587" y="114426"/>
                  </a:lnTo>
                  <a:lnTo>
                    <a:pt x="128650" y="107568"/>
                  </a:lnTo>
                  <a:lnTo>
                    <a:pt x="82883" y="29082"/>
                  </a:lnTo>
                  <a:close/>
                </a:path>
                <a:path w="1341120" h="243839">
                  <a:moveTo>
                    <a:pt x="80645" y="36194"/>
                  </a:moveTo>
                  <a:lnTo>
                    <a:pt x="78612" y="36194"/>
                  </a:lnTo>
                  <a:lnTo>
                    <a:pt x="66309" y="57326"/>
                  </a:lnTo>
                  <a:lnTo>
                    <a:pt x="80645" y="81885"/>
                  </a:lnTo>
                  <a:lnTo>
                    <a:pt x="80645" y="36194"/>
                  </a:lnTo>
                  <a:close/>
                </a:path>
                <a:path w="1341120" h="243839">
                  <a:moveTo>
                    <a:pt x="80645" y="29082"/>
                  </a:moveTo>
                  <a:lnTo>
                    <a:pt x="52070" y="29082"/>
                  </a:lnTo>
                  <a:lnTo>
                    <a:pt x="52070" y="81784"/>
                  </a:lnTo>
                  <a:lnTo>
                    <a:pt x="66309" y="57326"/>
                  </a:lnTo>
                  <a:lnTo>
                    <a:pt x="53975" y="36194"/>
                  </a:lnTo>
                  <a:lnTo>
                    <a:pt x="80645" y="36194"/>
                  </a:lnTo>
                  <a:lnTo>
                    <a:pt x="80645" y="29082"/>
                  </a:lnTo>
                  <a:close/>
                </a:path>
                <a:path w="1341120" h="243839">
                  <a:moveTo>
                    <a:pt x="78612" y="36194"/>
                  </a:moveTo>
                  <a:lnTo>
                    <a:pt x="53975" y="36194"/>
                  </a:lnTo>
                  <a:lnTo>
                    <a:pt x="66309" y="57326"/>
                  </a:lnTo>
                  <a:lnTo>
                    <a:pt x="78612" y="36194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22423" y="1728597"/>
              <a:ext cx="3273425" cy="540385"/>
            </a:xfrm>
            <a:custGeom>
              <a:avLst/>
              <a:gdLst/>
              <a:ahLst/>
              <a:cxnLst/>
              <a:rect l="l" t="t" r="r" b="b"/>
              <a:pathLst>
                <a:path w="3273425" h="540385">
                  <a:moveTo>
                    <a:pt x="0" y="0"/>
                  </a:moveTo>
                  <a:lnTo>
                    <a:pt x="1524" y="540003"/>
                  </a:lnTo>
                </a:path>
                <a:path w="3273425" h="540385">
                  <a:moveTo>
                    <a:pt x="1613280" y="0"/>
                  </a:moveTo>
                  <a:lnTo>
                    <a:pt x="1614931" y="540003"/>
                  </a:lnTo>
                </a:path>
                <a:path w="3273425" h="540385">
                  <a:moveTo>
                    <a:pt x="3271519" y="0"/>
                  </a:moveTo>
                  <a:lnTo>
                    <a:pt x="3273171" y="540003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79854" y="1465579"/>
              <a:ext cx="4255770" cy="1064260"/>
            </a:xfrm>
            <a:custGeom>
              <a:avLst/>
              <a:gdLst/>
              <a:ahLst/>
              <a:cxnLst/>
              <a:rect l="l" t="t" r="r" b="b"/>
              <a:pathLst>
                <a:path w="4255770" h="1064260">
                  <a:moveTo>
                    <a:pt x="986536" y="140335"/>
                  </a:moveTo>
                  <a:lnTo>
                    <a:pt x="984250" y="131572"/>
                  </a:lnTo>
                  <a:lnTo>
                    <a:pt x="977519" y="127635"/>
                  </a:lnTo>
                  <a:lnTo>
                    <a:pt x="970661" y="123698"/>
                  </a:lnTo>
                  <a:lnTo>
                    <a:pt x="961898" y="125984"/>
                  </a:lnTo>
                  <a:lnTo>
                    <a:pt x="934593" y="172758"/>
                  </a:lnTo>
                  <a:lnTo>
                    <a:pt x="934593" y="28575"/>
                  </a:lnTo>
                  <a:lnTo>
                    <a:pt x="934593" y="14351"/>
                  </a:lnTo>
                  <a:lnTo>
                    <a:pt x="934593" y="6477"/>
                  </a:lnTo>
                  <a:lnTo>
                    <a:pt x="928116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906018" y="28575"/>
                  </a:lnTo>
                  <a:lnTo>
                    <a:pt x="906018" y="172859"/>
                  </a:lnTo>
                  <a:lnTo>
                    <a:pt x="906018" y="225679"/>
                  </a:lnTo>
                  <a:lnTo>
                    <a:pt x="905954" y="172758"/>
                  </a:lnTo>
                  <a:lnTo>
                    <a:pt x="882650" y="132715"/>
                  </a:lnTo>
                  <a:lnTo>
                    <a:pt x="878586" y="125984"/>
                  </a:lnTo>
                  <a:lnTo>
                    <a:pt x="869823" y="123698"/>
                  </a:lnTo>
                  <a:lnTo>
                    <a:pt x="863092" y="127635"/>
                  </a:lnTo>
                  <a:lnTo>
                    <a:pt x="856234" y="131572"/>
                  </a:lnTo>
                  <a:lnTo>
                    <a:pt x="853948" y="140335"/>
                  </a:lnTo>
                  <a:lnTo>
                    <a:pt x="857885" y="147193"/>
                  </a:lnTo>
                  <a:lnTo>
                    <a:pt x="920242" y="254000"/>
                  </a:lnTo>
                  <a:lnTo>
                    <a:pt x="936764" y="225679"/>
                  </a:lnTo>
                  <a:lnTo>
                    <a:pt x="982599" y="147193"/>
                  </a:lnTo>
                  <a:lnTo>
                    <a:pt x="986536" y="140335"/>
                  </a:lnTo>
                  <a:close/>
                </a:path>
                <a:path w="4255770" h="1064260">
                  <a:moveTo>
                    <a:pt x="2228850" y="820420"/>
                  </a:moveTo>
                  <a:lnTo>
                    <a:pt x="2200275" y="820420"/>
                  </a:lnTo>
                  <a:lnTo>
                    <a:pt x="2200275" y="1035558"/>
                  </a:lnTo>
                  <a:lnTo>
                    <a:pt x="968883" y="1035558"/>
                  </a:lnTo>
                  <a:lnTo>
                    <a:pt x="968883" y="902436"/>
                  </a:lnTo>
                  <a:lnTo>
                    <a:pt x="996188" y="949198"/>
                  </a:lnTo>
                  <a:lnTo>
                    <a:pt x="1004951" y="951484"/>
                  </a:lnTo>
                  <a:lnTo>
                    <a:pt x="1011809" y="947547"/>
                  </a:lnTo>
                  <a:lnTo>
                    <a:pt x="1018540" y="943610"/>
                  </a:lnTo>
                  <a:lnTo>
                    <a:pt x="1020953" y="934847"/>
                  </a:lnTo>
                  <a:lnTo>
                    <a:pt x="1016889" y="927989"/>
                  </a:lnTo>
                  <a:lnTo>
                    <a:pt x="971054" y="849503"/>
                  </a:lnTo>
                  <a:lnTo>
                    <a:pt x="954532" y="821182"/>
                  </a:lnTo>
                  <a:lnTo>
                    <a:pt x="892175" y="927989"/>
                  </a:lnTo>
                  <a:lnTo>
                    <a:pt x="888238" y="934847"/>
                  </a:lnTo>
                  <a:lnTo>
                    <a:pt x="890524" y="943610"/>
                  </a:lnTo>
                  <a:lnTo>
                    <a:pt x="904240" y="951484"/>
                  </a:lnTo>
                  <a:lnTo>
                    <a:pt x="912876" y="949198"/>
                  </a:lnTo>
                  <a:lnTo>
                    <a:pt x="916940" y="942467"/>
                  </a:lnTo>
                  <a:lnTo>
                    <a:pt x="940308" y="902436"/>
                  </a:lnTo>
                  <a:lnTo>
                    <a:pt x="940308" y="1057656"/>
                  </a:lnTo>
                  <a:lnTo>
                    <a:pt x="946658" y="1064133"/>
                  </a:lnTo>
                  <a:lnTo>
                    <a:pt x="2222500" y="1064133"/>
                  </a:lnTo>
                  <a:lnTo>
                    <a:pt x="2228850" y="1057656"/>
                  </a:lnTo>
                  <a:lnTo>
                    <a:pt x="2228850" y="1049782"/>
                  </a:lnTo>
                  <a:lnTo>
                    <a:pt x="2228850" y="1035558"/>
                  </a:lnTo>
                  <a:lnTo>
                    <a:pt x="2228850" y="820420"/>
                  </a:lnTo>
                  <a:close/>
                </a:path>
                <a:path w="4255770" h="1064260">
                  <a:moveTo>
                    <a:pt x="2638044" y="147701"/>
                  </a:moveTo>
                  <a:lnTo>
                    <a:pt x="2635758" y="139065"/>
                  </a:lnTo>
                  <a:lnTo>
                    <a:pt x="2629027" y="135001"/>
                  </a:lnTo>
                  <a:lnTo>
                    <a:pt x="2622169" y="131064"/>
                  </a:lnTo>
                  <a:lnTo>
                    <a:pt x="2613406" y="133350"/>
                  </a:lnTo>
                  <a:lnTo>
                    <a:pt x="2609469" y="140208"/>
                  </a:lnTo>
                  <a:lnTo>
                    <a:pt x="2586101" y="180251"/>
                  </a:lnTo>
                  <a:lnTo>
                    <a:pt x="2586101" y="48641"/>
                  </a:lnTo>
                  <a:lnTo>
                    <a:pt x="2586101" y="34417"/>
                  </a:lnTo>
                  <a:lnTo>
                    <a:pt x="2586101" y="26543"/>
                  </a:lnTo>
                  <a:lnTo>
                    <a:pt x="2579624" y="20066"/>
                  </a:lnTo>
                  <a:lnTo>
                    <a:pt x="1303909" y="20066"/>
                  </a:lnTo>
                  <a:lnTo>
                    <a:pt x="1297432" y="26543"/>
                  </a:lnTo>
                  <a:lnTo>
                    <a:pt x="1297432" y="263017"/>
                  </a:lnTo>
                  <a:lnTo>
                    <a:pt x="1326007" y="263017"/>
                  </a:lnTo>
                  <a:lnTo>
                    <a:pt x="1326007" y="48641"/>
                  </a:lnTo>
                  <a:lnTo>
                    <a:pt x="2557526" y="48641"/>
                  </a:lnTo>
                  <a:lnTo>
                    <a:pt x="2557526" y="180352"/>
                  </a:lnTo>
                  <a:lnTo>
                    <a:pt x="2557526" y="233045"/>
                  </a:lnTo>
                  <a:lnTo>
                    <a:pt x="2557462" y="180251"/>
                  </a:lnTo>
                  <a:lnTo>
                    <a:pt x="2534158" y="140208"/>
                  </a:lnTo>
                  <a:lnTo>
                    <a:pt x="2530094" y="133350"/>
                  </a:lnTo>
                  <a:lnTo>
                    <a:pt x="2521331" y="131064"/>
                  </a:lnTo>
                  <a:lnTo>
                    <a:pt x="2507742" y="139065"/>
                  </a:lnTo>
                  <a:lnTo>
                    <a:pt x="2505456" y="147701"/>
                  </a:lnTo>
                  <a:lnTo>
                    <a:pt x="2509393" y="154559"/>
                  </a:lnTo>
                  <a:lnTo>
                    <a:pt x="2571750" y="261493"/>
                  </a:lnTo>
                  <a:lnTo>
                    <a:pt x="2588336" y="233045"/>
                  </a:lnTo>
                  <a:lnTo>
                    <a:pt x="2634107" y="154559"/>
                  </a:lnTo>
                  <a:lnTo>
                    <a:pt x="2638044" y="147701"/>
                  </a:lnTo>
                  <a:close/>
                </a:path>
                <a:path w="4255770" h="1064260">
                  <a:moveTo>
                    <a:pt x="4255262" y="139573"/>
                  </a:moveTo>
                  <a:lnTo>
                    <a:pt x="4252976" y="130810"/>
                  </a:lnTo>
                  <a:lnTo>
                    <a:pt x="4246118" y="126873"/>
                  </a:lnTo>
                  <a:lnTo>
                    <a:pt x="4239387" y="122809"/>
                  </a:lnTo>
                  <a:lnTo>
                    <a:pt x="4230624" y="125222"/>
                  </a:lnTo>
                  <a:lnTo>
                    <a:pt x="4226560" y="131953"/>
                  </a:lnTo>
                  <a:lnTo>
                    <a:pt x="4203242" y="171996"/>
                  </a:lnTo>
                  <a:lnTo>
                    <a:pt x="4203192" y="217678"/>
                  </a:lnTo>
                  <a:lnTo>
                    <a:pt x="4203192" y="172097"/>
                  </a:lnTo>
                  <a:lnTo>
                    <a:pt x="4203192" y="40513"/>
                  </a:lnTo>
                  <a:lnTo>
                    <a:pt x="4203192" y="26162"/>
                  </a:lnTo>
                  <a:lnTo>
                    <a:pt x="4203192" y="18288"/>
                  </a:lnTo>
                  <a:lnTo>
                    <a:pt x="4196842" y="11938"/>
                  </a:lnTo>
                  <a:lnTo>
                    <a:pt x="2921127" y="11938"/>
                  </a:lnTo>
                  <a:lnTo>
                    <a:pt x="2914650" y="18288"/>
                  </a:lnTo>
                  <a:lnTo>
                    <a:pt x="2914650" y="254762"/>
                  </a:lnTo>
                  <a:lnTo>
                    <a:pt x="2943225" y="254762"/>
                  </a:lnTo>
                  <a:lnTo>
                    <a:pt x="2943225" y="40513"/>
                  </a:lnTo>
                  <a:lnTo>
                    <a:pt x="4174617" y="40513"/>
                  </a:lnTo>
                  <a:lnTo>
                    <a:pt x="4174655" y="172085"/>
                  </a:lnTo>
                  <a:lnTo>
                    <a:pt x="4147312" y="125222"/>
                  </a:lnTo>
                  <a:lnTo>
                    <a:pt x="4138549" y="122809"/>
                  </a:lnTo>
                  <a:lnTo>
                    <a:pt x="4124960" y="130810"/>
                  </a:lnTo>
                  <a:lnTo>
                    <a:pt x="4122674" y="139573"/>
                  </a:lnTo>
                  <a:lnTo>
                    <a:pt x="4126611" y="146431"/>
                  </a:lnTo>
                  <a:lnTo>
                    <a:pt x="4188968" y="253238"/>
                  </a:lnTo>
                  <a:lnTo>
                    <a:pt x="4205490" y="224917"/>
                  </a:lnTo>
                  <a:lnTo>
                    <a:pt x="4251325" y="146431"/>
                  </a:lnTo>
                  <a:lnTo>
                    <a:pt x="4255262" y="139573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42912" y="1745996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355852" y="1851405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Nil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88430" y="2258695"/>
            <a:ext cx="1465580" cy="411480"/>
            <a:chOff x="5988430" y="2258695"/>
            <a:chExt cx="1465580" cy="411480"/>
          </a:xfrm>
        </p:grpSpPr>
        <p:sp>
          <p:nvSpPr>
            <p:cNvPr id="33" name="object 33"/>
            <p:cNvSpPr/>
            <p:nvPr/>
          </p:nvSpPr>
          <p:spPr>
            <a:xfrm>
              <a:off x="7080758" y="229730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179959" y="0"/>
                  </a:moveTo>
                  <a:lnTo>
                    <a:pt x="132144" y="6424"/>
                  </a:lnTo>
                  <a:lnTo>
                    <a:pt x="89163" y="24558"/>
                  </a:lnTo>
                  <a:lnTo>
                    <a:pt x="52736" y="52689"/>
                  </a:lnTo>
                  <a:lnTo>
                    <a:pt x="24586" y="89106"/>
                  </a:lnTo>
                  <a:lnTo>
                    <a:pt x="6433" y="132100"/>
                  </a:lnTo>
                  <a:lnTo>
                    <a:pt x="0" y="179959"/>
                  </a:lnTo>
                  <a:lnTo>
                    <a:pt x="6433" y="227817"/>
                  </a:lnTo>
                  <a:lnTo>
                    <a:pt x="24586" y="270811"/>
                  </a:lnTo>
                  <a:lnTo>
                    <a:pt x="52736" y="307228"/>
                  </a:lnTo>
                  <a:lnTo>
                    <a:pt x="89163" y="335359"/>
                  </a:lnTo>
                  <a:lnTo>
                    <a:pt x="132144" y="353493"/>
                  </a:lnTo>
                  <a:lnTo>
                    <a:pt x="179959" y="359918"/>
                  </a:lnTo>
                  <a:lnTo>
                    <a:pt x="227826" y="353493"/>
                  </a:lnTo>
                  <a:lnTo>
                    <a:pt x="270843" y="335359"/>
                  </a:lnTo>
                  <a:lnTo>
                    <a:pt x="307292" y="307228"/>
                  </a:lnTo>
                  <a:lnTo>
                    <a:pt x="335454" y="270811"/>
                  </a:lnTo>
                  <a:lnTo>
                    <a:pt x="353610" y="227817"/>
                  </a:lnTo>
                  <a:lnTo>
                    <a:pt x="360045" y="179959"/>
                  </a:lnTo>
                  <a:lnTo>
                    <a:pt x="353610" y="132100"/>
                  </a:lnTo>
                  <a:lnTo>
                    <a:pt x="335454" y="89106"/>
                  </a:lnTo>
                  <a:lnTo>
                    <a:pt x="307292" y="52689"/>
                  </a:lnTo>
                  <a:lnTo>
                    <a:pt x="270843" y="24558"/>
                  </a:lnTo>
                  <a:lnTo>
                    <a:pt x="227826" y="6424"/>
                  </a:lnTo>
                  <a:lnTo>
                    <a:pt x="1799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80758" y="229730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0" y="179959"/>
                  </a:moveTo>
                  <a:lnTo>
                    <a:pt x="6433" y="132100"/>
                  </a:lnTo>
                  <a:lnTo>
                    <a:pt x="24586" y="89106"/>
                  </a:lnTo>
                  <a:lnTo>
                    <a:pt x="52736" y="52689"/>
                  </a:lnTo>
                  <a:lnTo>
                    <a:pt x="89163" y="24558"/>
                  </a:lnTo>
                  <a:lnTo>
                    <a:pt x="132144" y="6424"/>
                  </a:lnTo>
                  <a:lnTo>
                    <a:pt x="179959" y="0"/>
                  </a:lnTo>
                  <a:lnTo>
                    <a:pt x="227826" y="6424"/>
                  </a:lnTo>
                  <a:lnTo>
                    <a:pt x="270843" y="24558"/>
                  </a:lnTo>
                  <a:lnTo>
                    <a:pt x="307292" y="52689"/>
                  </a:lnTo>
                  <a:lnTo>
                    <a:pt x="335454" y="89106"/>
                  </a:lnTo>
                  <a:lnTo>
                    <a:pt x="353610" y="132100"/>
                  </a:lnTo>
                  <a:lnTo>
                    <a:pt x="360045" y="179959"/>
                  </a:lnTo>
                  <a:lnTo>
                    <a:pt x="353610" y="227817"/>
                  </a:lnTo>
                  <a:lnTo>
                    <a:pt x="335454" y="270811"/>
                  </a:lnTo>
                  <a:lnTo>
                    <a:pt x="307292" y="307228"/>
                  </a:lnTo>
                  <a:lnTo>
                    <a:pt x="270843" y="335359"/>
                  </a:lnTo>
                  <a:lnTo>
                    <a:pt x="227826" y="353493"/>
                  </a:lnTo>
                  <a:lnTo>
                    <a:pt x="179959" y="359918"/>
                  </a:lnTo>
                  <a:lnTo>
                    <a:pt x="132144" y="353493"/>
                  </a:lnTo>
                  <a:lnTo>
                    <a:pt x="89163" y="335359"/>
                  </a:lnTo>
                  <a:lnTo>
                    <a:pt x="52736" y="307228"/>
                  </a:lnTo>
                  <a:lnTo>
                    <a:pt x="24586" y="270811"/>
                  </a:lnTo>
                  <a:lnTo>
                    <a:pt x="6433" y="227817"/>
                  </a:lnTo>
                  <a:lnTo>
                    <a:pt x="0" y="179959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988430" y="2258695"/>
              <a:ext cx="1092835" cy="233045"/>
            </a:xfrm>
            <a:custGeom>
              <a:avLst/>
              <a:gdLst/>
              <a:ahLst/>
              <a:cxnLst/>
              <a:rect l="l" t="t" r="r" b="b"/>
              <a:pathLst>
                <a:path w="1092834" h="233044">
                  <a:moveTo>
                    <a:pt x="66309" y="56691"/>
                  </a:moveTo>
                  <a:lnTo>
                    <a:pt x="52070" y="81149"/>
                  </a:lnTo>
                  <a:lnTo>
                    <a:pt x="52070" y="226440"/>
                  </a:lnTo>
                  <a:lnTo>
                    <a:pt x="58420" y="232790"/>
                  </a:lnTo>
                  <a:lnTo>
                    <a:pt x="1092327" y="232790"/>
                  </a:lnTo>
                  <a:lnTo>
                    <a:pt x="1092327" y="218566"/>
                  </a:lnTo>
                  <a:lnTo>
                    <a:pt x="80645" y="218566"/>
                  </a:lnTo>
                  <a:lnTo>
                    <a:pt x="66294" y="204215"/>
                  </a:lnTo>
                  <a:lnTo>
                    <a:pt x="80645" y="204215"/>
                  </a:lnTo>
                  <a:lnTo>
                    <a:pt x="80585" y="81149"/>
                  </a:lnTo>
                  <a:lnTo>
                    <a:pt x="66309" y="56691"/>
                  </a:lnTo>
                  <a:close/>
                </a:path>
                <a:path w="1092834" h="233044">
                  <a:moveTo>
                    <a:pt x="80645" y="204215"/>
                  </a:moveTo>
                  <a:lnTo>
                    <a:pt x="66294" y="204215"/>
                  </a:lnTo>
                  <a:lnTo>
                    <a:pt x="80645" y="218566"/>
                  </a:lnTo>
                  <a:lnTo>
                    <a:pt x="80645" y="204215"/>
                  </a:lnTo>
                  <a:close/>
                </a:path>
                <a:path w="1092834" h="233044">
                  <a:moveTo>
                    <a:pt x="1092327" y="204215"/>
                  </a:moveTo>
                  <a:lnTo>
                    <a:pt x="80645" y="204215"/>
                  </a:lnTo>
                  <a:lnTo>
                    <a:pt x="80645" y="218566"/>
                  </a:lnTo>
                  <a:lnTo>
                    <a:pt x="1092327" y="218566"/>
                  </a:lnTo>
                  <a:lnTo>
                    <a:pt x="1092327" y="204215"/>
                  </a:lnTo>
                  <a:close/>
                </a:path>
                <a:path w="1092834" h="233044">
                  <a:moveTo>
                    <a:pt x="66294" y="0"/>
                  </a:moveTo>
                  <a:lnTo>
                    <a:pt x="0" y="113664"/>
                  </a:lnTo>
                  <a:lnTo>
                    <a:pt x="2286" y="122427"/>
                  </a:lnTo>
                  <a:lnTo>
                    <a:pt x="9144" y="126491"/>
                  </a:lnTo>
                  <a:lnTo>
                    <a:pt x="16002" y="130428"/>
                  </a:lnTo>
                  <a:lnTo>
                    <a:pt x="24638" y="128142"/>
                  </a:lnTo>
                  <a:lnTo>
                    <a:pt x="28702" y="121284"/>
                  </a:lnTo>
                  <a:lnTo>
                    <a:pt x="52010" y="81250"/>
                  </a:lnTo>
                  <a:lnTo>
                    <a:pt x="52070" y="28320"/>
                  </a:lnTo>
                  <a:lnTo>
                    <a:pt x="82808" y="28320"/>
                  </a:lnTo>
                  <a:lnTo>
                    <a:pt x="66294" y="0"/>
                  </a:lnTo>
                  <a:close/>
                </a:path>
                <a:path w="1092834" h="233044">
                  <a:moveTo>
                    <a:pt x="82808" y="28320"/>
                  </a:moveTo>
                  <a:lnTo>
                    <a:pt x="80645" y="28320"/>
                  </a:lnTo>
                  <a:lnTo>
                    <a:pt x="80645" y="81250"/>
                  </a:lnTo>
                  <a:lnTo>
                    <a:pt x="104013" y="121284"/>
                  </a:lnTo>
                  <a:lnTo>
                    <a:pt x="107950" y="128142"/>
                  </a:lnTo>
                  <a:lnTo>
                    <a:pt x="116713" y="130428"/>
                  </a:lnTo>
                  <a:lnTo>
                    <a:pt x="123571" y="126491"/>
                  </a:lnTo>
                  <a:lnTo>
                    <a:pt x="130302" y="122427"/>
                  </a:lnTo>
                  <a:lnTo>
                    <a:pt x="132715" y="113664"/>
                  </a:lnTo>
                  <a:lnTo>
                    <a:pt x="128651" y="106933"/>
                  </a:lnTo>
                  <a:lnTo>
                    <a:pt x="82808" y="28320"/>
                  </a:lnTo>
                  <a:close/>
                </a:path>
                <a:path w="1092834" h="233044">
                  <a:moveTo>
                    <a:pt x="80645" y="35559"/>
                  </a:moveTo>
                  <a:lnTo>
                    <a:pt x="78613" y="35559"/>
                  </a:lnTo>
                  <a:lnTo>
                    <a:pt x="66309" y="56691"/>
                  </a:lnTo>
                  <a:lnTo>
                    <a:pt x="80645" y="81250"/>
                  </a:lnTo>
                  <a:lnTo>
                    <a:pt x="80645" y="35559"/>
                  </a:lnTo>
                  <a:close/>
                </a:path>
                <a:path w="1092834" h="233044">
                  <a:moveTo>
                    <a:pt x="80645" y="28320"/>
                  </a:moveTo>
                  <a:lnTo>
                    <a:pt x="52070" y="28320"/>
                  </a:lnTo>
                  <a:lnTo>
                    <a:pt x="52070" y="81149"/>
                  </a:lnTo>
                  <a:lnTo>
                    <a:pt x="66309" y="56691"/>
                  </a:lnTo>
                  <a:lnTo>
                    <a:pt x="53975" y="35559"/>
                  </a:lnTo>
                  <a:lnTo>
                    <a:pt x="80645" y="35559"/>
                  </a:lnTo>
                  <a:lnTo>
                    <a:pt x="80645" y="28320"/>
                  </a:lnTo>
                  <a:close/>
                </a:path>
                <a:path w="1092834" h="233044">
                  <a:moveTo>
                    <a:pt x="78613" y="35559"/>
                  </a:moveTo>
                  <a:lnTo>
                    <a:pt x="53975" y="35559"/>
                  </a:lnTo>
                  <a:lnTo>
                    <a:pt x="66309" y="56691"/>
                  </a:lnTo>
                  <a:lnTo>
                    <a:pt x="78613" y="35559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500124"/>
            <a:ext cx="7740015" cy="4893945"/>
          </a:xfrm>
          <a:custGeom>
            <a:avLst/>
            <a:gdLst/>
            <a:ahLst/>
            <a:cxnLst/>
            <a:rect l="l" t="t" r="r" b="b"/>
            <a:pathLst>
              <a:path w="7740015" h="4893945">
                <a:moveTo>
                  <a:pt x="7740015" y="0"/>
                </a:moveTo>
                <a:lnTo>
                  <a:pt x="0" y="0"/>
                </a:lnTo>
                <a:lnTo>
                  <a:pt x="0" y="4893691"/>
                </a:lnTo>
                <a:lnTo>
                  <a:pt x="7740015" y="4893691"/>
                </a:lnTo>
                <a:lnTo>
                  <a:pt x="77400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513713"/>
            <a:ext cx="7582534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0" dirty="0">
                <a:solidFill>
                  <a:srgbClr val="6F2F9F"/>
                </a:solidFill>
                <a:latin typeface="Calibri"/>
                <a:cs typeface="Calibri"/>
              </a:rPr>
              <a:t>IV.1</a:t>
            </a:r>
            <a:r>
              <a:rPr sz="2400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Création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d'une</a:t>
            </a:r>
            <a:r>
              <a:rPr sz="2400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liste</a:t>
            </a:r>
            <a:r>
              <a:rPr sz="2400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à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 chainage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double</a:t>
            </a:r>
            <a:endParaRPr sz="2400">
              <a:latin typeface="Calibri"/>
              <a:cs typeface="Calibri"/>
            </a:endParaRPr>
          </a:p>
          <a:p>
            <a:pPr marL="8064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1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spc="1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suivante</a:t>
            </a:r>
            <a:r>
              <a:rPr sz="2400" spc="1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permet</a:t>
            </a:r>
            <a:r>
              <a:rPr sz="2400" spc="1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1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créer</a:t>
            </a:r>
            <a:r>
              <a:rPr sz="2400" spc="16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spc="1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r>
              <a:rPr sz="2400" spc="1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1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chainage</a:t>
            </a:r>
            <a:endParaRPr sz="2400">
              <a:latin typeface="Calibri"/>
              <a:cs typeface="Calibri"/>
            </a:endParaRPr>
          </a:p>
          <a:p>
            <a:pPr marL="556260" marR="701040" indent="-54419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double qui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contient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éléments 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types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entier: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CréatListe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(n;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Entier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;Var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L,Queue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Liste)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1103630" marR="5057775" indent="-68580">
              <a:lnSpc>
                <a:spcPct val="100000"/>
              </a:lnSpc>
              <a:spcBef>
                <a:spcPts val="5"/>
              </a:spcBef>
            </a:pP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Tête,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P: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</a:t>
            </a:r>
            <a:endParaRPr sz="2400">
              <a:latin typeface="Calibri"/>
              <a:cs typeface="Calibri"/>
            </a:endParaRPr>
          </a:p>
          <a:p>
            <a:pPr marL="55626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966469">
              <a:lnSpc>
                <a:spcPct val="100000"/>
              </a:lnSpc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Allouer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(Tête)</a:t>
            </a:r>
            <a:endParaRPr sz="2400">
              <a:latin typeface="Calibri"/>
              <a:cs typeface="Calibri"/>
            </a:endParaRPr>
          </a:p>
          <a:p>
            <a:pPr marL="966469" marR="1353185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Ecrire("Entrer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entier:")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Lire(Tête^.Elem)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Tête^.Pred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5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</a:t>
            </a:r>
            <a:endParaRPr sz="2400">
              <a:latin typeface="Calibri"/>
              <a:cs typeface="Calibri"/>
            </a:endParaRPr>
          </a:p>
          <a:p>
            <a:pPr marL="966469" marR="4634865">
              <a:lnSpc>
                <a:spcPct val="100000"/>
              </a:lnSpc>
            </a:pP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Tête^.Suiv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8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r>
              <a:rPr sz="2000" spc="-45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Tête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2912" y="785774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95" dirty="0"/>
              <a:t>IV.</a:t>
            </a:r>
            <a:r>
              <a:rPr spc="-25" dirty="0"/>
              <a:t> </a:t>
            </a:r>
            <a:r>
              <a:rPr spc="-5" dirty="0"/>
              <a:t>Les</a:t>
            </a:r>
            <a:r>
              <a:rPr spc="10" dirty="0"/>
              <a:t> </a:t>
            </a:r>
            <a:r>
              <a:rPr spc="-20" dirty="0"/>
              <a:t>listes</a:t>
            </a:r>
            <a:r>
              <a:rPr spc="15" dirty="0"/>
              <a:t> </a:t>
            </a:r>
            <a:r>
              <a:rPr spc="-5" dirty="0"/>
              <a:t>à</a:t>
            </a:r>
            <a:r>
              <a:rPr spc="-10" dirty="0"/>
              <a:t> chainage</a:t>
            </a:r>
            <a:r>
              <a:rPr spc="45" dirty="0"/>
              <a:t> </a:t>
            </a:r>
            <a:r>
              <a:rPr spc="-5" dirty="0"/>
              <a:t>double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214409"/>
            <a:ext cx="7776209" cy="5632450"/>
          </a:xfrm>
          <a:custGeom>
            <a:avLst/>
            <a:gdLst/>
            <a:ahLst/>
            <a:cxnLst/>
            <a:rect l="l" t="t" r="r" b="b"/>
            <a:pathLst>
              <a:path w="7776209" h="5632450">
                <a:moveTo>
                  <a:pt x="7775956" y="0"/>
                </a:moveTo>
                <a:lnTo>
                  <a:pt x="0" y="0"/>
                </a:lnTo>
                <a:lnTo>
                  <a:pt x="0" y="5632323"/>
                </a:lnTo>
                <a:lnTo>
                  <a:pt x="7775956" y="5632323"/>
                </a:lnTo>
                <a:lnTo>
                  <a:pt x="77759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227785"/>
            <a:ext cx="7619365" cy="551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Pour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2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Faire</a:t>
            </a:r>
            <a:endParaRPr sz="2400">
              <a:latin typeface="Calibri"/>
              <a:cs typeface="Calibri"/>
            </a:endParaRPr>
          </a:p>
          <a:p>
            <a:pPr marL="966469">
              <a:lnSpc>
                <a:spcPct val="100000"/>
              </a:lnSpc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Allouer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(P)</a:t>
            </a:r>
            <a:endParaRPr sz="2400">
              <a:latin typeface="Calibri"/>
              <a:cs typeface="Calibri"/>
            </a:endParaRPr>
          </a:p>
          <a:p>
            <a:pPr marL="966469" marR="1686560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Ecrire("Entrer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un entier:")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Lire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(P^.Elem)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P^.Pred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10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endParaRPr sz="2400">
              <a:latin typeface="Calibri"/>
              <a:cs typeface="Calibri"/>
            </a:endParaRPr>
          </a:p>
          <a:p>
            <a:pPr marL="966469" marR="5095240" algn="just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P^.Suiv</a:t>
            </a:r>
            <a:r>
              <a:rPr sz="2400" spc="-8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 </a:t>
            </a:r>
            <a:r>
              <a:rPr sz="2400" spc="-5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L^.Suiv</a:t>
            </a:r>
            <a:r>
              <a:rPr sz="2400" spc="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6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endParaRPr sz="2400">
              <a:latin typeface="Calibri"/>
              <a:cs typeface="Calibri"/>
            </a:endParaRPr>
          </a:p>
          <a:p>
            <a:pPr marL="556260" marR="5690870" indent="68580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FinPour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Queue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9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5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1F487C"/>
                </a:solidFill>
                <a:latin typeface="Calibri"/>
                <a:cs typeface="Calibri"/>
              </a:rPr>
              <a:t>Tête</a:t>
            </a:r>
            <a:endParaRPr sz="240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400" spc="-55" dirty="0">
                <a:solidFill>
                  <a:srgbClr val="6F2F9F"/>
                </a:solidFill>
                <a:latin typeface="Calibri"/>
                <a:cs typeface="Calibri"/>
              </a:rPr>
              <a:t>IV.2.</a:t>
            </a:r>
            <a:r>
              <a:rPr sz="2400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Parcours 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inverse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d'une 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liste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à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chainage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double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suivante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permet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parcourir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et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afficher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élément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d’une liste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chainage double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commençant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queue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2912" y="691159"/>
            <a:ext cx="7572375" cy="523240"/>
          </a:xfrm>
          <a:custGeom>
            <a:avLst/>
            <a:gdLst/>
            <a:ahLst/>
            <a:cxnLst/>
            <a:rect l="l" t="t" r="r" b="b"/>
            <a:pathLst>
              <a:path w="7572375" h="523240">
                <a:moveTo>
                  <a:pt x="7572375" y="0"/>
                </a:moveTo>
                <a:lnTo>
                  <a:pt x="0" y="0"/>
                </a:lnTo>
                <a:lnTo>
                  <a:pt x="0" y="523214"/>
                </a:lnTo>
                <a:lnTo>
                  <a:pt x="7572375" y="523214"/>
                </a:lnTo>
                <a:lnTo>
                  <a:pt x="75723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1868" y="701497"/>
            <a:ext cx="45389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IV.</a:t>
            </a:r>
            <a:r>
              <a:rPr spc="-25" dirty="0"/>
              <a:t> </a:t>
            </a:r>
            <a:r>
              <a:rPr spc="-5" dirty="0"/>
              <a:t>Les</a:t>
            </a:r>
            <a:r>
              <a:rPr spc="5" dirty="0"/>
              <a:t> </a:t>
            </a:r>
            <a:r>
              <a:rPr spc="-20" dirty="0"/>
              <a:t>listes</a:t>
            </a:r>
            <a:r>
              <a:rPr spc="20" dirty="0"/>
              <a:t> </a:t>
            </a:r>
            <a:r>
              <a:rPr spc="-5" dirty="0"/>
              <a:t>à</a:t>
            </a:r>
            <a:r>
              <a:rPr spc="-10" dirty="0"/>
              <a:t> chainage</a:t>
            </a:r>
            <a:r>
              <a:rPr spc="40" dirty="0"/>
              <a:t> </a:t>
            </a:r>
            <a:r>
              <a:rPr spc="-5" dirty="0"/>
              <a:t>double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214409"/>
            <a:ext cx="7992109" cy="5632450"/>
          </a:xfrm>
          <a:custGeom>
            <a:avLst/>
            <a:gdLst/>
            <a:ahLst/>
            <a:cxnLst/>
            <a:rect l="l" t="t" r="r" b="b"/>
            <a:pathLst>
              <a:path w="7992109" h="5632450">
                <a:moveTo>
                  <a:pt x="7991983" y="0"/>
                </a:moveTo>
                <a:lnTo>
                  <a:pt x="0" y="0"/>
                </a:lnTo>
                <a:lnTo>
                  <a:pt x="0" y="5632323"/>
                </a:lnTo>
                <a:lnTo>
                  <a:pt x="7991983" y="5632323"/>
                </a:lnTo>
                <a:lnTo>
                  <a:pt x="7991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227785"/>
            <a:ext cx="7836534" cy="551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Procedure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AffichListe(Queue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Liste)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P: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7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Queue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TantQue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(P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&lt;&gt;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Nil)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Faire</a:t>
            </a:r>
            <a:endParaRPr sz="2400">
              <a:latin typeface="Calibri"/>
              <a:cs typeface="Calibri"/>
            </a:endParaRPr>
          </a:p>
          <a:p>
            <a:pPr marL="1841500" marR="4028440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Ecrire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(P^.Elem)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6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P^.Pred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FinTQ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  <a:p>
            <a:pPr marL="313690" indent="-301625" algn="just">
              <a:lnSpc>
                <a:spcPct val="100000"/>
              </a:lnSpc>
              <a:buAutoNum type="romanUcPeriod" startAt="5"/>
              <a:tabLst>
                <a:tab pos="314325" algn="l"/>
              </a:tabLst>
            </a:pP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piles</a:t>
            </a:r>
            <a:endParaRPr sz="2400">
              <a:latin typeface="Calibri"/>
              <a:cs typeface="Calibri"/>
            </a:endParaRPr>
          </a:p>
          <a:p>
            <a:pPr marL="527050" lvl="1" indent="-514984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7685" algn="l"/>
              </a:tabLst>
            </a:pP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présentation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Une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pile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suite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cellules allouées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dynamiquement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(liste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chainée)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où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l’insertion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suppression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d’un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élément se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font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toujours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tête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la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liste.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2912" y="691159"/>
            <a:ext cx="7572375" cy="523240"/>
          </a:xfrm>
          <a:custGeom>
            <a:avLst/>
            <a:gdLst/>
            <a:ahLst/>
            <a:cxnLst/>
            <a:rect l="l" t="t" r="r" b="b"/>
            <a:pathLst>
              <a:path w="7572375" h="523240">
                <a:moveTo>
                  <a:pt x="7572375" y="0"/>
                </a:moveTo>
                <a:lnTo>
                  <a:pt x="0" y="0"/>
                </a:lnTo>
                <a:lnTo>
                  <a:pt x="0" y="523214"/>
                </a:lnTo>
                <a:lnTo>
                  <a:pt x="7572375" y="523214"/>
                </a:lnTo>
                <a:lnTo>
                  <a:pt x="75723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1868" y="701497"/>
            <a:ext cx="45389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IV.</a:t>
            </a:r>
            <a:r>
              <a:rPr spc="-25" dirty="0"/>
              <a:t> </a:t>
            </a:r>
            <a:r>
              <a:rPr spc="-5" dirty="0"/>
              <a:t>Les</a:t>
            </a:r>
            <a:r>
              <a:rPr spc="5" dirty="0"/>
              <a:t> </a:t>
            </a:r>
            <a:r>
              <a:rPr spc="-20" dirty="0"/>
              <a:t>listes</a:t>
            </a:r>
            <a:r>
              <a:rPr spc="20" dirty="0"/>
              <a:t> </a:t>
            </a:r>
            <a:r>
              <a:rPr spc="-5" dirty="0"/>
              <a:t>à</a:t>
            </a:r>
            <a:r>
              <a:rPr spc="-10" dirty="0"/>
              <a:t> chainage</a:t>
            </a:r>
            <a:r>
              <a:rPr spc="40" dirty="0"/>
              <a:t> </a:t>
            </a:r>
            <a:r>
              <a:rPr spc="-5" dirty="0"/>
              <a:t>double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52800" y="0"/>
            <a:ext cx="5791200" cy="152400"/>
          </a:xfrm>
          <a:custGeom>
            <a:avLst/>
            <a:gdLst/>
            <a:ahLst/>
            <a:cxnLst/>
            <a:rect l="l" t="t" r="r" b="b"/>
            <a:pathLst>
              <a:path w="5791200" h="152400">
                <a:moveTo>
                  <a:pt x="5791200" y="0"/>
                </a:moveTo>
                <a:lnTo>
                  <a:pt x="0" y="0"/>
                </a:lnTo>
                <a:lnTo>
                  <a:pt x="0" y="152400"/>
                </a:lnTo>
                <a:lnTo>
                  <a:pt x="5791200" y="152400"/>
                </a:lnTo>
                <a:lnTo>
                  <a:pt x="5791200" y="0"/>
                </a:lnTo>
                <a:close/>
              </a:path>
            </a:pathLst>
          </a:custGeom>
          <a:solidFill>
            <a:srgbClr val="CFDBFC"/>
          </a:solidFill>
        </p:spPr>
        <p:txBody>
          <a:bodyPr wrap="square" lIns="0" tIns="0" rIns="0" bIns="0" rtlCol="0"/>
          <a:lstStyle/>
          <a:p>
            <a:pPr defTabSz="801590"/>
            <a:endParaRPr>
              <a:solidFill>
                <a:prstClr val="black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0229"/>
            <a:ext cx="9144000" cy="9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5027"/>
            <a:ext cx="9144000" cy="9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09830"/>
            <a:ext cx="9144000" cy="91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4627"/>
            <a:ext cx="9144000" cy="9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19430"/>
            <a:ext cx="9144000" cy="91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24227"/>
            <a:ext cx="9144000" cy="91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9030"/>
            <a:ext cx="9144000" cy="91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33827"/>
            <a:ext cx="9144000" cy="91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38627"/>
            <a:ext cx="9144000" cy="91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3429"/>
            <a:ext cx="9144000" cy="91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48228"/>
            <a:ext cx="9144000" cy="91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3030"/>
            <a:ext cx="9144000" cy="91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57828"/>
            <a:ext cx="9144000" cy="91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62631"/>
            <a:ext cx="9144000" cy="91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67428"/>
            <a:ext cx="9144000" cy="91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72231"/>
            <a:ext cx="9144000" cy="914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177028"/>
            <a:ext cx="9144000" cy="914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81829"/>
            <a:ext cx="9144000" cy="914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86628"/>
            <a:ext cx="9144000" cy="914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91430"/>
            <a:ext cx="9144000" cy="9143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-54299" y="24865"/>
            <a:ext cx="9144000" cy="6858000"/>
            <a:chOff x="0" y="0"/>
            <a:chExt cx="9144000" cy="68580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96228"/>
              <a:ext cx="9144000" cy="91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839199" y="0"/>
              <a:ext cx="0" cy="2362200"/>
            </a:xfrm>
            <a:custGeom>
              <a:avLst/>
              <a:gdLst/>
              <a:ahLst/>
              <a:cxnLst/>
              <a:rect l="l" t="t" r="r" b="b"/>
              <a:pathLst>
                <a:path h="2362200">
                  <a:moveTo>
                    <a:pt x="0" y="0"/>
                  </a:moveTo>
                  <a:lnTo>
                    <a:pt x="0" y="236220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803147" y="886967"/>
              <a:ext cx="0" cy="2851785"/>
            </a:xfrm>
            <a:custGeom>
              <a:avLst/>
              <a:gdLst/>
              <a:ahLst/>
              <a:cxnLst/>
              <a:rect l="l" t="t" r="r" b="b"/>
              <a:pathLst>
                <a:path h="2851785">
                  <a:moveTo>
                    <a:pt x="0" y="0"/>
                  </a:moveTo>
                  <a:lnTo>
                    <a:pt x="0" y="2851404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571" y="3054095"/>
              <a:ext cx="5097780" cy="1905"/>
            </a:xfrm>
            <a:custGeom>
              <a:avLst/>
              <a:gdLst/>
              <a:ahLst/>
              <a:cxnLst/>
              <a:rect l="l" t="t" r="r" b="b"/>
              <a:pathLst>
                <a:path w="5097780" h="1905">
                  <a:moveTo>
                    <a:pt x="50977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09600" y="1488947"/>
              <a:ext cx="6050280" cy="1905"/>
            </a:xfrm>
            <a:custGeom>
              <a:avLst/>
              <a:gdLst/>
              <a:ahLst/>
              <a:cxnLst/>
              <a:rect l="l" t="t" r="r" b="b"/>
              <a:pathLst>
                <a:path w="6050280" h="1905">
                  <a:moveTo>
                    <a:pt x="60502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75132" y="1365503"/>
              <a:ext cx="250190" cy="248920"/>
            </a:xfrm>
            <a:custGeom>
              <a:avLst/>
              <a:gdLst/>
              <a:ahLst/>
              <a:cxnLst/>
              <a:rect l="l" t="t" r="r" b="b"/>
              <a:pathLst>
                <a:path w="250190" h="248919">
                  <a:moveTo>
                    <a:pt x="25" y="121412"/>
                  </a:moveTo>
                  <a:lnTo>
                    <a:pt x="0" y="122300"/>
                  </a:lnTo>
                  <a:lnTo>
                    <a:pt x="0" y="123317"/>
                  </a:lnTo>
                  <a:lnTo>
                    <a:pt x="0" y="124206"/>
                  </a:lnTo>
                  <a:lnTo>
                    <a:pt x="9819" y="172545"/>
                  </a:lnTo>
                  <a:lnTo>
                    <a:pt x="36599" y="212026"/>
                  </a:lnTo>
                  <a:lnTo>
                    <a:pt x="76322" y="238648"/>
                  </a:lnTo>
                  <a:lnTo>
                    <a:pt x="124968" y="248412"/>
                  </a:lnTo>
                  <a:lnTo>
                    <a:pt x="173608" y="238648"/>
                  </a:lnTo>
                  <a:lnTo>
                    <a:pt x="213331" y="212026"/>
                  </a:lnTo>
                  <a:lnTo>
                    <a:pt x="240114" y="172545"/>
                  </a:lnTo>
                  <a:lnTo>
                    <a:pt x="249936" y="124206"/>
                  </a:lnTo>
                  <a:lnTo>
                    <a:pt x="240380" y="76491"/>
                  </a:lnTo>
                  <a:lnTo>
                    <a:pt x="214261" y="37290"/>
                  </a:lnTo>
                  <a:lnTo>
                    <a:pt x="175398" y="10495"/>
                  </a:lnTo>
                  <a:lnTo>
                    <a:pt x="127609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50007" y="3098292"/>
              <a:ext cx="6044565" cy="2877820"/>
            </a:xfrm>
            <a:custGeom>
              <a:avLst/>
              <a:gdLst/>
              <a:ahLst/>
              <a:cxnLst/>
              <a:rect l="l" t="t" r="r" b="b"/>
              <a:pathLst>
                <a:path w="6044565" h="2877820">
                  <a:moveTo>
                    <a:pt x="0" y="2365248"/>
                  </a:moveTo>
                  <a:lnTo>
                    <a:pt x="6044184" y="2365248"/>
                  </a:lnTo>
                </a:path>
                <a:path w="6044565" h="2877820">
                  <a:moveTo>
                    <a:pt x="5861304" y="0"/>
                  </a:moveTo>
                  <a:lnTo>
                    <a:pt x="5861304" y="287731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090915" y="5314188"/>
              <a:ext cx="248920" cy="247015"/>
            </a:xfrm>
            <a:custGeom>
              <a:avLst/>
              <a:gdLst/>
              <a:ahLst/>
              <a:cxnLst/>
              <a:rect l="l" t="t" r="r" b="b"/>
              <a:pathLst>
                <a:path w="248920" h="247014">
                  <a:moveTo>
                    <a:pt x="248411" y="120650"/>
                  </a:moveTo>
                  <a:lnTo>
                    <a:pt x="248411" y="121539"/>
                  </a:lnTo>
                  <a:lnTo>
                    <a:pt x="248411" y="122555"/>
                  </a:lnTo>
                  <a:lnTo>
                    <a:pt x="248411" y="123443"/>
                  </a:lnTo>
                  <a:lnTo>
                    <a:pt x="238648" y="171503"/>
                  </a:lnTo>
                  <a:lnTo>
                    <a:pt x="212026" y="210740"/>
                  </a:lnTo>
                  <a:lnTo>
                    <a:pt x="172545" y="237190"/>
                  </a:lnTo>
                  <a:lnTo>
                    <a:pt x="124205" y="246887"/>
                  </a:lnTo>
                  <a:lnTo>
                    <a:pt x="75866" y="237190"/>
                  </a:lnTo>
                  <a:lnTo>
                    <a:pt x="36385" y="210740"/>
                  </a:lnTo>
                  <a:lnTo>
                    <a:pt x="9763" y="171503"/>
                  </a:lnTo>
                  <a:lnTo>
                    <a:pt x="0" y="123443"/>
                  </a:lnTo>
                  <a:lnTo>
                    <a:pt x="9489" y="76009"/>
                  </a:lnTo>
                  <a:lnTo>
                    <a:pt x="35432" y="37052"/>
                  </a:lnTo>
                  <a:lnTo>
                    <a:pt x="74044" y="10429"/>
                  </a:lnTo>
                  <a:lnTo>
                    <a:pt x="121538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1069647" y="1542034"/>
            <a:ext cx="7091429" cy="62837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7">
              <a:spcBef>
                <a:spcPts val="100"/>
              </a:spcBef>
            </a:pPr>
            <a:r>
              <a:rPr lang="fr-FR" sz="4000" spc="-20" dirty="0" smtClean="0">
                <a:latin typeface="Arial Black"/>
                <a:cs typeface="Arial Black"/>
              </a:rPr>
              <a:t>PILE ET FILE</a:t>
            </a:r>
            <a:endParaRPr sz="4000" b="1" dirty="0"/>
          </a:p>
        </p:txBody>
      </p:sp>
      <p:sp>
        <p:nvSpPr>
          <p:cNvPr id="37" name="object 37"/>
          <p:cNvSpPr txBox="1"/>
          <p:nvPr/>
        </p:nvSpPr>
        <p:spPr>
          <a:xfrm>
            <a:off x="8231123" y="6433735"/>
            <a:ext cx="173990" cy="237396"/>
          </a:xfrm>
          <a:prstGeom prst="rect">
            <a:avLst/>
          </a:prstGeom>
        </p:spPr>
        <p:txBody>
          <a:bodyPr vert="horz" wrap="square" lIns="0" tIns="13331" rIns="0" bIns="0" rtlCol="0">
            <a:spAutoFit/>
          </a:bodyPr>
          <a:lstStyle/>
          <a:p>
            <a:pPr marL="38089" defTabSz="801590"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pPr marL="38089" defTabSz="801590">
                <a:spcBef>
                  <a:spcPts val="105"/>
                </a:spcBef>
              </a:pPr>
              <a:t>24</a:t>
            </a:fld>
            <a:endParaRPr sz="1400">
              <a:solidFill>
                <a:prstClr val="black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45194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357339"/>
            <a:ext cx="7992109" cy="5401945"/>
          </a:xfrm>
          <a:custGeom>
            <a:avLst/>
            <a:gdLst/>
            <a:ahLst/>
            <a:cxnLst/>
            <a:rect l="l" t="t" r="r" b="b"/>
            <a:pathLst>
              <a:path w="7992109" h="5401945">
                <a:moveTo>
                  <a:pt x="7991983" y="0"/>
                </a:moveTo>
                <a:lnTo>
                  <a:pt x="0" y="0"/>
                </a:lnTo>
                <a:lnTo>
                  <a:pt x="0" y="5401437"/>
                </a:lnTo>
                <a:lnTo>
                  <a:pt x="7991983" y="5401437"/>
                </a:lnTo>
                <a:lnTo>
                  <a:pt x="7991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370838"/>
            <a:ext cx="7837805" cy="220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L’image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intuitive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d’une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pile par une pile 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d’assiette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 une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pile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dossier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a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condition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supposer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qu’on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prend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un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seul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élément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à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fois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(celui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sommet).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On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peut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résumer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contrainte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d’accès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principe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«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dernier</a:t>
            </a:r>
            <a:r>
              <a:rPr sz="2400" spc="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arrivé,</a:t>
            </a:r>
            <a:r>
              <a:rPr sz="2400" spc="5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premier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sorti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»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qui se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traduit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anglais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ast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irst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ut.</a:t>
            </a:r>
            <a:endParaRPr sz="2400">
              <a:latin typeface="Calibri"/>
              <a:cs typeface="Calibri"/>
            </a:endParaRPr>
          </a:p>
          <a:p>
            <a:pPr marL="116205">
              <a:lnSpc>
                <a:spcPct val="100000"/>
              </a:lnSpc>
              <a:spcBef>
                <a:spcPts val="640"/>
              </a:spcBef>
            </a:pP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Sommet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4819" y="4434967"/>
            <a:ext cx="783590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structure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d’un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objet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en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pile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s’impose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lorsqu’on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des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informations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qui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devront être traitées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 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l’ordre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inverse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leur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arrivé.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C’est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cas,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exemple,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gestion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 adresses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retour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dans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l’exécution</a:t>
            </a:r>
            <a:r>
              <a:rPr sz="2400" spc="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d’un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programme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récursif.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supposant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que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les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éléments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pile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sont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entiers,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celle-ci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déclare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façon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suivante</a:t>
            </a:r>
            <a:r>
              <a:rPr sz="240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2912" y="762660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270" dirty="0"/>
              <a:t>V</a:t>
            </a:r>
            <a:r>
              <a:rPr spc="-5" dirty="0"/>
              <a:t>.</a:t>
            </a:r>
            <a:r>
              <a:rPr spc="-15" dirty="0"/>
              <a:t> </a:t>
            </a:r>
            <a:r>
              <a:rPr spc="-5" dirty="0"/>
              <a:t>les</a:t>
            </a:r>
            <a:r>
              <a:rPr spc="5" dirty="0"/>
              <a:t> </a:t>
            </a:r>
            <a:r>
              <a:rPr spc="-5" dirty="0"/>
              <a:t>pi</a:t>
            </a:r>
            <a:r>
              <a:rPr spc="-15" dirty="0"/>
              <a:t>l</a:t>
            </a:r>
            <a:r>
              <a:rPr spc="-10" dirty="0"/>
              <a:t>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058837" y="3702050"/>
            <a:ext cx="2057400" cy="637540"/>
            <a:chOff x="1058837" y="3702050"/>
            <a:chExt cx="2057400" cy="637540"/>
          </a:xfrm>
        </p:grpSpPr>
        <p:sp>
          <p:nvSpPr>
            <p:cNvPr id="7" name="object 7"/>
            <p:cNvSpPr/>
            <p:nvPr/>
          </p:nvSpPr>
          <p:spPr>
            <a:xfrm>
              <a:off x="1071537" y="3714750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39" h="612139">
                  <a:moveTo>
                    <a:pt x="306031" y="0"/>
                  </a:moveTo>
                  <a:lnTo>
                    <a:pt x="256390" y="4005"/>
                  </a:lnTo>
                  <a:lnTo>
                    <a:pt x="209299" y="15602"/>
                  </a:lnTo>
                  <a:lnTo>
                    <a:pt x="165389" y="34159"/>
                  </a:lnTo>
                  <a:lnTo>
                    <a:pt x="125290" y="59045"/>
                  </a:lnTo>
                  <a:lnTo>
                    <a:pt x="89631" y="89630"/>
                  </a:lnTo>
                  <a:lnTo>
                    <a:pt x="59044" y="125281"/>
                  </a:lnTo>
                  <a:lnTo>
                    <a:pt x="34157" y="165370"/>
                  </a:lnTo>
                  <a:lnTo>
                    <a:pt x="15600" y="209263"/>
                  </a:lnTo>
                  <a:lnTo>
                    <a:pt x="4005" y="256331"/>
                  </a:lnTo>
                  <a:lnTo>
                    <a:pt x="0" y="305943"/>
                  </a:lnTo>
                  <a:lnTo>
                    <a:pt x="4005" y="355588"/>
                  </a:lnTo>
                  <a:lnTo>
                    <a:pt x="15600" y="402684"/>
                  </a:lnTo>
                  <a:lnTo>
                    <a:pt x="34157" y="446599"/>
                  </a:lnTo>
                  <a:lnTo>
                    <a:pt x="59044" y="486703"/>
                  </a:lnTo>
                  <a:lnTo>
                    <a:pt x="89631" y="522366"/>
                  </a:lnTo>
                  <a:lnTo>
                    <a:pt x="125290" y="552959"/>
                  </a:lnTo>
                  <a:lnTo>
                    <a:pt x="165389" y="577849"/>
                  </a:lnTo>
                  <a:lnTo>
                    <a:pt x="209299" y="596409"/>
                  </a:lnTo>
                  <a:lnTo>
                    <a:pt x="256390" y="608007"/>
                  </a:lnTo>
                  <a:lnTo>
                    <a:pt x="306031" y="612013"/>
                  </a:lnTo>
                  <a:lnTo>
                    <a:pt x="355643" y="608007"/>
                  </a:lnTo>
                  <a:lnTo>
                    <a:pt x="402711" y="596409"/>
                  </a:lnTo>
                  <a:lnTo>
                    <a:pt x="446604" y="577849"/>
                  </a:lnTo>
                  <a:lnTo>
                    <a:pt x="486692" y="552959"/>
                  </a:lnTo>
                  <a:lnTo>
                    <a:pt x="522344" y="522366"/>
                  </a:lnTo>
                  <a:lnTo>
                    <a:pt x="552929" y="486703"/>
                  </a:lnTo>
                  <a:lnTo>
                    <a:pt x="577815" y="446599"/>
                  </a:lnTo>
                  <a:lnTo>
                    <a:pt x="596372" y="402684"/>
                  </a:lnTo>
                  <a:lnTo>
                    <a:pt x="607969" y="355588"/>
                  </a:lnTo>
                  <a:lnTo>
                    <a:pt x="611974" y="305943"/>
                  </a:lnTo>
                  <a:lnTo>
                    <a:pt x="607969" y="256331"/>
                  </a:lnTo>
                  <a:lnTo>
                    <a:pt x="596372" y="209263"/>
                  </a:lnTo>
                  <a:lnTo>
                    <a:pt x="577815" y="165370"/>
                  </a:lnTo>
                  <a:lnTo>
                    <a:pt x="552929" y="125281"/>
                  </a:lnTo>
                  <a:lnTo>
                    <a:pt x="522344" y="89630"/>
                  </a:lnTo>
                  <a:lnTo>
                    <a:pt x="486692" y="59045"/>
                  </a:lnTo>
                  <a:lnTo>
                    <a:pt x="446604" y="34159"/>
                  </a:lnTo>
                  <a:lnTo>
                    <a:pt x="402711" y="15602"/>
                  </a:lnTo>
                  <a:lnTo>
                    <a:pt x="355643" y="4005"/>
                  </a:lnTo>
                  <a:lnTo>
                    <a:pt x="3060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71537" y="3714750"/>
              <a:ext cx="2032000" cy="612140"/>
            </a:xfrm>
            <a:custGeom>
              <a:avLst/>
              <a:gdLst/>
              <a:ahLst/>
              <a:cxnLst/>
              <a:rect l="l" t="t" r="r" b="b"/>
              <a:pathLst>
                <a:path w="2032000" h="612139">
                  <a:moveTo>
                    <a:pt x="0" y="305943"/>
                  </a:moveTo>
                  <a:lnTo>
                    <a:pt x="4005" y="256331"/>
                  </a:lnTo>
                  <a:lnTo>
                    <a:pt x="15600" y="209263"/>
                  </a:lnTo>
                  <a:lnTo>
                    <a:pt x="34157" y="165370"/>
                  </a:lnTo>
                  <a:lnTo>
                    <a:pt x="59044" y="125281"/>
                  </a:lnTo>
                  <a:lnTo>
                    <a:pt x="89631" y="89630"/>
                  </a:lnTo>
                  <a:lnTo>
                    <a:pt x="125290" y="59045"/>
                  </a:lnTo>
                  <a:lnTo>
                    <a:pt x="165389" y="34159"/>
                  </a:lnTo>
                  <a:lnTo>
                    <a:pt x="209299" y="15602"/>
                  </a:lnTo>
                  <a:lnTo>
                    <a:pt x="256390" y="4005"/>
                  </a:lnTo>
                  <a:lnTo>
                    <a:pt x="306031" y="0"/>
                  </a:lnTo>
                  <a:lnTo>
                    <a:pt x="355643" y="4005"/>
                  </a:lnTo>
                  <a:lnTo>
                    <a:pt x="402711" y="15602"/>
                  </a:lnTo>
                  <a:lnTo>
                    <a:pt x="446604" y="34159"/>
                  </a:lnTo>
                  <a:lnTo>
                    <a:pt x="486692" y="59045"/>
                  </a:lnTo>
                  <a:lnTo>
                    <a:pt x="522344" y="89630"/>
                  </a:lnTo>
                  <a:lnTo>
                    <a:pt x="552929" y="125281"/>
                  </a:lnTo>
                  <a:lnTo>
                    <a:pt x="577815" y="165370"/>
                  </a:lnTo>
                  <a:lnTo>
                    <a:pt x="596372" y="209263"/>
                  </a:lnTo>
                  <a:lnTo>
                    <a:pt x="607969" y="256331"/>
                  </a:lnTo>
                  <a:lnTo>
                    <a:pt x="611974" y="305943"/>
                  </a:lnTo>
                  <a:lnTo>
                    <a:pt x="607969" y="355588"/>
                  </a:lnTo>
                  <a:lnTo>
                    <a:pt x="596372" y="402684"/>
                  </a:lnTo>
                  <a:lnTo>
                    <a:pt x="577815" y="446599"/>
                  </a:lnTo>
                  <a:lnTo>
                    <a:pt x="552929" y="486703"/>
                  </a:lnTo>
                  <a:lnTo>
                    <a:pt x="522344" y="522366"/>
                  </a:lnTo>
                  <a:lnTo>
                    <a:pt x="486692" y="552959"/>
                  </a:lnTo>
                  <a:lnTo>
                    <a:pt x="446604" y="577849"/>
                  </a:lnTo>
                  <a:lnTo>
                    <a:pt x="402711" y="596409"/>
                  </a:lnTo>
                  <a:lnTo>
                    <a:pt x="355643" y="608007"/>
                  </a:lnTo>
                  <a:lnTo>
                    <a:pt x="306031" y="612013"/>
                  </a:lnTo>
                  <a:lnTo>
                    <a:pt x="256390" y="608007"/>
                  </a:lnTo>
                  <a:lnTo>
                    <a:pt x="209299" y="596409"/>
                  </a:lnTo>
                  <a:lnTo>
                    <a:pt x="165389" y="577849"/>
                  </a:lnTo>
                  <a:lnTo>
                    <a:pt x="125290" y="552959"/>
                  </a:lnTo>
                  <a:lnTo>
                    <a:pt x="89631" y="522366"/>
                  </a:lnTo>
                  <a:lnTo>
                    <a:pt x="59044" y="486703"/>
                  </a:lnTo>
                  <a:lnTo>
                    <a:pt x="34157" y="446599"/>
                  </a:lnTo>
                  <a:lnTo>
                    <a:pt x="15600" y="402684"/>
                  </a:lnTo>
                  <a:lnTo>
                    <a:pt x="4005" y="355588"/>
                  </a:lnTo>
                  <a:lnTo>
                    <a:pt x="0" y="305943"/>
                  </a:lnTo>
                  <a:close/>
                </a:path>
                <a:path w="2032000" h="612139">
                  <a:moveTo>
                    <a:pt x="951826" y="571500"/>
                  </a:moveTo>
                  <a:lnTo>
                    <a:pt x="2031822" y="571500"/>
                  </a:lnTo>
                  <a:lnTo>
                    <a:pt x="2031822" y="31495"/>
                  </a:lnTo>
                  <a:lnTo>
                    <a:pt x="951826" y="31495"/>
                  </a:lnTo>
                  <a:lnTo>
                    <a:pt x="951826" y="5715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36064" y="3758946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835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83385" y="3732720"/>
            <a:ext cx="3053080" cy="568960"/>
            <a:chOff x="1683385" y="3732720"/>
            <a:chExt cx="3053080" cy="568960"/>
          </a:xfrm>
        </p:grpSpPr>
        <p:sp>
          <p:nvSpPr>
            <p:cNvPr id="11" name="object 11"/>
            <p:cNvSpPr/>
            <p:nvPr/>
          </p:nvSpPr>
          <p:spPr>
            <a:xfrm>
              <a:off x="1683385" y="3950588"/>
              <a:ext cx="1951989" cy="133985"/>
            </a:xfrm>
            <a:custGeom>
              <a:avLst/>
              <a:gdLst/>
              <a:ahLst/>
              <a:cxnLst/>
              <a:rect l="l" t="t" r="r" b="b"/>
              <a:pathLst>
                <a:path w="1951989" h="133985">
                  <a:moveTo>
                    <a:pt x="339979" y="65659"/>
                  </a:moveTo>
                  <a:lnTo>
                    <a:pt x="315518" y="51816"/>
                  </a:lnTo>
                  <a:lnTo>
                    <a:pt x="232283" y="4699"/>
                  </a:lnTo>
                  <a:lnTo>
                    <a:pt x="225425" y="889"/>
                  </a:lnTo>
                  <a:lnTo>
                    <a:pt x="216662" y="3302"/>
                  </a:lnTo>
                  <a:lnTo>
                    <a:pt x="212852" y="10160"/>
                  </a:lnTo>
                  <a:lnTo>
                    <a:pt x="208915" y="17018"/>
                  </a:lnTo>
                  <a:lnTo>
                    <a:pt x="211328" y="25781"/>
                  </a:lnTo>
                  <a:lnTo>
                    <a:pt x="218186" y="29591"/>
                  </a:lnTo>
                  <a:lnTo>
                    <a:pt x="258648" y="52514"/>
                  </a:lnTo>
                  <a:lnTo>
                    <a:pt x="0" y="55880"/>
                  </a:lnTo>
                  <a:lnTo>
                    <a:pt x="381" y="84455"/>
                  </a:lnTo>
                  <a:lnTo>
                    <a:pt x="259080" y="80975"/>
                  </a:lnTo>
                  <a:lnTo>
                    <a:pt x="212471" y="108966"/>
                  </a:lnTo>
                  <a:lnTo>
                    <a:pt x="210312" y="117729"/>
                  </a:lnTo>
                  <a:lnTo>
                    <a:pt x="214376" y="124587"/>
                  </a:lnTo>
                  <a:lnTo>
                    <a:pt x="218440" y="131318"/>
                  </a:lnTo>
                  <a:lnTo>
                    <a:pt x="227203" y="133477"/>
                  </a:lnTo>
                  <a:lnTo>
                    <a:pt x="339979" y="65659"/>
                  </a:lnTo>
                  <a:close/>
                </a:path>
                <a:path w="1951989" h="133985">
                  <a:moveTo>
                    <a:pt x="1951609" y="65659"/>
                  </a:moveTo>
                  <a:lnTo>
                    <a:pt x="1927098" y="51562"/>
                  </a:lnTo>
                  <a:lnTo>
                    <a:pt x="1837436" y="0"/>
                  </a:lnTo>
                  <a:lnTo>
                    <a:pt x="1828800" y="2413"/>
                  </a:lnTo>
                  <a:lnTo>
                    <a:pt x="1824863" y="9144"/>
                  </a:lnTo>
                  <a:lnTo>
                    <a:pt x="1820926" y="16002"/>
                  </a:lnTo>
                  <a:lnTo>
                    <a:pt x="1823212" y="24765"/>
                  </a:lnTo>
                  <a:lnTo>
                    <a:pt x="1870265" y="51879"/>
                  </a:lnTo>
                  <a:lnTo>
                    <a:pt x="1173988" y="55880"/>
                  </a:lnTo>
                  <a:lnTo>
                    <a:pt x="1174242" y="84455"/>
                  </a:lnTo>
                  <a:lnTo>
                    <a:pt x="1870303" y="80454"/>
                  </a:lnTo>
                  <a:lnTo>
                    <a:pt x="1830451" y="104013"/>
                  </a:lnTo>
                  <a:lnTo>
                    <a:pt x="1823720" y="108077"/>
                  </a:lnTo>
                  <a:lnTo>
                    <a:pt x="1821434" y="116840"/>
                  </a:lnTo>
                  <a:lnTo>
                    <a:pt x="1825498" y="123571"/>
                  </a:lnTo>
                  <a:lnTo>
                    <a:pt x="1829435" y="130429"/>
                  </a:lnTo>
                  <a:lnTo>
                    <a:pt x="1838198" y="132588"/>
                  </a:lnTo>
                  <a:lnTo>
                    <a:pt x="1845056" y="128651"/>
                  </a:lnTo>
                  <a:lnTo>
                    <a:pt x="1951609" y="65659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62479" y="3747008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5" h="540385">
                  <a:moveTo>
                    <a:pt x="0" y="0"/>
                  </a:moveTo>
                  <a:lnTo>
                    <a:pt x="1650" y="540004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43249" y="3746246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655948" y="3758946"/>
            <a:ext cx="514984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5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491990" y="3732784"/>
            <a:ext cx="1878964" cy="565785"/>
            <a:chOff x="4491990" y="3732784"/>
            <a:chExt cx="1878964" cy="565785"/>
          </a:xfrm>
        </p:grpSpPr>
        <p:sp>
          <p:nvSpPr>
            <p:cNvPr id="16" name="object 16"/>
            <p:cNvSpPr/>
            <p:nvPr/>
          </p:nvSpPr>
          <p:spPr>
            <a:xfrm>
              <a:off x="4491990" y="3949827"/>
              <a:ext cx="777875" cy="132715"/>
            </a:xfrm>
            <a:custGeom>
              <a:avLst/>
              <a:gdLst/>
              <a:ahLst/>
              <a:cxnLst/>
              <a:rect l="l" t="t" r="r" b="b"/>
              <a:pathLst>
                <a:path w="777875" h="132714">
                  <a:moveTo>
                    <a:pt x="753110" y="51562"/>
                  </a:moveTo>
                  <a:lnTo>
                    <a:pt x="749173" y="51562"/>
                  </a:lnTo>
                  <a:lnTo>
                    <a:pt x="749300" y="80137"/>
                  </a:lnTo>
                  <a:lnTo>
                    <a:pt x="696390" y="80442"/>
                  </a:lnTo>
                  <a:lnTo>
                    <a:pt x="649732" y="108077"/>
                  </a:lnTo>
                  <a:lnTo>
                    <a:pt x="647446" y="116712"/>
                  </a:lnTo>
                  <a:lnTo>
                    <a:pt x="651510" y="123571"/>
                  </a:lnTo>
                  <a:lnTo>
                    <a:pt x="655574" y="130302"/>
                  </a:lnTo>
                  <a:lnTo>
                    <a:pt x="664337" y="132587"/>
                  </a:lnTo>
                  <a:lnTo>
                    <a:pt x="777621" y="65659"/>
                  </a:lnTo>
                  <a:lnTo>
                    <a:pt x="753110" y="51562"/>
                  </a:lnTo>
                  <a:close/>
                </a:path>
                <a:path w="777875" h="132714">
                  <a:moveTo>
                    <a:pt x="696282" y="51866"/>
                  </a:moveTo>
                  <a:lnTo>
                    <a:pt x="0" y="55880"/>
                  </a:lnTo>
                  <a:lnTo>
                    <a:pt x="254" y="84455"/>
                  </a:lnTo>
                  <a:lnTo>
                    <a:pt x="696390" y="80442"/>
                  </a:lnTo>
                  <a:lnTo>
                    <a:pt x="720797" y="65985"/>
                  </a:lnTo>
                  <a:lnTo>
                    <a:pt x="696282" y="51866"/>
                  </a:lnTo>
                  <a:close/>
                </a:path>
                <a:path w="777875" h="132714">
                  <a:moveTo>
                    <a:pt x="720797" y="65985"/>
                  </a:moveTo>
                  <a:lnTo>
                    <a:pt x="696390" y="80442"/>
                  </a:lnTo>
                  <a:lnTo>
                    <a:pt x="749300" y="80137"/>
                  </a:lnTo>
                  <a:lnTo>
                    <a:pt x="749291" y="78231"/>
                  </a:lnTo>
                  <a:lnTo>
                    <a:pt x="742061" y="78231"/>
                  </a:lnTo>
                  <a:lnTo>
                    <a:pt x="720797" y="65985"/>
                  </a:lnTo>
                  <a:close/>
                </a:path>
                <a:path w="777875" h="132714">
                  <a:moveTo>
                    <a:pt x="741934" y="53467"/>
                  </a:moveTo>
                  <a:lnTo>
                    <a:pt x="720797" y="65985"/>
                  </a:lnTo>
                  <a:lnTo>
                    <a:pt x="742061" y="78231"/>
                  </a:lnTo>
                  <a:lnTo>
                    <a:pt x="741934" y="53467"/>
                  </a:lnTo>
                  <a:close/>
                </a:path>
                <a:path w="777875" h="132714">
                  <a:moveTo>
                    <a:pt x="749181" y="53467"/>
                  </a:moveTo>
                  <a:lnTo>
                    <a:pt x="741934" y="53467"/>
                  </a:lnTo>
                  <a:lnTo>
                    <a:pt x="742061" y="78231"/>
                  </a:lnTo>
                  <a:lnTo>
                    <a:pt x="749291" y="78231"/>
                  </a:lnTo>
                  <a:lnTo>
                    <a:pt x="749181" y="53467"/>
                  </a:lnTo>
                  <a:close/>
                </a:path>
                <a:path w="777875" h="132714">
                  <a:moveTo>
                    <a:pt x="749173" y="51562"/>
                  </a:moveTo>
                  <a:lnTo>
                    <a:pt x="696282" y="51866"/>
                  </a:lnTo>
                  <a:lnTo>
                    <a:pt x="720797" y="65985"/>
                  </a:lnTo>
                  <a:lnTo>
                    <a:pt x="741934" y="53467"/>
                  </a:lnTo>
                  <a:lnTo>
                    <a:pt x="749181" y="53467"/>
                  </a:lnTo>
                  <a:lnTo>
                    <a:pt x="749173" y="51562"/>
                  </a:lnTo>
                  <a:close/>
                </a:path>
                <a:path w="777875" h="132714">
                  <a:moveTo>
                    <a:pt x="663575" y="0"/>
                  </a:moveTo>
                  <a:lnTo>
                    <a:pt x="654812" y="2286"/>
                  </a:lnTo>
                  <a:lnTo>
                    <a:pt x="646938" y="16002"/>
                  </a:lnTo>
                  <a:lnTo>
                    <a:pt x="649224" y="24765"/>
                  </a:lnTo>
                  <a:lnTo>
                    <a:pt x="696282" y="51866"/>
                  </a:lnTo>
                  <a:lnTo>
                    <a:pt x="753110" y="51562"/>
                  </a:lnTo>
                  <a:lnTo>
                    <a:pt x="663575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77993" y="3745484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4"/>
                  </a:moveTo>
                  <a:lnTo>
                    <a:pt x="1079995" y="540004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290692" y="3758184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541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0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43497" y="3934840"/>
            <a:ext cx="777875" cy="132715"/>
          </a:xfrm>
          <a:custGeom>
            <a:avLst/>
            <a:gdLst/>
            <a:ahLst/>
            <a:cxnLst/>
            <a:rect l="l" t="t" r="r" b="b"/>
            <a:pathLst>
              <a:path w="777875" h="132714">
                <a:moveTo>
                  <a:pt x="753110" y="51561"/>
                </a:moveTo>
                <a:lnTo>
                  <a:pt x="749173" y="51561"/>
                </a:lnTo>
                <a:lnTo>
                  <a:pt x="749300" y="80136"/>
                </a:lnTo>
                <a:lnTo>
                  <a:pt x="696390" y="80442"/>
                </a:lnTo>
                <a:lnTo>
                  <a:pt x="649731" y="108076"/>
                </a:lnTo>
                <a:lnTo>
                  <a:pt x="647446" y="116839"/>
                </a:lnTo>
                <a:lnTo>
                  <a:pt x="651509" y="123570"/>
                </a:lnTo>
                <a:lnTo>
                  <a:pt x="655574" y="130428"/>
                </a:lnTo>
                <a:lnTo>
                  <a:pt x="664336" y="132587"/>
                </a:lnTo>
                <a:lnTo>
                  <a:pt x="777621" y="65658"/>
                </a:lnTo>
                <a:lnTo>
                  <a:pt x="753110" y="51561"/>
                </a:lnTo>
                <a:close/>
              </a:path>
              <a:path w="777875" h="132714">
                <a:moveTo>
                  <a:pt x="696282" y="51866"/>
                </a:moveTo>
                <a:lnTo>
                  <a:pt x="0" y="55879"/>
                </a:lnTo>
                <a:lnTo>
                  <a:pt x="253" y="84454"/>
                </a:lnTo>
                <a:lnTo>
                  <a:pt x="696390" y="80442"/>
                </a:lnTo>
                <a:lnTo>
                  <a:pt x="720797" y="65985"/>
                </a:lnTo>
                <a:lnTo>
                  <a:pt x="696282" y="51866"/>
                </a:lnTo>
                <a:close/>
              </a:path>
              <a:path w="777875" h="132714">
                <a:moveTo>
                  <a:pt x="720797" y="65985"/>
                </a:moveTo>
                <a:lnTo>
                  <a:pt x="696390" y="80442"/>
                </a:lnTo>
                <a:lnTo>
                  <a:pt x="749300" y="80136"/>
                </a:lnTo>
                <a:lnTo>
                  <a:pt x="749291" y="78231"/>
                </a:lnTo>
                <a:lnTo>
                  <a:pt x="742060" y="78231"/>
                </a:lnTo>
                <a:lnTo>
                  <a:pt x="720797" y="65985"/>
                </a:lnTo>
                <a:close/>
              </a:path>
              <a:path w="777875" h="132714">
                <a:moveTo>
                  <a:pt x="741933" y="53466"/>
                </a:moveTo>
                <a:lnTo>
                  <a:pt x="720797" y="65985"/>
                </a:lnTo>
                <a:lnTo>
                  <a:pt x="742060" y="78231"/>
                </a:lnTo>
                <a:lnTo>
                  <a:pt x="741933" y="53466"/>
                </a:lnTo>
                <a:close/>
              </a:path>
              <a:path w="777875" h="132714">
                <a:moveTo>
                  <a:pt x="749181" y="53466"/>
                </a:moveTo>
                <a:lnTo>
                  <a:pt x="741933" y="53466"/>
                </a:lnTo>
                <a:lnTo>
                  <a:pt x="742060" y="78231"/>
                </a:lnTo>
                <a:lnTo>
                  <a:pt x="749291" y="78231"/>
                </a:lnTo>
                <a:lnTo>
                  <a:pt x="749181" y="53466"/>
                </a:lnTo>
                <a:close/>
              </a:path>
              <a:path w="777875" h="132714">
                <a:moveTo>
                  <a:pt x="749173" y="51561"/>
                </a:moveTo>
                <a:lnTo>
                  <a:pt x="696282" y="51866"/>
                </a:lnTo>
                <a:lnTo>
                  <a:pt x="720797" y="65985"/>
                </a:lnTo>
                <a:lnTo>
                  <a:pt x="741933" y="53466"/>
                </a:lnTo>
                <a:lnTo>
                  <a:pt x="749181" y="53466"/>
                </a:lnTo>
                <a:lnTo>
                  <a:pt x="749173" y="51561"/>
                </a:lnTo>
                <a:close/>
              </a:path>
              <a:path w="777875" h="132714">
                <a:moveTo>
                  <a:pt x="663448" y="0"/>
                </a:moveTo>
                <a:lnTo>
                  <a:pt x="654811" y="2285"/>
                </a:lnTo>
                <a:lnTo>
                  <a:pt x="646937" y="16001"/>
                </a:lnTo>
                <a:lnTo>
                  <a:pt x="649224" y="24764"/>
                </a:lnTo>
                <a:lnTo>
                  <a:pt x="696282" y="51866"/>
                </a:lnTo>
                <a:lnTo>
                  <a:pt x="753110" y="51561"/>
                </a:lnTo>
                <a:lnTo>
                  <a:pt x="663448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5802820" y="3731958"/>
            <a:ext cx="2268855" cy="568960"/>
            <a:chOff x="5802820" y="3731958"/>
            <a:chExt cx="2268855" cy="568960"/>
          </a:xfrm>
        </p:grpSpPr>
        <p:sp>
          <p:nvSpPr>
            <p:cNvPr id="21" name="object 21"/>
            <p:cNvSpPr/>
            <p:nvPr/>
          </p:nvSpPr>
          <p:spPr>
            <a:xfrm>
              <a:off x="5817108" y="3746246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4" h="540385">
                  <a:moveTo>
                    <a:pt x="0" y="0"/>
                  </a:moveTo>
                  <a:lnTo>
                    <a:pt x="1650" y="540003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78396" y="3746246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4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058406" y="3852164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Nil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185030" y="3755263"/>
            <a:ext cx="1905" cy="540385"/>
          </a:xfrm>
          <a:custGeom>
            <a:avLst/>
            <a:gdLst/>
            <a:ahLst/>
            <a:cxnLst/>
            <a:rect l="l" t="t" r="r" b="b"/>
            <a:pathLst>
              <a:path w="1904" h="540385">
                <a:moveTo>
                  <a:pt x="0" y="0"/>
                </a:moveTo>
                <a:lnTo>
                  <a:pt x="1651" y="540004"/>
                </a:lnTo>
              </a:path>
            </a:pathLst>
          </a:custGeom>
          <a:ln w="28575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3299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357234"/>
            <a:ext cx="7992109" cy="5417185"/>
          </a:xfrm>
          <a:custGeom>
            <a:avLst/>
            <a:gdLst/>
            <a:ahLst/>
            <a:cxnLst/>
            <a:rect l="l" t="t" r="r" b="b"/>
            <a:pathLst>
              <a:path w="7992109" h="5417184">
                <a:moveTo>
                  <a:pt x="7991983" y="0"/>
                </a:moveTo>
                <a:lnTo>
                  <a:pt x="0" y="0"/>
                </a:lnTo>
                <a:lnTo>
                  <a:pt x="0" y="5416931"/>
                </a:lnTo>
                <a:lnTo>
                  <a:pt x="7991983" y="5416931"/>
                </a:lnTo>
                <a:lnTo>
                  <a:pt x="7991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370838"/>
            <a:ext cx="7837805" cy="529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 marL="927100" marR="5048885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Pile =^Cellule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Cellule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struct</a:t>
            </a:r>
            <a:endParaRPr sz="2400">
              <a:latin typeface="Calibri"/>
              <a:cs typeface="Calibri"/>
            </a:endParaRPr>
          </a:p>
          <a:p>
            <a:pPr marL="1841500" marR="442023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Elem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Suiv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 Pile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FinStruct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Pile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spc="-70" dirty="0">
                <a:solidFill>
                  <a:srgbClr val="6F2F9F"/>
                </a:solidFill>
                <a:latin typeface="Calibri"/>
                <a:cs typeface="Calibri"/>
              </a:rPr>
              <a:t>V.2.</a:t>
            </a:r>
            <a:r>
              <a:rPr sz="2400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Manipulation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d’une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pile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  <a:tabLst>
                <a:tab pos="550545" algn="l"/>
                <a:tab pos="1390015" algn="l"/>
                <a:tab pos="1891664" algn="l"/>
                <a:tab pos="2379345" algn="l"/>
                <a:tab pos="4214495" algn="l"/>
                <a:tab pos="4746625" algn="l"/>
                <a:tab pos="6206490" algn="l"/>
                <a:tab pos="7285990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u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poi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	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v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u	man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i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pul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tion	les	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ai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nt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</a:t>
            </a:r>
            <a:r>
              <a:rPr sz="2400" spc="-185" dirty="0">
                <a:solidFill>
                  <a:srgbClr val="1F487C"/>
                </a:solidFill>
                <a:latin typeface="Calibri"/>
                <a:cs typeface="Calibri"/>
              </a:rPr>
              <a:t>’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acc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è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s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 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matérialisées par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procédures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fonctions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suivantes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Procédure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Initialiser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(var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 : Pile) :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crée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Pile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vide </a:t>
            </a:r>
            <a:r>
              <a:rPr sz="2400" spc="-155" dirty="0">
                <a:solidFill>
                  <a:srgbClr val="1F487C"/>
                </a:solidFill>
                <a:latin typeface="Calibri"/>
                <a:cs typeface="Calibri"/>
              </a:rPr>
              <a:t>P. </a:t>
            </a:r>
            <a:r>
              <a:rPr sz="2400" spc="-1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Fonction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Pile_Vide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(P : Pile)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booléen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renvoi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valeur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vrai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si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pile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vide.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2912" y="762660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270" dirty="0"/>
              <a:t>V</a:t>
            </a:r>
            <a:r>
              <a:rPr spc="-5" dirty="0"/>
              <a:t>.</a:t>
            </a:r>
            <a:r>
              <a:rPr spc="-15" dirty="0"/>
              <a:t> </a:t>
            </a:r>
            <a:r>
              <a:rPr spc="-5" dirty="0"/>
              <a:t>les</a:t>
            </a:r>
            <a:r>
              <a:rPr spc="5" dirty="0"/>
              <a:t> </a:t>
            </a:r>
            <a:r>
              <a:rPr spc="-5" dirty="0"/>
              <a:t>pi</a:t>
            </a:r>
            <a:r>
              <a:rPr spc="-15" dirty="0"/>
              <a:t>l</a:t>
            </a:r>
            <a:r>
              <a:rPr spc="-10" dirty="0"/>
              <a:t>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2912" y="762660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270" dirty="0"/>
              <a:t>V</a:t>
            </a:r>
            <a:r>
              <a:rPr spc="-5" dirty="0"/>
              <a:t>.</a:t>
            </a:r>
            <a:r>
              <a:rPr spc="-15" dirty="0"/>
              <a:t> </a:t>
            </a:r>
            <a:r>
              <a:rPr spc="-5" dirty="0"/>
              <a:t>les</a:t>
            </a:r>
            <a:r>
              <a:rPr spc="5" dirty="0"/>
              <a:t> </a:t>
            </a:r>
            <a:r>
              <a:rPr spc="-5" dirty="0"/>
              <a:t>pi</a:t>
            </a:r>
            <a:r>
              <a:rPr spc="-15" dirty="0"/>
              <a:t>l</a:t>
            </a:r>
            <a:r>
              <a:rPr spc="-10" dirty="0"/>
              <a:t>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79437" y="1357249"/>
          <a:ext cx="7992109" cy="51588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4940"/>
                <a:gridCol w="3964940"/>
                <a:gridCol w="62229"/>
              </a:tblGrid>
              <a:tr h="1708150">
                <a:tc gridSpan="3">
                  <a:txBody>
                    <a:bodyPr/>
                    <a:lstStyle/>
                    <a:p>
                      <a:pPr marL="91440" marR="8128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Procédure</a:t>
                      </a:r>
                      <a:r>
                        <a:rPr sz="2400" b="1" spc="1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Empiler</a:t>
                      </a:r>
                      <a:r>
                        <a:rPr sz="2400" b="1" spc="1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(x</a:t>
                      </a:r>
                      <a:r>
                        <a:rPr sz="2400" spc="9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2400" spc="1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r>
                        <a:rPr sz="2400" spc="1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;</a:t>
                      </a:r>
                      <a:r>
                        <a:rPr sz="2400" spc="1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Var</a:t>
                      </a:r>
                      <a:r>
                        <a:rPr sz="2400" spc="1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400" spc="1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2400" spc="114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Pile)</a:t>
                      </a:r>
                      <a:r>
                        <a:rPr sz="2400" spc="1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2400" spc="1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ajouté</a:t>
                      </a:r>
                      <a:r>
                        <a:rPr sz="2400" spc="1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l’élément</a:t>
                      </a:r>
                      <a:r>
                        <a:rPr sz="2400" spc="10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x </a:t>
                      </a:r>
                      <a:r>
                        <a:rPr sz="2400" spc="-5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au</a:t>
                      </a:r>
                      <a:r>
                        <a:rPr sz="2400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sommet</a:t>
                      </a:r>
                      <a:r>
                        <a:rPr sz="2400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400" spc="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pile.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91440" marR="81280" indent="68580">
                        <a:lnSpc>
                          <a:spcPct val="100000"/>
                        </a:lnSpc>
                      </a:pPr>
                      <a:r>
                        <a:rPr sz="24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Procédure</a:t>
                      </a:r>
                      <a:r>
                        <a:rPr sz="2400" b="1" spc="40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Dépiler</a:t>
                      </a:r>
                      <a:r>
                        <a:rPr sz="2400" b="1" spc="43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(Var</a:t>
                      </a:r>
                      <a:r>
                        <a:rPr sz="2400" spc="4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400" spc="4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2400" spc="4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r>
                        <a:rPr sz="2400" spc="4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;</a:t>
                      </a:r>
                      <a:r>
                        <a:rPr sz="2400" spc="4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Var</a:t>
                      </a:r>
                      <a:r>
                        <a:rPr sz="2400" spc="434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400" spc="4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2400" spc="4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Pile)</a:t>
                      </a:r>
                      <a:r>
                        <a:rPr sz="2400" spc="4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2400" spc="4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Dépiler</a:t>
                      </a:r>
                      <a:r>
                        <a:rPr sz="2400" spc="4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le </a:t>
                      </a:r>
                      <a:r>
                        <a:rPr sz="2400" spc="-5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sommet</a:t>
                      </a:r>
                      <a:r>
                        <a:rPr sz="2400" spc="-4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la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pile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et</a:t>
                      </a: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le met</a:t>
                      </a:r>
                      <a:r>
                        <a:rPr sz="2400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dans</a:t>
                      </a:r>
                      <a:r>
                        <a:rPr sz="2400" spc="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le</a:t>
                      </a: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variable</a:t>
                      </a:r>
                      <a:r>
                        <a:rPr sz="2400" spc="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x.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969518">
                <a:tc>
                  <a:txBody>
                    <a:bodyPr/>
                    <a:lstStyle/>
                    <a:p>
                      <a:pPr marL="91440" marR="4267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Procédure</a:t>
                      </a:r>
                      <a:r>
                        <a:rPr sz="2000" b="1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Initialiser</a:t>
                      </a:r>
                      <a:r>
                        <a:rPr sz="2000" b="1" spc="-3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(var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Pile) </a:t>
                      </a:r>
                      <a:r>
                        <a:rPr sz="2000" b="1" spc="-4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Début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000" spc="-105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Nil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130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Procédure</a:t>
                      </a:r>
                      <a:r>
                        <a:rPr sz="2000" b="1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Empiler</a:t>
                      </a:r>
                      <a:r>
                        <a:rPr sz="2000" b="1" spc="-3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(x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;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Var </a:t>
                      </a:r>
                      <a:r>
                        <a:rPr sz="2000" b="1" spc="-434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Pile)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b="1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Var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2481135">
                <a:tc>
                  <a:txBody>
                    <a:bodyPr/>
                    <a:lstStyle/>
                    <a:p>
                      <a:pPr marL="91440">
                        <a:lnSpc>
                          <a:spcPts val="2260"/>
                        </a:lnSpc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Fin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146050" marR="978535" indent="-55244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Fonction 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Pile_Vide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(P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: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Pile) </a:t>
                      </a:r>
                      <a:r>
                        <a:rPr sz="2000" b="1" spc="-4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Début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1440" marR="1681480">
                        <a:lnSpc>
                          <a:spcPts val="2390"/>
                        </a:lnSpc>
                        <a:spcBef>
                          <a:spcPts val="100"/>
                        </a:spcBef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Pile_Vide</a:t>
                      </a:r>
                      <a:r>
                        <a:rPr sz="2000" b="1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000" spc="-7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(P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Nil) </a:t>
                      </a:r>
                      <a:r>
                        <a:rPr sz="2000" b="1" spc="-434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Fin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just">
                        <a:lnSpc>
                          <a:spcPts val="2260"/>
                        </a:lnSpc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Q</a:t>
                      </a:r>
                      <a:r>
                        <a:rPr sz="2000" b="1" spc="-4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2000" b="1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Liste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 marR="2701925" algn="just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Début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Allouer</a:t>
                      </a:r>
                      <a:r>
                        <a:rPr sz="2000" b="1" spc="-1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(Q)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 marR="2494280" algn="just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Q^.Elem</a:t>
                      </a:r>
                      <a:r>
                        <a:rPr sz="2000" b="1" spc="-5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000" spc="-8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x </a:t>
                      </a:r>
                      <a:r>
                        <a:rPr sz="2000" b="1" spc="-4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Q^.Suiv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 </a:t>
                      </a:r>
                      <a:r>
                        <a:rPr sz="2000" b="1" spc="-4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000" b="1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000" spc="-6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ts val="2390"/>
                        </a:lnSpc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Fin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357363"/>
            <a:ext cx="7992109" cy="5324475"/>
          </a:xfrm>
          <a:custGeom>
            <a:avLst/>
            <a:gdLst/>
            <a:ahLst/>
            <a:cxnLst/>
            <a:rect l="l" t="t" r="r" b="b"/>
            <a:pathLst>
              <a:path w="7992109" h="5324475">
                <a:moveTo>
                  <a:pt x="7991983" y="0"/>
                </a:moveTo>
                <a:lnTo>
                  <a:pt x="0" y="0"/>
                </a:lnTo>
                <a:lnTo>
                  <a:pt x="0" y="5324475"/>
                </a:lnTo>
                <a:lnTo>
                  <a:pt x="7991983" y="5324475"/>
                </a:lnTo>
                <a:lnTo>
                  <a:pt x="7991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373886"/>
            <a:ext cx="7696200" cy="5205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000" b="1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Dépiler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30" dirty="0">
                <a:solidFill>
                  <a:srgbClr val="1F487C"/>
                </a:solidFill>
                <a:latin typeface="Calibri"/>
                <a:cs typeface="Calibri"/>
              </a:rPr>
              <a:t>(Var</a:t>
            </a:r>
            <a:r>
              <a:rPr sz="2000" b="1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87C"/>
                </a:solidFill>
                <a:latin typeface="Calibri"/>
                <a:cs typeface="Calibri"/>
              </a:rPr>
              <a:t>x</a:t>
            </a:r>
            <a:r>
              <a:rPr sz="2000" b="1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000" b="1" spc="-5" dirty="0">
                <a:solidFill>
                  <a:srgbClr val="1F487C"/>
                </a:solidFill>
                <a:latin typeface="Calibri"/>
                <a:cs typeface="Calibri"/>
              </a:rPr>
              <a:t> Entier</a:t>
            </a:r>
            <a:r>
              <a:rPr sz="2000" b="1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87C"/>
                </a:solidFill>
                <a:latin typeface="Calibri"/>
                <a:cs typeface="Calibri"/>
              </a:rPr>
              <a:t>; </a:t>
            </a:r>
            <a:r>
              <a:rPr sz="2000" b="1" spc="-35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r>
              <a:rPr sz="2000" b="1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87C"/>
                </a:solidFill>
                <a:latin typeface="Calibri"/>
                <a:cs typeface="Calibri"/>
              </a:rPr>
              <a:t>P :</a:t>
            </a:r>
            <a:r>
              <a:rPr sz="2000" b="1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1F487C"/>
                </a:solidFill>
                <a:latin typeface="Calibri"/>
                <a:cs typeface="Calibri"/>
              </a:rPr>
              <a:t>Pile)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000">
              <a:latin typeface="Calibri"/>
              <a:cs typeface="Calibri"/>
            </a:endParaRPr>
          </a:p>
          <a:p>
            <a:pPr marL="12700" marR="4831715">
              <a:lnSpc>
                <a:spcPts val="2410"/>
              </a:lnSpc>
              <a:spcBef>
                <a:spcPts val="7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Si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87C"/>
                </a:solidFill>
                <a:latin typeface="Calibri"/>
                <a:cs typeface="Calibri"/>
              </a:rPr>
              <a:t>NON</a:t>
            </a:r>
            <a:r>
              <a:rPr sz="2000" b="1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1F487C"/>
                </a:solidFill>
                <a:latin typeface="Calibri"/>
                <a:cs typeface="Calibri"/>
              </a:rPr>
              <a:t>(Pile_Vide(P))</a:t>
            </a:r>
            <a:r>
              <a:rPr sz="2000" b="1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Alors </a:t>
            </a:r>
            <a:r>
              <a:rPr sz="2000" b="1" spc="-43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87C"/>
                </a:solidFill>
                <a:latin typeface="Calibri"/>
                <a:cs typeface="Calibri"/>
              </a:rPr>
              <a:t>x</a:t>
            </a:r>
            <a:r>
              <a:rPr sz="2000" b="1" spc="4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7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1F487C"/>
                </a:solidFill>
                <a:latin typeface="Calibri"/>
                <a:cs typeface="Calibri"/>
              </a:rPr>
              <a:t>P^.Elem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320"/>
              </a:lnSpc>
            </a:pPr>
            <a:r>
              <a:rPr sz="2000" b="1" dirty="0">
                <a:solidFill>
                  <a:srgbClr val="1F487C"/>
                </a:solidFill>
                <a:latin typeface="Calibri"/>
                <a:cs typeface="Calibri"/>
              </a:rPr>
              <a:t>Q</a:t>
            </a:r>
            <a:r>
              <a:rPr sz="2000" b="1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8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endParaRPr sz="2000">
              <a:latin typeface="Calibri"/>
              <a:cs typeface="Calibri"/>
            </a:endParaRPr>
          </a:p>
          <a:p>
            <a:pPr marL="12700" marR="6407785">
              <a:lnSpc>
                <a:spcPct val="99700"/>
              </a:lnSpc>
              <a:spcBef>
                <a:spcPts val="10"/>
              </a:spcBef>
            </a:pPr>
            <a:r>
              <a:rPr sz="2000" b="1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000" b="1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9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1F487C"/>
                </a:solidFill>
                <a:latin typeface="Calibri"/>
                <a:cs typeface="Calibri"/>
              </a:rPr>
              <a:t>P^.Suiv </a:t>
            </a:r>
            <a:r>
              <a:rPr sz="2000" b="1" spc="-434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1F487C"/>
                </a:solidFill>
                <a:latin typeface="Calibri"/>
                <a:cs typeface="Calibri"/>
              </a:rPr>
              <a:t>Libérer </a:t>
            </a:r>
            <a:r>
              <a:rPr sz="2000" b="1" spc="10" dirty="0">
                <a:solidFill>
                  <a:srgbClr val="1F487C"/>
                </a:solidFill>
                <a:latin typeface="Calibri"/>
                <a:cs typeface="Calibri"/>
              </a:rPr>
              <a:t>(Q) </a:t>
            </a:r>
            <a:r>
              <a:rPr sz="2000" b="1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Sinon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15" dirty="0">
                <a:solidFill>
                  <a:srgbClr val="1F487C"/>
                </a:solidFill>
                <a:latin typeface="Calibri"/>
                <a:cs typeface="Calibri"/>
              </a:rPr>
              <a:t>Ecrire </a:t>
            </a:r>
            <a:r>
              <a:rPr sz="2000" b="1" dirty="0">
                <a:solidFill>
                  <a:srgbClr val="1F487C"/>
                </a:solidFill>
                <a:latin typeface="Calibri"/>
                <a:cs typeface="Calibri"/>
              </a:rPr>
              <a:t>("impossible,</a:t>
            </a:r>
            <a:r>
              <a:rPr sz="2000" b="1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000" b="1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87C"/>
                </a:solidFill>
                <a:latin typeface="Calibri"/>
                <a:cs typeface="Calibri"/>
              </a:rPr>
              <a:t>pile</a:t>
            </a:r>
            <a:r>
              <a:rPr sz="2000" b="1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000" b="1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1F487C"/>
                </a:solidFill>
                <a:latin typeface="Calibri"/>
                <a:cs typeface="Calibri"/>
              </a:rPr>
              <a:t>vide")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FinSI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385"/>
              </a:lnSpc>
            </a:pPr>
            <a:r>
              <a:rPr sz="20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000">
              <a:latin typeface="Calibri"/>
              <a:cs typeface="Calibri"/>
            </a:endParaRPr>
          </a:p>
          <a:p>
            <a:pPr marL="313690" indent="-301625">
              <a:lnSpc>
                <a:spcPts val="2865"/>
              </a:lnSpc>
              <a:buAutoNum type="romanUcPeriod" startAt="5"/>
              <a:tabLst>
                <a:tab pos="314325" algn="l"/>
              </a:tabLst>
            </a:pP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files</a:t>
            </a:r>
            <a:endParaRPr sz="2400">
              <a:latin typeface="Calibri"/>
              <a:cs typeface="Calibri"/>
            </a:endParaRPr>
          </a:p>
          <a:p>
            <a:pPr marL="596900" lvl="1" indent="-518159">
              <a:lnSpc>
                <a:spcPct val="100000"/>
              </a:lnSpc>
              <a:buAutoNum type="arabicPeriod"/>
              <a:tabLst>
                <a:tab pos="597535" algn="l"/>
              </a:tabLst>
            </a:pP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présentation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file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suite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cellules allouées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dynamiquement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(liste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chainée)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dont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les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contraintes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d’accès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sont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définit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comme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suit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2912" y="762660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270" dirty="0"/>
              <a:t>V</a:t>
            </a:r>
            <a:r>
              <a:rPr spc="-5" dirty="0"/>
              <a:t>.</a:t>
            </a:r>
            <a:r>
              <a:rPr spc="-15" dirty="0"/>
              <a:t> </a:t>
            </a:r>
            <a:r>
              <a:rPr spc="-5" dirty="0"/>
              <a:t>les</a:t>
            </a:r>
            <a:r>
              <a:rPr spc="5" dirty="0"/>
              <a:t> </a:t>
            </a:r>
            <a:r>
              <a:rPr spc="-5" dirty="0"/>
              <a:t>pi</a:t>
            </a:r>
            <a:r>
              <a:rPr spc="-15" dirty="0"/>
              <a:t>l</a:t>
            </a:r>
            <a:r>
              <a:rPr spc="-10" dirty="0"/>
              <a:t>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357261"/>
            <a:ext cx="7992109" cy="4986020"/>
          </a:xfrm>
          <a:custGeom>
            <a:avLst/>
            <a:gdLst/>
            <a:ahLst/>
            <a:cxnLst/>
            <a:rect l="l" t="t" r="r" b="b"/>
            <a:pathLst>
              <a:path w="7992109" h="4986020">
                <a:moveTo>
                  <a:pt x="7991983" y="0"/>
                </a:moveTo>
                <a:lnTo>
                  <a:pt x="0" y="0"/>
                </a:lnTo>
                <a:lnTo>
                  <a:pt x="0" y="4986020"/>
                </a:lnTo>
                <a:lnTo>
                  <a:pt x="7991983" y="4986020"/>
                </a:lnTo>
                <a:lnTo>
                  <a:pt x="7991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370838"/>
            <a:ext cx="7835265" cy="2296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720" indent="-160020" algn="just">
              <a:lnSpc>
                <a:spcPct val="100000"/>
              </a:lnSpc>
              <a:spcBef>
                <a:spcPts val="100"/>
              </a:spcBef>
              <a:buChar char="-"/>
              <a:tabLst>
                <a:tab pos="172720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On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peut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ajouter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élément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qu’en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dernier</a:t>
            </a:r>
            <a:r>
              <a:rPr sz="240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rang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suite</a:t>
            </a:r>
            <a:endParaRPr sz="2400">
              <a:latin typeface="Calibri"/>
              <a:cs typeface="Calibri"/>
            </a:endParaRPr>
          </a:p>
          <a:p>
            <a:pPr marL="172720" indent="-160020" algn="just">
              <a:lnSpc>
                <a:spcPct val="100000"/>
              </a:lnSpc>
              <a:buChar char="-"/>
              <a:tabLst>
                <a:tab pos="172720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On ne peut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supprimer que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premier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élément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600"/>
              </a:spcBef>
            </a:pP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L’image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intuitive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d’une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fille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peut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être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donnée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queue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devant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guichet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lorsqu’il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n’y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pas de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resquilleurs.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On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peut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résumer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contraintes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principe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«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premier</a:t>
            </a:r>
            <a:r>
              <a:rPr sz="2400" spc="5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arrivé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premier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sorti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»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qui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traduit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anglais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irst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irst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4819" y="4073397"/>
            <a:ext cx="822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Somm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06539" y="4073397"/>
            <a:ext cx="659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Q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eue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4819" y="5120766"/>
            <a:ext cx="1657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4984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	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tructu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25927" y="5120766"/>
            <a:ext cx="5972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1210" algn="l"/>
                <a:tab pos="1666239" algn="l"/>
                <a:tab pos="2207260" algn="l"/>
                <a:tab pos="2820035" algn="l"/>
                <a:tab pos="4149090" algn="l"/>
                <a:tab pos="4690110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’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obj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	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fil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’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impose	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parti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4819" y="5486501"/>
            <a:ext cx="64465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2105" algn="l"/>
                <a:tab pos="3074035" algn="l"/>
                <a:tab pos="3842385" algn="l"/>
                <a:tab pos="4625975" algn="l"/>
                <a:tab pos="6021070" algn="l"/>
              </a:tabLst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lo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squ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’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ess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it	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ê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é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g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ée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62468" y="5486501"/>
            <a:ext cx="1137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plusieurs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4819" y="5852566"/>
            <a:ext cx="5952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utilisateurs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il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y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formation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d’une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file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d’attente.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42912" y="762660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270" dirty="0"/>
              <a:t>V</a:t>
            </a:r>
            <a:r>
              <a:rPr spc="-5" dirty="0"/>
              <a:t>.</a:t>
            </a:r>
            <a:r>
              <a:rPr spc="-15" dirty="0"/>
              <a:t> </a:t>
            </a:r>
            <a:r>
              <a:rPr spc="-5" dirty="0"/>
              <a:t>les</a:t>
            </a:r>
            <a:r>
              <a:rPr spc="5" dirty="0"/>
              <a:t> </a:t>
            </a:r>
            <a:r>
              <a:rPr spc="-10" dirty="0"/>
              <a:t>files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987399" y="4447413"/>
            <a:ext cx="2057400" cy="637540"/>
            <a:chOff x="987399" y="4447413"/>
            <a:chExt cx="2057400" cy="637540"/>
          </a:xfrm>
        </p:grpSpPr>
        <p:sp>
          <p:nvSpPr>
            <p:cNvPr id="13" name="object 13"/>
            <p:cNvSpPr/>
            <p:nvPr/>
          </p:nvSpPr>
          <p:spPr>
            <a:xfrm>
              <a:off x="1000099" y="4460113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305968" y="0"/>
                  </a:moveTo>
                  <a:lnTo>
                    <a:pt x="256343" y="4002"/>
                  </a:lnTo>
                  <a:lnTo>
                    <a:pt x="209266" y="15590"/>
                  </a:lnTo>
                  <a:lnTo>
                    <a:pt x="165367" y="34135"/>
                  </a:lnTo>
                  <a:lnTo>
                    <a:pt x="125276" y="59009"/>
                  </a:lnTo>
                  <a:lnTo>
                    <a:pt x="89623" y="89582"/>
                  </a:lnTo>
                  <a:lnTo>
                    <a:pt x="59040" y="125227"/>
                  </a:lnTo>
                  <a:lnTo>
                    <a:pt x="34155" y="165313"/>
                  </a:lnTo>
                  <a:lnTo>
                    <a:pt x="15600" y="209214"/>
                  </a:lnTo>
                  <a:lnTo>
                    <a:pt x="4005" y="256300"/>
                  </a:lnTo>
                  <a:lnTo>
                    <a:pt x="0" y="305943"/>
                  </a:lnTo>
                  <a:lnTo>
                    <a:pt x="4004" y="355588"/>
                  </a:lnTo>
                  <a:lnTo>
                    <a:pt x="15599" y="402684"/>
                  </a:lnTo>
                  <a:lnTo>
                    <a:pt x="34153" y="446599"/>
                  </a:lnTo>
                  <a:lnTo>
                    <a:pt x="59036" y="486703"/>
                  </a:lnTo>
                  <a:lnTo>
                    <a:pt x="89619" y="522366"/>
                  </a:lnTo>
                  <a:lnTo>
                    <a:pt x="125270" y="552959"/>
                  </a:lnTo>
                  <a:lnTo>
                    <a:pt x="165361" y="577849"/>
                  </a:lnTo>
                  <a:lnTo>
                    <a:pt x="209261" y="596409"/>
                  </a:lnTo>
                  <a:lnTo>
                    <a:pt x="256340" y="608007"/>
                  </a:lnTo>
                  <a:lnTo>
                    <a:pt x="305968" y="612013"/>
                  </a:lnTo>
                  <a:lnTo>
                    <a:pt x="355614" y="608007"/>
                  </a:lnTo>
                  <a:lnTo>
                    <a:pt x="402709" y="596409"/>
                  </a:lnTo>
                  <a:lnTo>
                    <a:pt x="446624" y="577849"/>
                  </a:lnTo>
                  <a:lnTo>
                    <a:pt x="486729" y="552959"/>
                  </a:lnTo>
                  <a:lnTo>
                    <a:pt x="522392" y="522366"/>
                  </a:lnTo>
                  <a:lnTo>
                    <a:pt x="552984" y="486703"/>
                  </a:lnTo>
                  <a:lnTo>
                    <a:pt x="577875" y="446599"/>
                  </a:lnTo>
                  <a:lnTo>
                    <a:pt x="596434" y="402684"/>
                  </a:lnTo>
                  <a:lnTo>
                    <a:pt x="608032" y="355588"/>
                  </a:lnTo>
                  <a:lnTo>
                    <a:pt x="612038" y="305943"/>
                  </a:lnTo>
                  <a:lnTo>
                    <a:pt x="608032" y="256300"/>
                  </a:lnTo>
                  <a:lnTo>
                    <a:pt x="596434" y="209214"/>
                  </a:lnTo>
                  <a:lnTo>
                    <a:pt x="577875" y="165313"/>
                  </a:lnTo>
                  <a:lnTo>
                    <a:pt x="552984" y="125227"/>
                  </a:lnTo>
                  <a:lnTo>
                    <a:pt x="522392" y="89582"/>
                  </a:lnTo>
                  <a:lnTo>
                    <a:pt x="486729" y="59009"/>
                  </a:lnTo>
                  <a:lnTo>
                    <a:pt x="446624" y="34135"/>
                  </a:lnTo>
                  <a:lnTo>
                    <a:pt x="402709" y="15590"/>
                  </a:lnTo>
                  <a:lnTo>
                    <a:pt x="355614" y="4002"/>
                  </a:lnTo>
                  <a:lnTo>
                    <a:pt x="305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00099" y="4460113"/>
              <a:ext cx="2032000" cy="612140"/>
            </a:xfrm>
            <a:custGeom>
              <a:avLst/>
              <a:gdLst/>
              <a:ahLst/>
              <a:cxnLst/>
              <a:rect l="l" t="t" r="r" b="b"/>
              <a:pathLst>
                <a:path w="2032000" h="612139">
                  <a:moveTo>
                    <a:pt x="0" y="305943"/>
                  </a:moveTo>
                  <a:lnTo>
                    <a:pt x="4005" y="256300"/>
                  </a:lnTo>
                  <a:lnTo>
                    <a:pt x="15600" y="209214"/>
                  </a:lnTo>
                  <a:lnTo>
                    <a:pt x="34155" y="165313"/>
                  </a:lnTo>
                  <a:lnTo>
                    <a:pt x="59040" y="125227"/>
                  </a:lnTo>
                  <a:lnTo>
                    <a:pt x="89623" y="89582"/>
                  </a:lnTo>
                  <a:lnTo>
                    <a:pt x="125276" y="59009"/>
                  </a:lnTo>
                  <a:lnTo>
                    <a:pt x="165367" y="34135"/>
                  </a:lnTo>
                  <a:lnTo>
                    <a:pt x="209266" y="15590"/>
                  </a:lnTo>
                  <a:lnTo>
                    <a:pt x="256343" y="4002"/>
                  </a:lnTo>
                  <a:lnTo>
                    <a:pt x="305968" y="0"/>
                  </a:lnTo>
                  <a:lnTo>
                    <a:pt x="355614" y="4002"/>
                  </a:lnTo>
                  <a:lnTo>
                    <a:pt x="402709" y="15590"/>
                  </a:lnTo>
                  <a:lnTo>
                    <a:pt x="446624" y="34135"/>
                  </a:lnTo>
                  <a:lnTo>
                    <a:pt x="486729" y="59009"/>
                  </a:lnTo>
                  <a:lnTo>
                    <a:pt x="522392" y="89582"/>
                  </a:lnTo>
                  <a:lnTo>
                    <a:pt x="552984" y="125227"/>
                  </a:lnTo>
                  <a:lnTo>
                    <a:pt x="577875" y="165313"/>
                  </a:lnTo>
                  <a:lnTo>
                    <a:pt x="596434" y="209214"/>
                  </a:lnTo>
                  <a:lnTo>
                    <a:pt x="608032" y="256300"/>
                  </a:lnTo>
                  <a:lnTo>
                    <a:pt x="612038" y="305943"/>
                  </a:lnTo>
                  <a:lnTo>
                    <a:pt x="608032" y="355588"/>
                  </a:lnTo>
                  <a:lnTo>
                    <a:pt x="596434" y="402684"/>
                  </a:lnTo>
                  <a:lnTo>
                    <a:pt x="577875" y="446599"/>
                  </a:lnTo>
                  <a:lnTo>
                    <a:pt x="552984" y="486703"/>
                  </a:lnTo>
                  <a:lnTo>
                    <a:pt x="522392" y="522366"/>
                  </a:lnTo>
                  <a:lnTo>
                    <a:pt x="486729" y="552959"/>
                  </a:lnTo>
                  <a:lnTo>
                    <a:pt x="446624" y="577849"/>
                  </a:lnTo>
                  <a:lnTo>
                    <a:pt x="402709" y="596409"/>
                  </a:lnTo>
                  <a:lnTo>
                    <a:pt x="355614" y="608007"/>
                  </a:lnTo>
                  <a:lnTo>
                    <a:pt x="305968" y="612013"/>
                  </a:lnTo>
                  <a:lnTo>
                    <a:pt x="256340" y="608007"/>
                  </a:lnTo>
                  <a:lnTo>
                    <a:pt x="209261" y="596409"/>
                  </a:lnTo>
                  <a:lnTo>
                    <a:pt x="165361" y="577849"/>
                  </a:lnTo>
                  <a:lnTo>
                    <a:pt x="125270" y="552959"/>
                  </a:lnTo>
                  <a:lnTo>
                    <a:pt x="89619" y="522366"/>
                  </a:lnTo>
                  <a:lnTo>
                    <a:pt x="59036" y="486703"/>
                  </a:lnTo>
                  <a:lnTo>
                    <a:pt x="34153" y="446599"/>
                  </a:lnTo>
                  <a:lnTo>
                    <a:pt x="15599" y="402684"/>
                  </a:lnTo>
                  <a:lnTo>
                    <a:pt x="4004" y="355588"/>
                  </a:lnTo>
                  <a:lnTo>
                    <a:pt x="0" y="305943"/>
                  </a:lnTo>
                  <a:close/>
                </a:path>
                <a:path w="2032000" h="612139">
                  <a:moveTo>
                    <a:pt x="951763" y="571500"/>
                  </a:moveTo>
                  <a:lnTo>
                    <a:pt x="2031758" y="571500"/>
                  </a:lnTo>
                  <a:lnTo>
                    <a:pt x="2031758" y="31495"/>
                  </a:lnTo>
                  <a:lnTo>
                    <a:pt x="951763" y="31495"/>
                  </a:lnTo>
                  <a:lnTo>
                    <a:pt x="951763" y="5715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64563" y="4504309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835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611883" y="4478083"/>
            <a:ext cx="3053080" cy="568960"/>
            <a:chOff x="1611883" y="4478083"/>
            <a:chExt cx="3053080" cy="568960"/>
          </a:xfrm>
        </p:grpSpPr>
        <p:sp>
          <p:nvSpPr>
            <p:cNvPr id="17" name="object 17"/>
            <p:cNvSpPr/>
            <p:nvPr/>
          </p:nvSpPr>
          <p:spPr>
            <a:xfrm>
              <a:off x="1611884" y="4695952"/>
              <a:ext cx="1951989" cy="133985"/>
            </a:xfrm>
            <a:custGeom>
              <a:avLst/>
              <a:gdLst/>
              <a:ahLst/>
              <a:cxnLst/>
              <a:rect l="l" t="t" r="r" b="b"/>
              <a:pathLst>
                <a:path w="1951989" h="133985">
                  <a:moveTo>
                    <a:pt x="340106" y="65659"/>
                  </a:moveTo>
                  <a:lnTo>
                    <a:pt x="315417" y="51689"/>
                  </a:lnTo>
                  <a:lnTo>
                    <a:pt x="225425" y="762"/>
                  </a:lnTo>
                  <a:lnTo>
                    <a:pt x="216789" y="3175"/>
                  </a:lnTo>
                  <a:lnTo>
                    <a:pt x="212852" y="10033"/>
                  </a:lnTo>
                  <a:lnTo>
                    <a:pt x="209042" y="17018"/>
                  </a:lnTo>
                  <a:lnTo>
                    <a:pt x="211455" y="25654"/>
                  </a:lnTo>
                  <a:lnTo>
                    <a:pt x="258597" y="52412"/>
                  </a:lnTo>
                  <a:lnTo>
                    <a:pt x="0" y="55880"/>
                  </a:lnTo>
                  <a:lnTo>
                    <a:pt x="381" y="84455"/>
                  </a:lnTo>
                  <a:lnTo>
                    <a:pt x="259041" y="80975"/>
                  </a:lnTo>
                  <a:lnTo>
                    <a:pt x="212471" y="108966"/>
                  </a:lnTo>
                  <a:lnTo>
                    <a:pt x="210312" y="117729"/>
                  </a:lnTo>
                  <a:lnTo>
                    <a:pt x="214376" y="124460"/>
                  </a:lnTo>
                  <a:lnTo>
                    <a:pt x="218440" y="131318"/>
                  </a:lnTo>
                  <a:lnTo>
                    <a:pt x="227203" y="133477"/>
                  </a:lnTo>
                  <a:lnTo>
                    <a:pt x="340106" y="65659"/>
                  </a:lnTo>
                  <a:close/>
                </a:path>
                <a:path w="1951989" h="133985">
                  <a:moveTo>
                    <a:pt x="1951609" y="65659"/>
                  </a:moveTo>
                  <a:lnTo>
                    <a:pt x="1927123" y="51562"/>
                  </a:lnTo>
                  <a:lnTo>
                    <a:pt x="1837563" y="0"/>
                  </a:lnTo>
                  <a:lnTo>
                    <a:pt x="1828800" y="2286"/>
                  </a:lnTo>
                  <a:lnTo>
                    <a:pt x="1820926" y="16002"/>
                  </a:lnTo>
                  <a:lnTo>
                    <a:pt x="1823339" y="24765"/>
                  </a:lnTo>
                  <a:lnTo>
                    <a:pt x="1870329" y="51866"/>
                  </a:lnTo>
                  <a:lnTo>
                    <a:pt x="1174115" y="55880"/>
                  </a:lnTo>
                  <a:lnTo>
                    <a:pt x="1174242" y="84455"/>
                  </a:lnTo>
                  <a:lnTo>
                    <a:pt x="1870430" y="80441"/>
                  </a:lnTo>
                  <a:lnTo>
                    <a:pt x="1830578" y="104013"/>
                  </a:lnTo>
                  <a:lnTo>
                    <a:pt x="1823720" y="107950"/>
                  </a:lnTo>
                  <a:lnTo>
                    <a:pt x="1821561" y="116713"/>
                  </a:lnTo>
                  <a:lnTo>
                    <a:pt x="1825498" y="123571"/>
                  </a:lnTo>
                  <a:lnTo>
                    <a:pt x="1829562" y="130302"/>
                  </a:lnTo>
                  <a:lnTo>
                    <a:pt x="1838325" y="132588"/>
                  </a:lnTo>
                  <a:lnTo>
                    <a:pt x="1845056" y="128524"/>
                  </a:lnTo>
                  <a:lnTo>
                    <a:pt x="1951609" y="65659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91105" y="4492371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5" h="540385">
                  <a:moveTo>
                    <a:pt x="0" y="0"/>
                  </a:moveTo>
                  <a:lnTo>
                    <a:pt x="1524" y="540003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71875" y="4491609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4"/>
                  </a:moveTo>
                  <a:lnTo>
                    <a:pt x="1079995" y="540004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584575" y="4504309"/>
            <a:ext cx="514984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5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20615" y="4478020"/>
            <a:ext cx="1878964" cy="565785"/>
            <a:chOff x="4420615" y="4478020"/>
            <a:chExt cx="1878964" cy="565785"/>
          </a:xfrm>
        </p:grpSpPr>
        <p:sp>
          <p:nvSpPr>
            <p:cNvPr id="22" name="object 22"/>
            <p:cNvSpPr/>
            <p:nvPr/>
          </p:nvSpPr>
          <p:spPr>
            <a:xfrm>
              <a:off x="4420615" y="4695063"/>
              <a:ext cx="777875" cy="132715"/>
            </a:xfrm>
            <a:custGeom>
              <a:avLst/>
              <a:gdLst/>
              <a:ahLst/>
              <a:cxnLst/>
              <a:rect l="l" t="t" r="r" b="b"/>
              <a:pathLst>
                <a:path w="777875" h="132714">
                  <a:moveTo>
                    <a:pt x="753012" y="51562"/>
                  </a:moveTo>
                  <a:lnTo>
                    <a:pt x="749046" y="51562"/>
                  </a:lnTo>
                  <a:lnTo>
                    <a:pt x="749300" y="80137"/>
                  </a:lnTo>
                  <a:lnTo>
                    <a:pt x="696536" y="80441"/>
                  </a:lnTo>
                  <a:lnTo>
                    <a:pt x="649732" y="108076"/>
                  </a:lnTo>
                  <a:lnTo>
                    <a:pt x="647446" y="116839"/>
                  </a:lnTo>
                  <a:lnTo>
                    <a:pt x="651383" y="123698"/>
                  </a:lnTo>
                  <a:lnTo>
                    <a:pt x="655447" y="130429"/>
                  </a:lnTo>
                  <a:lnTo>
                    <a:pt x="664210" y="132714"/>
                  </a:lnTo>
                  <a:lnTo>
                    <a:pt x="777494" y="65659"/>
                  </a:lnTo>
                  <a:lnTo>
                    <a:pt x="753012" y="51562"/>
                  </a:lnTo>
                  <a:close/>
                </a:path>
                <a:path w="777875" h="132714">
                  <a:moveTo>
                    <a:pt x="696280" y="51866"/>
                  </a:moveTo>
                  <a:lnTo>
                    <a:pt x="0" y="55880"/>
                  </a:lnTo>
                  <a:lnTo>
                    <a:pt x="126" y="84455"/>
                  </a:lnTo>
                  <a:lnTo>
                    <a:pt x="696536" y="80441"/>
                  </a:lnTo>
                  <a:lnTo>
                    <a:pt x="720889" y="66039"/>
                  </a:lnTo>
                  <a:lnTo>
                    <a:pt x="696280" y="51866"/>
                  </a:lnTo>
                  <a:close/>
                </a:path>
                <a:path w="777875" h="132714">
                  <a:moveTo>
                    <a:pt x="720889" y="66039"/>
                  </a:moveTo>
                  <a:lnTo>
                    <a:pt x="696536" y="80441"/>
                  </a:lnTo>
                  <a:lnTo>
                    <a:pt x="749300" y="80137"/>
                  </a:lnTo>
                  <a:lnTo>
                    <a:pt x="749283" y="78231"/>
                  </a:lnTo>
                  <a:lnTo>
                    <a:pt x="742061" y="78231"/>
                  </a:lnTo>
                  <a:lnTo>
                    <a:pt x="720889" y="66039"/>
                  </a:lnTo>
                  <a:close/>
                </a:path>
                <a:path w="777875" h="132714">
                  <a:moveTo>
                    <a:pt x="741934" y="53593"/>
                  </a:moveTo>
                  <a:lnTo>
                    <a:pt x="720889" y="66039"/>
                  </a:lnTo>
                  <a:lnTo>
                    <a:pt x="742061" y="78231"/>
                  </a:lnTo>
                  <a:lnTo>
                    <a:pt x="741934" y="53593"/>
                  </a:lnTo>
                  <a:close/>
                </a:path>
                <a:path w="777875" h="132714">
                  <a:moveTo>
                    <a:pt x="749064" y="53593"/>
                  </a:moveTo>
                  <a:lnTo>
                    <a:pt x="741934" y="53593"/>
                  </a:lnTo>
                  <a:lnTo>
                    <a:pt x="742061" y="78231"/>
                  </a:lnTo>
                  <a:lnTo>
                    <a:pt x="749283" y="78231"/>
                  </a:lnTo>
                  <a:lnTo>
                    <a:pt x="749064" y="53593"/>
                  </a:lnTo>
                  <a:close/>
                </a:path>
                <a:path w="777875" h="132714">
                  <a:moveTo>
                    <a:pt x="749046" y="51562"/>
                  </a:moveTo>
                  <a:lnTo>
                    <a:pt x="696280" y="51866"/>
                  </a:lnTo>
                  <a:lnTo>
                    <a:pt x="720889" y="66039"/>
                  </a:lnTo>
                  <a:lnTo>
                    <a:pt x="741934" y="53593"/>
                  </a:lnTo>
                  <a:lnTo>
                    <a:pt x="749064" y="53593"/>
                  </a:lnTo>
                  <a:lnTo>
                    <a:pt x="749046" y="51562"/>
                  </a:lnTo>
                  <a:close/>
                </a:path>
                <a:path w="777875" h="132714">
                  <a:moveTo>
                    <a:pt x="663448" y="0"/>
                  </a:moveTo>
                  <a:lnTo>
                    <a:pt x="654685" y="2412"/>
                  </a:lnTo>
                  <a:lnTo>
                    <a:pt x="646811" y="16129"/>
                  </a:lnTo>
                  <a:lnTo>
                    <a:pt x="649224" y="24764"/>
                  </a:lnTo>
                  <a:lnTo>
                    <a:pt x="696280" y="51866"/>
                  </a:lnTo>
                  <a:lnTo>
                    <a:pt x="753012" y="51562"/>
                  </a:lnTo>
                  <a:lnTo>
                    <a:pt x="66344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06491" y="4490720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5" h="540385">
                  <a:moveTo>
                    <a:pt x="0" y="540003"/>
                  </a:moveTo>
                  <a:lnTo>
                    <a:pt x="1079995" y="540003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219191" y="4503420"/>
            <a:ext cx="512445" cy="5149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35"/>
              </a:spcBef>
            </a:pPr>
            <a:r>
              <a:rPr sz="1800" b="1" spc="5" dirty="0">
                <a:solidFill>
                  <a:srgbClr val="1F487C"/>
                </a:solidFill>
                <a:latin typeface="Calibri"/>
                <a:cs typeface="Calibri"/>
              </a:rPr>
              <a:t>e3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72123" y="4680203"/>
            <a:ext cx="777875" cy="132715"/>
          </a:xfrm>
          <a:custGeom>
            <a:avLst/>
            <a:gdLst/>
            <a:ahLst/>
            <a:cxnLst/>
            <a:rect l="l" t="t" r="r" b="b"/>
            <a:pathLst>
              <a:path w="777875" h="132714">
                <a:moveTo>
                  <a:pt x="752792" y="51435"/>
                </a:moveTo>
                <a:lnTo>
                  <a:pt x="749046" y="51435"/>
                </a:lnTo>
                <a:lnTo>
                  <a:pt x="749300" y="80010"/>
                </a:lnTo>
                <a:lnTo>
                  <a:pt x="696521" y="80323"/>
                </a:lnTo>
                <a:lnTo>
                  <a:pt x="649731" y="107950"/>
                </a:lnTo>
                <a:lnTo>
                  <a:pt x="647446" y="116713"/>
                </a:lnTo>
                <a:lnTo>
                  <a:pt x="651382" y="123571"/>
                </a:lnTo>
                <a:lnTo>
                  <a:pt x="655447" y="130302"/>
                </a:lnTo>
                <a:lnTo>
                  <a:pt x="664209" y="132588"/>
                </a:lnTo>
                <a:lnTo>
                  <a:pt x="777494" y="65659"/>
                </a:lnTo>
                <a:lnTo>
                  <a:pt x="752792" y="51435"/>
                </a:lnTo>
                <a:close/>
              </a:path>
              <a:path w="777875" h="132714">
                <a:moveTo>
                  <a:pt x="696188" y="51748"/>
                </a:moveTo>
                <a:lnTo>
                  <a:pt x="0" y="55880"/>
                </a:lnTo>
                <a:lnTo>
                  <a:pt x="126" y="84455"/>
                </a:lnTo>
                <a:lnTo>
                  <a:pt x="696521" y="80323"/>
                </a:lnTo>
                <a:lnTo>
                  <a:pt x="720865" y="65926"/>
                </a:lnTo>
                <a:lnTo>
                  <a:pt x="696188" y="51748"/>
                </a:lnTo>
                <a:close/>
              </a:path>
              <a:path w="777875" h="132714">
                <a:moveTo>
                  <a:pt x="720865" y="65926"/>
                </a:moveTo>
                <a:lnTo>
                  <a:pt x="696521" y="80323"/>
                </a:lnTo>
                <a:lnTo>
                  <a:pt x="749300" y="80010"/>
                </a:lnTo>
                <a:lnTo>
                  <a:pt x="749283" y="78105"/>
                </a:lnTo>
                <a:lnTo>
                  <a:pt x="742060" y="78105"/>
                </a:lnTo>
                <a:lnTo>
                  <a:pt x="720865" y="65926"/>
                </a:lnTo>
                <a:close/>
              </a:path>
              <a:path w="777875" h="132714">
                <a:moveTo>
                  <a:pt x="741933" y="53467"/>
                </a:moveTo>
                <a:lnTo>
                  <a:pt x="720865" y="65926"/>
                </a:lnTo>
                <a:lnTo>
                  <a:pt x="742060" y="78105"/>
                </a:lnTo>
                <a:lnTo>
                  <a:pt x="741933" y="53467"/>
                </a:lnTo>
                <a:close/>
              </a:path>
              <a:path w="777875" h="132714">
                <a:moveTo>
                  <a:pt x="749064" y="53467"/>
                </a:moveTo>
                <a:lnTo>
                  <a:pt x="741933" y="53467"/>
                </a:lnTo>
                <a:lnTo>
                  <a:pt x="742060" y="78105"/>
                </a:lnTo>
                <a:lnTo>
                  <a:pt x="749283" y="78105"/>
                </a:lnTo>
                <a:lnTo>
                  <a:pt x="749064" y="53467"/>
                </a:lnTo>
                <a:close/>
              </a:path>
              <a:path w="777875" h="132714">
                <a:moveTo>
                  <a:pt x="749046" y="51435"/>
                </a:moveTo>
                <a:lnTo>
                  <a:pt x="696188" y="51748"/>
                </a:lnTo>
                <a:lnTo>
                  <a:pt x="720865" y="65926"/>
                </a:lnTo>
                <a:lnTo>
                  <a:pt x="741933" y="53467"/>
                </a:lnTo>
                <a:lnTo>
                  <a:pt x="749064" y="53467"/>
                </a:lnTo>
                <a:lnTo>
                  <a:pt x="749046" y="51435"/>
                </a:lnTo>
                <a:close/>
              </a:path>
              <a:path w="777875" h="132714">
                <a:moveTo>
                  <a:pt x="663448" y="0"/>
                </a:moveTo>
                <a:lnTo>
                  <a:pt x="654684" y="2286"/>
                </a:lnTo>
                <a:lnTo>
                  <a:pt x="646810" y="16002"/>
                </a:lnTo>
                <a:lnTo>
                  <a:pt x="649224" y="24765"/>
                </a:lnTo>
                <a:lnTo>
                  <a:pt x="696188" y="51748"/>
                </a:lnTo>
                <a:lnTo>
                  <a:pt x="752792" y="51435"/>
                </a:lnTo>
                <a:lnTo>
                  <a:pt x="663448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5731446" y="4477321"/>
            <a:ext cx="2268220" cy="568960"/>
            <a:chOff x="5731446" y="4477321"/>
            <a:chExt cx="2268220" cy="568960"/>
          </a:xfrm>
        </p:grpSpPr>
        <p:sp>
          <p:nvSpPr>
            <p:cNvPr id="27" name="object 27"/>
            <p:cNvSpPr/>
            <p:nvPr/>
          </p:nvSpPr>
          <p:spPr>
            <a:xfrm>
              <a:off x="5745734" y="4491609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4" h="540385">
                  <a:moveTo>
                    <a:pt x="0" y="0"/>
                  </a:moveTo>
                  <a:lnTo>
                    <a:pt x="1524" y="540004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06895" y="4491609"/>
              <a:ext cx="1080135" cy="540385"/>
            </a:xfrm>
            <a:custGeom>
              <a:avLst/>
              <a:gdLst/>
              <a:ahLst/>
              <a:cxnLst/>
              <a:rect l="l" t="t" r="r" b="b"/>
              <a:pathLst>
                <a:path w="1080134" h="540385">
                  <a:moveTo>
                    <a:pt x="0" y="540004"/>
                  </a:moveTo>
                  <a:lnTo>
                    <a:pt x="1079995" y="540004"/>
                  </a:lnTo>
                  <a:lnTo>
                    <a:pt x="1079995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987031" y="4597654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Nil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099369" y="3733038"/>
            <a:ext cx="2914650" cy="1322070"/>
            <a:chOff x="4099369" y="3733038"/>
            <a:chExt cx="2914650" cy="1322070"/>
          </a:xfrm>
        </p:grpSpPr>
        <p:sp>
          <p:nvSpPr>
            <p:cNvPr id="31" name="object 31"/>
            <p:cNvSpPr/>
            <p:nvPr/>
          </p:nvSpPr>
          <p:spPr>
            <a:xfrm>
              <a:off x="4113657" y="4500626"/>
              <a:ext cx="1905" cy="540385"/>
            </a:xfrm>
            <a:custGeom>
              <a:avLst/>
              <a:gdLst/>
              <a:ahLst/>
              <a:cxnLst/>
              <a:rect l="l" t="t" r="r" b="b"/>
              <a:pathLst>
                <a:path w="1904" h="540385">
                  <a:moveTo>
                    <a:pt x="0" y="0"/>
                  </a:moveTo>
                  <a:lnTo>
                    <a:pt x="1523" y="540004"/>
                  </a:lnTo>
                </a:path>
              </a:pathLst>
            </a:custGeom>
            <a:ln w="2857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88861" y="3745738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306069" y="0"/>
                  </a:moveTo>
                  <a:lnTo>
                    <a:pt x="256424" y="4002"/>
                  </a:lnTo>
                  <a:lnTo>
                    <a:pt x="209328" y="15590"/>
                  </a:lnTo>
                  <a:lnTo>
                    <a:pt x="165413" y="34135"/>
                  </a:lnTo>
                  <a:lnTo>
                    <a:pt x="125309" y="59009"/>
                  </a:lnTo>
                  <a:lnTo>
                    <a:pt x="89646" y="89582"/>
                  </a:lnTo>
                  <a:lnTo>
                    <a:pt x="59053" y="125227"/>
                  </a:lnTo>
                  <a:lnTo>
                    <a:pt x="34163" y="165313"/>
                  </a:lnTo>
                  <a:lnTo>
                    <a:pt x="15603" y="209214"/>
                  </a:lnTo>
                  <a:lnTo>
                    <a:pt x="4005" y="256300"/>
                  </a:lnTo>
                  <a:lnTo>
                    <a:pt x="0" y="305943"/>
                  </a:lnTo>
                  <a:lnTo>
                    <a:pt x="4005" y="355588"/>
                  </a:lnTo>
                  <a:lnTo>
                    <a:pt x="15603" y="402684"/>
                  </a:lnTo>
                  <a:lnTo>
                    <a:pt x="34163" y="446599"/>
                  </a:lnTo>
                  <a:lnTo>
                    <a:pt x="59053" y="486703"/>
                  </a:lnTo>
                  <a:lnTo>
                    <a:pt x="89646" y="522366"/>
                  </a:lnTo>
                  <a:lnTo>
                    <a:pt x="125309" y="552959"/>
                  </a:lnTo>
                  <a:lnTo>
                    <a:pt x="165413" y="577849"/>
                  </a:lnTo>
                  <a:lnTo>
                    <a:pt x="209328" y="596409"/>
                  </a:lnTo>
                  <a:lnTo>
                    <a:pt x="256424" y="608007"/>
                  </a:lnTo>
                  <a:lnTo>
                    <a:pt x="306069" y="612013"/>
                  </a:lnTo>
                  <a:lnTo>
                    <a:pt x="355681" y="608007"/>
                  </a:lnTo>
                  <a:lnTo>
                    <a:pt x="402749" y="596409"/>
                  </a:lnTo>
                  <a:lnTo>
                    <a:pt x="446642" y="577849"/>
                  </a:lnTo>
                  <a:lnTo>
                    <a:pt x="486731" y="552959"/>
                  </a:lnTo>
                  <a:lnTo>
                    <a:pt x="522382" y="522366"/>
                  </a:lnTo>
                  <a:lnTo>
                    <a:pt x="552967" y="486703"/>
                  </a:lnTo>
                  <a:lnTo>
                    <a:pt x="577853" y="446599"/>
                  </a:lnTo>
                  <a:lnTo>
                    <a:pt x="596410" y="402684"/>
                  </a:lnTo>
                  <a:lnTo>
                    <a:pt x="608007" y="355588"/>
                  </a:lnTo>
                  <a:lnTo>
                    <a:pt x="612013" y="305943"/>
                  </a:lnTo>
                  <a:lnTo>
                    <a:pt x="608007" y="256300"/>
                  </a:lnTo>
                  <a:lnTo>
                    <a:pt x="596410" y="209214"/>
                  </a:lnTo>
                  <a:lnTo>
                    <a:pt x="577853" y="165313"/>
                  </a:lnTo>
                  <a:lnTo>
                    <a:pt x="552967" y="125227"/>
                  </a:lnTo>
                  <a:lnTo>
                    <a:pt x="522382" y="89582"/>
                  </a:lnTo>
                  <a:lnTo>
                    <a:pt x="486731" y="59009"/>
                  </a:lnTo>
                  <a:lnTo>
                    <a:pt x="446642" y="34135"/>
                  </a:lnTo>
                  <a:lnTo>
                    <a:pt x="402749" y="15590"/>
                  </a:lnTo>
                  <a:lnTo>
                    <a:pt x="355681" y="4002"/>
                  </a:lnTo>
                  <a:lnTo>
                    <a:pt x="3060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8861" y="3745738"/>
              <a:ext cx="612140" cy="612140"/>
            </a:xfrm>
            <a:custGeom>
              <a:avLst/>
              <a:gdLst/>
              <a:ahLst/>
              <a:cxnLst/>
              <a:rect l="l" t="t" r="r" b="b"/>
              <a:pathLst>
                <a:path w="612140" h="612139">
                  <a:moveTo>
                    <a:pt x="0" y="305943"/>
                  </a:moveTo>
                  <a:lnTo>
                    <a:pt x="4005" y="256300"/>
                  </a:lnTo>
                  <a:lnTo>
                    <a:pt x="15603" y="209214"/>
                  </a:lnTo>
                  <a:lnTo>
                    <a:pt x="34163" y="165313"/>
                  </a:lnTo>
                  <a:lnTo>
                    <a:pt x="59053" y="125227"/>
                  </a:lnTo>
                  <a:lnTo>
                    <a:pt x="89646" y="89582"/>
                  </a:lnTo>
                  <a:lnTo>
                    <a:pt x="125309" y="59009"/>
                  </a:lnTo>
                  <a:lnTo>
                    <a:pt x="165413" y="34135"/>
                  </a:lnTo>
                  <a:lnTo>
                    <a:pt x="209328" y="15590"/>
                  </a:lnTo>
                  <a:lnTo>
                    <a:pt x="256424" y="4002"/>
                  </a:lnTo>
                  <a:lnTo>
                    <a:pt x="306069" y="0"/>
                  </a:lnTo>
                  <a:lnTo>
                    <a:pt x="355681" y="4002"/>
                  </a:lnTo>
                  <a:lnTo>
                    <a:pt x="402749" y="15590"/>
                  </a:lnTo>
                  <a:lnTo>
                    <a:pt x="446642" y="34135"/>
                  </a:lnTo>
                  <a:lnTo>
                    <a:pt x="486731" y="59009"/>
                  </a:lnTo>
                  <a:lnTo>
                    <a:pt x="522382" y="89582"/>
                  </a:lnTo>
                  <a:lnTo>
                    <a:pt x="552967" y="125227"/>
                  </a:lnTo>
                  <a:lnTo>
                    <a:pt x="577853" y="165313"/>
                  </a:lnTo>
                  <a:lnTo>
                    <a:pt x="596410" y="209214"/>
                  </a:lnTo>
                  <a:lnTo>
                    <a:pt x="608007" y="256300"/>
                  </a:lnTo>
                  <a:lnTo>
                    <a:pt x="612013" y="305943"/>
                  </a:lnTo>
                  <a:lnTo>
                    <a:pt x="608007" y="355588"/>
                  </a:lnTo>
                  <a:lnTo>
                    <a:pt x="596410" y="402684"/>
                  </a:lnTo>
                  <a:lnTo>
                    <a:pt x="577853" y="446599"/>
                  </a:lnTo>
                  <a:lnTo>
                    <a:pt x="552967" y="486703"/>
                  </a:lnTo>
                  <a:lnTo>
                    <a:pt x="522382" y="522366"/>
                  </a:lnTo>
                  <a:lnTo>
                    <a:pt x="486731" y="552959"/>
                  </a:lnTo>
                  <a:lnTo>
                    <a:pt x="446642" y="577849"/>
                  </a:lnTo>
                  <a:lnTo>
                    <a:pt x="402749" y="596409"/>
                  </a:lnTo>
                  <a:lnTo>
                    <a:pt x="355681" y="608007"/>
                  </a:lnTo>
                  <a:lnTo>
                    <a:pt x="306069" y="612013"/>
                  </a:lnTo>
                  <a:lnTo>
                    <a:pt x="256424" y="608007"/>
                  </a:lnTo>
                  <a:lnTo>
                    <a:pt x="209328" y="596409"/>
                  </a:lnTo>
                  <a:lnTo>
                    <a:pt x="165413" y="577849"/>
                  </a:lnTo>
                  <a:lnTo>
                    <a:pt x="125309" y="552959"/>
                  </a:lnTo>
                  <a:lnTo>
                    <a:pt x="89646" y="522366"/>
                  </a:lnTo>
                  <a:lnTo>
                    <a:pt x="59053" y="486703"/>
                  </a:lnTo>
                  <a:lnTo>
                    <a:pt x="34163" y="446599"/>
                  </a:lnTo>
                  <a:lnTo>
                    <a:pt x="15603" y="402684"/>
                  </a:lnTo>
                  <a:lnTo>
                    <a:pt x="4005" y="355588"/>
                  </a:lnTo>
                  <a:lnTo>
                    <a:pt x="0" y="305943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394452" y="4037457"/>
              <a:ext cx="994410" cy="484505"/>
            </a:xfrm>
            <a:custGeom>
              <a:avLst/>
              <a:gdLst/>
              <a:ahLst/>
              <a:cxnLst/>
              <a:rect l="l" t="t" r="r" b="b"/>
              <a:pathLst>
                <a:path w="994410" h="484504">
                  <a:moveTo>
                    <a:pt x="15875" y="353949"/>
                  </a:moveTo>
                  <a:lnTo>
                    <a:pt x="2286" y="361950"/>
                  </a:lnTo>
                  <a:lnTo>
                    <a:pt x="0" y="370586"/>
                  </a:lnTo>
                  <a:lnTo>
                    <a:pt x="3937" y="377444"/>
                  </a:lnTo>
                  <a:lnTo>
                    <a:pt x="66294" y="484378"/>
                  </a:lnTo>
                  <a:lnTo>
                    <a:pt x="82883" y="455930"/>
                  </a:lnTo>
                  <a:lnTo>
                    <a:pt x="52070" y="455930"/>
                  </a:lnTo>
                  <a:lnTo>
                    <a:pt x="52010" y="403127"/>
                  </a:lnTo>
                  <a:lnTo>
                    <a:pt x="28701" y="363093"/>
                  </a:lnTo>
                  <a:lnTo>
                    <a:pt x="24637" y="356235"/>
                  </a:lnTo>
                  <a:lnTo>
                    <a:pt x="15875" y="353949"/>
                  </a:lnTo>
                  <a:close/>
                </a:path>
                <a:path w="994410" h="484504">
                  <a:moveTo>
                    <a:pt x="52070" y="403228"/>
                  </a:moveTo>
                  <a:lnTo>
                    <a:pt x="52070" y="455930"/>
                  </a:lnTo>
                  <a:lnTo>
                    <a:pt x="80645" y="455930"/>
                  </a:lnTo>
                  <a:lnTo>
                    <a:pt x="80645" y="448818"/>
                  </a:lnTo>
                  <a:lnTo>
                    <a:pt x="53975" y="448818"/>
                  </a:lnTo>
                  <a:lnTo>
                    <a:pt x="66309" y="427686"/>
                  </a:lnTo>
                  <a:lnTo>
                    <a:pt x="52070" y="403228"/>
                  </a:lnTo>
                  <a:close/>
                </a:path>
                <a:path w="994410" h="484504">
                  <a:moveTo>
                    <a:pt x="116712" y="353949"/>
                  </a:moveTo>
                  <a:lnTo>
                    <a:pt x="107950" y="356235"/>
                  </a:lnTo>
                  <a:lnTo>
                    <a:pt x="104012" y="363093"/>
                  </a:lnTo>
                  <a:lnTo>
                    <a:pt x="80645" y="403127"/>
                  </a:lnTo>
                  <a:lnTo>
                    <a:pt x="80645" y="455930"/>
                  </a:lnTo>
                  <a:lnTo>
                    <a:pt x="82883" y="455930"/>
                  </a:lnTo>
                  <a:lnTo>
                    <a:pt x="128650" y="377444"/>
                  </a:lnTo>
                  <a:lnTo>
                    <a:pt x="132587" y="370586"/>
                  </a:lnTo>
                  <a:lnTo>
                    <a:pt x="130301" y="361950"/>
                  </a:lnTo>
                  <a:lnTo>
                    <a:pt x="123571" y="357886"/>
                  </a:lnTo>
                  <a:lnTo>
                    <a:pt x="116712" y="353949"/>
                  </a:lnTo>
                  <a:close/>
                </a:path>
                <a:path w="994410" h="484504">
                  <a:moveTo>
                    <a:pt x="66309" y="427686"/>
                  </a:moveTo>
                  <a:lnTo>
                    <a:pt x="53975" y="448818"/>
                  </a:lnTo>
                  <a:lnTo>
                    <a:pt x="78612" y="448818"/>
                  </a:lnTo>
                  <a:lnTo>
                    <a:pt x="66309" y="427686"/>
                  </a:lnTo>
                  <a:close/>
                </a:path>
                <a:path w="994410" h="484504">
                  <a:moveTo>
                    <a:pt x="80645" y="403127"/>
                  </a:moveTo>
                  <a:lnTo>
                    <a:pt x="66309" y="427686"/>
                  </a:lnTo>
                  <a:lnTo>
                    <a:pt x="78612" y="448818"/>
                  </a:lnTo>
                  <a:lnTo>
                    <a:pt x="80645" y="448818"/>
                  </a:lnTo>
                  <a:lnTo>
                    <a:pt x="80645" y="403127"/>
                  </a:lnTo>
                  <a:close/>
                </a:path>
                <a:path w="994410" h="484504">
                  <a:moveTo>
                    <a:pt x="994410" y="0"/>
                  </a:moveTo>
                  <a:lnTo>
                    <a:pt x="58420" y="0"/>
                  </a:lnTo>
                  <a:lnTo>
                    <a:pt x="52070" y="6350"/>
                  </a:lnTo>
                  <a:lnTo>
                    <a:pt x="52070" y="403228"/>
                  </a:lnTo>
                  <a:lnTo>
                    <a:pt x="66309" y="427686"/>
                  </a:lnTo>
                  <a:lnTo>
                    <a:pt x="80585" y="403228"/>
                  </a:lnTo>
                  <a:lnTo>
                    <a:pt x="80645" y="28575"/>
                  </a:lnTo>
                  <a:lnTo>
                    <a:pt x="66294" y="28575"/>
                  </a:lnTo>
                  <a:lnTo>
                    <a:pt x="80645" y="14224"/>
                  </a:lnTo>
                  <a:lnTo>
                    <a:pt x="994410" y="14224"/>
                  </a:lnTo>
                  <a:lnTo>
                    <a:pt x="994410" y="0"/>
                  </a:lnTo>
                  <a:close/>
                </a:path>
                <a:path w="994410" h="484504">
                  <a:moveTo>
                    <a:pt x="80645" y="14224"/>
                  </a:moveTo>
                  <a:lnTo>
                    <a:pt x="66294" y="28575"/>
                  </a:lnTo>
                  <a:lnTo>
                    <a:pt x="80645" y="28575"/>
                  </a:lnTo>
                  <a:lnTo>
                    <a:pt x="80645" y="14224"/>
                  </a:lnTo>
                  <a:close/>
                </a:path>
                <a:path w="994410" h="484504">
                  <a:moveTo>
                    <a:pt x="994410" y="14224"/>
                  </a:moveTo>
                  <a:lnTo>
                    <a:pt x="80645" y="14224"/>
                  </a:lnTo>
                  <a:lnTo>
                    <a:pt x="80645" y="28575"/>
                  </a:lnTo>
                  <a:lnTo>
                    <a:pt x="994410" y="28575"/>
                  </a:lnTo>
                  <a:lnTo>
                    <a:pt x="994410" y="14224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1802" y="357162"/>
            <a:ext cx="7756525" cy="954405"/>
          </a:xfrm>
          <a:custGeom>
            <a:avLst/>
            <a:gdLst/>
            <a:ahLst/>
            <a:cxnLst/>
            <a:rect l="l" t="t" r="r" b="b"/>
            <a:pathLst>
              <a:path w="7756525" h="954405">
                <a:moveTo>
                  <a:pt x="7756398" y="0"/>
                </a:moveTo>
                <a:lnTo>
                  <a:pt x="0" y="0"/>
                </a:lnTo>
                <a:lnTo>
                  <a:pt x="0" y="954112"/>
                </a:lnTo>
                <a:lnTo>
                  <a:pt x="7756398" y="954112"/>
                </a:lnTo>
                <a:lnTo>
                  <a:pt x="77563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0719" y="367411"/>
            <a:ext cx="1472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V</a:t>
            </a:r>
            <a:r>
              <a:rPr spc="-5" dirty="0"/>
              <a:t>.</a:t>
            </a:r>
            <a:r>
              <a:rPr spc="-15" dirty="0"/>
              <a:t> </a:t>
            </a:r>
            <a:r>
              <a:rPr spc="-5" dirty="0"/>
              <a:t>les</a:t>
            </a:r>
            <a:r>
              <a:rPr spc="5" dirty="0"/>
              <a:t> </a:t>
            </a:r>
            <a:r>
              <a:rPr spc="-10" dirty="0"/>
              <a:t>files</a:t>
            </a:r>
          </a:p>
        </p:txBody>
      </p:sp>
      <p:sp>
        <p:nvSpPr>
          <p:cNvPr id="4" name="object 4"/>
          <p:cNvSpPr/>
          <p:nvPr/>
        </p:nvSpPr>
        <p:spPr>
          <a:xfrm>
            <a:off x="642912" y="857235"/>
            <a:ext cx="7992109" cy="6002020"/>
          </a:xfrm>
          <a:custGeom>
            <a:avLst/>
            <a:gdLst/>
            <a:ahLst/>
            <a:cxnLst/>
            <a:rect l="l" t="t" r="r" b="b"/>
            <a:pathLst>
              <a:path w="7992109" h="6002020">
                <a:moveTo>
                  <a:pt x="7991983" y="0"/>
                </a:moveTo>
                <a:lnTo>
                  <a:pt x="0" y="0"/>
                </a:lnTo>
                <a:lnTo>
                  <a:pt x="0" y="6001639"/>
                </a:lnTo>
                <a:lnTo>
                  <a:pt x="7991983" y="6001639"/>
                </a:lnTo>
                <a:lnTo>
                  <a:pt x="7991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1868" y="870584"/>
            <a:ext cx="7837805" cy="5882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exemple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donné par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spooler d’impression qui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programme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qui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reçoit,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traite,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planifie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distribue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les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documents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imprimer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système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multiprogrammé.</a:t>
            </a:r>
            <a:endParaRPr sz="2400">
              <a:latin typeface="Calibri"/>
              <a:cs typeface="Calibri"/>
            </a:endParaRPr>
          </a:p>
          <a:p>
            <a:pPr marL="12700" marR="27305" algn="just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supposant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éléments 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sont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entiers,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celle-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ci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déclare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façon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suivante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200" b="1" spc="-20" dirty="0">
                <a:solidFill>
                  <a:srgbClr val="1F487C"/>
                </a:solidFill>
                <a:latin typeface="Calibri"/>
                <a:cs typeface="Calibri"/>
              </a:rPr>
              <a:t>Types</a:t>
            </a:r>
            <a:endParaRPr sz="2200">
              <a:latin typeface="Calibri"/>
              <a:cs typeface="Calibri"/>
            </a:endParaRPr>
          </a:p>
          <a:p>
            <a:pPr marL="927100" marR="5253355">
              <a:lnSpc>
                <a:spcPct val="100000"/>
              </a:lnSpc>
            </a:pPr>
            <a:r>
              <a:rPr sz="2200" b="1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r>
              <a:rPr sz="2200" b="1" spc="-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=^Cellule </a:t>
            </a:r>
            <a:r>
              <a:rPr sz="2200" b="1" spc="-48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Cellule=</a:t>
            </a:r>
            <a:r>
              <a:rPr sz="2200" b="1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1F487C"/>
                </a:solidFill>
                <a:latin typeface="Calibri"/>
                <a:cs typeface="Calibri"/>
              </a:rPr>
              <a:t>strcut</a:t>
            </a:r>
            <a:endParaRPr sz="2200">
              <a:latin typeface="Calibri"/>
              <a:cs typeface="Calibri"/>
            </a:endParaRPr>
          </a:p>
          <a:p>
            <a:pPr marL="1841500" marR="4526280">
              <a:lnSpc>
                <a:spcPct val="100000"/>
              </a:lnSpc>
            </a:pP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Elem</a:t>
            </a:r>
            <a:r>
              <a:rPr sz="2200" b="1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200" b="1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Entier </a:t>
            </a:r>
            <a:r>
              <a:rPr sz="2200" b="1" spc="-48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Suiv : </a:t>
            </a:r>
            <a:r>
              <a:rPr sz="2200" b="1" spc="-15" dirty="0">
                <a:solidFill>
                  <a:srgbClr val="1F487C"/>
                </a:solidFill>
                <a:latin typeface="Calibri"/>
                <a:cs typeface="Calibri"/>
              </a:rPr>
              <a:t>Liste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 Finstruct</a:t>
            </a:r>
            <a:endParaRPr sz="22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File</a:t>
            </a:r>
            <a:r>
              <a:rPr sz="2200" b="1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Struct</a:t>
            </a:r>
            <a:endParaRPr sz="2200">
              <a:latin typeface="Calibri"/>
              <a:cs typeface="Calibri"/>
            </a:endParaRPr>
          </a:p>
          <a:p>
            <a:pPr marL="1751330" marR="4483735" indent="89535">
              <a:lnSpc>
                <a:spcPct val="100000"/>
              </a:lnSpc>
              <a:spcBef>
                <a:spcPts val="5"/>
              </a:spcBef>
            </a:pPr>
            <a:r>
              <a:rPr sz="2200" b="1" spc="-65" dirty="0">
                <a:solidFill>
                  <a:srgbClr val="1F487C"/>
                </a:solidFill>
                <a:latin typeface="Calibri"/>
                <a:cs typeface="Calibri"/>
              </a:rPr>
              <a:t>Tête</a:t>
            </a:r>
            <a:r>
              <a:rPr sz="2200" b="1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200" b="1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1F487C"/>
                </a:solidFill>
                <a:latin typeface="Calibri"/>
                <a:cs typeface="Calibri"/>
              </a:rPr>
              <a:t>Liste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 Queue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200" b="1" spc="-15" dirty="0">
                <a:solidFill>
                  <a:srgbClr val="1F487C"/>
                </a:solidFill>
                <a:latin typeface="Calibri"/>
                <a:cs typeface="Calibri"/>
              </a:rPr>
              <a:t>Liste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FinStruct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b="1" spc="-45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sz="2200" b="1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200" b="1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File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453535"/>
            <a:ext cx="7992109" cy="5340350"/>
          </a:xfrm>
          <a:custGeom>
            <a:avLst/>
            <a:gdLst/>
            <a:ahLst/>
            <a:cxnLst/>
            <a:rect l="l" t="t" r="r" b="b"/>
            <a:pathLst>
              <a:path w="7992109" h="5340350">
                <a:moveTo>
                  <a:pt x="7991983" y="0"/>
                </a:moveTo>
                <a:lnTo>
                  <a:pt x="0" y="0"/>
                </a:lnTo>
                <a:lnTo>
                  <a:pt x="0" y="5339969"/>
                </a:lnTo>
                <a:lnTo>
                  <a:pt x="7991983" y="5339969"/>
                </a:lnTo>
                <a:lnTo>
                  <a:pt x="7991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467103"/>
            <a:ext cx="7834630" cy="4857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VI</a:t>
            </a:r>
            <a:r>
              <a:rPr sz="2400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.2.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Manipulation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d’une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file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tabLst>
                <a:tab pos="525780" algn="l"/>
                <a:tab pos="1341120" algn="l"/>
                <a:tab pos="1818639" algn="l"/>
                <a:tab pos="2281555" algn="l"/>
                <a:tab pos="4168775" algn="l"/>
                <a:tab pos="4674870" algn="l"/>
                <a:tab pos="6229350" algn="l"/>
                <a:tab pos="7284720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u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	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u	man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i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pul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ti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,	l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s	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ai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nt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s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</a:t>
            </a:r>
            <a:r>
              <a:rPr sz="2400" spc="-185" dirty="0">
                <a:solidFill>
                  <a:srgbClr val="1F487C"/>
                </a:solidFill>
                <a:latin typeface="Calibri"/>
                <a:cs typeface="Calibri"/>
              </a:rPr>
              <a:t>’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ac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ès	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 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matérialisées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pars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procédures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fonctions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suivantes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Procédure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Initialiser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(var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F :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File)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crée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File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vide </a:t>
            </a:r>
            <a:r>
              <a:rPr sz="2400" spc="-114" dirty="0">
                <a:solidFill>
                  <a:srgbClr val="1F487C"/>
                </a:solidFill>
                <a:latin typeface="Calibri"/>
                <a:cs typeface="Calibri"/>
              </a:rPr>
              <a:t>F. </a:t>
            </a:r>
            <a:r>
              <a:rPr sz="2400" spc="-1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Procédure Ajouter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(x :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 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F :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File)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ajouté 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l’élément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x à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File.</a:t>
            </a:r>
            <a:endParaRPr sz="2400">
              <a:latin typeface="Calibri"/>
              <a:cs typeface="Calibri"/>
            </a:endParaRPr>
          </a:p>
          <a:p>
            <a:pPr marL="12700" marR="795655" indent="66675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Procédure Extraire 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(Var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x :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 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F :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File)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extrait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sommet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file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met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variable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x.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b="1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Initialiser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(var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File)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12700" marR="6028055">
              <a:lnSpc>
                <a:spcPct val="99600"/>
              </a:lnSpc>
              <a:spcBef>
                <a:spcPts val="35"/>
              </a:spcBef>
            </a:pPr>
            <a:r>
              <a:rPr sz="2400" spc="-229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sz="2400" spc="-190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r>
              <a:rPr sz="2400" spc="-2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ê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6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  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F.Queue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9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2912" y="762660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270" dirty="0"/>
              <a:t>V</a:t>
            </a:r>
            <a:r>
              <a:rPr spc="-5" dirty="0"/>
              <a:t>.</a:t>
            </a:r>
            <a:r>
              <a:rPr spc="-15" dirty="0"/>
              <a:t> </a:t>
            </a:r>
            <a:r>
              <a:rPr spc="-5" dirty="0"/>
              <a:t>les</a:t>
            </a:r>
            <a:r>
              <a:rPr spc="5" dirty="0"/>
              <a:t> </a:t>
            </a:r>
            <a:r>
              <a:rPr spc="-10" dirty="0"/>
              <a:t>files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453553"/>
            <a:ext cx="7992109" cy="5263515"/>
          </a:xfrm>
          <a:custGeom>
            <a:avLst/>
            <a:gdLst/>
            <a:ahLst/>
            <a:cxnLst/>
            <a:rect l="l" t="t" r="r" b="b"/>
            <a:pathLst>
              <a:path w="7992109" h="5263515">
                <a:moveTo>
                  <a:pt x="7991983" y="0"/>
                </a:moveTo>
                <a:lnTo>
                  <a:pt x="0" y="0"/>
                </a:lnTo>
                <a:lnTo>
                  <a:pt x="0" y="5263007"/>
                </a:lnTo>
                <a:lnTo>
                  <a:pt x="7991983" y="5263007"/>
                </a:lnTo>
                <a:lnTo>
                  <a:pt x="7991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467103"/>
            <a:ext cx="5165090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b="1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Ajouter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(x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;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File)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12700" marR="383921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 :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Début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Allouer</a:t>
            </a:r>
            <a:r>
              <a:rPr sz="2400" spc="-8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(P)</a:t>
            </a:r>
            <a:endParaRPr sz="2400">
              <a:latin typeface="Calibri"/>
              <a:cs typeface="Calibri"/>
            </a:endParaRPr>
          </a:p>
          <a:p>
            <a:pPr marL="927100" marR="2517775">
              <a:lnSpc>
                <a:spcPct val="100000"/>
              </a:lnSpc>
              <a:spcBef>
                <a:spcPts val="30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P^.Elem 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x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Q^.Suiv</a:t>
            </a:r>
            <a:r>
              <a:rPr sz="2400" spc="-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10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ts val="2855"/>
              </a:lnSpc>
              <a:tabLst>
                <a:tab pos="2829560" algn="l"/>
              </a:tabLst>
            </a:pP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Si</a:t>
            </a:r>
            <a:r>
              <a:rPr sz="2400" b="1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(F.Queue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&lt;&gt;	Nil)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Alors</a:t>
            </a:r>
            <a:endParaRPr sz="2400">
              <a:latin typeface="Calibri"/>
              <a:cs typeface="Calibri"/>
            </a:endParaRPr>
          </a:p>
          <a:p>
            <a:pPr marL="1841500">
              <a:lnSpc>
                <a:spcPts val="2870"/>
              </a:lnSpc>
              <a:spcBef>
                <a:spcPts val="25"/>
              </a:spcBef>
            </a:pP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F.Queue^.Suiv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9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ts val="2870"/>
              </a:lnSpc>
            </a:pP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Sinon</a:t>
            </a:r>
            <a:endParaRPr sz="2400">
              <a:latin typeface="Calibri"/>
              <a:cs typeface="Calibri"/>
            </a:endParaRPr>
          </a:p>
          <a:p>
            <a:pPr marL="1841500">
              <a:lnSpc>
                <a:spcPts val="2870"/>
              </a:lnSpc>
              <a:spcBef>
                <a:spcPts val="25"/>
              </a:spcBef>
            </a:pPr>
            <a:r>
              <a:rPr sz="2400" spc="-229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sz="2400" spc="-190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r>
              <a:rPr sz="2400" spc="-2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ê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6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ts val="2870"/>
              </a:lnSpc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FinSi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  <a:spcBef>
                <a:spcPts val="20"/>
              </a:spcBef>
            </a:pP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F.Queue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8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</a:pP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2912" y="762660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270" dirty="0"/>
              <a:t>V</a:t>
            </a:r>
            <a:r>
              <a:rPr spc="-5" dirty="0"/>
              <a:t>.</a:t>
            </a:r>
            <a:r>
              <a:rPr spc="-15" dirty="0"/>
              <a:t> </a:t>
            </a:r>
            <a:r>
              <a:rPr spc="-5" dirty="0"/>
              <a:t>les</a:t>
            </a:r>
            <a:r>
              <a:rPr spc="5" dirty="0"/>
              <a:t> </a:t>
            </a:r>
            <a:r>
              <a:rPr spc="-10" dirty="0"/>
              <a:t>files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214409"/>
            <a:ext cx="7992109" cy="5632450"/>
          </a:xfrm>
          <a:custGeom>
            <a:avLst/>
            <a:gdLst/>
            <a:ahLst/>
            <a:cxnLst/>
            <a:rect l="l" t="t" r="r" b="b"/>
            <a:pathLst>
              <a:path w="7992109" h="5632450">
                <a:moveTo>
                  <a:pt x="7991983" y="0"/>
                </a:moveTo>
                <a:lnTo>
                  <a:pt x="0" y="0"/>
                </a:lnTo>
                <a:lnTo>
                  <a:pt x="0" y="5632323"/>
                </a:lnTo>
                <a:lnTo>
                  <a:pt x="7991983" y="5632323"/>
                </a:lnTo>
                <a:lnTo>
                  <a:pt x="7991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227785"/>
            <a:ext cx="7793990" cy="551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cas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où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la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file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vide,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comme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queue,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tête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la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file</a:t>
            </a:r>
            <a:endParaRPr sz="2400">
              <a:latin typeface="Calibri"/>
              <a:cs typeface="Calibri"/>
            </a:endParaRPr>
          </a:p>
          <a:p>
            <a:pPr marL="12700" marR="1980564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doit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également pointer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vers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nouvel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élément.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Procédure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Extraire 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(Var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x :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 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 : Pile)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Si</a:t>
            </a:r>
            <a:r>
              <a:rPr sz="2400" b="1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0" dirty="0">
                <a:solidFill>
                  <a:srgbClr val="1F487C"/>
                </a:solidFill>
                <a:latin typeface="Calibri"/>
                <a:cs typeface="Calibri"/>
              </a:rPr>
              <a:t>(F.Tête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Nil)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Alors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("impossible,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file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vide")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Sinon</a:t>
            </a:r>
            <a:endParaRPr sz="240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  <a:spcBef>
                <a:spcPts val="25"/>
              </a:spcBef>
              <a:tabLst>
                <a:tab pos="372110" algn="l"/>
              </a:tabLst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P	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10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114" dirty="0">
                <a:solidFill>
                  <a:srgbClr val="1F487C"/>
                </a:solidFill>
                <a:latin typeface="Calibri"/>
                <a:cs typeface="Calibri"/>
              </a:rPr>
              <a:t>F.Tête</a:t>
            </a:r>
            <a:endParaRPr sz="2400">
              <a:latin typeface="Calibri"/>
              <a:cs typeface="Calibri"/>
            </a:endParaRPr>
          </a:p>
          <a:p>
            <a:pPr marL="12700" marR="5227955">
              <a:lnSpc>
                <a:spcPct val="99600"/>
              </a:lnSpc>
              <a:spcBef>
                <a:spcPts val="10"/>
              </a:spcBef>
              <a:tabLst>
                <a:tab pos="278765" algn="l"/>
              </a:tabLst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x	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F.Tête^.Elem </a:t>
            </a: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29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sz="2400" spc="-190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r>
              <a:rPr sz="2400" spc="-2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ê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6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229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sz="2400" spc="-190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r>
              <a:rPr sz="2400" spc="-2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ê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^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Suiv 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Libérer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(P)</a:t>
            </a:r>
            <a:endParaRPr sz="2400">
              <a:latin typeface="Calibri"/>
              <a:cs typeface="Calibri"/>
            </a:endParaRPr>
          </a:p>
          <a:p>
            <a:pPr marL="12700" marR="7169150">
              <a:lnSpc>
                <a:spcPct val="100000"/>
              </a:lnSpc>
            </a:pP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FinSI  Fin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2912" y="691159"/>
            <a:ext cx="7572375" cy="523240"/>
          </a:xfrm>
          <a:custGeom>
            <a:avLst/>
            <a:gdLst/>
            <a:ahLst/>
            <a:cxnLst/>
            <a:rect l="l" t="t" r="r" b="b"/>
            <a:pathLst>
              <a:path w="7572375" h="523240">
                <a:moveTo>
                  <a:pt x="7572375" y="0"/>
                </a:moveTo>
                <a:lnTo>
                  <a:pt x="0" y="0"/>
                </a:lnTo>
                <a:lnTo>
                  <a:pt x="0" y="523214"/>
                </a:lnTo>
                <a:lnTo>
                  <a:pt x="7572375" y="523214"/>
                </a:lnTo>
                <a:lnTo>
                  <a:pt x="75723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1868" y="701497"/>
            <a:ext cx="1471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V</a:t>
            </a:r>
            <a:r>
              <a:rPr spc="-5" dirty="0"/>
              <a:t>.</a:t>
            </a:r>
            <a:r>
              <a:rPr spc="-15" dirty="0"/>
              <a:t> </a:t>
            </a:r>
            <a:r>
              <a:rPr spc="-5" dirty="0"/>
              <a:t>les</a:t>
            </a:r>
            <a:r>
              <a:rPr spc="5" dirty="0"/>
              <a:t> </a:t>
            </a:r>
            <a:r>
              <a:rPr spc="-10" dirty="0"/>
              <a:t>fil</a:t>
            </a:r>
            <a:r>
              <a:rPr spc="-15" dirty="0"/>
              <a:t>e</a:t>
            </a:r>
            <a:r>
              <a:rPr spc="-5" dirty="0"/>
              <a:t>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164105"/>
            <a:ext cx="7992109" cy="5694045"/>
          </a:xfrm>
          <a:custGeom>
            <a:avLst/>
            <a:gdLst/>
            <a:ahLst/>
            <a:cxnLst/>
            <a:rect l="l" t="t" r="r" b="b"/>
            <a:pathLst>
              <a:path w="7992109" h="5694045">
                <a:moveTo>
                  <a:pt x="7991983" y="0"/>
                </a:moveTo>
                <a:lnTo>
                  <a:pt x="0" y="0"/>
                </a:lnTo>
                <a:lnTo>
                  <a:pt x="0" y="5693918"/>
                </a:lnTo>
                <a:lnTo>
                  <a:pt x="7991983" y="5693918"/>
                </a:lnTo>
                <a:lnTo>
                  <a:pt x="7991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177493"/>
            <a:ext cx="7836534" cy="5577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Remarque</a:t>
            </a:r>
            <a:endParaRPr sz="2400">
              <a:latin typeface="Calibri"/>
              <a:cs typeface="Calibri"/>
            </a:endParaRPr>
          </a:p>
          <a:p>
            <a:pPr marL="12700" marR="5715" algn="just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les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langages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qui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n’offre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type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pointeur,</a:t>
            </a:r>
            <a:r>
              <a:rPr sz="2400" spc="484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structures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pile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ou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file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peuvent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être</a:t>
            </a:r>
            <a:r>
              <a:rPr sz="2400" spc="509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implanté</a:t>
            </a:r>
            <a:r>
              <a:rPr sz="2400" spc="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sous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forme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tableaux.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Ainsi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chainée 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d’entier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peut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être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déclaré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façon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suivante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Cons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2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2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100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b="1" spc="-20" dirty="0">
                <a:solidFill>
                  <a:srgbClr val="1F487C"/>
                </a:solidFill>
                <a:latin typeface="Calibri"/>
                <a:cs typeface="Calibri"/>
              </a:rPr>
              <a:t>Types</a:t>
            </a:r>
            <a:endParaRPr sz="2200">
              <a:latin typeface="Calibri"/>
              <a:cs typeface="Calibri"/>
            </a:endParaRPr>
          </a:p>
          <a:p>
            <a:pPr marL="12700" marR="6119495">
              <a:lnSpc>
                <a:spcPct val="100000"/>
              </a:lnSpc>
            </a:pP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Indice : 1..N </a:t>
            </a:r>
            <a:r>
              <a:rPr sz="22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F487C"/>
                </a:solidFill>
                <a:latin typeface="Calibri"/>
                <a:cs typeface="Calibri"/>
              </a:rPr>
              <a:t>Cellule </a:t>
            </a: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=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struct </a:t>
            </a:r>
            <a:r>
              <a:rPr sz="2200" b="1" spc="-49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F487C"/>
                </a:solidFill>
                <a:latin typeface="Calibri"/>
                <a:cs typeface="Calibri"/>
              </a:rPr>
              <a:t>Elem </a:t>
            </a: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200" spc="-10" dirty="0">
                <a:solidFill>
                  <a:srgbClr val="1F487C"/>
                </a:solidFill>
                <a:latin typeface="Calibri"/>
                <a:cs typeface="Calibri"/>
              </a:rPr>
              <a:t>Entier </a:t>
            </a: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F487C"/>
                </a:solidFill>
                <a:latin typeface="Calibri"/>
                <a:cs typeface="Calibri"/>
              </a:rPr>
              <a:t>Suiv</a:t>
            </a:r>
            <a:r>
              <a:rPr sz="22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200" spc="-10" dirty="0">
                <a:solidFill>
                  <a:srgbClr val="1F487C"/>
                </a:solidFill>
                <a:latin typeface="Calibri"/>
                <a:cs typeface="Calibri"/>
              </a:rPr>
              <a:t>Indice</a:t>
            </a:r>
            <a:endParaRPr sz="2200">
              <a:latin typeface="Calibri"/>
              <a:cs typeface="Calibri"/>
            </a:endParaRPr>
          </a:p>
          <a:p>
            <a:pPr marL="74930" marR="4092575" indent="-62865">
              <a:lnSpc>
                <a:spcPct val="100000"/>
              </a:lnSpc>
              <a:spcBef>
                <a:spcPts val="5"/>
              </a:spcBef>
            </a:pPr>
            <a:r>
              <a:rPr sz="22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 =</a:t>
            </a:r>
            <a:r>
              <a:rPr sz="22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30" dirty="0">
                <a:solidFill>
                  <a:srgbClr val="1F487C"/>
                </a:solidFill>
                <a:latin typeface="Calibri"/>
                <a:cs typeface="Calibri"/>
              </a:rPr>
              <a:t>Tableau</a:t>
            </a:r>
            <a:r>
              <a:rPr sz="22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[Indice]</a:t>
            </a:r>
            <a:r>
              <a:rPr sz="22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de cellule </a:t>
            </a:r>
            <a:r>
              <a:rPr sz="2200" spc="-484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45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2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r>
              <a:rPr sz="22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2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2912" y="642899"/>
            <a:ext cx="7572375" cy="523240"/>
          </a:xfrm>
          <a:custGeom>
            <a:avLst/>
            <a:gdLst/>
            <a:ahLst/>
            <a:cxnLst/>
            <a:rect l="l" t="t" r="r" b="b"/>
            <a:pathLst>
              <a:path w="7572375" h="523240">
                <a:moveTo>
                  <a:pt x="7572375" y="0"/>
                </a:moveTo>
                <a:lnTo>
                  <a:pt x="0" y="0"/>
                </a:lnTo>
                <a:lnTo>
                  <a:pt x="0" y="523214"/>
                </a:lnTo>
                <a:lnTo>
                  <a:pt x="7572375" y="523214"/>
                </a:lnTo>
                <a:lnTo>
                  <a:pt x="75723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1868" y="653287"/>
            <a:ext cx="14719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V</a:t>
            </a:r>
            <a:r>
              <a:rPr spc="-5" dirty="0"/>
              <a:t>.</a:t>
            </a:r>
            <a:r>
              <a:rPr spc="-15" dirty="0"/>
              <a:t> </a:t>
            </a:r>
            <a:r>
              <a:rPr spc="-5" dirty="0"/>
              <a:t>les</a:t>
            </a:r>
            <a:r>
              <a:rPr spc="5" dirty="0"/>
              <a:t> </a:t>
            </a:r>
            <a:r>
              <a:rPr spc="-10" dirty="0"/>
              <a:t>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2376</Words>
  <Application>Microsoft Office PowerPoint</Application>
  <PresentationFormat>Affichage à l'écran (4:3)</PresentationFormat>
  <Paragraphs>396</Paragraphs>
  <Slides>34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34</vt:i4>
      </vt:variant>
    </vt:vector>
  </HeadingPairs>
  <TitlesOfParts>
    <vt:vector size="36" baseType="lpstr">
      <vt:lpstr>Office Theme</vt:lpstr>
      <vt:lpstr>1_Office Theme</vt:lpstr>
      <vt:lpstr>STRUCTURES DE  DONNEES DYNAMIQUES</vt:lpstr>
      <vt:lpstr>Objectif</vt:lpstr>
      <vt:lpstr>I. Introduction</vt:lpstr>
      <vt:lpstr>II. Les variables dynamiques</vt:lpstr>
      <vt:lpstr>II. Les variables dynamiques</vt:lpstr>
      <vt:lpstr>II. Les variables dynamiques</vt:lpstr>
      <vt:lpstr>III. Les listes linéaire chainées</vt:lpstr>
      <vt:lpstr>III. Les listes linéaire chainées</vt:lpstr>
      <vt:lpstr>III. Les listes linéaire chainées</vt:lpstr>
      <vt:lpstr>III. Les listes linéaire chainées</vt:lpstr>
      <vt:lpstr>III. Les listes linéaire chainées</vt:lpstr>
      <vt:lpstr>III. Les listes linéaire chainées</vt:lpstr>
      <vt:lpstr>III. Les listes linéaire chainées</vt:lpstr>
      <vt:lpstr>III. Les listes linéaire chainées</vt:lpstr>
      <vt:lpstr>III. Les listes linéaire chainées</vt:lpstr>
      <vt:lpstr>III. Les listes linéaire chainées</vt:lpstr>
      <vt:lpstr>III. Les listes linéaire chainées</vt:lpstr>
      <vt:lpstr>III. Les listes linéaire chainées</vt:lpstr>
      <vt:lpstr>III. Les listes linéaire chainées</vt:lpstr>
      <vt:lpstr>IV. Les listes à chainage double Tête</vt:lpstr>
      <vt:lpstr>IV. Les listes à chainage double</vt:lpstr>
      <vt:lpstr>IV. Les listes à chainage double</vt:lpstr>
      <vt:lpstr>IV. Les listes à chainage double</vt:lpstr>
      <vt:lpstr>PILE ET FILE</vt:lpstr>
      <vt:lpstr>V. les piles</vt:lpstr>
      <vt:lpstr>V. les piles</vt:lpstr>
      <vt:lpstr>V. les piles</vt:lpstr>
      <vt:lpstr>V. les piles</vt:lpstr>
      <vt:lpstr>V. les files</vt:lpstr>
      <vt:lpstr>V. les files</vt:lpstr>
      <vt:lpstr>V. les files</vt:lpstr>
      <vt:lpstr>V. les files</vt:lpstr>
      <vt:lpstr>V. les files</vt:lpstr>
      <vt:lpstr>V. les files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hamdi</dc:creator>
  <cp:lastModifiedBy>PC ASUS</cp:lastModifiedBy>
  <cp:revision>8</cp:revision>
  <dcterms:created xsi:type="dcterms:W3CDTF">2021-09-26T10:45:15Z</dcterms:created>
  <dcterms:modified xsi:type="dcterms:W3CDTF">2022-12-09T10:00:30Z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2018-12-04T00:00:00Z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2021-09-26T00:00:00Z</vt:filetime>
  </property>
</Properties>
</file>