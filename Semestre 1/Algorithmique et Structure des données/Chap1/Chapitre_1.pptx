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y="7556500" cx="10693400"/>
  <p:notesSz cx="10693400" cy="7556500"/>
  <p:embeddedFontLst>
    <p:embeddedFont>
      <p:font typeface="Tahoma"/>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http://customooxmlschemas.google.com/">
      <go:slidesCustomData xmlns:go="http://customooxmlschemas.google.com/" r:id="rId60" roundtripDataSignature="AMtx7mgfDlJLTuwldNz5qg8ZsMSQt4v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72D881-2E7A-4789-B11D-E80EF5146E49}">
  <a:tblStyle styleId="{8B72D881-2E7A-4789-B11D-E80EF5146E49}"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customschemas.google.com/relationships/presentationmetadata" Target="meta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font" Target="fonts/Tahoma-bold.fntdata"/><Relationship Id="rId14" Type="http://schemas.openxmlformats.org/officeDocument/2006/relationships/slide" Target="slides/slide7.xml"/><Relationship Id="rId58" Type="http://schemas.openxmlformats.org/officeDocument/2006/relationships/font" Target="fonts/Tahoma-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633913" cy="3778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057900" y="0"/>
            <a:ext cx="4632325" cy="3778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69975" y="3589338"/>
            <a:ext cx="8553450" cy="34004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7177088"/>
            <a:ext cx="4633913" cy="3778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057900" y="7177088"/>
            <a:ext cx="4632325" cy="3778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1: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3: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5: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5: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6: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6: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8: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1069975" y="3589338"/>
            <a:ext cx="8553450" cy="34004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9:notes"/>
          <p:cNvSpPr txBox="1"/>
          <p:nvPr>
            <p:ph idx="12" type="sldNum"/>
          </p:nvPr>
        </p:nvSpPr>
        <p:spPr>
          <a:xfrm>
            <a:off x="6057900" y="7177088"/>
            <a:ext cx="4632325" cy="3778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0: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1: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2: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2: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3: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3: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4: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5: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5: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6: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6: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7: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8: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9: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9: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0: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0: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1: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1: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2: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2: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3: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3: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4: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4: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5: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25: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6: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26: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7: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7: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8: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8: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9: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29: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0: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30: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1: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1: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2: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32: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3: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33: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34: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34: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35: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35: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6: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36: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37: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37: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8: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38: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9: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39: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0: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40: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1: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41: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42: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42: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3: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43: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4: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44: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45: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45: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46: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46: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47: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47: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48: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48: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49: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49: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50:notes"/>
          <p:cNvSpPr txBox="1"/>
          <p:nvPr>
            <p:ph idx="1" type="body"/>
          </p:nvPr>
        </p:nvSpPr>
        <p:spPr>
          <a:xfrm>
            <a:off x="1069975" y="3589338"/>
            <a:ext cx="8553450" cy="34004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p50:notes"/>
          <p:cNvSpPr/>
          <p:nvPr>
            <p:ph idx="2" type="sldImg"/>
          </p:nvPr>
        </p:nvSpPr>
        <p:spPr>
          <a:xfrm>
            <a:off x="3341688" y="566738"/>
            <a:ext cx="4010025" cy="2833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52"/>
          <p:cNvSpPr txBox="1"/>
          <p:nvPr>
            <p:ph type="title"/>
          </p:nvPr>
        </p:nvSpPr>
        <p:spPr>
          <a:xfrm>
            <a:off x="804976" y="-7556"/>
            <a:ext cx="9083448" cy="6309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100">
                <a:solidFill>
                  <a:srgbClr val="660066"/>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2"/>
          <p:cNvSpPr txBox="1"/>
          <p:nvPr>
            <p:ph idx="1" type="body"/>
          </p:nvPr>
        </p:nvSpPr>
        <p:spPr>
          <a:xfrm>
            <a:off x="912354" y="1630245"/>
            <a:ext cx="8868690" cy="353943"/>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300">
                <a:solidFill>
                  <a:srgbClr val="40458B"/>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1" name="Google Shape;71;p52"/>
          <p:cNvSpPr txBox="1"/>
          <p:nvPr>
            <p:ph idx="11" type="ftr"/>
          </p:nvPr>
        </p:nvSpPr>
        <p:spPr>
          <a:xfrm>
            <a:off x="3635756" y="7027545"/>
            <a:ext cx="3421888" cy="32316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2"/>
          <p:cNvSpPr txBox="1"/>
          <p:nvPr>
            <p:ph idx="10" type="dt"/>
          </p:nvPr>
        </p:nvSpPr>
        <p:spPr>
          <a:xfrm>
            <a:off x="534670" y="7027545"/>
            <a:ext cx="2459482" cy="3231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2"/>
          <p:cNvSpPr txBox="1"/>
          <p:nvPr>
            <p:ph idx="12" type="sldNum"/>
          </p:nvPr>
        </p:nvSpPr>
        <p:spPr>
          <a:xfrm>
            <a:off x="9690003" y="7089020"/>
            <a:ext cx="317830" cy="492443"/>
          </a:xfrm>
          <a:prstGeom prst="rect">
            <a:avLst/>
          </a:prstGeom>
          <a:noFill/>
          <a:ln>
            <a:noFill/>
          </a:ln>
        </p:spPr>
        <p:txBody>
          <a:bodyPr anchorCtr="0" anchor="t" bIns="0" lIns="0" spcFirstLastPara="1" rIns="0" wrap="square" tIns="0">
            <a:spAutoFit/>
          </a:bodyPr>
          <a:lstStyle>
            <a:lvl1pPr indent="0" lvl="0" marL="43449" marR="0" algn="l">
              <a:spcBef>
                <a:spcPts val="0"/>
              </a:spcBef>
              <a:buNone/>
              <a:defRPr b="0" i="0" sz="1600" u="none" cap="none" strike="noStrike">
                <a:solidFill>
                  <a:srgbClr val="40458B"/>
                </a:solidFill>
                <a:latin typeface="Tahoma"/>
                <a:ea typeface="Tahoma"/>
                <a:cs typeface="Tahoma"/>
                <a:sym typeface="Tahoma"/>
              </a:defRPr>
            </a:lvl1pPr>
            <a:lvl2pPr indent="0" lvl="1" marL="43449" marR="0" algn="l">
              <a:spcBef>
                <a:spcPts val="0"/>
              </a:spcBef>
              <a:buNone/>
              <a:defRPr b="0" i="0" sz="1600" u="none" cap="none" strike="noStrike">
                <a:solidFill>
                  <a:srgbClr val="40458B"/>
                </a:solidFill>
                <a:latin typeface="Tahoma"/>
                <a:ea typeface="Tahoma"/>
                <a:cs typeface="Tahoma"/>
                <a:sym typeface="Tahoma"/>
              </a:defRPr>
            </a:lvl2pPr>
            <a:lvl3pPr indent="0" lvl="2" marL="43449" marR="0" algn="l">
              <a:spcBef>
                <a:spcPts val="0"/>
              </a:spcBef>
              <a:buNone/>
              <a:defRPr b="0" i="0" sz="1600" u="none" cap="none" strike="noStrike">
                <a:solidFill>
                  <a:srgbClr val="40458B"/>
                </a:solidFill>
                <a:latin typeface="Tahoma"/>
                <a:ea typeface="Tahoma"/>
                <a:cs typeface="Tahoma"/>
                <a:sym typeface="Tahoma"/>
              </a:defRPr>
            </a:lvl3pPr>
            <a:lvl4pPr indent="0" lvl="3" marL="43449" marR="0" algn="l">
              <a:spcBef>
                <a:spcPts val="0"/>
              </a:spcBef>
              <a:buNone/>
              <a:defRPr b="0" i="0" sz="1600" u="none" cap="none" strike="noStrike">
                <a:solidFill>
                  <a:srgbClr val="40458B"/>
                </a:solidFill>
                <a:latin typeface="Tahoma"/>
                <a:ea typeface="Tahoma"/>
                <a:cs typeface="Tahoma"/>
                <a:sym typeface="Tahoma"/>
              </a:defRPr>
            </a:lvl4pPr>
            <a:lvl5pPr indent="0" lvl="4" marL="43449" marR="0" algn="l">
              <a:spcBef>
                <a:spcPts val="0"/>
              </a:spcBef>
              <a:buNone/>
              <a:defRPr b="0" i="0" sz="1600" u="none" cap="none" strike="noStrike">
                <a:solidFill>
                  <a:srgbClr val="40458B"/>
                </a:solidFill>
                <a:latin typeface="Tahoma"/>
                <a:ea typeface="Tahoma"/>
                <a:cs typeface="Tahoma"/>
                <a:sym typeface="Tahoma"/>
              </a:defRPr>
            </a:lvl5pPr>
            <a:lvl6pPr indent="0" lvl="5" marL="43449" marR="0" algn="l">
              <a:spcBef>
                <a:spcPts val="0"/>
              </a:spcBef>
              <a:buNone/>
              <a:defRPr b="0" i="0" sz="1600" u="none" cap="none" strike="noStrike">
                <a:solidFill>
                  <a:srgbClr val="40458B"/>
                </a:solidFill>
                <a:latin typeface="Tahoma"/>
                <a:ea typeface="Tahoma"/>
                <a:cs typeface="Tahoma"/>
                <a:sym typeface="Tahoma"/>
              </a:defRPr>
            </a:lvl6pPr>
            <a:lvl7pPr indent="0" lvl="6" marL="43449" marR="0" algn="l">
              <a:spcBef>
                <a:spcPts val="0"/>
              </a:spcBef>
              <a:buNone/>
              <a:defRPr b="0" i="0" sz="1600" u="none" cap="none" strike="noStrike">
                <a:solidFill>
                  <a:srgbClr val="40458B"/>
                </a:solidFill>
                <a:latin typeface="Tahoma"/>
                <a:ea typeface="Tahoma"/>
                <a:cs typeface="Tahoma"/>
                <a:sym typeface="Tahoma"/>
              </a:defRPr>
            </a:lvl7pPr>
            <a:lvl8pPr indent="0" lvl="7" marL="43449" marR="0" algn="l">
              <a:spcBef>
                <a:spcPts val="0"/>
              </a:spcBef>
              <a:buNone/>
              <a:defRPr b="0" i="0" sz="1600" u="none" cap="none" strike="noStrike">
                <a:solidFill>
                  <a:srgbClr val="40458B"/>
                </a:solidFill>
                <a:latin typeface="Tahoma"/>
                <a:ea typeface="Tahoma"/>
                <a:cs typeface="Tahoma"/>
                <a:sym typeface="Tahoma"/>
              </a:defRPr>
            </a:lvl8pPr>
            <a:lvl9pPr indent="0" lvl="8" marL="43449" marR="0" algn="l">
              <a:spcBef>
                <a:spcPts val="0"/>
              </a:spcBef>
              <a:buNone/>
              <a:defRPr b="0" i="0" sz="1600" u="none" cap="none" strike="noStrike">
                <a:solidFill>
                  <a:srgbClr val="40458B"/>
                </a:solidFill>
                <a:latin typeface="Tahoma"/>
                <a:ea typeface="Tahoma"/>
                <a:cs typeface="Tahoma"/>
                <a:sym typeface="Tahoma"/>
              </a:defRPr>
            </a:lvl9pPr>
          </a:lstStyle>
          <a:p>
            <a:pPr indent="0" lvl="0" marL="43449"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4" name="Shape 74"/>
        <p:cNvGrpSpPr/>
        <p:nvPr/>
      </p:nvGrpSpPr>
      <p:grpSpPr>
        <a:xfrm>
          <a:off x="0" y="0"/>
          <a:ext cx="0" cy="0"/>
          <a:chOff x="0" y="0"/>
          <a:chExt cx="0" cy="0"/>
        </a:xfrm>
      </p:grpSpPr>
      <p:sp>
        <p:nvSpPr>
          <p:cNvPr id="75" name="Google Shape;75;p59"/>
          <p:cNvSpPr txBox="1"/>
          <p:nvPr>
            <p:ph type="ctrTitle"/>
          </p:nvPr>
        </p:nvSpPr>
        <p:spPr>
          <a:xfrm>
            <a:off x="802005" y="2342515"/>
            <a:ext cx="9089390" cy="55399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9"/>
          <p:cNvSpPr txBox="1"/>
          <p:nvPr>
            <p:ph idx="1" type="subTitle"/>
          </p:nvPr>
        </p:nvSpPr>
        <p:spPr>
          <a:xfrm>
            <a:off x="1604010" y="4231640"/>
            <a:ext cx="7485380" cy="30777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9"/>
          <p:cNvSpPr txBox="1"/>
          <p:nvPr>
            <p:ph idx="11" type="ftr"/>
          </p:nvPr>
        </p:nvSpPr>
        <p:spPr>
          <a:xfrm>
            <a:off x="3635756" y="7027545"/>
            <a:ext cx="3421888" cy="32316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9"/>
          <p:cNvSpPr txBox="1"/>
          <p:nvPr>
            <p:ph idx="10" type="dt"/>
          </p:nvPr>
        </p:nvSpPr>
        <p:spPr>
          <a:xfrm>
            <a:off x="534670" y="7027545"/>
            <a:ext cx="2459482" cy="3231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9"/>
          <p:cNvSpPr txBox="1"/>
          <p:nvPr>
            <p:ph idx="12" type="sldNum"/>
          </p:nvPr>
        </p:nvSpPr>
        <p:spPr>
          <a:xfrm>
            <a:off x="9690003" y="7089020"/>
            <a:ext cx="317830" cy="492443"/>
          </a:xfrm>
          <a:prstGeom prst="rect">
            <a:avLst/>
          </a:prstGeom>
          <a:noFill/>
          <a:ln>
            <a:noFill/>
          </a:ln>
        </p:spPr>
        <p:txBody>
          <a:bodyPr anchorCtr="0" anchor="t" bIns="0" lIns="0" spcFirstLastPara="1" rIns="0" wrap="square" tIns="0">
            <a:spAutoFit/>
          </a:bodyPr>
          <a:lstStyle>
            <a:lvl1pPr indent="0" lvl="0" marL="43449" marR="0" algn="l">
              <a:spcBef>
                <a:spcPts val="0"/>
              </a:spcBef>
              <a:buNone/>
              <a:defRPr b="0" i="0" sz="1600">
                <a:solidFill>
                  <a:srgbClr val="40458B"/>
                </a:solidFill>
                <a:latin typeface="Tahoma"/>
                <a:ea typeface="Tahoma"/>
                <a:cs typeface="Tahoma"/>
                <a:sym typeface="Tahoma"/>
              </a:defRPr>
            </a:lvl1pPr>
            <a:lvl2pPr indent="0" lvl="1" marL="43449" marR="0" algn="l">
              <a:spcBef>
                <a:spcPts val="0"/>
              </a:spcBef>
              <a:buNone/>
              <a:defRPr b="0" i="0" sz="1600">
                <a:solidFill>
                  <a:srgbClr val="40458B"/>
                </a:solidFill>
                <a:latin typeface="Tahoma"/>
                <a:ea typeface="Tahoma"/>
                <a:cs typeface="Tahoma"/>
                <a:sym typeface="Tahoma"/>
              </a:defRPr>
            </a:lvl2pPr>
            <a:lvl3pPr indent="0" lvl="2" marL="43449" marR="0" algn="l">
              <a:spcBef>
                <a:spcPts val="0"/>
              </a:spcBef>
              <a:buNone/>
              <a:defRPr b="0" i="0" sz="1600">
                <a:solidFill>
                  <a:srgbClr val="40458B"/>
                </a:solidFill>
                <a:latin typeface="Tahoma"/>
                <a:ea typeface="Tahoma"/>
                <a:cs typeface="Tahoma"/>
                <a:sym typeface="Tahoma"/>
              </a:defRPr>
            </a:lvl3pPr>
            <a:lvl4pPr indent="0" lvl="3" marL="43449" marR="0" algn="l">
              <a:spcBef>
                <a:spcPts val="0"/>
              </a:spcBef>
              <a:buNone/>
              <a:defRPr b="0" i="0" sz="1600">
                <a:solidFill>
                  <a:srgbClr val="40458B"/>
                </a:solidFill>
                <a:latin typeface="Tahoma"/>
                <a:ea typeface="Tahoma"/>
                <a:cs typeface="Tahoma"/>
                <a:sym typeface="Tahoma"/>
              </a:defRPr>
            </a:lvl4pPr>
            <a:lvl5pPr indent="0" lvl="4" marL="43449" marR="0" algn="l">
              <a:spcBef>
                <a:spcPts val="0"/>
              </a:spcBef>
              <a:buNone/>
              <a:defRPr b="0" i="0" sz="1600">
                <a:solidFill>
                  <a:srgbClr val="40458B"/>
                </a:solidFill>
                <a:latin typeface="Tahoma"/>
                <a:ea typeface="Tahoma"/>
                <a:cs typeface="Tahoma"/>
                <a:sym typeface="Tahoma"/>
              </a:defRPr>
            </a:lvl5pPr>
            <a:lvl6pPr indent="0" lvl="5" marL="43449" marR="0" algn="l">
              <a:spcBef>
                <a:spcPts val="0"/>
              </a:spcBef>
              <a:buNone/>
              <a:defRPr b="0" i="0" sz="1600">
                <a:solidFill>
                  <a:srgbClr val="40458B"/>
                </a:solidFill>
                <a:latin typeface="Tahoma"/>
                <a:ea typeface="Tahoma"/>
                <a:cs typeface="Tahoma"/>
                <a:sym typeface="Tahoma"/>
              </a:defRPr>
            </a:lvl6pPr>
            <a:lvl7pPr indent="0" lvl="6" marL="43449" marR="0" algn="l">
              <a:spcBef>
                <a:spcPts val="0"/>
              </a:spcBef>
              <a:buNone/>
              <a:defRPr b="0" i="0" sz="1600">
                <a:solidFill>
                  <a:srgbClr val="40458B"/>
                </a:solidFill>
                <a:latin typeface="Tahoma"/>
                <a:ea typeface="Tahoma"/>
                <a:cs typeface="Tahoma"/>
                <a:sym typeface="Tahoma"/>
              </a:defRPr>
            </a:lvl7pPr>
            <a:lvl8pPr indent="0" lvl="7" marL="43449" marR="0" algn="l">
              <a:spcBef>
                <a:spcPts val="0"/>
              </a:spcBef>
              <a:buNone/>
              <a:defRPr b="0" i="0" sz="1600">
                <a:solidFill>
                  <a:srgbClr val="40458B"/>
                </a:solidFill>
                <a:latin typeface="Tahoma"/>
                <a:ea typeface="Tahoma"/>
                <a:cs typeface="Tahoma"/>
                <a:sym typeface="Tahoma"/>
              </a:defRPr>
            </a:lvl8pPr>
            <a:lvl9pPr indent="0" lvl="8" marL="43449" marR="0" algn="l">
              <a:spcBef>
                <a:spcPts val="0"/>
              </a:spcBef>
              <a:buNone/>
              <a:defRPr b="0" i="0" sz="1600">
                <a:solidFill>
                  <a:srgbClr val="40458B"/>
                </a:solidFill>
                <a:latin typeface="Tahoma"/>
                <a:ea typeface="Tahoma"/>
                <a:cs typeface="Tahoma"/>
                <a:sym typeface="Tahoma"/>
              </a:defRPr>
            </a:lvl9pPr>
          </a:lstStyle>
          <a:p>
            <a:pPr indent="0" lvl="0" marL="43449"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0" name="Shape 80"/>
        <p:cNvGrpSpPr/>
        <p:nvPr/>
      </p:nvGrpSpPr>
      <p:grpSpPr>
        <a:xfrm>
          <a:off x="0" y="0"/>
          <a:ext cx="0" cy="0"/>
          <a:chOff x="0" y="0"/>
          <a:chExt cx="0" cy="0"/>
        </a:xfrm>
      </p:grpSpPr>
      <p:sp>
        <p:nvSpPr>
          <p:cNvPr id="81" name="Google Shape;81;p60"/>
          <p:cNvSpPr txBox="1"/>
          <p:nvPr>
            <p:ph type="title"/>
          </p:nvPr>
        </p:nvSpPr>
        <p:spPr>
          <a:xfrm>
            <a:off x="804976" y="-7556"/>
            <a:ext cx="9083448" cy="6309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100">
                <a:solidFill>
                  <a:srgbClr val="660066"/>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60"/>
          <p:cNvSpPr txBox="1"/>
          <p:nvPr>
            <p:ph idx="1" type="body"/>
          </p:nvPr>
        </p:nvSpPr>
        <p:spPr>
          <a:xfrm>
            <a:off x="534670" y="1737995"/>
            <a:ext cx="4651629" cy="307777"/>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3" name="Google Shape;83;p60"/>
          <p:cNvSpPr txBox="1"/>
          <p:nvPr>
            <p:ph idx="2" type="body"/>
          </p:nvPr>
        </p:nvSpPr>
        <p:spPr>
          <a:xfrm>
            <a:off x="5507101" y="1737995"/>
            <a:ext cx="4651629" cy="307777"/>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4" name="Google Shape;84;p60"/>
          <p:cNvSpPr txBox="1"/>
          <p:nvPr>
            <p:ph idx="11" type="ftr"/>
          </p:nvPr>
        </p:nvSpPr>
        <p:spPr>
          <a:xfrm>
            <a:off x="3635756" y="7027545"/>
            <a:ext cx="3421888" cy="32316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0"/>
          <p:cNvSpPr txBox="1"/>
          <p:nvPr>
            <p:ph idx="10" type="dt"/>
          </p:nvPr>
        </p:nvSpPr>
        <p:spPr>
          <a:xfrm>
            <a:off x="534670" y="7027545"/>
            <a:ext cx="2459482" cy="3231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0"/>
          <p:cNvSpPr txBox="1"/>
          <p:nvPr>
            <p:ph idx="12" type="sldNum"/>
          </p:nvPr>
        </p:nvSpPr>
        <p:spPr>
          <a:xfrm>
            <a:off x="9690003" y="7089020"/>
            <a:ext cx="317830" cy="492443"/>
          </a:xfrm>
          <a:prstGeom prst="rect">
            <a:avLst/>
          </a:prstGeom>
          <a:noFill/>
          <a:ln>
            <a:noFill/>
          </a:ln>
        </p:spPr>
        <p:txBody>
          <a:bodyPr anchorCtr="0" anchor="t" bIns="0" lIns="0" spcFirstLastPara="1" rIns="0" wrap="square" tIns="0">
            <a:spAutoFit/>
          </a:bodyPr>
          <a:lstStyle>
            <a:lvl1pPr indent="0" lvl="0" marL="43449" marR="0" algn="l">
              <a:spcBef>
                <a:spcPts val="0"/>
              </a:spcBef>
              <a:buNone/>
              <a:defRPr b="0" i="0" sz="1600">
                <a:solidFill>
                  <a:srgbClr val="40458B"/>
                </a:solidFill>
                <a:latin typeface="Tahoma"/>
                <a:ea typeface="Tahoma"/>
                <a:cs typeface="Tahoma"/>
                <a:sym typeface="Tahoma"/>
              </a:defRPr>
            </a:lvl1pPr>
            <a:lvl2pPr indent="0" lvl="1" marL="43449" marR="0" algn="l">
              <a:spcBef>
                <a:spcPts val="0"/>
              </a:spcBef>
              <a:buNone/>
              <a:defRPr b="0" i="0" sz="1600">
                <a:solidFill>
                  <a:srgbClr val="40458B"/>
                </a:solidFill>
                <a:latin typeface="Tahoma"/>
                <a:ea typeface="Tahoma"/>
                <a:cs typeface="Tahoma"/>
                <a:sym typeface="Tahoma"/>
              </a:defRPr>
            </a:lvl2pPr>
            <a:lvl3pPr indent="0" lvl="2" marL="43449" marR="0" algn="l">
              <a:spcBef>
                <a:spcPts val="0"/>
              </a:spcBef>
              <a:buNone/>
              <a:defRPr b="0" i="0" sz="1600">
                <a:solidFill>
                  <a:srgbClr val="40458B"/>
                </a:solidFill>
                <a:latin typeface="Tahoma"/>
                <a:ea typeface="Tahoma"/>
                <a:cs typeface="Tahoma"/>
                <a:sym typeface="Tahoma"/>
              </a:defRPr>
            </a:lvl3pPr>
            <a:lvl4pPr indent="0" lvl="3" marL="43449" marR="0" algn="l">
              <a:spcBef>
                <a:spcPts val="0"/>
              </a:spcBef>
              <a:buNone/>
              <a:defRPr b="0" i="0" sz="1600">
                <a:solidFill>
                  <a:srgbClr val="40458B"/>
                </a:solidFill>
                <a:latin typeface="Tahoma"/>
                <a:ea typeface="Tahoma"/>
                <a:cs typeface="Tahoma"/>
                <a:sym typeface="Tahoma"/>
              </a:defRPr>
            </a:lvl4pPr>
            <a:lvl5pPr indent="0" lvl="4" marL="43449" marR="0" algn="l">
              <a:spcBef>
                <a:spcPts val="0"/>
              </a:spcBef>
              <a:buNone/>
              <a:defRPr b="0" i="0" sz="1600">
                <a:solidFill>
                  <a:srgbClr val="40458B"/>
                </a:solidFill>
                <a:latin typeface="Tahoma"/>
                <a:ea typeface="Tahoma"/>
                <a:cs typeface="Tahoma"/>
                <a:sym typeface="Tahoma"/>
              </a:defRPr>
            </a:lvl5pPr>
            <a:lvl6pPr indent="0" lvl="5" marL="43449" marR="0" algn="l">
              <a:spcBef>
                <a:spcPts val="0"/>
              </a:spcBef>
              <a:buNone/>
              <a:defRPr b="0" i="0" sz="1600">
                <a:solidFill>
                  <a:srgbClr val="40458B"/>
                </a:solidFill>
                <a:latin typeface="Tahoma"/>
                <a:ea typeface="Tahoma"/>
                <a:cs typeface="Tahoma"/>
                <a:sym typeface="Tahoma"/>
              </a:defRPr>
            </a:lvl6pPr>
            <a:lvl7pPr indent="0" lvl="6" marL="43449" marR="0" algn="l">
              <a:spcBef>
                <a:spcPts val="0"/>
              </a:spcBef>
              <a:buNone/>
              <a:defRPr b="0" i="0" sz="1600">
                <a:solidFill>
                  <a:srgbClr val="40458B"/>
                </a:solidFill>
                <a:latin typeface="Tahoma"/>
                <a:ea typeface="Tahoma"/>
                <a:cs typeface="Tahoma"/>
                <a:sym typeface="Tahoma"/>
              </a:defRPr>
            </a:lvl7pPr>
            <a:lvl8pPr indent="0" lvl="7" marL="43449" marR="0" algn="l">
              <a:spcBef>
                <a:spcPts val="0"/>
              </a:spcBef>
              <a:buNone/>
              <a:defRPr b="0" i="0" sz="1600">
                <a:solidFill>
                  <a:srgbClr val="40458B"/>
                </a:solidFill>
                <a:latin typeface="Tahoma"/>
                <a:ea typeface="Tahoma"/>
                <a:cs typeface="Tahoma"/>
                <a:sym typeface="Tahoma"/>
              </a:defRPr>
            </a:lvl8pPr>
            <a:lvl9pPr indent="0" lvl="8" marL="43449" marR="0" algn="l">
              <a:spcBef>
                <a:spcPts val="0"/>
              </a:spcBef>
              <a:buNone/>
              <a:defRPr b="0" i="0" sz="1600">
                <a:solidFill>
                  <a:srgbClr val="40458B"/>
                </a:solidFill>
                <a:latin typeface="Tahoma"/>
                <a:ea typeface="Tahoma"/>
                <a:cs typeface="Tahoma"/>
                <a:sym typeface="Tahoma"/>
              </a:defRPr>
            </a:lvl9pPr>
          </a:lstStyle>
          <a:p>
            <a:pPr indent="0" lvl="0" marL="43449"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7" name="Shape 87"/>
        <p:cNvGrpSpPr/>
        <p:nvPr/>
      </p:nvGrpSpPr>
      <p:grpSpPr>
        <a:xfrm>
          <a:off x="0" y="0"/>
          <a:ext cx="0" cy="0"/>
          <a:chOff x="0" y="0"/>
          <a:chExt cx="0" cy="0"/>
        </a:xfrm>
      </p:grpSpPr>
      <p:sp>
        <p:nvSpPr>
          <p:cNvPr id="88" name="Google Shape;88;p61"/>
          <p:cNvSpPr txBox="1"/>
          <p:nvPr>
            <p:ph type="title"/>
          </p:nvPr>
        </p:nvSpPr>
        <p:spPr>
          <a:xfrm>
            <a:off x="804976" y="-7556"/>
            <a:ext cx="9083448" cy="6309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100">
                <a:solidFill>
                  <a:srgbClr val="660066"/>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61"/>
          <p:cNvSpPr txBox="1"/>
          <p:nvPr>
            <p:ph idx="11" type="ftr"/>
          </p:nvPr>
        </p:nvSpPr>
        <p:spPr>
          <a:xfrm>
            <a:off x="3635756" y="7027545"/>
            <a:ext cx="3421888" cy="32316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1"/>
          <p:cNvSpPr txBox="1"/>
          <p:nvPr>
            <p:ph idx="10" type="dt"/>
          </p:nvPr>
        </p:nvSpPr>
        <p:spPr>
          <a:xfrm>
            <a:off x="534670" y="7027545"/>
            <a:ext cx="2459482" cy="3231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61"/>
          <p:cNvSpPr txBox="1"/>
          <p:nvPr>
            <p:ph idx="12" type="sldNum"/>
          </p:nvPr>
        </p:nvSpPr>
        <p:spPr>
          <a:xfrm>
            <a:off x="9690003" y="7089020"/>
            <a:ext cx="317830" cy="492443"/>
          </a:xfrm>
          <a:prstGeom prst="rect">
            <a:avLst/>
          </a:prstGeom>
          <a:noFill/>
          <a:ln>
            <a:noFill/>
          </a:ln>
        </p:spPr>
        <p:txBody>
          <a:bodyPr anchorCtr="0" anchor="t" bIns="0" lIns="0" spcFirstLastPara="1" rIns="0" wrap="square" tIns="0">
            <a:spAutoFit/>
          </a:bodyPr>
          <a:lstStyle>
            <a:lvl1pPr indent="0" lvl="0" marL="43449" marR="0" algn="l">
              <a:spcBef>
                <a:spcPts val="0"/>
              </a:spcBef>
              <a:buNone/>
              <a:defRPr b="0" i="0" sz="1600">
                <a:solidFill>
                  <a:srgbClr val="40458B"/>
                </a:solidFill>
                <a:latin typeface="Tahoma"/>
                <a:ea typeface="Tahoma"/>
                <a:cs typeface="Tahoma"/>
                <a:sym typeface="Tahoma"/>
              </a:defRPr>
            </a:lvl1pPr>
            <a:lvl2pPr indent="0" lvl="1" marL="43449" marR="0" algn="l">
              <a:spcBef>
                <a:spcPts val="0"/>
              </a:spcBef>
              <a:buNone/>
              <a:defRPr b="0" i="0" sz="1600">
                <a:solidFill>
                  <a:srgbClr val="40458B"/>
                </a:solidFill>
                <a:latin typeface="Tahoma"/>
                <a:ea typeface="Tahoma"/>
                <a:cs typeface="Tahoma"/>
                <a:sym typeface="Tahoma"/>
              </a:defRPr>
            </a:lvl2pPr>
            <a:lvl3pPr indent="0" lvl="2" marL="43449" marR="0" algn="l">
              <a:spcBef>
                <a:spcPts val="0"/>
              </a:spcBef>
              <a:buNone/>
              <a:defRPr b="0" i="0" sz="1600">
                <a:solidFill>
                  <a:srgbClr val="40458B"/>
                </a:solidFill>
                <a:latin typeface="Tahoma"/>
                <a:ea typeface="Tahoma"/>
                <a:cs typeface="Tahoma"/>
                <a:sym typeface="Tahoma"/>
              </a:defRPr>
            </a:lvl3pPr>
            <a:lvl4pPr indent="0" lvl="3" marL="43449" marR="0" algn="l">
              <a:spcBef>
                <a:spcPts val="0"/>
              </a:spcBef>
              <a:buNone/>
              <a:defRPr b="0" i="0" sz="1600">
                <a:solidFill>
                  <a:srgbClr val="40458B"/>
                </a:solidFill>
                <a:latin typeface="Tahoma"/>
                <a:ea typeface="Tahoma"/>
                <a:cs typeface="Tahoma"/>
                <a:sym typeface="Tahoma"/>
              </a:defRPr>
            </a:lvl4pPr>
            <a:lvl5pPr indent="0" lvl="4" marL="43449" marR="0" algn="l">
              <a:spcBef>
                <a:spcPts val="0"/>
              </a:spcBef>
              <a:buNone/>
              <a:defRPr b="0" i="0" sz="1600">
                <a:solidFill>
                  <a:srgbClr val="40458B"/>
                </a:solidFill>
                <a:latin typeface="Tahoma"/>
                <a:ea typeface="Tahoma"/>
                <a:cs typeface="Tahoma"/>
                <a:sym typeface="Tahoma"/>
              </a:defRPr>
            </a:lvl5pPr>
            <a:lvl6pPr indent="0" lvl="5" marL="43449" marR="0" algn="l">
              <a:spcBef>
                <a:spcPts val="0"/>
              </a:spcBef>
              <a:buNone/>
              <a:defRPr b="0" i="0" sz="1600">
                <a:solidFill>
                  <a:srgbClr val="40458B"/>
                </a:solidFill>
                <a:latin typeface="Tahoma"/>
                <a:ea typeface="Tahoma"/>
                <a:cs typeface="Tahoma"/>
                <a:sym typeface="Tahoma"/>
              </a:defRPr>
            </a:lvl6pPr>
            <a:lvl7pPr indent="0" lvl="6" marL="43449" marR="0" algn="l">
              <a:spcBef>
                <a:spcPts val="0"/>
              </a:spcBef>
              <a:buNone/>
              <a:defRPr b="0" i="0" sz="1600">
                <a:solidFill>
                  <a:srgbClr val="40458B"/>
                </a:solidFill>
                <a:latin typeface="Tahoma"/>
                <a:ea typeface="Tahoma"/>
                <a:cs typeface="Tahoma"/>
                <a:sym typeface="Tahoma"/>
              </a:defRPr>
            </a:lvl7pPr>
            <a:lvl8pPr indent="0" lvl="7" marL="43449" marR="0" algn="l">
              <a:spcBef>
                <a:spcPts val="0"/>
              </a:spcBef>
              <a:buNone/>
              <a:defRPr b="0" i="0" sz="1600">
                <a:solidFill>
                  <a:srgbClr val="40458B"/>
                </a:solidFill>
                <a:latin typeface="Tahoma"/>
                <a:ea typeface="Tahoma"/>
                <a:cs typeface="Tahoma"/>
                <a:sym typeface="Tahoma"/>
              </a:defRPr>
            </a:lvl8pPr>
            <a:lvl9pPr indent="0" lvl="8" marL="43449" marR="0" algn="l">
              <a:spcBef>
                <a:spcPts val="0"/>
              </a:spcBef>
              <a:buNone/>
              <a:defRPr b="0" i="0" sz="1600">
                <a:solidFill>
                  <a:srgbClr val="40458B"/>
                </a:solidFill>
                <a:latin typeface="Tahoma"/>
                <a:ea typeface="Tahoma"/>
                <a:cs typeface="Tahoma"/>
                <a:sym typeface="Tahoma"/>
              </a:defRPr>
            </a:lvl9pPr>
          </a:lstStyle>
          <a:p>
            <a:pPr indent="0" lvl="0" marL="43449"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2" name="Shape 92"/>
        <p:cNvGrpSpPr/>
        <p:nvPr/>
      </p:nvGrpSpPr>
      <p:grpSpPr>
        <a:xfrm>
          <a:off x="0" y="0"/>
          <a:ext cx="0" cy="0"/>
          <a:chOff x="0" y="0"/>
          <a:chExt cx="0" cy="0"/>
        </a:xfrm>
      </p:grpSpPr>
      <p:sp>
        <p:nvSpPr>
          <p:cNvPr id="93" name="Google Shape;93;p62"/>
          <p:cNvSpPr txBox="1"/>
          <p:nvPr>
            <p:ph idx="11" type="ftr"/>
          </p:nvPr>
        </p:nvSpPr>
        <p:spPr>
          <a:xfrm>
            <a:off x="3635756" y="7027545"/>
            <a:ext cx="3421888" cy="32316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62"/>
          <p:cNvSpPr txBox="1"/>
          <p:nvPr>
            <p:ph idx="10" type="dt"/>
          </p:nvPr>
        </p:nvSpPr>
        <p:spPr>
          <a:xfrm>
            <a:off x="534670" y="7027545"/>
            <a:ext cx="2459482" cy="3231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62"/>
          <p:cNvSpPr txBox="1"/>
          <p:nvPr>
            <p:ph idx="12" type="sldNum"/>
          </p:nvPr>
        </p:nvSpPr>
        <p:spPr>
          <a:xfrm>
            <a:off x="9690003" y="7089020"/>
            <a:ext cx="317830" cy="492443"/>
          </a:xfrm>
          <a:prstGeom prst="rect">
            <a:avLst/>
          </a:prstGeom>
          <a:noFill/>
          <a:ln>
            <a:noFill/>
          </a:ln>
        </p:spPr>
        <p:txBody>
          <a:bodyPr anchorCtr="0" anchor="t" bIns="0" lIns="0" spcFirstLastPara="1" rIns="0" wrap="square" tIns="0">
            <a:spAutoFit/>
          </a:bodyPr>
          <a:lstStyle>
            <a:lvl1pPr indent="0" lvl="0" marL="43449" marR="0" algn="l">
              <a:spcBef>
                <a:spcPts val="0"/>
              </a:spcBef>
              <a:buNone/>
              <a:defRPr b="0" i="0" sz="1600">
                <a:solidFill>
                  <a:srgbClr val="40458B"/>
                </a:solidFill>
                <a:latin typeface="Tahoma"/>
                <a:ea typeface="Tahoma"/>
                <a:cs typeface="Tahoma"/>
                <a:sym typeface="Tahoma"/>
              </a:defRPr>
            </a:lvl1pPr>
            <a:lvl2pPr indent="0" lvl="1" marL="43449" marR="0" algn="l">
              <a:spcBef>
                <a:spcPts val="0"/>
              </a:spcBef>
              <a:buNone/>
              <a:defRPr b="0" i="0" sz="1600">
                <a:solidFill>
                  <a:srgbClr val="40458B"/>
                </a:solidFill>
                <a:latin typeface="Tahoma"/>
                <a:ea typeface="Tahoma"/>
                <a:cs typeface="Tahoma"/>
                <a:sym typeface="Tahoma"/>
              </a:defRPr>
            </a:lvl2pPr>
            <a:lvl3pPr indent="0" lvl="2" marL="43449" marR="0" algn="l">
              <a:spcBef>
                <a:spcPts val="0"/>
              </a:spcBef>
              <a:buNone/>
              <a:defRPr b="0" i="0" sz="1600">
                <a:solidFill>
                  <a:srgbClr val="40458B"/>
                </a:solidFill>
                <a:latin typeface="Tahoma"/>
                <a:ea typeface="Tahoma"/>
                <a:cs typeface="Tahoma"/>
                <a:sym typeface="Tahoma"/>
              </a:defRPr>
            </a:lvl3pPr>
            <a:lvl4pPr indent="0" lvl="3" marL="43449" marR="0" algn="l">
              <a:spcBef>
                <a:spcPts val="0"/>
              </a:spcBef>
              <a:buNone/>
              <a:defRPr b="0" i="0" sz="1600">
                <a:solidFill>
                  <a:srgbClr val="40458B"/>
                </a:solidFill>
                <a:latin typeface="Tahoma"/>
                <a:ea typeface="Tahoma"/>
                <a:cs typeface="Tahoma"/>
                <a:sym typeface="Tahoma"/>
              </a:defRPr>
            </a:lvl4pPr>
            <a:lvl5pPr indent="0" lvl="4" marL="43449" marR="0" algn="l">
              <a:spcBef>
                <a:spcPts val="0"/>
              </a:spcBef>
              <a:buNone/>
              <a:defRPr b="0" i="0" sz="1600">
                <a:solidFill>
                  <a:srgbClr val="40458B"/>
                </a:solidFill>
                <a:latin typeface="Tahoma"/>
                <a:ea typeface="Tahoma"/>
                <a:cs typeface="Tahoma"/>
                <a:sym typeface="Tahoma"/>
              </a:defRPr>
            </a:lvl5pPr>
            <a:lvl6pPr indent="0" lvl="5" marL="43449" marR="0" algn="l">
              <a:spcBef>
                <a:spcPts val="0"/>
              </a:spcBef>
              <a:buNone/>
              <a:defRPr b="0" i="0" sz="1600">
                <a:solidFill>
                  <a:srgbClr val="40458B"/>
                </a:solidFill>
                <a:latin typeface="Tahoma"/>
                <a:ea typeface="Tahoma"/>
                <a:cs typeface="Tahoma"/>
                <a:sym typeface="Tahoma"/>
              </a:defRPr>
            </a:lvl6pPr>
            <a:lvl7pPr indent="0" lvl="6" marL="43449" marR="0" algn="l">
              <a:spcBef>
                <a:spcPts val="0"/>
              </a:spcBef>
              <a:buNone/>
              <a:defRPr b="0" i="0" sz="1600">
                <a:solidFill>
                  <a:srgbClr val="40458B"/>
                </a:solidFill>
                <a:latin typeface="Tahoma"/>
                <a:ea typeface="Tahoma"/>
                <a:cs typeface="Tahoma"/>
                <a:sym typeface="Tahoma"/>
              </a:defRPr>
            </a:lvl7pPr>
            <a:lvl8pPr indent="0" lvl="7" marL="43449" marR="0" algn="l">
              <a:spcBef>
                <a:spcPts val="0"/>
              </a:spcBef>
              <a:buNone/>
              <a:defRPr b="0" i="0" sz="1600">
                <a:solidFill>
                  <a:srgbClr val="40458B"/>
                </a:solidFill>
                <a:latin typeface="Tahoma"/>
                <a:ea typeface="Tahoma"/>
                <a:cs typeface="Tahoma"/>
                <a:sym typeface="Tahoma"/>
              </a:defRPr>
            </a:lvl8pPr>
            <a:lvl9pPr indent="0" lvl="8" marL="43449" marR="0" algn="l">
              <a:spcBef>
                <a:spcPts val="0"/>
              </a:spcBef>
              <a:buNone/>
              <a:defRPr b="0" i="0" sz="1600">
                <a:solidFill>
                  <a:srgbClr val="40458B"/>
                </a:solidFill>
                <a:latin typeface="Tahoma"/>
                <a:ea typeface="Tahoma"/>
                <a:cs typeface="Tahoma"/>
                <a:sym typeface="Tahoma"/>
              </a:defRPr>
            </a:lvl9pPr>
          </a:lstStyle>
          <a:p>
            <a:pPr indent="0" lvl="0" marL="43449"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54"/>
          <p:cNvSpPr txBox="1"/>
          <p:nvPr>
            <p:ph type="title"/>
          </p:nvPr>
        </p:nvSpPr>
        <p:spPr>
          <a:xfrm>
            <a:off x="1706259" y="589280"/>
            <a:ext cx="7280885" cy="3693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54"/>
          <p:cNvSpPr txBox="1"/>
          <p:nvPr>
            <p:ph idx="1" type="body"/>
          </p:nvPr>
        </p:nvSpPr>
        <p:spPr>
          <a:xfrm>
            <a:off x="2410846" y="1844039"/>
            <a:ext cx="6163309" cy="27699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54"/>
          <p:cNvSpPr txBox="1"/>
          <p:nvPr>
            <p:ph idx="11" type="ftr"/>
          </p:nvPr>
        </p:nvSpPr>
        <p:spPr>
          <a:xfrm>
            <a:off x="4702440" y="6813293"/>
            <a:ext cx="1283335" cy="1554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4"/>
          <p:cNvSpPr txBox="1"/>
          <p:nvPr>
            <p:ph idx="10" type="dt"/>
          </p:nvPr>
        </p:nvSpPr>
        <p:spPr>
          <a:xfrm>
            <a:off x="1310018" y="6813294"/>
            <a:ext cx="765810" cy="3108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54"/>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lvl1pPr indent="0" lvl="0" marL="38096" marR="0" algn="l">
              <a:lnSpc>
                <a:spcPct val="95384"/>
              </a:lnSpc>
              <a:spcBef>
                <a:spcPts val="0"/>
              </a:spcBef>
              <a:buNone/>
              <a:defRPr b="0" i="0" sz="1300">
                <a:solidFill>
                  <a:srgbClr val="888888"/>
                </a:solidFill>
                <a:latin typeface="Arial"/>
                <a:ea typeface="Arial"/>
                <a:cs typeface="Arial"/>
                <a:sym typeface="Arial"/>
              </a:defRPr>
            </a:lvl1pPr>
            <a:lvl2pPr indent="0" lvl="1" marL="38096" marR="0" algn="l">
              <a:lnSpc>
                <a:spcPct val="95384"/>
              </a:lnSpc>
              <a:spcBef>
                <a:spcPts val="0"/>
              </a:spcBef>
              <a:buNone/>
              <a:defRPr b="0" i="0" sz="1300">
                <a:solidFill>
                  <a:srgbClr val="888888"/>
                </a:solidFill>
                <a:latin typeface="Arial"/>
                <a:ea typeface="Arial"/>
                <a:cs typeface="Arial"/>
                <a:sym typeface="Arial"/>
              </a:defRPr>
            </a:lvl2pPr>
            <a:lvl3pPr indent="0" lvl="2" marL="38096" marR="0" algn="l">
              <a:lnSpc>
                <a:spcPct val="95384"/>
              </a:lnSpc>
              <a:spcBef>
                <a:spcPts val="0"/>
              </a:spcBef>
              <a:buNone/>
              <a:defRPr b="0" i="0" sz="1300">
                <a:solidFill>
                  <a:srgbClr val="888888"/>
                </a:solidFill>
                <a:latin typeface="Arial"/>
                <a:ea typeface="Arial"/>
                <a:cs typeface="Arial"/>
                <a:sym typeface="Arial"/>
              </a:defRPr>
            </a:lvl3pPr>
            <a:lvl4pPr indent="0" lvl="3" marL="38096" marR="0" algn="l">
              <a:lnSpc>
                <a:spcPct val="95384"/>
              </a:lnSpc>
              <a:spcBef>
                <a:spcPts val="0"/>
              </a:spcBef>
              <a:buNone/>
              <a:defRPr b="0" i="0" sz="1300">
                <a:solidFill>
                  <a:srgbClr val="888888"/>
                </a:solidFill>
                <a:latin typeface="Arial"/>
                <a:ea typeface="Arial"/>
                <a:cs typeface="Arial"/>
                <a:sym typeface="Arial"/>
              </a:defRPr>
            </a:lvl4pPr>
            <a:lvl5pPr indent="0" lvl="4" marL="38096" marR="0" algn="l">
              <a:lnSpc>
                <a:spcPct val="95384"/>
              </a:lnSpc>
              <a:spcBef>
                <a:spcPts val="0"/>
              </a:spcBef>
              <a:buNone/>
              <a:defRPr b="0" i="0" sz="1300">
                <a:solidFill>
                  <a:srgbClr val="888888"/>
                </a:solidFill>
                <a:latin typeface="Arial"/>
                <a:ea typeface="Arial"/>
                <a:cs typeface="Arial"/>
                <a:sym typeface="Arial"/>
              </a:defRPr>
            </a:lvl5pPr>
            <a:lvl6pPr indent="0" lvl="5" marL="38096" marR="0" algn="l">
              <a:lnSpc>
                <a:spcPct val="95384"/>
              </a:lnSpc>
              <a:spcBef>
                <a:spcPts val="0"/>
              </a:spcBef>
              <a:buNone/>
              <a:defRPr b="0" i="0" sz="1300">
                <a:solidFill>
                  <a:srgbClr val="888888"/>
                </a:solidFill>
                <a:latin typeface="Arial"/>
                <a:ea typeface="Arial"/>
                <a:cs typeface="Arial"/>
                <a:sym typeface="Arial"/>
              </a:defRPr>
            </a:lvl6pPr>
            <a:lvl7pPr indent="0" lvl="6" marL="38096" marR="0" algn="l">
              <a:lnSpc>
                <a:spcPct val="95384"/>
              </a:lnSpc>
              <a:spcBef>
                <a:spcPts val="0"/>
              </a:spcBef>
              <a:buNone/>
              <a:defRPr b="0" i="0" sz="1300">
                <a:solidFill>
                  <a:srgbClr val="888888"/>
                </a:solidFill>
                <a:latin typeface="Arial"/>
                <a:ea typeface="Arial"/>
                <a:cs typeface="Arial"/>
                <a:sym typeface="Arial"/>
              </a:defRPr>
            </a:lvl7pPr>
            <a:lvl8pPr indent="0" lvl="7" marL="38096" marR="0" algn="l">
              <a:lnSpc>
                <a:spcPct val="95384"/>
              </a:lnSpc>
              <a:spcBef>
                <a:spcPts val="0"/>
              </a:spcBef>
              <a:buNone/>
              <a:defRPr b="0" i="0" sz="1300">
                <a:solidFill>
                  <a:srgbClr val="888888"/>
                </a:solidFill>
                <a:latin typeface="Arial"/>
                <a:ea typeface="Arial"/>
                <a:cs typeface="Arial"/>
                <a:sym typeface="Arial"/>
              </a:defRPr>
            </a:lvl8pPr>
            <a:lvl9pPr indent="0" lvl="8" marL="38096" marR="0" algn="l">
              <a:lnSpc>
                <a:spcPct val="95384"/>
              </a:lnSpc>
              <a:spcBef>
                <a:spcPts val="0"/>
              </a:spcBef>
              <a:buNone/>
              <a:defRPr b="0" i="0" sz="1300">
                <a:solidFill>
                  <a:srgbClr val="888888"/>
                </a:solidFill>
                <a:latin typeface="Arial"/>
                <a:ea typeface="Arial"/>
                <a:cs typeface="Arial"/>
                <a:sym typeface="Arial"/>
              </a:defRPr>
            </a:lvl9pPr>
          </a:lstStyle>
          <a:p>
            <a:pPr indent="0" lvl="0" marL="38096"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08" name="Shape 108"/>
        <p:cNvGrpSpPr/>
        <p:nvPr/>
      </p:nvGrpSpPr>
      <p:grpSpPr>
        <a:xfrm>
          <a:off x="0" y="0"/>
          <a:ext cx="0" cy="0"/>
          <a:chOff x="0" y="0"/>
          <a:chExt cx="0" cy="0"/>
        </a:xfrm>
      </p:grpSpPr>
      <p:sp>
        <p:nvSpPr>
          <p:cNvPr id="109" name="Google Shape;109;p55"/>
          <p:cNvSpPr txBox="1"/>
          <p:nvPr>
            <p:ph idx="11" type="ftr"/>
          </p:nvPr>
        </p:nvSpPr>
        <p:spPr>
          <a:xfrm>
            <a:off x="4702440" y="6813293"/>
            <a:ext cx="1283335" cy="1554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5"/>
          <p:cNvSpPr txBox="1"/>
          <p:nvPr>
            <p:ph idx="10" type="dt"/>
          </p:nvPr>
        </p:nvSpPr>
        <p:spPr>
          <a:xfrm>
            <a:off x="1310018" y="6813294"/>
            <a:ext cx="765810" cy="3108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5"/>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lvl1pPr indent="0" lvl="0" marL="38096" marR="0" algn="l">
              <a:lnSpc>
                <a:spcPct val="95384"/>
              </a:lnSpc>
              <a:spcBef>
                <a:spcPts val="0"/>
              </a:spcBef>
              <a:buNone/>
              <a:defRPr b="0" i="0" sz="1300">
                <a:solidFill>
                  <a:srgbClr val="888888"/>
                </a:solidFill>
                <a:latin typeface="Arial"/>
                <a:ea typeface="Arial"/>
                <a:cs typeface="Arial"/>
                <a:sym typeface="Arial"/>
              </a:defRPr>
            </a:lvl1pPr>
            <a:lvl2pPr indent="0" lvl="1" marL="38096" marR="0" algn="l">
              <a:lnSpc>
                <a:spcPct val="95384"/>
              </a:lnSpc>
              <a:spcBef>
                <a:spcPts val="0"/>
              </a:spcBef>
              <a:buNone/>
              <a:defRPr b="0" i="0" sz="1300">
                <a:solidFill>
                  <a:srgbClr val="888888"/>
                </a:solidFill>
                <a:latin typeface="Arial"/>
                <a:ea typeface="Arial"/>
                <a:cs typeface="Arial"/>
                <a:sym typeface="Arial"/>
              </a:defRPr>
            </a:lvl2pPr>
            <a:lvl3pPr indent="0" lvl="2" marL="38096" marR="0" algn="l">
              <a:lnSpc>
                <a:spcPct val="95384"/>
              </a:lnSpc>
              <a:spcBef>
                <a:spcPts val="0"/>
              </a:spcBef>
              <a:buNone/>
              <a:defRPr b="0" i="0" sz="1300">
                <a:solidFill>
                  <a:srgbClr val="888888"/>
                </a:solidFill>
                <a:latin typeface="Arial"/>
                <a:ea typeface="Arial"/>
                <a:cs typeface="Arial"/>
                <a:sym typeface="Arial"/>
              </a:defRPr>
            </a:lvl3pPr>
            <a:lvl4pPr indent="0" lvl="3" marL="38096" marR="0" algn="l">
              <a:lnSpc>
                <a:spcPct val="95384"/>
              </a:lnSpc>
              <a:spcBef>
                <a:spcPts val="0"/>
              </a:spcBef>
              <a:buNone/>
              <a:defRPr b="0" i="0" sz="1300">
                <a:solidFill>
                  <a:srgbClr val="888888"/>
                </a:solidFill>
                <a:latin typeface="Arial"/>
                <a:ea typeface="Arial"/>
                <a:cs typeface="Arial"/>
                <a:sym typeface="Arial"/>
              </a:defRPr>
            </a:lvl4pPr>
            <a:lvl5pPr indent="0" lvl="4" marL="38096" marR="0" algn="l">
              <a:lnSpc>
                <a:spcPct val="95384"/>
              </a:lnSpc>
              <a:spcBef>
                <a:spcPts val="0"/>
              </a:spcBef>
              <a:buNone/>
              <a:defRPr b="0" i="0" sz="1300">
                <a:solidFill>
                  <a:srgbClr val="888888"/>
                </a:solidFill>
                <a:latin typeface="Arial"/>
                <a:ea typeface="Arial"/>
                <a:cs typeface="Arial"/>
                <a:sym typeface="Arial"/>
              </a:defRPr>
            </a:lvl5pPr>
            <a:lvl6pPr indent="0" lvl="5" marL="38096" marR="0" algn="l">
              <a:lnSpc>
                <a:spcPct val="95384"/>
              </a:lnSpc>
              <a:spcBef>
                <a:spcPts val="0"/>
              </a:spcBef>
              <a:buNone/>
              <a:defRPr b="0" i="0" sz="1300">
                <a:solidFill>
                  <a:srgbClr val="888888"/>
                </a:solidFill>
                <a:latin typeface="Arial"/>
                <a:ea typeface="Arial"/>
                <a:cs typeface="Arial"/>
                <a:sym typeface="Arial"/>
              </a:defRPr>
            </a:lvl6pPr>
            <a:lvl7pPr indent="0" lvl="6" marL="38096" marR="0" algn="l">
              <a:lnSpc>
                <a:spcPct val="95384"/>
              </a:lnSpc>
              <a:spcBef>
                <a:spcPts val="0"/>
              </a:spcBef>
              <a:buNone/>
              <a:defRPr b="0" i="0" sz="1300">
                <a:solidFill>
                  <a:srgbClr val="888888"/>
                </a:solidFill>
                <a:latin typeface="Arial"/>
                <a:ea typeface="Arial"/>
                <a:cs typeface="Arial"/>
                <a:sym typeface="Arial"/>
              </a:defRPr>
            </a:lvl7pPr>
            <a:lvl8pPr indent="0" lvl="7" marL="38096" marR="0" algn="l">
              <a:lnSpc>
                <a:spcPct val="95384"/>
              </a:lnSpc>
              <a:spcBef>
                <a:spcPts val="0"/>
              </a:spcBef>
              <a:buNone/>
              <a:defRPr b="0" i="0" sz="1300">
                <a:solidFill>
                  <a:srgbClr val="888888"/>
                </a:solidFill>
                <a:latin typeface="Arial"/>
                <a:ea typeface="Arial"/>
                <a:cs typeface="Arial"/>
                <a:sym typeface="Arial"/>
              </a:defRPr>
            </a:lvl8pPr>
            <a:lvl9pPr indent="0" lvl="8" marL="38096" marR="0" algn="l">
              <a:lnSpc>
                <a:spcPct val="95384"/>
              </a:lnSpc>
              <a:spcBef>
                <a:spcPts val="0"/>
              </a:spcBef>
              <a:buNone/>
              <a:defRPr b="0" i="0" sz="1300">
                <a:solidFill>
                  <a:srgbClr val="888888"/>
                </a:solidFill>
                <a:latin typeface="Arial"/>
                <a:ea typeface="Arial"/>
                <a:cs typeface="Arial"/>
                <a:sym typeface="Arial"/>
              </a:defRPr>
            </a:lvl9pPr>
          </a:lstStyle>
          <a:p>
            <a:pPr indent="0" lvl="0" marL="38096"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2" name="Shape 112"/>
        <p:cNvGrpSpPr/>
        <p:nvPr/>
      </p:nvGrpSpPr>
      <p:grpSpPr>
        <a:xfrm>
          <a:off x="0" y="0"/>
          <a:ext cx="0" cy="0"/>
          <a:chOff x="0" y="0"/>
          <a:chExt cx="0" cy="0"/>
        </a:xfrm>
      </p:grpSpPr>
      <p:sp>
        <p:nvSpPr>
          <p:cNvPr id="113" name="Google Shape;113;p56"/>
          <p:cNvSpPr txBox="1"/>
          <p:nvPr>
            <p:ph type="ctrTitle"/>
          </p:nvPr>
        </p:nvSpPr>
        <p:spPr>
          <a:xfrm>
            <a:off x="2701429" y="2215388"/>
            <a:ext cx="5290542" cy="67710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56"/>
          <p:cNvSpPr txBox="1"/>
          <p:nvPr>
            <p:ph idx="1" type="subTitle"/>
          </p:nvPr>
        </p:nvSpPr>
        <p:spPr>
          <a:xfrm>
            <a:off x="3154056" y="4242306"/>
            <a:ext cx="4385286"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56"/>
          <p:cNvSpPr txBox="1"/>
          <p:nvPr>
            <p:ph idx="11" type="ftr"/>
          </p:nvPr>
        </p:nvSpPr>
        <p:spPr>
          <a:xfrm>
            <a:off x="4702440" y="6813293"/>
            <a:ext cx="1283335" cy="1554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6"/>
          <p:cNvSpPr txBox="1"/>
          <p:nvPr>
            <p:ph idx="10" type="dt"/>
          </p:nvPr>
        </p:nvSpPr>
        <p:spPr>
          <a:xfrm>
            <a:off x="1310018" y="6813294"/>
            <a:ext cx="765810" cy="3108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6"/>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lvl1pPr indent="0" lvl="0" marL="38096" marR="0" algn="l">
              <a:lnSpc>
                <a:spcPct val="95384"/>
              </a:lnSpc>
              <a:spcBef>
                <a:spcPts val="0"/>
              </a:spcBef>
              <a:buNone/>
              <a:defRPr b="0" i="0" sz="1300">
                <a:solidFill>
                  <a:srgbClr val="888888"/>
                </a:solidFill>
                <a:latin typeface="Arial"/>
                <a:ea typeface="Arial"/>
                <a:cs typeface="Arial"/>
                <a:sym typeface="Arial"/>
              </a:defRPr>
            </a:lvl1pPr>
            <a:lvl2pPr indent="0" lvl="1" marL="38096" marR="0" algn="l">
              <a:lnSpc>
                <a:spcPct val="95384"/>
              </a:lnSpc>
              <a:spcBef>
                <a:spcPts val="0"/>
              </a:spcBef>
              <a:buNone/>
              <a:defRPr b="0" i="0" sz="1300">
                <a:solidFill>
                  <a:srgbClr val="888888"/>
                </a:solidFill>
                <a:latin typeface="Arial"/>
                <a:ea typeface="Arial"/>
                <a:cs typeface="Arial"/>
                <a:sym typeface="Arial"/>
              </a:defRPr>
            </a:lvl2pPr>
            <a:lvl3pPr indent="0" lvl="2" marL="38096" marR="0" algn="l">
              <a:lnSpc>
                <a:spcPct val="95384"/>
              </a:lnSpc>
              <a:spcBef>
                <a:spcPts val="0"/>
              </a:spcBef>
              <a:buNone/>
              <a:defRPr b="0" i="0" sz="1300">
                <a:solidFill>
                  <a:srgbClr val="888888"/>
                </a:solidFill>
                <a:latin typeface="Arial"/>
                <a:ea typeface="Arial"/>
                <a:cs typeface="Arial"/>
                <a:sym typeface="Arial"/>
              </a:defRPr>
            </a:lvl3pPr>
            <a:lvl4pPr indent="0" lvl="3" marL="38096" marR="0" algn="l">
              <a:lnSpc>
                <a:spcPct val="95384"/>
              </a:lnSpc>
              <a:spcBef>
                <a:spcPts val="0"/>
              </a:spcBef>
              <a:buNone/>
              <a:defRPr b="0" i="0" sz="1300">
                <a:solidFill>
                  <a:srgbClr val="888888"/>
                </a:solidFill>
                <a:latin typeface="Arial"/>
                <a:ea typeface="Arial"/>
                <a:cs typeface="Arial"/>
                <a:sym typeface="Arial"/>
              </a:defRPr>
            </a:lvl4pPr>
            <a:lvl5pPr indent="0" lvl="4" marL="38096" marR="0" algn="l">
              <a:lnSpc>
                <a:spcPct val="95384"/>
              </a:lnSpc>
              <a:spcBef>
                <a:spcPts val="0"/>
              </a:spcBef>
              <a:buNone/>
              <a:defRPr b="0" i="0" sz="1300">
                <a:solidFill>
                  <a:srgbClr val="888888"/>
                </a:solidFill>
                <a:latin typeface="Arial"/>
                <a:ea typeface="Arial"/>
                <a:cs typeface="Arial"/>
                <a:sym typeface="Arial"/>
              </a:defRPr>
            </a:lvl5pPr>
            <a:lvl6pPr indent="0" lvl="5" marL="38096" marR="0" algn="l">
              <a:lnSpc>
                <a:spcPct val="95384"/>
              </a:lnSpc>
              <a:spcBef>
                <a:spcPts val="0"/>
              </a:spcBef>
              <a:buNone/>
              <a:defRPr b="0" i="0" sz="1300">
                <a:solidFill>
                  <a:srgbClr val="888888"/>
                </a:solidFill>
                <a:latin typeface="Arial"/>
                <a:ea typeface="Arial"/>
                <a:cs typeface="Arial"/>
                <a:sym typeface="Arial"/>
              </a:defRPr>
            </a:lvl6pPr>
            <a:lvl7pPr indent="0" lvl="6" marL="38096" marR="0" algn="l">
              <a:lnSpc>
                <a:spcPct val="95384"/>
              </a:lnSpc>
              <a:spcBef>
                <a:spcPts val="0"/>
              </a:spcBef>
              <a:buNone/>
              <a:defRPr b="0" i="0" sz="1300">
                <a:solidFill>
                  <a:srgbClr val="888888"/>
                </a:solidFill>
                <a:latin typeface="Arial"/>
                <a:ea typeface="Arial"/>
                <a:cs typeface="Arial"/>
                <a:sym typeface="Arial"/>
              </a:defRPr>
            </a:lvl7pPr>
            <a:lvl8pPr indent="0" lvl="7" marL="38096" marR="0" algn="l">
              <a:lnSpc>
                <a:spcPct val="95384"/>
              </a:lnSpc>
              <a:spcBef>
                <a:spcPts val="0"/>
              </a:spcBef>
              <a:buNone/>
              <a:defRPr b="0" i="0" sz="1300">
                <a:solidFill>
                  <a:srgbClr val="888888"/>
                </a:solidFill>
                <a:latin typeface="Arial"/>
                <a:ea typeface="Arial"/>
                <a:cs typeface="Arial"/>
                <a:sym typeface="Arial"/>
              </a:defRPr>
            </a:lvl8pPr>
            <a:lvl9pPr indent="0" lvl="8" marL="38096" marR="0" algn="l">
              <a:lnSpc>
                <a:spcPct val="95384"/>
              </a:lnSpc>
              <a:spcBef>
                <a:spcPts val="0"/>
              </a:spcBef>
              <a:buNone/>
              <a:defRPr b="0" i="0" sz="1300">
                <a:solidFill>
                  <a:srgbClr val="888888"/>
                </a:solidFill>
                <a:latin typeface="Arial"/>
                <a:ea typeface="Arial"/>
                <a:cs typeface="Arial"/>
                <a:sym typeface="Arial"/>
              </a:defRPr>
            </a:lvl9pPr>
          </a:lstStyle>
          <a:p>
            <a:pPr indent="0" lvl="0" marL="38096"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18" name="Shape 118"/>
        <p:cNvGrpSpPr/>
        <p:nvPr/>
      </p:nvGrpSpPr>
      <p:grpSpPr>
        <a:xfrm>
          <a:off x="0" y="0"/>
          <a:ext cx="0" cy="0"/>
          <a:chOff x="0" y="0"/>
          <a:chExt cx="0" cy="0"/>
        </a:xfrm>
      </p:grpSpPr>
      <p:sp>
        <p:nvSpPr>
          <p:cNvPr id="119" name="Google Shape;119;p57"/>
          <p:cNvSpPr txBox="1"/>
          <p:nvPr>
            <p:ph type="title"/>
          </p:nvPr>
        </p:nvSpPr>
        <p:spPr>
          <a:xfrm>
            <a:off x="1706259" y="589280"/>
            <a:ext cx="7280885" cy="3693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57"/>
          <p:cNvSpPr txBox="1"/>
          <p:nvPr>
            <p:ph idx="1" type="body"/>
          </p:nvPr>
        </p:nvSpPr>
        <p:spPr>
          <a:xfrm>
            <a:off x="534670" y="1737995"/>
            <a:ext cx="4651629" cy="27699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1" name="Google Shape;121;p57"/>
          <p:cNvSpPr txBox="1"/>
          <p:nvPr>
            <p:ph idx="2" type="body"/>
          </p:nvPr>
        </p:nvSpPr>
        <p:spPr>
          <a:xfrm>
            <a:off x="5507101" y="1737995"/>
            <a:ext cx="4651629" cy="27699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2" name="Google Shape;122;p57"/>
          <p:cNvSpPr txBox="1"/>
          <p:nvPr>
            <p:ph idx="11" type="ftr"/>
          </p:nvPr>
        </p:nvSpPr>
        <p:spPr>
          <a:xfrm>
            <a:off x="4702440" y="6813293"/>
            <a:ext cx="1283335" cy="1554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57"/>
          <p:cNvSpPr txBox="1"/>
          <p:nvPr>
            <p:ph idx="10" type="dt"/>
          </p:nvPr>
        </p:nvSpPr>
        <p:spPr>
          <a:xfrm>
            <a:off x="1310018" y="6813294"/>
            <a:ext cx="765810" cy="3108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7"/>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lvl1pPr indent="0" lvl="0" marL="38096" marR="0" algn="l">
              <a:lnSpc>
                <a:spcPct val="95384"/>
              </a:lnSpc>
              <a:spcBef>
                <a:spcPts val="0"/>
              </a:spcBef>
              <a:buNone/>
              <a:defRPr b="0" i="0" sz="1300">
                <a:solidFill>
                  <a:srgbClr val="888888"/>
                </a:solidFill>
                <a:latin typeface="Arial"/>
                <a:ea typeface="Arial"/>
                <a:cs typeface="Arial"/>
                <a:sym typeface="Arial"/>
              </a:defRPr>
            </a:lvl1pPr>
            <a:lvl2pPr indent="0" lvl="1" marL="38096" marR="0" algn="l">
              <a:lnSpc>
                <a:spcPct val="95384"/>
              </a:lnSpc>
              <a:spcBef>
                <a:spcPts val="0"/>
              </a:spcBef>
              <a:buNone/>
              <a:defRPr b="0" i="0" sz="1300">
                <a:solidFill>
                  <a:srgbClr val="888888"/>
                </a:solidFill>
                <a:latin typeface="Arial"/>
                <a:ea typeface="Arial"/>
                <a:cs typeface="Arial"/>
                <a:sym typeface="Arial"/>
              </a:defRPr>
            </a:lvl2pPr>
            <a:lvl3pPr indent="0" lvl="2" marL="38096" marR="0" algn="l">
              <a:lnSpc>
                <a:spcPct val="95384"/>
              </a:lnSpc>
              <a:spcBef>
                <a:spcPts val="0"/>
              </a:spcBef>
              <a:buNone/>
              <a:defRPr b="0" i="0" sz="1300">
                <a:solidFill>
                  <a:srgbClr val="888888"/>
                </a:solidFill>
                <a:latin typeface="Arial"/>
                <a:ea typeface="Arial"/>
                <a:cs typeface="Arial"/>
                <a:sym typeface="Arial"/>
              </a:defRPr>
            </a:lvl3pPr>
            <a:lvl4pPr indent="0" lvl="3" marL="38096" marR="0" algn="l">
              <a:lnSpc>
                <a:spcPct val="95384"/>
              </a:lnSpc>
              <a:spcBef>
                <a:spcPts val="0"/>
              </a:spcBef>
              <a:buNone/>
              <a:defRPr b="0" i="0" sz="1300">
                <a:solidFill>
                  <a:srgbClr val="888888"/>
                </a:solidFill>
                <a:latin typeface="Arial"/>
                <a:ea typeface="Arial"/>
                <a:cs typeface="Arial"/>
                <a:sym typeface="Arial"/>
              </a:defRPr>
            </a:lvl4pPr>
            <a:lvl5pPr indent="0" lvl="4" marL="38096" marR="0" algn="l">
              <a:lnSpc>
                <a:spcPct val="95384"/>
              </a:lnSpc>
              <a:spcBef>
                <a:spcPts val="0"/>
              </a:spcBef>
              <a:buNone/>
              <a:defRPr b="0" i="0" sz="1300">
                <a:solidFill>
                  <a:srgbClr val="888888"/>
                </a:solidFill>
                <a:latin typeface="Arial"/>
                <a:ea typeface="Arial"/>
                <a:cs typeface="Arial"/>
                <a:sym typeface="Arial"/>
              </a:defRPr>
            </a:lvl5pPr>
            <a:lvl6pPr indent="0" lvl="5" marL="38096" marR="0" algn="l">
              <a:lnSpc>
                <a:spcPct val="95384"/>
              </a:lnSpc>
              <a:spcBef>
                <a:spcPts val="0"/>
              </a:spcBef>
              <a:buNone/>
              <a:defRPr b="0" i="0" sz="1300">
                <a:solidFill>
                  <a:srgbClr val="888888"/>
                </a:solidFill>
                <a:latin typeface="Arial"/>
                <a:ea typeface="Arial"/>
                <a:cs typeface="Arial"/>
                <a:sym typeface="Arial"/>
              </a:defRPr>
            </a:lvl6pPr>
            <a:lvl7pPr indent="0" lvl="6" marL="38096" marR="0" algn="l">
              <a:lnSpc>
                <a:spcPct val="95384"/>
              </a:lnSpc>
              <a:spcBef>
                <a:spcPts val="0"/>
              </a:spcBef>
              <a:buNone/>
              <a:defRPr b="0" i="0" sz="1300">
                <a:solidFill>
                  <a:srgbClr val="888888"/>
                </a:solidFill>
                <a:latin typeface="Arial"/>
                <a:ea typeface="Arial"/>
                <a:cs typeface="Arial"/>
                <a:sym typeface="Arial"/>
              </a:defRPr>
            </a:lvl7pPr>
            <a:lvl8pPr indent="0" lvl="7" marL="38096" marR="0" algn="l">
              <a:lnSpc>
                <a:spcPct val="95384"/>
              </a:lnSpc>
              <a:spcBef>
                <a:spcPts val="0"/>
              </a:spcBef>
              <a:buNone/>
              <a:defRPr b="0" i="0" sz="1300">
                <a:solidFill>
                  <a:srgbClr val="888888"/>
                </a:solidFill>
                <a:latin typeface="Arial"/>
                <a:ea typeface="Arial"/>
                <a:cs typeface="Arial"/>
                <a:sym typeface="Arial"/>
              </a:defRPr>
            </a:lvl8pPr>
            <a:lvl9pPr indent="0" lvl="8" marL="38096" marR="0" algn="l">
              <a:lnSpc>
                <a:spcPct val="95384"/>
              </a:lnSpc>
              <a:spcBef>
                <a:spcPts val="0"/>
              </a:spcBef>
              <a:buNone/>
              <a:defRPr b="0" i="0" sz="1300">
                <a:solidFill>
                  <a:srgbClr val="888888"/>
                </a:solidFill>
                <a:latin typeface="Arial"/>
                <a:ea typeface="Arial"/>
                <a:cs typeface="Arial"/>
                <a:sym typeface="Arial"/>
              </a:defRPr>
            </a:lvl9pPr>
          </a:lstStyle>
          <a:p>
            <a:pPr indent="0" lvl="0" marL="38096"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25" name="Shape 125"/>
        <p:cNvGrpSpPr/>
        <p:nvPr/>
      </p:nvGrpSpPr>
      <p:grpSpPr>
        <a:xfrm>
          <a:off x="0" y="0"/>
          <a:ext cx="0" cy="0"/>
          <a:chOff x="0" y="0"/>
          <a:chExt cx="0" cy="0"/>
        </a:xfrm>
      </p:grpSpPr>
      <p:sp>
        <p:nvSpPr>
          <p:cNvPr id="126" name="Google Shape;126;p58"/>
          <p:cNvSpPr txBox="1"/>
          <p:nvPr>
            <p:ph type="title"/>
          </p:nvPr>
        </p:nvSpPr>
        <p:spPr>
          <a:xfrm>
            <a:off x="1706259" y="589280"/>
            <a:ext cx="7280885" cy="3693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58"/>
          <p:cNvSpPr txBox="1"/>
          <p:nvPr>
            <p:ph idx="11" type="ftr"/>
          </p:nvPr>
        </p:nvSpPr>
        <p:spPr>
          <a:xfrm>
            <a:off x="4702440" y="6813293"/>
            <a:ext cx="1283335" cy="1554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8"/>
          <p:cNvSpPr txBox="1"/>
          <p:nvPr>
            <p:ph idx="10" type="dt"/>
          </p:nvPr>
        </p:nvSpPr>
        <p:spPr>
          <a:xfrm>
            <a:off x="1310018" y="6813294"/>
            <a:ext cx="765810" cy="3108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3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8"/>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lvl1pPr indent="0" lvl="0" marL="38096" marR="0" algn="l">
              <a:lnSpc>
                <a:spcPct val="95384"/>
              </a:lnSpc>
              <a:spcBef>
                <a:spcPts val="0"/>
              </a:spcBef>
              <a:buNone/>
              <a:defRPr b="0" i="0" sz="1300">
                <a:solidFill>
                  <a:srgbClr val="888888"/>
                </a:solidFill>
                <a:latin typeface="Arial"/>
                <a:ea typeface="Arial"/>
                <a:cs typeface="Arial"/>
                <a:sym typeface="Arial"/>
              </a:defRPr>
            </a:lvl1pPr>
            <a:lvl2pPr indent="0" lvl="1" marL="38096" marR="0" algn="l">
              <a:lnSpc>
                <a:spcPct val="95384"/>
              </a:lnSpc>
              <a:spcBef>
                <a:spcPts val="0"/>
              </a:spcBef>
              <a:buNone/>
              <a:defRPr b="0" i="0" sz="1300">
                <a:solidFill>
                  <a:srgbClr val="888888"/>
                </a:solidFill>
                <a:latin typeface="Arial"/>
                <a:ea typeface="Arial"/>
                <a:cs typeface="Arial"/>
                <a:sym typeface="Arial"/>
              </a:defRPr>
            </a:lvl2pPr>
            <a:lvl3pPr indent="0" lvl="2" marL="38096" marR="0" algn="l">
              <a:lnSpc>
                <a:spcPct val="95384"/>
              </a:lnSpc>
              <a:spcBef>
                <a:spcPts val="0"/>
              </a:spcBef>
              <a:buNone/>
              <a:defRPr b="0" i="0" sz="1300">
                <a:solidFill>
                  <a:srgbClr val="888888"/>
                </a:solidFill>
                <a:latin typeface="Arial"/>
                <a:ea typeface="Arial"/>
                <a:cs typeface="Arial"/>
                <a:sym typeface="Arial"/>
              </a:defRPr>
            </a:lvl3pPr>
            <a:lvl4pPr indent="0" lvl="3" marL="38096" marR="0" algn="l">
              <a:lnSpc>
                <a:spcPct val="95384"/>
              </a:lnSpc>
              <a:spcBef>
                <a:spcPts val="0"/>
              </a:spcBef>
              <a:buNone/>
              <a:defRPr b="0" i="0" sz="1300">
                <a:solidFill>
                  <a:srgbClr val="888888"/>
                </a:solidFill>
                <a:latin typeface="Arial"/>
                <a:ea typeface="Arial"/>
                <a:cs typeface="Arial"/>
                <a:sym typeface="Arial"/>
              </a:defRPr>
            </a:lvl4pPr>
            <a:lvl5pPr indent="0" lvl="4" marL="38096" marR="0" algn="l">
              <a:lnSpc>
                <a:spcPct val="95384"/>
              </a:lnSpc>
              <a:spcBef>
                <a:spcPts val="0"/>
              </a:spcBef>
              <a:buNone/>
              <a:defRPr b="0" i="0" sz="1300">
                <a:solidFill>
                  <a:srgbClr val="888888"/>
                </a:solidFill>
                <a:latin typeface="Arial"/>
                <a:ea typeface="Arial"/>
                <a:cs typeface="Arial"/>
                <a:sym typeface="Arial"/>
              </a:defRPr>
            </a:lvl5pPr>
            <a:lvl6pPr indent="0" lvl="5" marL="38096" marR="0" algn="l">
              <a:lnSpc>
                <a:spcPct val="95384"/>
              </a:lnSpc>
              <a:spcBef>
                <a:spcPts val="0"/>
              </a:spcBef>
              <a:buNone/>
              <a:defRPr b="0" i="0" sz="1300">
                <a:solidFill>
                  <a:srgbClr val="888888"/>
                </a:solidFill>
                <a:latin typeface="Arial"/>
                <a:ea typeface="Arial"/>
                <a:cs typeface="Arial"/>
                <a:sym typeface="Arial"/>
              </a:defRPr>
            </a:lvl6pPr>
            <a:lvl7pPr indent="0" lvl="6" marL="38096" marR="0" algn="l">
              <a:lnSpc>
                <a:spcPct val="95384"/>
              </a:lnSpc>
              <a:spcBef>
                <a:spcPts val="0"/>
              </a:spcBef>
              <a:buNone/>
              <a:defRPr b="0" i="0" sz="1300">
                <a:solidFill>
                  <a:srgbClr val="888888"/>
                </a:solidFill>
                <a:latin typeface="Arial"/>
                <a:ea typeface="Arial"/>
                <a:cs typeface="Arial"/>
                <a:sym typeface="Arial"/>
              </a:defRPr>
            </a:lvl7pPr>
            <a:lvl8pPr indent="0" lvl="7" marL="38096" marR="0" algn="l">
              <a:lnSpc>
                <a:spcPct val="95384"/>
              </a:lnSpc>
              <a:spcBef>
                <a:spcPts val="0"/>
              </a:spcBef>
              <a:buNone/>
              <a:defRPr b="0" i="0" sz="1300">
                <a:solidFill>
                  <a:srgbClr val="888888"/>
                </a:solidFill>
                <a:latin typeface="Arial"/>
                <a:ea typeface="Arial"/>
                <a:cs typeface="Arial"/>
                <a:sym typeface="Arial"/>
              </a:defRPr>
            </a:lvl8pPr>
            <a:lvl9pPr indent="0" lvl="8" marL="38096" marR="0" algn="l">
              <a:lnSpc>
                <a:spcPct val="95384"/>
              </a:lnSpc>
              <a:spcBef>
                <a:spcPts val="0"/>
              </a:spcBef>
              <a:buNone/>
              <a:defRPr b="0" i="0" sz="1300">
                <a:solidFill>
                  <a:srgbClr val="888888"/>
                </a:solidFill>
                <a:latin typeface="Arial"/>
                <a:ea typeface="Arial"/>
                <a:cs typeface="Arial"/>
                <a:sym typeface="Arial"/>
              </a:defRPr>
            </a:lvl9pPr>
          </a:lstStyle>
          <a:p>
            <a:pPr indent="0" lvl="0" marL="38096"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image" Target="../media/image14.png"/><Relationship Id="rId4" Type="http://schemas.openxmlformats.org/officeDocument/2006/relationships/slideLayout" Target="../slideLayouts/slideLayout1.xml"/><Relationship Id="rId9" Type="http://schemas.openxmlformats.org/officeDocument/2006/relationships/theme" Target="../theme/theme3.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1"/>
          <p:cNvPicPr preferRelativeResize="0"/>
          <p:nvPr/>
        </p:nvPicPr>
        <p:blipFill rotWithShape="1">
          <a:blip r:embed="rId1">
            <a:alphaModFix/>
          </a:blip>
          <a:srcRect b="0" l="0" r="0" t="0"/>
          <a:stretch/>
        </p:blipFill>
        <p:spPr>
          <a:xfrm>
            <a:off x="0" y="246845"/>
            <a:ext cx="10693400" cy="10075"/>
          </a:xfrm>
          <a:prstGeom prst="rect">
            <a:avLst/>
          </a:prstGeom>
          <a:noFill/>
          <a:ln>
            <a:noFill/>
          </a:ln>
        </p:spPr>
      </p:pic>
      <p:pic>
        <p:nvPicPr>
          <p:cNvPr id="11" name="Google Shape;11;p51"/>
          <p:cNvPicPr preferRelativeResize="0"/>
          <p:nvPr/>
        </p:nvPicPr>
        <p:blipFill rotWithShape="1">
          <a:blip r:embed="rId1">
            <a:alphaModFix/>
          </a:blip>
          <a:srcRect b="0" l="0" r="0" t="0"/>
          <a:stretch/>
        </p:blipFill>
        <p:spPr>
          <a:xfrm>
            <a:off x="0" y="582689"/>
            <a:ext cx="10693400" cy="10075"/>
          </a:xfrm>
          <a:prstGeom prst="rect">
            <a:avLst/>
          </a:prstGeom>
          <a:noFill/>
          <a:ln>
            <a:noFill/>
          </a:ln>
        </p:spPr>
      </p:pic>
      <p:pic>
        <p:nvPicPr>
          <p:cNvPr id="12" name="Google Shape;12;p51"/>
          <p:cNvPicPr preferRelativeResize="0"/>
          <p:nvPr/>
        </p:nvPicPr>
        <p:blipFill rotWithShape="1">
          <a:blip r:embed="rId1">
            <a:alphaModFix/>
          </a:blip>
          <a:srcRect b="0" l="0" r="0" t="0"/>
          <a:stretch/>
        </p:blipFill>
        <p:spPr>
          <a:xfrm>
            <a:off x="0" y="918534"/>
            <a:ext cx="10693400" cy="10075"/>
          </a:xfrm>
          <a:prstGeom prst="rect">
            <a:avLst/>
          </a:prstGeom>
          <a:noFill/>
          <a:ln>
            <a:noFill/>
          </a:ln>
        </p:spPr>
      </p:pic>
      <p:pic>
        <p:nvPicPr>
          <p:cNvPr id="13" name="Google Shape;13;p51"/>
          <p:cNvPicPr preferRelativeResize="0"/>
          <p:nvPr/>
        </p:nvPicPr>
        <p:blipFill rotWithShape="1">
          <a:blip r:embed="rId1">
            <a:alphaModFix/>
          </a:blip>
          <a:srcRect b="0" l="0" r="0" t="0"/>
          <a:stretch/>
        </p:blipFill>
        <p:spPr>
          <a:xfrm>
            <a:off x="0" y="1254378"/>
            <a:ext cx="10693400" cy="10075"/>
          </a:xfrm>
          <a:prstGeom prst="rect">
            <a:avLst/>
          </a:prstGeom>
          <a:noFill/>
          <a:ln>
            <a:noFill/>
          </a:ln>
        </p:spPr>
      </p:pic>
      <p:pic>
        <p:nvPicPr>
          <p:cNvPr id="14" name="Google Shape;14;p51"/>
          <p:cNvPicPr preferRelativeResize="0"/>
          <p:nvPr/>
        </p:nvPicPr>
        <p:blipFill rotWithShape="1">
          <a:blip r:embed="rId1">
            <a:alphaModFix/>
          </a:blip>
          <a:srcRect b="0" l="0" r="0" t="0"/>
          <a:stretch/>
        </p:blipFill>
        <p:spPr>
          <a:xfrm>
            <a:off x="0" y="1590223"/>
            <a:ext cx="10693400" cy="10075"/>
          </a:xfrm>
          <a:prstGeom prst="rect">
            <a:avLst/>
          </a:prstGeom>
          <a:noFill/>
          <a:ln>
            <a:noFill/>
          </a:ln>
        </p:spPr>
      </p:pic>
      <p:pic>
        <p:nvPicPr>
          <p:cNvPr id="15" name="Google Shape;15;p51"/>
          <p:cNvPicPr preferRelativeResize="0"/>
          <p:nvPr/>
        </p:nvPicPr>
        <p:blipFill rotWithShape="1">
          <a:blip r:embed="rId1">
            <a:alphaModFix/>
          </a:blip>
          <a:srcRect b="0" l="0" r="0" t="0"/>
          <a:stretch/>
        </p:blipFill>
        <p:spPr>
          <a:xfrm>
            <a:off x="0" y="1926067"/>
            <a:ext cx="10693400" cy="10075"/>
          </a:xfrm>
          <a:prstGeom prst="rect">
            <a:avLst/>
          </a:prstGeom>
          <a:noFill/>
          <a:ln>
            <a:noFill/>
          </a:ln>
        </p:spPr>
      </p:pic>
      <p:pic>
        <p:nvPicPr>
          <p:cNvPr id="16" name="Google Shape;16;p51"/>
          <p:cNvPicPr preferRelativeResize="0"/>
          <p:nvPr/>
        </p:nvPicPr>
        <p:blipFill rotWithShape="1">
          <a:blip r:embed="rId1">
            <a:alphaModFix/>
          </a:blip>
          <a:srcRect b="0" l="0" r="0" t="0"/>
          <a:stretch/>
        </p:blipFill>
        <p:spPr>
          <a:xfrm>
            <a:off x="0" y="2261911"/>
            <a:ext cx="10693400" cy="10075"/>
          </a:xfrm>
          <a:prstGeom prst="rect">
            <a:avLst/>
          </a:prstGeom>
          <a:noFill/>
          <a:ln>
            <a:noFill/>
          </a:ln>
        </p:spPr>
      </p:pic>
      <p:pic>
        <p:nvPicPr>
          <p:cNvPr id="17" name="Google Shape;17;p51"/>
          <p:cNvPicPr preferRelativeResize="0"/>
          <p:nvPr/>
        </p:nvPicPr>
        <p:blipFill rotWithShape="1">
          <a:blip r:embed="rId1">
            <a:alphaModFix/>
          </a:blip>
          <a:srcRect b="0" l="0" r="0" t="0"/>
          <a:stretch/>
        </p:blipFill>
        <p:spPr>
          <a:xfrm>
            <a:off x="0" y="2597756"/>
            <a:ext cx="10693400" cy="10075"/>
          </a:xfrm>
          <a:prstGeom prst="rect">
            <a:avLst/>
          </a:prstGeom>
          <a:noFill/>
          <a:ln>
            <a:noFill/>
          </a:ln>
        </p:spPr>
      </p:pic>
      <p:pic>
        <p:nvPicPr>
          <p:cNvPr id="18" name="Google Shape;18;p51"/>
          <p:cNvPicPr preferRelativeResize="0"/>
          <p:nvPr/>
        </p:nvPicPr>
        <p:blipFill rotWithShape="1">
          <a:blip r:embed="rId1">
            <a:alphaModFix/>
          </a:blip>
          <a:srcRect b="0" l="0" r="0" t="0"/>
          <a:stretch/>
        </p:blipFill>
        <p:spPr>
          <a:xfrm>
            <a:off x="0" y="2933600"/>
            <a:ext cx="10693400" cy="10075"/>
          </a:xfrm>
          <a:prstGeom prst="rect">
            <a:avLst/>
          </a:prstGeom>
          <a:noFill/>
          <a:ln>
            <a:noFill/>
          </a:ln>
        </p:spPr>
      </p:pic>
      <p:pic>
        <p:nvPicPr>
          <p:cNvPr id="19" name="Google Shape;19;p51"/>
          <p:cNvPicPr preferRelativeResize="0"/>
          <p:nvPr/>
        </p:nvPicPr>
        <p:blipFill rotWithShape="1">
          <a:blip r:embed="rId1">
            <a:alphaModFix/>
          </a:blip>
          <a:srcRect b="0" l="0" r="0" t="0"/>
          <a:stretch/>
        </p:blipFill>
        <p:spPr>
          <a:xfrm>
            <a:off x="0" y="3269445"/>
            <a:ext cx="10693400" cy="10075"/>
          </a:xfrm>
          <a:prstGeom prst="rect">
            <a:avLst/>
          </a:prstGeom>
          <a:noFill/>
          <a:ln>
            <a:noFill/>
          </a:ln>
        </p:spPr>
      </p:pic>
      <p:pic>
        <p:nvPicPr>
          <p:cNvPr id="20" name="Google Shape;20;p51"/>
          <p:cNvPicPr preferRelativeResize="0"/>
          <p:nvPr/>
        </p:nvPicPr>
        <p:blipFill rotWithShape="1">
          <a:blip r:embed="rId1">
            <a:alphaModFix/>
          </a:blip>
          <a:srcRect b="0" l="0" r="0" t="0"/>
          <a:stretch/>
        </p:blipFill>
        <p:spPr>
          <a:xfrm>
            <a:off x="0" y="3605290"/>
            <a:ext cx="10693400" cy="10075"/>
          </a:xfrm>
          <a:prstGeom prst="rect">
            <a:avLst/>
          </a:prstGeom>
          <a:noFill/>
          <a:ln>
            <a:noFill/>
          </a:ln>
        </p:spPr>
      </p:pic>
      <p:pic>
        <p:nvPicPr>
          <p:cNvPr id="21" name="Google Shape;21;p51"/>
          <p:cNvPicPr preferRelativeResize="0"/>
          <p:nvPr/>
        </p:nvPicPr>
        <p:blipFill rotWithShape="1">
          <a:blip r:embed="rId1">
            <a:alphaModFix/>
          </a:blip>
          <a:srcRect b="0" l="0" r="0" t="0"/>
          <a:stretch/>
        </p:blipFill>
        <p:spPr>
          <a:xfrm>
            <a:off x="0" y="3941135"/>
            <a:ext cx="10693400" cy="10075"/>
          </a:xfrm>
          <a:prstGeom prst="rect">
            <a:avLst/>
          </a:prstGeom>
          <a:noFill/>
          <a:ln>
            <a:noFill/>
          </a:ln>
        </p:spPr>
      </p:pic>
      <p:pic>
        <p:nvPicPr>
          <p:cNvPr id="22" name="Google Shape;22;p51"/>
          <p:cNvPicPr preferRelativeResize="0"/>
          <p:nvPr/>
        </p:nvPicPr>
        <p:blipFill rotWithShape="1">
          <a:blip r:embed="rId1">
            <a:alphaModFix/>
          </a:blip>
          <a:srcRect b="0" l="0" r="0" t="0"/>
          <a:stretch/>
        </p:blipFill>
        <p:spPr>
          <a:xfrm>
            <a:off x="0" y="4276979"/>
            <a:ext cx="10693400" cy="10075"/>
          </a:xfrm>
          <a:prstGeom prst="rect">
            <a:avLst/>
          </a:prstGeom>
          <a:noFill/>
          <a:ln>
            <a:noFill/>
          </a:ln>
        </p:spPr>
      </p:pic>
      <p:pic>
        <p:nvPicPr>
          <p:cNvPr id="23" name="Google Shape;23;p51"/>
          <p:cNvPicPr preferRelativeResize="0"/>
          <p:nvPr/>
        </p:nvPicPr>
        <p:blipFill rotWithShape="1">
          <a:blip r:embed="rId1">
            <a:alphaModFix/>
          </a:blip>
          <a:srcRect b="0" l="0" r="0" t="0"/>
          <a:stretch/>
        </p:blipFill>
        <p:spPr>
          <a:xfrm>
            <a:off x="0" y="4612824"/>
            <a:ext cx="10693400" cy="10075"/>
          </a:xfrm>
          <a:prstGeom prst="rect">
            <a:avLst/>
          </a:prstGeom>
          <a:noFill/>
          <a:ln>
            <a:noFill/>
          </a:ln>
        </p:spPr>
      </p:pic>
      <p:pic>
        <p:nvPicPr>
          <p:cNvPr id="24" name="Google Shape;24;p51"/>
          <p:cNvPicPr preferRelativeResize="0"/>
          <p:nvPr/>
        </p:nvPicPr>
        <p:blipFill rotWithShape="1">
          <a:blip r:embed="rId1">
            <a:alphaModFix/>
          </a:blip>
          <a:srcRect b="0" l="0" r="0" t="0"/>
          <a:stretch/>
        </p:blipFill>
        <p:spPr>
          <a:xfrm>
            <a:off x="0" y="4948668"/>
            <a:ext cx="10693400" cy="10075"/>
          </a:xfrm>
          <a:prstGeom prst="rect">
            <a:avLst/>
          </a:prstGeom>
          <a:noFill/>
          <a:ln>
            <a:noFill/>
          </a:ln>
        </p:spPr>
      </p:pic>
      <p:pic>
        <p:nvPicPr>
          <p:cNvPr id="25" name="Google Shape;25;p51"/>
          <p:cNvPicPr preferRelativeResize="0"/>
          <p:nvPr/>
        </p:nvPicPr>
        <p:blipFill rotWithShape="1">
          <a:blip r:embed="rId1">
            <a:alphaModFix/>
          </a:blip>
          <a:srcRect b="0" l="0" r="0" t="0"/>
          <a:stretch/>
        </p:blipFill>
        <p:spPr>
          <a:xfrm>
            <a:off x="0" y="5284513"/>
            <a:ext cx="10693400" cy="10075"/>
          </a:xfrm>
          <a:prstGeom prst="rect">
            <a:avLst/>
          </a:prstGeom>
          <a:noFill/>
          <a:ln>
            <a:noFill/>
          </a:ln>
        </p:spPr>
      </p:pic>
      <p:pic>
        <p:nvPicPr>
          <p:cNvPr id="26" name="Google Shape;26;p51"/>
          <p:cNvPicPr preferRelativeResize="0"/>
          <p:nvPr/>
        </p:nvPicPr>
        <p:blipFill rotWithShape="1">
          <a:blip r:embed="rId1">
            <a:alphaModFix/>
          </a:blip>
          <a:srcRect b="0" l="0" r="0" t="0"/>
          <a:stretch/>
        </p:blipFill>
        <p:spPr>
          <a:xfrm>
            <a:off x="0" y="5620357"/>
            <a:ext cx="10693400" cy="10075"/>
          </a:xfrm>
          <a:prstGeom prst="rect">
            <a:avLst/>
          </a:prstGeom>
          <a:noFill/>
          <a:ln>
            <a:noFill/>
          </a:ln>
        </p:spPr>
      </p:pic>
      <p:pic>
        <p:nvPicPr>
          <p:cNvPr id="27" name="Google Shape;27;p51"/>
          <p:cNvPicPr preferRelativeResize="0"/>
          <p:nvPr/>
        </p:nvPicPr>
        <p:blipFill rotWithShape="1">
          <a:blip r:embed="rId1">
            <a:alphaModFix/>
          </a:blip>
          <a:srcRect b="0" l="0" r="0" t="0"/>
          <a:stretch/>
        </p:blipFill>
        <p:spPr>
          <a:xfrm>
            <a:off x="0" y="5956202"/>
            <a:ext cx="10693400" cy="10074"/>
          </a:xfrm>
          <a:prstGeom prst="rect">
            <a:avLst/>
          </a:prstGeom>
          <a:noFill/>
          <a:ln>
            <a:noFill/>
          </a:ln>
        </p:spPr>
      </p:pic>
      <p:pic>
        <p:nvPicPr>
          <p:cNvPr id="28" name="Google Shape;28;p51"/>
          <p:cNvPicPr preferRelativeResize="0"/>
          <p:nvPr/>
        </p:nvPicPr>
        <p:blipFill rotWithShape="1">
          <a:blip r:embed="rId1">
            <a:alphaModFix/>
          </a:blip>
          <a:srcRect b="0" l="0" r="0" t="0"/>
          <a:stretch/>
        </p:blipFill>
        <p:spPr>
          <a:xfrm>
            <a:off x="0" y="6292046"/>
            <a:ext cx="10693400" cy="10074"/>
          </a:xfrm>
          <a:prstGeom prst="rect">
            <a:avLst/>
          </a:prstGeom>
          <a:noFill/>
          <a:ln>
            <a:noFill/>
          </a:ln>
        </p:spPr>
      </p:pic>
      <p:pic>
        <p:nvPicPr>
          <p:cNvPr id="29" name="Google Shape;29;p51"/>
          <p:cNvPicPr preferRelativeResize="0"/>
          <p:nvPr/>
        </p:nvPicPr>
        <p:blipFill rotWithShape="1">
          <a:blip r:embed="rId1">
            <a:alphaModFix/>
          </a:blip>
          <a:srcRect b="0" l="0" r="0" t="0"/>
          <a:stretch/>
        </p:blipFill>
        <p:spPr>
          <a:xfrm>
            <a:off x="0" y="6627891"/>
            <a:ext cx="10693400" cy="10074"/>
          </a:xfrm>
          <a:prstGeom prst="rect">
            <a:avLst/>
          </a:prstGeom>
          <a:noFill/>
          <a:ln>
            <a:noFill/>
          </a:ln>
        </p:spPr>
      </p:pic>
      <p:pic>
        <p:nvPicPr>
          <p:cNvPr id="30" name="Google Shape;30;p51"/>
          <p:cNvPicPr preferRelativeResize="0"/>
          <p:nvPr/>
        </p:nvPicPr>
        <p:blipFill rotWithShape="1">
          <a:blip r:embed="rId1">
            <a:alphaModFix/>
          </a:blip>
          <a:srcRect b="0" l="0" r="0" t="0"/>
          <a:stretch/>
        </p:blipFill>
        <p:spPr>
          <a:xfrm>
            <a:off x="0" y="6963735"/>
            <a:ext cx="10693400" cy="10074"/>
          </a:xfrm>
          <a:prstGeom prst="rect">
            <a:avLst/>
          </a:prstGeom>
          <a:noFill/>
          <a:ln>
            <a:noFill/>
          </a:ln>
        </p:spPr>
      </p:pic>
      <p:pic>
        <p:nvPicPr>
          <p:cNvPr id="31" name="Google Shape;31;p51"/>
          <p:cNvPicPr preferRelativeResize="0"/>
          <p:nvPr/>
        </p:nvPicPr>
        <p:blipFill rotWithShape="1">
          <a:blip r:embed="rId2">
            <a:alphaModFix/>
          </a:blip>
          <a:srcRect b="0" l="0" r="0" t="0"/>
          <a:stretch/>
        </p:blipFill>
        <p:spPr>
          <a:xfrm>
            <a:off x="351099" y="0"/>
            <a:ext cx="10692" cy="7136694"/>
          </a:xfrm>
          <a:prstGeom prst="rect">
            <a:avLst/>
          </a:prstGeom>
          <a:noFill/>
          <a:ln>
            <a:noFill/>
          </a:ln>
        </p:spPr>
      </p:pic>
      <p:pic>
        <p:nvPicPr>
          <p:cNvPr id="32" name="Google Shape;32;p51"/>
          <p:cNvPicPr preferRelativeResize="0"/>
          <p:nvPr/>
        </p:nvPicPr>
        <p:blipFill rotWithShape="1">
          <a:blip r:embed="rId2">
            <a:alphaModFix/>
          </a:blip>
          <a:srcRect b="0" l="0" r="0" t="0"/>
          <a:stretch/>
        </p:blipFill>
        <p:spPr>
          <a:xfrm>
            <a:off x="707546" y="0"/>
            <a:ext cx="10692" cy="7136694"/>
          </a:xfrm>
          <a:prstGeom prst="rect">
            <a:avLst/>
          </a:prstGeom>
          <a:noFill/>
          <a:ln>
            <a:noFill/>
          </a:ln>
        </p:spPr>
      </p:pic>
      <p:pic>
        <p:nvPicPr>
          <p:cNvPr id="33" name="Google Shape;33;p51"/>
          <p:cNvPicPr preferRelativeResize="0"/>
          <p:nvPr/>
        </p:nvPicPr>
        <p:blipFill rotWithShape="1">
          <a:blip r:embed="rId2">
            <a:alphaModFix/>
          </a:blip>
          <a:srcRect b="0" l="0" r="0" t="0"/>
          <a:stretch/>
        </p:blipFill>
        <p:spPr>
          <a:xfrm>
            <a:off x="1063993" y="0"/>
            <a:ext cx="10692" cy="7136694"/>
          </a:xfrm>
          <a:prstGeom prst="rect">
            <a:avLst/>
          </a:prstGeom>
          <a:noFill/>
          <a:ln>
            <a:noFill/>
          </a:ln>
        </p:spPr>
      </p:pic>
      <p:pic>
        <p:nvPicPr>
          <p:cNvPr id="34" name="Google Shape;34;p51"/>
          <p:cNvPicPr preferRelativeResize="0"/>
          <p:nvPr/>
        </p:nvPicPr>
        <p:blipFill rotWithShape="1">
          <a:blip r:embed="rId2">
            <a:alphaModFix/>
          </a:blip>
          <a:srcRect b="0" l="0" r="0" t="0"/>
          <a:stretch/>
        </p:blipFill>
        <p:spPr>
          <a:xfrm>
            <a:off x="1420439" y="0"/>
            <a:ext cx="10692" cy="7136694"/>
          </a:xfrm>
          <a:prstGeom prst="rect">
            <a:avLst/>
          </a:prstGeom>
          <a:noFill/>
          <a:ln>
            <a:noFill/>
          </a:ln>
        </p:spPr>
      </p:pic>
      <p:pic>
        <p:nvPicPr>
          <p:cNvPr id="35" name="Google Shape;35;p51"/>
          <p:cNvPicPr preferRelativeResize="0"/>
          <p:nvPr/>
        </p:nvPicPr>
        <p:blipFill rotWithShape="1">
          <a:blip r:embed="rId2">
            <a:alphaModFix/>
          </a:blip>
          <a:srcRect b="0" l="0" r="0" t="0"/>
          <a:stretch/>
        </p:blipFill>
        <p:spPr>
          <a:xfrm>
            <a:off x="1776886" y="0"/>
            <a:ext cx="10692" cy="7136694"/>
          </a:xfrm>
          <a:prstGeom prst="rect">
            <a:avLst/>
          </a:prstGeom>
          <a:noFill/>
          <a:ln>
            <a:noFill/>
          </a:ln>
        </p:spPr>
      </p:pic>
      <p:pic>
        <p:nvPicPr>
          <p:cNvPr id="36" name="Google Shape;36;p51"/>
          <p:cNvPicPr preferRelativeResize="0"/>
          <p:nvPr/>
        </p:nvPicPr>
        <p:blipFill rotWithShape="1">
          <a:blip r:embed="rId2">
            <a:alphaModFix/>
          </a:blip>
          <a:srcRect b="0" l="0" r="0" t="0"/>
          <a:stretch/>
        </p:blipFill>
        <p:spPr>
          <a:xfrm>
            <a:off x="2133332" y="0"/>
            <a:ext cx="10693" cy="7136694"/>
          </a:xfrm>
          <a:prstGeom prst="rect">
            <a:avLst/>
          </a:prstGeom>
          <a:noFill/>
          <a:ln>
            <a:noFill/>
          </a:ln>
        </p:spPr>
      </p:pic>
      <p:pic>
        <p:nvPicPr>
          <p:cNvPr id="37" name="Google Shape;37;p51"/>
          <p:cNvPicPr preferRelativeResize="0"/>
          <p:nvPr/>
        </p:nvPicPr>
        <p:blipFill rotWithShape="1">
          <a:blip r:embed="rId2">
            <a:alphaModFix/>
          </a:blip>
          <a:srcRect b="0" l="0" r="0" t="0"/>
          <a:stretch/>
        </p:blipFill>
        <p:spPr>
          <a:xfrm>
            <a:off x="2489779" y="0"/>
            <a:ext cx="10693" cy="7136694"/>
          </a:xfrm>
          <a:prstGeom prst="rect">
            <a:avLst/>
          </a:prstGeom>
          <a:noFill/>
          <a:ln>
            <a:noFill/>
          </a:ln>
        </p:spPr>
      </p:pic>
      <p:pic>
        <p:nvPicPr>
          <p:cNvPr id="38" name="Google Shape;38;p51"/>
          <p:cNvPicPr preferRelativeResize="0"/>
          <p:nvPr/>
        </p:nvPicPr>
        <p:blipFill rotWithShape="1">
          <a:blip r:embed="rId2">
            <a:alphaModFix/>
          </a:blip>
          <a:srcRect b="0" l="0" r="0" t="0"/>
          <a:stretch/>
        </p:blipFill>
        <p:spPr>
          <a:xfrm>
            <a:off x="2846226" y="0"/>
            <a:ext cx="10693" cy="7136694"/>
          </a:xfrm>
          <a:prstGeom prst="rect">
            <a:avLst/>
          </a:prstGeom>
          <a:noFill/>
          <a:ln>
            <a:noFill/>
          </a:ln>
        </p:spPr>
      </p:pic>
      <p:pic>
        <p:nvPicPr>
          <p:cNvPr id="39" name="Google Shape;39;p51"/>
          <p:cNvPicPr preferRelativeResize="0"/>
          <p:nvPr/>
        </p:nvPicPr>
        <p:blipFill rotWithShape="1">
          <a:blip r:embed="rId2">
            <a:alphaModFix/>
          </a:blip>
          <a:srcRect b="0" l="0" r="0" t="0"/>
          <a:stretch/>
        </p:blipFill>
        <p:spPr>
          <a:xfrm>
            <a:off x="3202672" y="0"/>
            <a:ext cx="10693" cy="7136694"/>
          </a:xfrm>
          <a:prstGeom prst="rect">
            <a:avLst/>
          </a:prstGeom>
          <a:noFill/>
          <a:ln>
            <a:noFill/>
          </a:ln>
        </p:spPr>
      </p:pic>
      <p:pic>
        <p:nvPicPr>
          <p:cNvPr id="40" name="Google Shape;40;p51"/>
          <p:cNvPicPr preferRelativeResize="0"/>
          <p:nvPr/>
        </p:nvPicPr>
        <p:blipFill rotWithShape="1">
          <a:blip r:embed="rId2">
            <a:alphaModFix/>
          </a:blip>
          <a:srcRect b="0" l="0" r="0" t="0"/>
          <a:stretch/>
        </p:blipFill>
        <p:spPr>
          <a:xfrm>
            <a:off x="3559119" y="0"/>
            <a:ext cx="10693" cy="7136694"/>
          </a:xfrm>
          <a:prstGeom prst="rect">
            <a:avLst/>
          </a:prstGeom>
          <a:noFill/>
          <a:ln>
            <a:noFill/>
          </a:ln>
        </p:spPr>
      </p:pic>
      <p:pic>
        <p:nvPicPr>
          <p:cNvPr id="41" name="Google Shape;41;p51"/>
          <p:cNvPicPr preferRelativeResize="0"/>
          <p:nvPr/>
        </p:nvPicPr>
        <p:blipFill rotWithShape="1">
          <a:blip r:embed="rId2">
            <a:alphaModFix/>
          </a:blip>
          <a:srcRect b="0" l="0" r="0" t="0"/>
          <a:stretch/>
        </p:blipFill>
        <p:spPr>
          <a:xfrm>
            <a:off x="3915567" y="0"/>
            <a:ext cx="10693" cy="7136694"/>
          </a:xfrm>
          <a:prstGeom prst="rect">
            <a:avLst/>
          </a:prstGeom>
          <a:noFill/>
          <a:ln>
            <a:noFill/>
          </a:ln>
        </p:spPr>
      </p:pic>
      <p:pic>
        <p:nvPicPr>
          <p:cNvPr id="42" name="Google Shape;42;p51"/>
          <p:cNvPicPr preferRelativeResize="0"/>
          <p:nvPr/>
        </p:nvPicPr>
        <p:blipFill rotWithShape="1">
          <a:blip r:embed="rId2">
            <a:alphaModFix/>
          </a:blip>
          <a:srcRect b="0" l="0" r="0" t="0"/>
          <a:stretch/>
        </p:blipFill>
        <p:spPr>
          <a:xfrm>
            <a:off x="4272014" y="0"/>
            <a:ext cx="10693" cy="7136694"/>
          </a:xfrm>
          <a:prstGeom prst="rect">
            <a:avLst/>
          </a:prstGeom>
          <a:noFill/>
          <a:ln>
            <a:noFill/>
          </a:ln>
        </p:spPr>
      </p:pic>
      <p:pic>
        <p:nvPicPr>
          <p:cNvPr id="43" name="Google Shape;43;p51"/>
          <p:cNvPicPr preferRelativeResize="0"/>
          <p:nvPr/>
        </p:nvPicPr>
        <p:blipFill rotWithShape="1">
          <a:blip r:embed="rId2">
            <a:alphaModFix/>
          </a:blip>
          <a:srcRect b="0" l="0" r="0" t="0"/>
          <a:stretch/>
        </p:blipFill>
        <p:spPr>
          <a:xfrm>
            <a:off x="4628460" y="0"/>
            <a:ext cx="10693" cy="7136694"/>
          </a:xfrm>
          <a:prstGeom prst="rect">
            <a:avLst/>
          </a:prstGeom>
          <a:noFill/>
          <a:ln>
            <a:noFill/>
          </a:ln>
        </p:spPr>
      </p:pic>
      <p:pic>
        <p:nvPicPr>
          <p:cNvPr id="44" name="Google Shape;44;p51"/>
          <p:cNvPicPr preferRelativeResize="0"/>
          <p:nvPr/>
        </p:nvPicPr>
        <p:blipFill rotWithShape="1">
          <a:blip r:embed="rId2">
            <a:alphaModFix/>
          </a:blip>
          <a:srcRect b="0" l="0" r="0" t="0"/>
          <a:stretch/>
        </p:blipFill>
        <p:spPr>
          <a:xfrm>
            <a:off x="4984907" y="0"/>
            <a:ext cx="10693" cy="7136694"/>
          </a:xfrm>
          <a:prstGeom prst="rect">
            <a:avLst/>
          </a:prstGeom>
          <a:noFill/>
          <a:ln>
            <a:noFill/>
          </a:ln>
        </p:spPr>
      </p:pic>
      <p:pic>
        <p:nvPicPr>
          <p:cNvPr id="45" name="Google Shape;45;p51"/>
          <p:cNvPicPr preferRelativeResize="0"/>
          <p:nvPr/>
        </p:nvPicPr>
        <p:blipFill rotWithShape="1">
          <a:blip r:embed="rId2">
            <a:alphaModFix/>
          </a:blip>
          <a:srcRect b="0" l="0" r="0" t="0"/>
          <a:stretch/>
        </p:blipFill>
        <p:spPr>
          <a:xfrm>
            <a:off x="5341354" y="0"/>
            <a:ext cx="10693" cy="7136694"/>
          </a:xfrm>
          <a:prstGeom prst="rect">
            <a:avLst/>
          </a:prstGeom>
          <a:noFill/>
          <a:ln>
            <a:noFill/>
          </a:ln>
        </p:spPr>
      </p:pic>
      <p:pic>
        <p:nvPicPr>
          <p:cNvPr id="46" name="Google Shape;46;p51"/>
          <p:cNvPicPr preferRelativeResize="0"/>
          <p:nvPr/>
        </p:nvPicPr>
        <p:blipFill rotWithShape="1">
          <a:blip r:embed="rId2">
            <a:alphaModFix/>
          </a:blip>
          <a:srcRect b="0" l="0" r="0" t="0"/>
          <a:stretch/>
        </p:blipFill>
        <p:spPr>
          <a:xfrm>
            <a:off x="5697800" y="0"/>
            <a:ext cx="10693" cy="7136694"/>
          </a:xfrm>
          <a:prstGeom prst="rect">
            <a:avLst/>
          </a:prstGeom>
          <a:noFill/>
          <a:ln>
            <a:noFill/>
          </a:ln>
        </p:spPr>
      </p:pic>
      <p:pic>
        <p:nvPicPr>
          <p:cNvPr id="47" name="Google Shape;47;p51"/>
          <p:cNvPicPr preferRelativeResize="0"/>
          <p:nvPr/>
        </p:nvPicPr>
        <p:blipFill rotWithShape="1">
          <a:blip r:embed="rId2">
            <a:alphaModFix/>
          </a:blip>
          <a:srcRect b="0" l="0" r="0" t="0"/>
          <a:stretch/>
        </p:blipFill>
        <p:spPr>
          <a:xfrm>
            <a:off x="6054247" y="0"/>
            <a:ext cx="10693" cy="7136694"/>
          </a:xfrm>
          <a:prstGeom prst="rect">
            <a:avLst/>
          </a:prstGeom>
          <a:noFill/>
          <a:ln>
            <a:noFill/>
          </a:ln>
        </p:spPr>
      </p:pic>
      <p:pic>
        <p:nvPicPr>
          <p:cNvPr id="48" name="Google Shape;48;p51"/>
          <p:cNvPicPr preferRelativeResize="0"/>
          <p:nvPr/>
        </p:nvPicPr>
        <p:blipFill rotWithShape="1">
          <a:blip r:embed="rId2">
            <a:alphaModFix/>
          </a:blip>
          <a:srcRect b="0" l="0" r="0" t="0"/>
          <a:stretch/>
        </p:blipFill>
        <p:spPr>
          <a:xfrm>
            <a:off x="6410694" y="0"/>
            <a:ext cx="10693" cy="7136694"/>
          </a:xfrm>
          <a:prstGeom prst="rect">
            <a:avLst/>
          </a:prstGeom>
          <a:noFill/>
          <a:ln>
            <a:noFill/>
          </a:ln>
        </p:spPr>
      </p:pic>
      <p:pic>
        <p:nvPicPr>
          <p:cNvPr id="49" name="Google Shape;49;p51"/>
          <p:cNvPicPr preferRelativeResize="0"/>
          <p:nvPr/>
        </p:nvPicPr>
        <p:blipFill rotWithShape="1">
          <a:blip r:embed="rId2">
            <a:alphaModFix/>
          </a:blip>
          <a:srcRect b="0" l="0" r="0" t="0"/>
          <a:stretch/>
        </p:blipFill>
        <p:spPr>
          <a:xfrm>
            <a:off x="6767140" y="0"/>
            <a:ext cx="10693" cy="7136694"/>
          </a:xfrm>
          <a:prstGeom prst="rect">
            <a:avLst/>
          </a:prstGeom>
          <a:noFill/>
          <a:ln>
            <a:noFill/>
          </a:ln>
        </p:spPr>
      </p:pic>
      <p:pic>
        <p:nvPicPr>
          <p:cNvPr id="50" name="Google Shape;50;p51"/>
          <p:cNvPicPr preferRelativeResize="0"/>
          <p:nvPr/>
        </p:nvPicPr>
        <p:blipFill rotWithShape="1">
          <a:blip r:embed="rId2">
            <a:alphaModFix/>
          </a:blip>
          <a:srcRect b="0" l="0" r="0" t="0"/>
          <a:stretch/>
        </p:blipFill>
        <p:spPr>
          <a:xfrm>
            <a:off x="7123587" y="0"/>
            <a:ext cx="10693" cy="7136694"/>
          </a:xfrm>
          <a:prstGeom prst="rect">
            <a:avLst/>
          </a:prstGeom>
          <a:noFill/>
          <a:ln>
            <a:noFill/>
          </a:ln>
        </p:spPr>
      </p:pic>
      <p:pic>
        <p:nvPicPr>
          <p:cNvPr id="51" name="Google Shape;51;p51"/>
          <p:cNvPicPr preferRelativeResize="0"/>
          <p:nvPr/>
        </p:nvPicPr>
        <p:blipFill rotWithShape="1">
          <a:blip r:embed="rId2">
            <a:alphaModFix/>
          </a:blip>
          <a:srcRect b="0" l="0" r="0" t="0"/>
          <a:stretch/>
        </p:blipFill>
        <p:spPr>
          <a:xfrm>
            <a:off x="7480033" y="0"/>
            <a:ext cx="10693" cy="7136694"/>
          </a:xfrm>
          <a:prstGeom prst="rect">
            <a:avLst/>
          </a:prstGeom>
          <a:noFill/>
          <a:ln>
            <a:noFill/>
          </a:ln>
        </p:spPr>
      </p:pic>
      <p:pic>
        <p:nvPicPr>
          <p:cNvPr id="52" name="Google Shape;52;p51"/>
          <p:cNvPicPr preferRelativeResize="0"/>
          <p:nvPr/>
        </p:nvPicPr>
        <p:blipFill rotWithShape="1">
          <a:blip r:embed="rId2">
            <a:alphaModFix/>
          </a:blip>
          <a:srcRect b="0" l="0" r="0" t="0"/>
          <a:stretch/>
        </p:blipFill>
        <p:spPr>
          <a:xfrm>
            <a:off x="7836480" y="0"/>
            <a:ext cx="10693" cy="7136694"/>
          </a:xfrm>
          <a:prstGeom prst="rect">
            <a:avLst/>
          </a:prstGeom>
          <a:noFill/>
          <a:ln>
            <a:noFill/>
          </a:ln>
        </p:spPr>
      </p:pic>
      <p:pic>
        <p:nvPicPr>
          <p:cNvPr id="53" name="Google Shape;53;p51"/>
          <p:cNvPicPr preferRelativeResize="0"/>
          <p:nvPr/>
        </p:nvPicPr>
        <p:blipFill rotWithShape="1">
          <a:blip r:embed="rId2">
            <a:alphaModFix/>
          </a:blip>
          <a:srcRect b="0" l="0" r="0" t="0"/>
          <a:stretch/>
        </p:blipFill>
        <p:spPr>
          <a:xfrm>
            <a:off x="8192927" y="0"/>
            <a:ext cx="10693" cy="7136694"/>
          </a:xfrm>
          <a:prstGeom prst="rect">
            <a:avLst/>
          </a:prstGeom>
          <a:noFill/>
          <a:ln>
            <a:noFill/>
          </a:ln>
        </p:spPr>
      </p:pic>
      <p:pic>
        <p:nvPicPr>
          <p:cNvPr id="54" name="Google Shape;54;p51"/>
          <p:cNvPicPr preferRelativeResize="0"/>
          <p:nvPr/>
        </p:nvPicPr>
        <p:blipFill rotWithShape="1">
          <a:blip r:embed="rId2">
            <a:alphaModFix/>
          </a:blip>
          <a:srcRect b="0" l="0" r="0" t="0"/>
          <a:stretch/>
        </p:blipFill>
        <p:spPr>
          <a:xfrm>
            <a:off x="8549374" y="0"/>
            <a:ext cx="10693" cy="7136694"/>
          </a:xfrm>
          <a:prstGeom prst="rect">
            <a:avLst/>
          </a:prstGeom>
          <a:noFill/>
          <a:ln>
            <a:noFill/>
          </a:ln>
        </p:spPr>
      </p:pic>
      <p:pic>
        <p:nvPicPr>
          <p:cNvPr id="55" name="Google Shape;55;p51"/>
          <p:cNvPicPr preferRelativeResize="0"/>
          <p:nvPr/>
        </p:nvPicPr>
        <p:blipFill rotWithShape="1">
          <a:blip r:embed="rId2">
            <a:alphaModFix/>
          </a:blip>
          <a:srcRect b="0" l="0" r="0" t="0"/>
          <a:stretch/>
        </p:blipFill>
        <p:spPr>
          <a:xfrm>
            <a:off x="8905820" y="0"/>
            <a:ext cx="10693" cy="7136694"/>
          </a:xfrm>
          <a:prstGeom prst="rect">
            <a:avLst/>
          </a:prstGeom>
          <a:noFill/>
          <a:ln>
            <a:noFill/>
          </a:ln>
        </p:spPr>
      </p:pic>
      <p:pic>
        <p:nvPicPr>
          <p:cNvPr id="56" name="Google Shape;56;p51"/>
          <p:cNvPicPr preferRelativeResize="0"/>
          <p:nvPr/>
        </p:nvPicPr>
        <p:blipFill rotWithShape="1">
          <a:blip r:embed="rId2">
            <a:alphaModFix/>
          </a:blip>
          <a:srcRect b="0" l="0" r="0" t="0"/>
          <a:stretch/>
        </p:blipFill>
        <p:spPr>
          <a:xfrm>
            <a:off x="9262267" y="0"/>
            <a:ext cx="10693" cy="7136694"/>
          </a:xfrm>
          <a:prstGeom prst="rect">
            <a:avLst/>
          </a:prstGeom>
          <a:noFill/>
          <a:ln>
            <a:noFill/>
          </a:ln>
        </p:spPr>
      </p:pic>
      <p:pic>
        <p:nvPicPr>
          <p:cNvPr id="57" name="Google Shape;57;p51"/>
          <p:cNvPicPr preferRelativeResize="0"/>
          <p:nvPr/>
        </p:nvPicPr>
        <p:blipFill rotWithShape="1">
          <a:blip r:embed="rId2">
            <a:alphaModFix/>
          </a:blip>
          <a:srcRect b="0" l="0" r="0" t="0"/>
          <a:stretch/>
        </p:blipFill>
        <p:spPr>
          <a:xfrm>
            <a:off x="9618714" y="0"/>
            <a:ext cx="10693" cy="7136694"/>
          </a:xfrm>
          <a:prstGeom prst="rect">
            <a:avLst/>
          </a:prstGeom>
          <a:noFill/>
          <a:ln>
            <a:noFill/>
          </a:ln>
        </p:spPr>
      </p:pic>
      <p:pic>
        <p:nvPicPr>
          <p:cNvPr id="58" name="Google Shape;58;p51"/>
          <p:cNvPicPr preferRelativeResize="0"/>
          <p:nvPr/>
        </p:nvPicPr>
        <p:blipFill rotWithShape="1">
          <a:blip r:embed="rId2">
            <a:alphaModFix/>
          </a:blip>
          <a:srcRect b="0" l="0" r="0" t="0"/>
          <a:stretch/>
        </p:blipFill>
        <p:spPr>
          <a:xfrm>
            <a:off x="9975160" y="0"/>
            <a:ext cx="10693" cy="7136694"/>
          </a:xfrm>
          <a:prstGeom prst="rect">
            <a:avLst/>
          </a:prstGeom>
          <a:noFill/>
          <a:ln>
            <a:noFill/>
          </a:ln>
        </p:spPr>
      </p:pic>
      <p:pic>
        <p:nvPicPr>
          <p:cNvPr id="59" name="Google Shape;59;p51"/>
          <p:cNvPicPr preferRelativeResize="0"/>
          <p:nvPr/>
        </p:nvPicPr>
        <p:blipFill rotWithShape="1">
          <a:blip r:embed="rId2">
            <a:alphaModFix/>
          </a:blip>
          <a:srcRect b="0" l="0" r="0" t="0"/>
          <a:stretch/>
        </p:blipFill>
        <p:spPr>
          <a:xfrm>
            <a:off x="10331607" y="0"/>
            <a:ext cx="10693" cy="7136694"/>
          </a:xfrm>
          <a:prstGeom prst="rect">
            <a:avLst/>
          </a:prstGeom>
          <a:noFill/>
          <a:ln>
            <a:noFill/>
          </a:ln>
        </p:spPr>
      </p:pic>
      <p:sp>
        <p:nvSpPr>
          <p:cNvPr id="60" name="Google Shape;60;p51"/>
          <p:cNvSpPr/>
          <p:nvPr/>
        </p:nvSpPr>
        <p:spPr>
          <a:xfrm>
            <a:off x="10331607" y="0"/>
            <a:ext cx="11139" cy="2182989"/>
          </a:xfrm>
          <a:custGeom>
            <a:rect b="b" l="l" r="r" t="t"/>
            <a:pathLst>
              <a:path extrusionOk="0" h="1981200" w="9525">
                <a:moveTo>
                  <a:pt x="0" y="1981200"/>
                </a:moveTo>
                <a:lnTo>
                  <a:pt x="9144" y="1981200"/>
                </a:lnTo>
                <a:lnTo>
                  <a:pt x="9144" y="0"/>
                </a:lnTo>
                <a:lnTo>
                  <a:pt x="0" y="0"/>
                </a:lnTo>
                <a:lnTo>
                  <a:pt x="0" y="1981200"/>
                </a:lnTo>
                <a:close/>
              </a:path>
            </a:pathLst>
          </a:custGeom>
          <a:solidFill>
            <a:srgbClr val="6E88F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0" i="0" sz="2100" u="none" cap="none" strike="noStrike">
              <a:solidFill>
                <a:srgbClr val="000000"/>
              </a:solidFill>
              <a:latin typeface="Calibri"/>
              <a:ea typeface="Calibri"/>
              <a:cs typeface="Calibri"/>
              <a:sym typeface="Calibri"/>
            </a:endParaRPr>
          </a:p>
        </p:txBody>
      </p:sp>
      <p:sp>
        <p:nvSpPr>
          <p:cNvPr id="61" name="Google Shape;61;p51"/>
          <p:cNvSpPr/>
          <p:nvPr/>
        </p:nvSpPr>
        <p:spPr>
          <a:xfrm>
            <a:off x="484767" y="1143550"/>
            <a:ext cx="2087441" cy="2558015"/>
          </a:xfrm>
          <a:custGeom>
            <a:rect b="b" l="l" r="r" t="t"/>
            <a:pathLst>
              <a:path extrusionOk="0" h="2321560" w="1784985">
                <a:moveTo>
                  <a:pt x="1784603" y="96011"/>
                </a:moveTo>
                <a:lnTo>
                  <a:pt x="0" y="96011"/>
                </a:lnTo>
              </a:path>
              <a:path extrusionOk="0" h="2321560" w="1784985">
                <a:moveTo>
                  <a:pt x="193548" y="0"/>
                </a:moveTo>
                <a:lnTo>
                  <a:pt x="193548" y="2321052"/>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b="0" i="0" sz="2100" u="none" cap="none" strike="noStrike">
              <a:solidFill>
                <a:srgbClr val="000000"/>
              </a:solidFill>
              <a:latin typeface="Calibri"/>
              <a:ea typeface="Calibri"/>
              <a:cs typeface="Calibri"/>
              <a:sym typeface="Calibri"/>
            </a:endParaRPr>
          </a:p>
        </p:txBody>
      </p:sp>
      <p:pic>
        <p:nvPicPr>
          <p:cNvPr id="62" name="Google Shape;62;p51"/>
          <p:cNvPicPr preferRelativeResize="0"/>
          <p:nvPr/>
        </p:nvPicPr>
        <p:blipFill rotWithShape="1">
          <a:blip r:embed="rId3">
            <a:alphaModFix/>
          </a:blip>
          <a:srcRect b="0" l="0" r="0" t="0"/>
          <a:stretch/>
        </p:blipFill>
        <p:spPr>
          <a:xfrm>
            <a:off x="595266" y="1135154"/>
            <a:ext cx="235255" cy="223337"/>
          </a:xfrm>
          <a:prstGeom prst="rect">
            <a:avLst/>
          </a:prstGeom>
          <a:noFill/>
          <a:ln>
            <a:noFill/>
          </a:ln>
        </p:spPr>
      </p:pic>
      <p:sp>
        <p:nvSpPr>
          <p:cNvPr id="63" name="Google Shape;63;p51"/>
          <p:cNvSpPr txBox="1"/>
          <p:nvPr>
            <p:ph type="title"/>
          </p:nvPr>
        </p:nvSpPr>
        <p:spPr>
          <a:xfrm>
            <a:off x="804976" y="-7556"/>
            <a:ext cx="9083448" cy="553998"/>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none" cap="none" strike="noStrike">
                <a:solidFill>
                  <a:srgbClr val="660066"/>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51"/>
          <p:cNvSpPr txBox="1"/>
          <p:nvPr>
            <p:ph idx="1" type="body"/>
          </p:nvPr>
        </p:nvSpPr>
        <p:spPr>
          <a:xfrm>
            <a:off x="912354" y="1630245"/>
            <a:ext cx="8868690" cy="307777"/>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rgbClr val="40458B"/>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65" name="Google Shape;65;p51"/>
          <p:cNvSpPr txBox="1"/>
          <p:nvPr>
            <p:ph idx="11" type="ftr"/>
          </p:nvPr>
        </p:nvSpPr>
        <p:spPr>
          <a:xfrm>
            <a:off x="3635756" y="7027545"/>
            <a:ext cx="3421888" cy="32316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51"/>
          <p:cNvSpPr txBox="1"/>
          <p:nvPr>
            <p:ph idx="10" type="dt"/>
          </p:nvPr>
        </p:nvSpPr>
        <p:spPr>
          <a:xfrm>
            <a:off x="534670" y="7027545"/>
            <a:ext cx="2459482" cy="32316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51"/>
          <p:cNvSpPr txBox="1"/>
          <p:nvPr>
            <p:ph idx="12" type="sldNum"/>
          </p:nvPr>
        </p:nvSpPr>
        <p:spPr>
          <a:xfrm>
            <a:off x="9690003" y="7089020"/>
            <a:ext cx="317830" cy="492443"/>
          </a:xfrm>
          <a:prstGeom prst="rect">
            <a:avLst/>
          </a:prstGeom>
          <a:noFill/>
          <a:ln>
            <a:noFill/>
          </a:ln>
        </p:spPr>
        <p:txBody>
          <a:bodyPr anchorCtr="0" anchor="t" bIns="0" lIns="0" spcFirstLastPara="1" rIns="0" wrap="square" tIns="0">
            <a:spAutoFit/>
          </a:bodyPr>
          <a:lstStyle>
            <a:lvl1pPr indent="0" lvl="0" marL="43449" marR="0" rtl="0" algn="l">
              <a:spcBef>
                <a:spcPts val="0"/>
              </a:spcBef>
              <a:buNone/>
              <a:defRPr b="0" i="0" sz="1600" u="none" cap="none" strike="noStrike">
                <a:solidFill>
                  <a:srgbClr val="40458B"/>
                </a:solidFill>
                <a:latin typeface="Tahoma"/>
                <a:ea typeface="Tahoma"/>
                <a:cs typeface="Tahoma"/>
                <a:sym typeface="Tahoma"/>
              </a:defRPr>
            </a:lvl1pPr>
            <a:lvl2pPr indent="0" lvl="1" marL="43449" marR="0" rtl="0" algn="l">
              <a:spcBef>
                <a:spcPts val="0"/>
              </a:spcBef>
              <a:buNone/>
              <a:defRPr b="0" i="0" sz="1600" u="none" cap="none" strike="noStrike">
                <a:solidFill>
                  <a:srgbClr val="40458B"/>
                </a:solidFill>
                <a:latin typeface="Tahoma"/>
                <a:ea typeface="Tahoma"/>
                <a:cs typeface="Tahoma"/>
                <a:sym typeface="Tahoma"/>
              </a:defRPr>
            </a:lvl2pPr>
            <a:lvl3pPr indent="0" lvl="2" marL="43449" marR="0" rtl="0" algn="l">
              <a:spcBef>
                <a:spcPts val="0"/>
              </a:spcBef>
              <a:buNone/>
              <a:defRPr b="0" i="0" sz="1600" u="none" cap="none" strike="noStrike">
                <a:solidFill>
                  <a:srgbClr val="40458B"/>
                </a:solidFill>
                <a:latin typeface="Tahoma"/>
                <a:ea typeface="Tahoma"/>
                <a:cs typeface="Tahoma"/>
                <a:sym typeface="Tahoma"/>
              </a:defRPr>
            </a:lvl3pPr>
            <a:lvl4pPr indent="0" lvl="3" marL="43449" marR="0" rtl="0" algn="l">
              <a:spcBef>
                <a:spcPts val="0"/>
              </a:spcBef>
              <a:buNone/>
              <a:defRPr b="0" i="0" sz="1600" u="none" cap="none" strike="noStrike">
                <a:solidFill>
                  <a:srgbClr val="40458B"/>
                </a:solidFill>
                <a:latin typeface="Tahoma"/>
                <a:ea typeface="Tahoma"/>
                <a:cs typeface="Tahoma"/>
                <a:sym typeface="Tahoma"/>
              </a:defRPr>
            </a:lvl4pPr>
            <a:lvl5pPr indent="0" lvl="4" marL="43449" marR="0" rtl="0" algn="l">
              <a:spcBef>
                <a:spcPts val="0"/>
              </a:spcBef>
              <a:buNone/>
              <a:defRPr b="0" i="0" sz="1600" u="none" cap="none" strike="noStrike">
                <a:solidFill>
                  <a:srgbClr val="40458B"/>
                </a:solidFill>
                <a:latin typeface="Tahoma"/>
                <a:ea typeface="Tahoma"/>
                <a:cs typeface="Tahoma"/>
                <a:sym typeface="Tahoma"/>
              </a:defRPr>
            </a:lvl5pPr>
            <a:lvl6pPr indent="0" lvl="5" marL="43449" marR="0" rtl="0" algn="l">
              <a:spcBef>
                <a:spcPts val="0"/>
              </a:spcBef>
              <a:buNone/>
              <a:defRPr b="0" i="0" sz="1600" u="none" cap="none" strike="noStrike">
                <a:solidFill>
                  <a:srgbClr val="40458B"/>
                </a:solidFill>
                <a:latin typeface="Tahoma"/>
                <a:ea typeface="Tahoma"/>
                <a:cs typeface="Tahoma"/>
                <a:sym typeface="Tahoma"/>
              </a:defRPr>
            </a:lvl6pPr>
            <a:lvl7pPr indent="0" lvl="6" marL="43449" marR="0" rtl="0" algn="l">
              <a:spcBef>
                <a:spcPts val="0"/>
              </a:spcBef>
              <a:buNone/>
              <a:defRPr b="0" i="0" sz="1600" u="none" cap="none" strike="noStrike">
                <a:solidFill>
                  <a:srgbClr val="40458B"/>
                </a:solidFill>
                <a:latin typeface="Tahoma"/>
                <a:ea typeface="Tahoma"/>
                <a:cs typeface="Tahoma"/>
                <a:sym typeface="Tahoma"/>
              </a:defRPr>
            </a:lvl7pPr>
            <a:lvl8pPr indent="0" lvl="7" marL="43449" marR="0" rtl="0" algn="l">
              <a:spcBef>
                <a:spcPts val="0"/>
              </a:spcBef>
              <a:buNone/>
              <a:defRPr b="0" i="0" sz="1600" u="none" cap="none" strike="noStrike">
                <a:solidFill>
                  <a:srgbClr val="40458B"/>
                </a:solidFill>
                <a:latin typeface="Tahoma"/>
                <a:ea typeface="Tahoma"/>
                <a:cs typeface="Tahoma"/>
                <a:sym typeface="Tahoma"/>
              </a:defRPr>
            </a:lvl8pPr>
            <a:lvl9pPr indent="0" lvl="8" marL="43449" marR="0" rtl="0" algn="l">
              <a:spcBef>
                <a:spcPts val="0"/>
              </a:spcBef>
              <a:buNone/>
              <a:defRPr b="0" i="0" sz="1600" u="none" cap="none" strike="noStrike">
                <a:solidFill>
                  <a:srgbClr val="40458B"/>
                </a:solidFill>
                <a:latin typeface="Tahoma"/>
                <a:ea typeface="Tahoma"/>
                <a:cs typeface="Tahoma"/>
                <a:sym typeface="Tahoma"/>
              </a:defRPr>
            </a:lvl9pPr>
          </a:lstStyle>
          <a:p>
            <a:pPr indent="0" lvl="0" marL="43449"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53"/>
          <p:cNvSpPr txBox="1"/>
          <p:nvPr>
            <p:ph type="title"/>
          </p:nvPr>
        </p:nvSpPr>
        <p:spPr>
          <a:xfrm>
            <a:off x="1706259" y="589279"/>
            <a:ext cx="7280885" cy="36933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8" name="Google Shape;98;p53"/>
          <p:cNvSpPr txBox="1"/>
          <p:nvPr>
            <p:ph idx="1" type="body"/>
          </p:nvPr>
        </p:nvSpPr>
        <p:spPr>
          <a:xfrm>
            <a:off x="2410846" y="1844039"/>
            <a:ext cx="6163309" cy="27699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9" name="Google Shape;99;p53"/>
          <p:cNvSpPr txBox="1"/>
          <p:nvPr>
            <p:ph idx="11" type="ftr"/>
          </p:nvPr>
        </p:nvSpPr>
        <p:spPr>
          <a:xfrm>
            <a:off x="4702440" y="6813293"/>
            <a:ext cx="1283335" cy="15543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3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p53"/>
          <p:cNvSpPr txBox="1"/>
          <p:nvPr>
            <p:ph idx="10" type="dt"/>
          </p:nvPr>
        </p:nvSpPr>
        <p:spPr>
          <a:xfrm>
            <a:off x="1310018" y="6813294"/>
            <a:ext cx="765810" cy="31086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3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1" name="Google Shape;101;p53"/>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lvl1pPr indent="0" lvl="0" marL="38096" marR="0" rtl="0" algn="l">
              <a:lnSpc>
                <a:spcPct val="95384"/>
              </a:lnSpc>
              <a:spcBef>
                <a:spcPts val="0"/>
              </a:spcBef>
              <a:buNone/>
              <a:defRPr b="0" i="0" sz="1300">
                <a:solidFill>
                  <a:srgbClr val="888888"/>
                </a:solidFill>
                <a:latin typeface="Arial"/>
                <a:ea typeface="Arial"/>
                <a:cs typeface="Arial"/>
                <a:sym typeface="Arial"/>
              </a:defRPr>
            </a:lvl1pPr>
            <a:lvl2pPr indent="0" lvl="1" marL="38096" marR="0" rtl="0" algn="l">
              <a:lnSpc>
                <a:spcPct val="95384"/>
              </a:lnSpc>
              <a:spcBef>
                <a:spcPts val="0"/>
              </a:spcBef>
              <a:buNone/>
              <a:defRPr b="0" i="0" sz="1300">
                <a:solidFill>
                  <a:srgbClr val="888888"/>
                </a:solidFill>
                <a:latin typeface="Arial"/>
                <a:ea typeface="Arial"/>
                <a:cs typeface="Arial"/>
                <a:sym typeface="Arial"/>
              </a:defRPr>
            </a:lvl2pPr>
            <a:lvl3pPr indent="0" lvl="2" marL="38096" marR="0" rtl="0" algn="l">
              <a:lnSpc>
                <a:spcPct val="95384"/>
              </a:lnSpc>
              <a:spcBef>
                <a:spcPts val="0"/>
              </a:spcBef>
              <a:buNone/>
              <a:defRPr b="0" i="0" sz="1300">
                <a:solidFill>
                  <a:srgbClr val="888888"/>
                </a:solidFill>
                <a:latin typeface="Arial"/>
                <a:ea typeface="Arial"/>
                <a:cs typeface="Arial"/>
                <a:sym typeface="Arial"/>
              </a:defRPr>
            </a:lvl3pPr>
            <a:lvl4pPr indent="0" lvl="3" marL="38096" marR="0" rtl="0" algn="l">
              <a:lnSpc>
                <a:spcPct val="95384"/>
              </a:lnSpc>
              <a:spcBef>
                <a:spcPts val="0"/>
              </a:spcBef>
              <a:buNone/>
              <a:defRPr b="0" i="0" sz="1300">
                <a:solidFill>
                  <a:srgbClr val="888888"/>
                </a:solidFill>
                <a:latin typeface="Arial"/>
                <a:ea typeface="Arial"/>
                <a:cs typeface="Arial"/>
                <a:sym typeface="Arial"/>
              </a:defRPr>
            </a:lvl4pPr>
            <a:lvl5pPr indent="0" lvl="4" marL="38096" marR="0" rtl="0" algn="l">
              <a:lnSpc>
                <a:spcPct val="95384"/>
              </a:lnSpc>
              <a:spcBef>
                <a:spcPts val="0"/>
              </a:spcBef>
              <a:buNone/>
              <a:defRPr b="0" i="0" sz="1300">
                <a:solidFill>
                  <a:srgbClr val="888888"/>
                </a:solidFill>
                <a:latin typeface="Arial"/>
                <a:ea typeface="Arial"/>
                <a:cs typeface="Arial"/>
                <a:sym typeface="Arial"/>
              </a:defRPr>
            </a:lvl5pPr>
            <a:lvl6pPr indent="0" lvl="5" marL="38096" marR="0" rtl="0" algn="l">
              <a:lnSpc>
                <a:spcPct val="95384"/>
              </a:lnSpc>
              <a:spcBef>
                <a:spcPts val="0"/>
              </a:spcBef>
              <a:buNone/>
              <a:defRPr b="0" i="0" sz="1300">
                <a:solidFill>
                  <a:srgbClr val="888888"/>
                </a:solidFill>
                <a:latin typeface="Arial"/>
                <a:ea typeface="Arial"/>
                <a:cs typeface="Arial"/>
                <a:sym typeface="Arial"/>
              </a:defRPr>
            </a:lvl6pPr>
            <a:lvl7pPr indent="0" lvl="6" marL="38096" marR="0" rtl="0" algn="l">
              <a:lnSpc>
                <a:spcPct val="95384"/>
              </a:lnSpc>
              <a:spcBef>
                <a:spcPts val="0"/>
              </a:spcBef>
              <a:buNone/>
              <a:defRPr b="0" i="0" sz="1300">
                <a:solidFill>
                  <a:srgbClr val="888888"/>
                </a:solidFill>
                <a:latin typeface="Arial"/>
                <a:ea typeface="Arial"/>
                <a:cs typeface="Arial"/>
                <a:sym typeface="Arial"/>
              </a:defRPr>
            </a:lvl7pPr>
            <a:lvl8pPr indent="0" lvl="7" marL="38096" marR="0" rtl="0" algn="l">
              <a:lnSpc>
                <a:spcPct val="95384"/>
              </a:lnSpc>
              <a:spcBef>
                <a:spcPts val="0"/>
              </a:spcBef>
              <a:buNone/>
              <a:defRPr b="0" i="0" sz="1300">
                <a:solidFill>
                  <a:srgbClr val="888888"/>
                </a:solidFill>
                <a:latin typeface="Arial"/>
                <a:ea typeface="Arial"/>
                <a:cs typeface="Arial"/>
                <a:sym typeface="Arial"/>
              </a:defRPr>
            </a:lvl8pPr>
            <a:lvl9pPr indent="0" lvl="8" marL="38096" marR="0" rtl="0" algn="l">
              <a:lnSpc>
                <a:spcPct val="95384"/>
              </a:lnSpc>
              <a:spcBef>
                <a:spcPts val="0"/>
              </a:spcBef>
              <a:buNone/>
              <a:defRPr b="0" i="0" sz="1300">
                <a:solidFill>
                  <a:srgbClr val="888888"/>
                </a:solidFill>
                <a:latin typeface="Arial"/>
                <a:ea typeface="Arial"/>
                <a:cs typeface="Arial"/>
                <a:sym typeface="Arial"/>
              </a:defRPr>
            </a:lvl9pPr>
          </a:lstStyle>
          <a:p>
            <a:pPr indent="0" lvl="0" marL="38096"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15.png"/><Relationship Id="rId6" Type="http://schemas.openxmlformats.org/officeDocument/2006/relationships/image" Target="../media/image20.png"/><Relationship Id="rId7" Type="http://schemas.openxmlformats.org/officeDocument/2006/relationships/image" Target="../media/image26.png"/><Relationship Id="rId8"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25.png"/><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3" name="Shape 133"/>
        <p:cNvGrpSpPr/>
        <p:nvPr/>
      </p:nvGrpSpPr>
      <p:grpSpPr>
        <a:xfrm>
          <a:off x="0" y="0"/>
          <a:ext cx="0" cy="0"/>
          <a:chOff x="0" y="0"/>
          <a:chExt cx="0" cy="0"/>
        </a:xfrm>
      </p:grpSpPr>
      <p:sp>
        <p:nvSpPr>
          <p:cNvPr id="134" name="Google Shape;134;p1"/>
          <p:cNvSpPr/>
          <p:nvPr/>
        </p:nvSpPr>
        <p:spPr>
          <a:xfrm>
            <a:off x="3920913" y="0"/>
            <a:ext cx="6772487" cy="167922"/>
          </a:xfrm>
          <a:custGeom>
            <a:rect b="b" l="l" r="r" t="t"/>
            <a:pathLst>
              <a:path extrusionOk="0" h="152400" w="5791200">
                <a:moveTo>
                  <a:pt x="5791200" y="0"/>
                </a:moveTo>
                <a:lnTo>
                  <a:pt x="0" y="0"/>
                </a:lnTo>
                <a:lnTo>
                  <a:pt x="0" y="152400"/>
                </a:lnTo>
                <a:lnTo>
                  <a:pt x="5791200" y="152400"/>
                </a:lnTo>
                <a:lnTo>
                  <a:pt x="5791200"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35" name="Google Shape;135;p1"/>
          <p:cNvPicPr preferRelativeResize="0"/>
          <p:nvPr/>
        </p:nvPicPr>
        <p:blipFill rotWithShape="1">
          <a:blip r:embed="rId3">
            <a:alphaModFix/>
          </a:blip>
          <a:srcRect b="0" l="0" r="0" t="0"/>
          <a:stretch/>
        </p:blipFill>
        <p:spPr>
          <a:xfrm>
            <a:off x="0" y="330807"/>
            <a:ext cx="10693400" cy="10075"/>
          </a:xfrm>
          <a:prstGeom prst="rect">
            <a:avLst/>
          </a:prstGeom>
          <a:noFill/>
          <a:ln>
            <a:noFill/>
          </a:ln>
        </p:spPr>
      </p:pic>
      <p:pic>
        <p:nvPicPr>
          <p:cNvPr id="136" name="Google Shape;136;p1"/>
          <p:cNvPicPr preferRelativeResize="0"/>
          <p:nvPr/>
        </p:nvPicPr>
        <p:blipFill rotWithShape="1">
          <a:blip r:embed="rId3">
            <a:alphaModFix/>
          </a:blip>
          <a:srcRect b="0" l="0" r="0" t="0"/>
          <a:stretch/>
        </p:blipFill>
        <p:spPr>
          <a:xfrm>
            <a:off x="0" y="666650"/>
            <a:ext cx="10693400" cy="10075"/>
          </a:xfrm>
          <a:prstGeom prst="rect">
            <a:avLst/>
          </a:prstGeom>
          <a:noFill/>
          <a:ln>
            <a:noFill/>
          </a:ln>
        </p:spPr>
      </p:pic>
      <p:pic>
        <p:nvPicPr>
          <p:cNvPr id="137" name="Google Shape;137;p1"/>
          <p:cNvPicPr preferRelativeResize="0"/>
          <p:nvPr/>
        </p:nvPicPr>
        <p:blipFill rotWithShape="1">
          <a:blip r:embed="rId3">
            <a:alphaModFix/>
          </a:blip>
          <a:srcRect b="0" l="0" r="0" t="0"/>
          <a:stretch/>
        </p:blipFill>
        <p:spPr>
          <a:xfrm>
            <a:off x="0" y="1002496"/>
            <a:ext cx="10693400" cy="10075"/>
          </a:xfrm>
          <a:prstGeom prst="rect">
            <a:avLst/>
          </a:prstGeom>
          <a:noFill/>
          <a:ln>
            <a:noFill/>
          </a:ln>
        </p:spPr>
      </p:pic>
      <p:pic>
        <p:nvPicPr>
          <p:cNvPr id="138" name="Google Shape;138;p1"/>
          <p:cNvPicPr preferRelativeResize="0"/>
          <p:nvPr/>
        </p:nvPicPr>
        <p:blipFill rotWithShape="1">
          <a:blip r:embed="rId3">
            <a:alphaModFix/>
          </a:blip>
          <a:srcRect b="0" l="0" r="0" t="0"/>
          <a:stretch/>
        </p:blipFill>
        <p:spPr>
          <a:xfrm>
            <a:off x="0" y="1338339"/>
            <a:ext cx="10693400" cy="10075"/>
          </a:xfrm>
          <a:prstGeom prst="rect">
            <a:avLst/>
          </a:prstGeom>
          <a:noFill/>
          <a:ln>
            <a:noFill/>
          </a:ln>
        </p:spPr>
      </p:pic>
      <p:pic>
        <p:nvPicPr>
          <p:cNvPr id="139" name="Google Shape;139;p1"/>
          <p:cNvPicPr preferRelativeResize="0"/>
          <p:nvPr/>
        </p:nvPicPr>
        <p:blipFill rotWithShape="1">
          <a:blip r:embed="rId3">
            <a:alphaModFix/>
          </a:blip>
          <a:srcRect b="0" l="0" r="0" t="0"/>
          <a:stretch/>
        </p:blipFill>
        <p:spPr>
          <a:xfrm>
            <a:off x="0" y="1674185"/>
            <a:ext cx="10693400" cy="10075"/>
          </a:xfrm>
          <a:prstGeom prst="rect">
            <a:avLst/>
          </a:prstGeom>
          <a:noFill/>
          <a:ln>
            <a:noFill/>
          </a:ln>
        </p:spPr>
      </p:pic>
      <p:pic>
        <p:nvPicPr>
          <p:cNvPr id="140" name="Google Shape;140;p1"/>
          <p:cNvPicPr preferRelativeResize="0"/>
          <p:nvPr/>
        </p:nvPicPr>
        <p:blipFill rotWithShape="1">
          <a:blip r:embed="rId3">
            <a:alphaModFix/>
          </a:blip>
          <a:srcRect b="0" l="0" r="0" t="0"/>
          <a:stretch/>
        </p:blipFill>
        <p:spPr>
          <a:xfrm>
            <a:off x="0" y="2010028"/>
            <a:ext cx="10693400" cy="10075"/>
          </a:xfrm>
          <a:prstGeom prst="rect">
            <a:avLst/>
          </a:prstGeom>
          <a:noFill/>
          <a:ln>
            <a:noFill/>
          </a:ln>
        </p:spPr>
      </p:pic>
      <p:pic>
        <p:nvPicPr>
          <p:cNvPr id="141" name="Google Shape;141;p1"/>
          <p:cNvPicPr preferRelativeResize="0"/>
          <p:nvPr/>
        </p:nvPicPr>
        <p:blipFill rotWithShape="1">
          <a:blip r:embed="rId3">
            <a:alphaModFix/>
          </a:blip>
          <a:srcRect b="0" l="0" r="0" t="0"/>
          <a:stretch/>
        </p:blipFill>
        <p:spPr>
          <a:xfrm>
            <a:off x="0" y="2345874"/>
            <a:ext cx="10693400" cy="10075"/>
          </a:xfrm>
          <a:prstGeom prst="rect">
            <a:avLst/>
          </a:prstGeom>
          <a:noFill/>
          <a:ln>
            <a:noFill/>
          </a:ln>
        </p:spPr>
      </p:pic>
      <p:pic>
        <p:nvPicPr>
          <p:cNvPr id="142" name="Google Shape;142;p1"/>
          <p:cNvPicPr preferRelativeResize="0"/>
          <p:nvPr/>
        </p:nvPicPr>
        <p:blipFill rotWithShape="1">
          <a:blip r:embed="rId3">
            <a:alphaModFix/>
          </a:blip>
          <a:srcRect b="0" l="0" r="0" t="0"/>
          <a:stretch/>
        </p:blipFill>
        <p:spPr>
          <a:xfrm>
            <a:off x="0" y="2681717"/>
            <a:ext cx="10693400" cy="10075"/>
          </a:xfrm>
          <a:prstGeom prst="rect">
            <a:avLst/>
          </a:prstGeom>
          <a:noFill/>
          <a:ln>
            <a:noFill/>
          </a:ln>
        </p:spPr>
      </p:pic>
      <p:pic>
        <p:nvPicPr>
          <p:cNvPr id="143" name="Google Shape;143;p1"/>
          <p:cNvPicPr preferRelativeResize="0"/>
          <p:nvPr/>
        </p:nvPicPr>
        <p:blipFill rotWithShape="1">
          <a:blip r:embed="rId3">
            <a:alphaModFix/>
          </a:blip>
          <a:srcRect b="0" l="0" r="0" t="0"/>
          <a:stretch/>
        </p:blipFill>
        <p:spPr>
          <a:xfrm>
            <a:off x="0" y="3017561"/>
            <a:ext cx="10693400" cy="10075"/>
          </a:xfrm>
          <a:prstGeom prst="rect">
            <a:avLst/>
          </a:prstGeom>
          <a:noFill/>
          <a:ln>
            <a:noFill/>
          </a:ln>
        </p:spPr>
      </p:pic>
      <p:pic>
        <p:nvPicPr>
          <p:cNvPr id="144" name="Google Shape;144;p1"/>
          <p:cNvPicPr preferRelativeResize="0"/>
          <p:nvPr/>
        </p:nvPicPr>
        <p:blipFill rotWithShape="1">
          <a:blip r:embed="rId3">
            <a:alphaModFix/>
          </a:blip>
          <a:srcRect b="0" l="0" r="0" t="0"/>
          <a:stretch/>
        </p:blipFill>
        <p:spPr>
          <a:xfrm>
            <a:off x="0" y="3353407"/>
            <a:ext cx="10693400" cy="10075"/>
          </a:xfrm>
          <a:prstGeom prst="rect">
            <a:avLst/>
          </a:prstGeom>
          <a:noFill/>
          <a:ln>
            <a:noFill/>
          </a:ln>
        </p:spPr>
      </p:pic>
      <p:pic>
        <p:nvPicPr>
          <p:cNvPr id="145" name="Google Shape;145;p1"/>
          <p:cNvPicPr preferRelativeResize="0"/>
          <p:nvPr/>
        </p:nvPicPr>
        <p:blipFill rotWithShape="1">
          <a:blip r:embed="rId3">
            <a:alphaModFix/>
          </a:blip>
          <a:srcRect b="0" l="0" r="0" t="0"/>
          <a:stretch/>
        </p:blipFill>
        <p:spPr>
          <a:xfrm>
            <a:off x="0" y="3689251"/>
            <a:ext cx="10693400" cy="10075"/>
          </a:xfrm>
          <a:prstGeom prst="rect">
            <a:avLst/>
          </a:prstGeom>
          <a:noFill/>
          <a:ln>
            <a:noFill/>
          </a:ln>
        </p:spPr>
      </p:pic>
      <p:pic>
        <p:nvPicPr>
          <p:cNvPr id="146" name="Google Shape;146;p1"/>
          <p:cNvPicPr preferRelativeResize="0"/>
          <p:nvPr/>
        </p:nvPicPr>
        <p:blipFill rotWithShape="1">
          <a:blip r:embed="rId3">
            <a:alphaModFix/>
          </a:blip>
          <a:srcRect b="0" l="0" r="0" t="0"/>
          <a:stretch/>
        </p:blipFill>
        <p:spPr>
          <a:xfrm>
            <a:off x="0" y="4025097"/>
            <a:ext cx="10693400" cy="10075"/>
          </a:xfrm>
          <a:prstGeom prst="rect">
            <a:avLst/>
          </a:prstGeom>
          <a:noFill/>
          <a:ln>
            <a:noFill/>
          </a:ln>
        </p:spPr>
      </p:pic>
      <p:pic>
        <p:nvPicPr>
          <p:cNvPr id="147" name="Google Shape;147;p1"/>
          <p:cNvPicPr preferRelativeResize="0"/>
          <p:nvPr/>
        </p:nvPicPr>
        <p:blipFill rotWithShape="1">
          <a:blip r:embed="rId3">
            <a:alphaModFix/>
          </a:blip>
          <a:srcRect b="0" l="0" r="0" t="0"/>
          <a:stretch/>
        </p:blipFill>
        <p:spPr>
          <a:xfrm>
            <a:off x="0" y="4360940"/>
            <a:ext cx="10693400" cy="10075"/>
          </a:xfrm>
          <a:prstGeom prst="rect">
            <a:avLst/>
          </a:prstGeom>
          <a:noFill/>
          <a:ln>
            <a:noFill/>
          </a:ln>
        </p:spPr>
      </p:pic>
      <p:pic>
        <p:nvPicPr>
          <p:cNvPr id="148" name="Google Shape;148;p1"/>
          <p:cNvPicPr preferRelativeResize="0"/>
          <p:nvPr/>
        </p:nvPicPr>
        <p:blipFill rotWithShape="1">
          <a:blip r:embed="rId3">
            <a:alphaModFix/>
          </a:blip>
          <a:srcRect b="0" l="0" r="0" t="0"/>
          <a:stretch/>
        </p:blipFill>
        <p:spPr>
          <a:xfrm>
            <a:off x="0" y="4696786"/>
            <a:ext cx="10693400" cy="10075"/>
          </a:xfrm>
          <a:prstGeom prst="rect">
            <a:avLst/>
          </a:prstGeom>
          <a:noFill/>
          <a:ln>
            <a:noFill/>
          </a:ln>
        </p:spPr>
      </p:pic>
      <p:pic>
        <p:nvPicPr>
          <p:cNvPr id="149" name="Google Shape;149;p1"/>
          <p:cNvPicPr preferRelativeResize="0"/>
          <p:nvPr/>
        </p:nvPicPr>
        <p:blipFill rotWithShape="1">
          <a:blip r:embed="rId3">
            <a:alphaModFix/>
          </a:blip>
          <a:srcRect b="0" l="0" r="0" t="0"/>
          <a:stretch/>
        </p:blipFill>
        <p:spPr>
          <a:xfrm>
            <a:off x="0" y="5032629"/>
            <a:ext cx="10693400" cy="10075"/>
          </a:xfrm>
          <a:prstGeom prst="rect">
            <a:avLst/>
          </a:prstGeom>
          <a:noFill/>
          <a:ln>
            <a:noFill/>
          </a:ln>
        </p:spPr>
      </p:pic>
      <p:pic>
        <p:nvPicPr>
          <p:cNvPr id="150" name="Google Shape;150;p1"/>
          <p:cNvPicPr preferRelativeResize="0"/>
          <p:nvPr/>
        </p:nvPicPr>
        <p:blipFill rotWithShape="1">
          <a:blip r:embed="rId3">
            <a:alphaModFix/>
          </a:blip>
          <a:srcRect b="0" l="0" r="0" t="0"/>
          <a:stretch/>
        </p:blipFill>
        <p:spPr>
          <a:xfrm>
            <a:off x="0" y="5368475"/>
            <a:ext cx="10693400" cy="10075"/>
          </a:xfrm>
          <a:prstGeom prst="rect">
            <a:avLst/>
          </a:prstGeom>
          <a:noFill/>
          <a:ln>
            <a:noFill/>
          </a:ln>
        </p:spPr>
      </p:pic>
      <p:pic>
        <p:nvPicPr>
          <p:cNvPr id="151" name="Google Shape;151;p1"/>
          <p:cNvPicPr preferRelativeResize="0"/>
          <p:nvPr/>
        </p:nvPicPr>
        <p:blipFill rotWithShape="1">
          <a:blip r:embed="rId3">
            <a:alphaModFix/>
          </a:blip>
          <a:srcRect b="0" l="0" r="0" t="0"/>
          <a:stretch/>
        </p:blipFill>
        <p:spPr>
          <a:xfrm>
            <a:off x="0" y="5704318"/>
            <a:ext cx="10693400" cy="10075"/>
          </a:xfrm>
          <a:prstGeom prst="rect">
            <a:avLst/>
          </a:prstGeom>
          <a:noFill/>
          <a:ln>
            <a:noFill/>
          </a:ln>
        </p:spPr>
      </p:pic>
      <p:pic>
        <p:nvPicPr>
          <p:cNvPr id="152" name="Google Shape;152;p1"/>
          <p:cNvPicPr preferRelativeResize="0"/>
          <p:nvPr/>
        </p:nvPicPr>
        <p:blipFill rotWithShape="1">
          <a:blip r:embed="rId3">
            <a:alphaModFix/>
          </a:blip>
          <a:srcRect b="0" l="0" r="0" t="0"/>
          <a:stretch/>
        </p:blipFill>
        <p:spPr>
          <a:xfrm>
            <a:off x="0" y="6040164"/>
            <a:ext cx="10693400" cy="10074"/>
          </a:xfrm>
          <a:prstGeom prst="rect">
            <a:avLst/>
          </a:prstGeom>
          <a:noFill/>
          <a:ln>
            <a:noFill/>
          </a:ln>
        </p:spPr>
      </p:pic>
      <p:pic>
        <p:nvPicPr>
          <p:cNvPr id="153" name="Google Shape;153;p1"/>
          <p:cNvPicPr preferRelativeResize="0"/>
          <p:nvPr/>
        </p:nvPicPr>
        <p:blipFill rotWithShape="1">
          <a:blip r:embed="rId3">
            <a:alphaModFix/>
          </a:blip>
          <a:srcRect b="0" l="0" r="0" t="0"/>
          <a:stretch/>
        </p:blipFill>
        <p:spPr>
          <a:xfrm>
            <a:off x="0" y="6376007"/>
            <a:ext cx="10693400" cy="10074"/>
          </a:xfrm>
          <a:prstGeom prst="rect">
            <a:avLst/>
          </a:prstGeom>
          <a:noFill/>
          <a:ln>
            <a:noFill/>
          </a:ln>
        </p:spPr>
      </p:pic>
      <p:pic>
        <p:nvPicPr>
          <p:cNvPr id="154" name="Google Shape;154;p1"/>
          <p:cNvPicPr preferRelativeResize="0"/>
          <p:nvPr/>
        </p:nvPicPr>
        <p:blipFill rotWithShape="1">
          <a:blip r:embed="rId3">
            <a:alphaModFix/>
          </a:blip>
          <a:srcRect b="0" l="0" r="0" t="0"/>
          <a:stretch/>
        </p:blipFill>
        <p:spPr>
          <a:xfrm>
            <a:off x="0" y="6711853"/>
            <a:ext cx="10693400" cy="10074"/>
          </a:xfrm>
          <a:prstGeom prst="rect">
            <a:avLst/>
          </a:prstGeom>
          <a:noFill/>
          <a:ln>
            <a:noFill/>
          </a:ln>
        </p:spPr>
      </p:pic>
      <p:grpSp>
        <p:nvGrpSpPr>
          <p:cNvPr id="155" name="Google Shape;155;p1"/>
          <p:cNvGrpSpPr/>
          <p:nvPr/>
        </p:nvGrpSpPr>
        <p:grpSpPr>
          <a:xfrm>
            <a:off x="-63500" y="0"/>
            <a:ext cx="10693400" cy="7556499"/>
            <a:chOff x="0" y="0"/>
            <a:chExt cx="9144000" cy="6857999"/>
          </a:xfrm>
        </p:grpSpPr>
        <p:pic>
          <p:nvPicPr>
            <p:cNvPr id="156" name="Google Shape;156;p1"/>
            <p:cNvPicPr preferRelativeResize="0"/>
            <p:nvPr/>
          </p:nvPicPr>
          <p:blipFill rotWithShape="1">
            <a:blip r:embed="rId3">
              <a:alphaModFix/>
            </a:blip>
            <a:srcRect b="0" l="0" r="0" t="0"/>
            <a:stretch/>
          </p:blipFill>
          <p:spPr>
            <a:xfrm>
              <a:off x="0" y="6396228"/>
              <a:ext cx="9144000" cy="9143"/>
            </a:xfrm>
            <a:prstGeom prst="rect">
              <a:avLst/>
            </a:prstGeom>
            <a:noFill/>
            <a:ln>
              <a:noFill/>
            </a:ln>
          </p:spPr>
        </p:pic>
        <p:pic>
          <p:nvPicPr>
            <p:cNvPr id="157" name="Google Shape;157;p1"/>
            <p:cNvPicPr preferRelativeResize="0"/>
            <p:nvPr/>
          </p:nvPicPr>
          <p:blipFill rotWithShape="1">
            <a:blip r:embed="rId4">
              <a:alphaModFix/>
            </a:blip>
            <a:srcRect b="0" l="0" r="0" t="0"/>
            <a:stretch/>
          </p:blipFill>
          <p:spPr>
            <a:xfrm>
              <a:off x="0" y="0"/>
              <a:ext cx="9144000" cy="6857999"/>
            </a:xfrm>
            <a:prstGeom prst="rect">
              <a:avLst/>
            </a:prstGeom>
            <a:noFill/>
            <a:ln>
              <a:noFill/>
            </a:ln>
          </p:spPr>
        </p:pic>
        <p:sp>
          <p:nvSpPr>
            <p:cNvPr id="158" name="Google Shape;158;p1"/>
            <p:cNvSpPr/>
            <p:nvPr/>
          </p:nvSpPr>
          <p:spPr>
            <a:xfrm>
              <a:off x="8839199" y="0"/>
              <a:ext cx="0" cy="2362200"/>
            </a:xfrm>
            <a:custGeom>
              <a:rect b="b" l="l" r="r" t="t"/>
              <a:pathLst>
                <a:path extrusionOk="0" h="2362200" w="120000">
                  <a:moveTo>
                    <a:pt x="0" y="0"/>
                  </a:moveTo>
                  <a:lnTo>
                    <a:pt x="0" y="2362200"/>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1"/>
            <p:cNvSpPr/>
            <p:nvPr/>
          </p:nvSpPr>
          <p:spPr>
            <a:xfrm>
              <a:off x="803147" y="886967"/>
              <a:ext cx="0" cy="2851785"/>
            </a:xfrm>
            <a:custGeom>
              <a:rect b="b" l="l" r="r" t="t"/>
              <a:pathLst>
                <a:path extrusionOk="0" h="2851785" w="120000">
                  <a:moveTo>
                    <a:pt x="0" y="0"/>
                  </a:moveTo>
                  <a:lnTo>
                    <a:pt x="0" y="2851404"/>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1"/>
            <p:cNvSpPr/>
            <p:nvPr/>
          </p:nvSpPr>
          <p:spPr>
            <a:xfrm>
              <a:off x="4571" y="3054095"/>
              <a:ext cx="5097780" cy="1905"/>
            </a:xfrm>
            <a:custGeom>
              <a:rect b="b" l="l" r="r" t="t"/>
              <a:pathLst>
                <a:path extrusionOk="0" h="1905" w="5097780">
                  <a:moveTo>
                    <a:pt x="5097780" y="1524"/>
                  </a:moveTo>
                  <a:lnTo>
                    <a:pt x="0" y="0"/>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1"/>
            <p:cNvSpPr/>
            <p:nvPr/>
          </p:nvSpPr>
          <p:spPr>
            <a:xfrm>
              <a:off x="609600" y="1488947"/>
              <a:ext cx="6050280" cy="1905"/>
            </a:xfrm>
            <a:custGeom>
              <a:rect b="b" l="l" r="r" t="t"/>
              <a:pathLst>
                <a:path extrusionOk="0" h="1905" w="6050280">
                  <a:moveTo>
                    <a:pt x="6050280" y="1524"/>
                  </a:moveTo>
                  <a:lnTo>
                    <a:pt x="0" y="0"/>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1"/>
            <p:cNvSpPr/>
            <p:nvPr/>
          </p:nvSpPr>
          <p:spPr>
            <a:xfrm>
              <a:off x="675132" y="1365503"/>
              <a:ext cx="250190" cy="248920"/>
            </a:xfrm>
            <a:custGeom>
              <a:rect b="b" l="l" r="r" t="t"/>
              <a:pathLst>
                <a:path extrusionOk="0" h="248919" w="250190">
                  <a:moveTo>
                    <a:pt x="25" y="121412"/>
                  </a:moveTo>
                  <a:lnTo>
                    <a:pt x="0" y="122300"/>
                  </a:lnTo>
                  <a:lnTo>
                    <a:pt x="0" y="123317"/>
                  </a:lnTo>
                  <a:lnTo>
                    <a:pt x="0" y="124206"/>
                  </a:lnTo>
                  <a:lnTo>
                    <a:pt x="9819" y="172545"/>
                  </a:lnTo>
                  <a:lnTo>
                    <a:pt x="36599" y="212026"/>
                  </a:lnTo>
                  <a:lnTo>
                    <a:pt x="76322" y="238648"/>
                  </a:lnTo>
                  <a:lnTo>
                    <a:pt x="124968" y="248412"/>
                  </a:lnTo>
                  <a:lnTo>
                    <a:pt x="173608" y="238648"/>
                  </a:lnTo>
                  <a:lnTo>
                    <a:pt x="213331" y="212026"/>
                  </a:lnTo>
                  <a:lnTo>
                    <a:pt x="240114" y="172545"/>
                  </a:lnTo>
                  <a:lnTo>
                    <a:pt x="249936" y="124206"/>
                  </a:lnTo>
                  <a:lnTo>
                    <a:pt x="240380" y="76491"/>
                  </a:lnTo>
                  <a:lnTo>
                    <a:pt x="214261" y="37290"/>
                  </a:lnTo>
                  <a:lnTo>
                    <a:pt x="175398" y="10495"/>
                  </a:lnTo>
                  <a:lnTo>
                    <a:pt x="127609" y="0"/>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1"/>
            <p:cNvSpPr/>
            <p:nvPr/>
          </p:nvSpPr>
          <p:spPr>
            <a:xfrm>
              <a:off x="2350007" y="3098292"/>
              <a:ext cx="6044565" cy="2877820"/>
            </a:xfrm>
            <a:custGeom>
              <a:rect b="b" l="l" r="r" t="t"/>
              <a:pathLst>
                <a:path extrusionOk="0" h="2877820" w="6044565">
                  <a:moveTo>
                    <a:pt x="0" y="2365248"/>
                  </a:moveTo>
                  <a:lnTo>
                    <a:pt x="6044184" y="2365248"/>
                  </a:lnTo>
                </a:path>
                <a:path extrusionOk="0" h="2877820" w="6044565">
                  <a:moveTo>
                    <a:pt x="5861304" y="0"/>
                  </a:moveTo>
                  <a:lnTo>
                    <a:pt x="5861304" y="2877312"/>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1"/>
            <p:cNvSpPr/>
            <p:nvPr/>
          </p:nvSpPr>
          <p:spPr>
            <a:xfrm>
              <a:off x="8090915" y="5314188"/>
              <a:ext cx="248920" cy="247015"/>
            </a:xfrm>
            <a:custGeom>
              <a:rect b="b" l="l" r="r" t="t"/>
              <a:pathLst>
                <a:path extrusionOk="0" h="247014" w="248920">
                  <a:moveTo>
                    <a:pt x="248411" y="120650"/>
                  </a:moveTo>
                  <a:lnTo>
                    <a:pt x="248411" y="121539"/>
                  </a:lnTo>
                  <a:lnTo>
                    <a:pt x="248411" y="122555"/>
                  </a:lnTo>
                  <a:lnTo>
                    <a:pt x="248411" y="123443"/>
                  </a:lnTo>
                  <a:lnTo>
                    <a:pt x="238648" y="171503"/>
                  </a:lnTo>
                  <a:lnTo>
                    <a:pt x="212026" y="210740"/>
                  </a:lnTo>
                  <a:lnTo>
                    <a:pt x="172545" y="237190"/>
                  </a:lnTo>
                  <a:lnTo>
                    <a:pt x="124205" y="246887"/>
                  </a:lnTo>
                  <a:lnTo>
                    <a:pt x="75866" y="237190"/>
                  </a:lnTo>
                  <a:lnTo>
                    <a:pt x="36385" y="210740"/>
                  </a:lnTo>
                  <a:lnTo>
                    <a:pt x="9763" y="171503"/>
                  </a:lnTo>
                  <a:lnTo>
                    <a:pt x="0" y="123443"/>
                  </a:lnTo>
                  <a:lnTo>
                    <a:pt x="9489" y="76009"/>
                  </a:lnTo>
                  <a:lnTo>
                    <a:pt x="35432" y="37052"/>
                  </a:lnTo>
                  <a:lnTo>
                    <a:pt x="74044" y="10429"/>
                  </a:lnTo>
                  <a:lnTo>
                    <a:pt x="121538" y="0"/>
                  </a:lnTo>
                </a:path>
              </a:pathLst>
            </a:custGeom>
            <a:noFill/>
            <a:ln cap="flat" cmpd="sng" w="9525">
              <a:solidFill>
                <a:srgbClr val="6E88F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5" name="Google Shape;165;p1"/>
          <p:cNvSpPr txBox="1"/>
          <p:nvPr>
            <p:ph type="title"/>
          </p:nvPr>
        </p:nvSpPr>
        <p:spPr>
          <a:xfrm>
            <a:off x="1250891" y="1699093"/>
            <a:ext cx="4968203" cy="645566"/>
          </a:xfrm>
          <a:prstGeom prst="rect">
            <a:avLst/>
          </a:prstGeom>
          <a:noFill/>
          <a:ln>
            <a:noFill/>
          </a:ln>
        </p:spPr>
        <p:txBody>
          <a:bodyPr anchorCtr="0" anchor="t" bIns="0" lIns="0" spcFirstLastPara="1" rIns="0" wrap="square" tIns="14475">
            <a:spAutoFit/>
          </a:bodyPr>
          <a:lstStyle/>
          <a:p>
            <a:pPr indent="0" lvl="0" marL="14482" rtl="0" algn="l">
              <a:spcBef>
                <a:spcPts val="0"/>
              </a:spcBef>
              <a:spcAft>
                <a:spcPts val="0"/>
              </a:spcAft>
              <a:buNone/>
            </a:pPr>
            <a:r>
              <a:rPr lang="en-US"/>
              <a:t>INTRODUCTION A</a:t>
            </a:r>
            <a:endParaRPr/>
          </a:p>
        </p:txBody>
      </p:sp>
      <p:sp>
        <p:nvSpPr>
          <p:cNvPr id="166" name="Google Shape;166;p1"/>
          <p:cNvSpPr txBox="1"/>
          <p:nvPr/>
        </p:nvSpPr>
        <p:spPr>
          <a:xfrm>
            <a:off x="9625841" y="7089021"/>
            <a:ext cx="203472" cy="261575"/>
          </a:xfrm>
          <a:prstGeom prst="rect">
            <a:avLst/>
          </a:prstGeom>
          <a:noFill/>
          <a:ln>
            <a:noFill/>
          </a:ln>
        </p:spPr>
        <p:txBody>
          <a:bodyPr anchorCtr="0" anchor="t" bIns="0" lIns="0" spcFirstLastPara="1" rIns="0" wrap="square" tIns="15200">
            <a:spAutoFit/>
          </a:bodyPr>
          <a:lstStyle/>
          <a:p>
            <a:pPr indent="0" lvl="0" marL="43445" marR="0" rtl="0" algn="l">
              <a:spcBef>
                <a:spcPts val="0"/>
              </a:spcBef>
              <a:spcAft>
                <a:spcPts val="0"/>
              </a:spcAft>
              <a:buNone/>
            </a:pPr>
            <a:fld id="{00000000-1234-1234-1234-123412341234}" type="slidenum">
              <a:rPr lang="en-US" sz="1600">
                <a:solidFill>
                  <a:srgbClr val="40458B"/>
                </a:solidFill>
                <a:latin typeface="Tahoma"/>
                <a:ea typeface="Tahoma"/>
                <a:cs typeface="Tahoma"/>
                <a:sym typeface="Tahoma"/>
              </a:rPr>
              <a:t>‹#›</a:t>
            </a:fld>
            <a:endParaRPr sz="1600">
              <a:solidFill>
                <a:srgbClr val="000000"/>
              </a:solidFill>
              <a:latin typeface="Tahoma"/>
              <a:ea typeface="Tahoma"/>
              <a:cs typeface="Tahoma"/>
              <a:sym typeface="Tahoma"/>
            </a:endParaRPr>
          </a:p>
        </p:txBody>
      </p:sp>
      <p:sp>
        <p:nvSpPr>
          <p:cNvPr id="167" name="Google Shape;167;p1"/>
          <p:cNvSpPr txBox="1"/>
          <p:nvPr/>
        </p:nvSpPr>
        <p:spPr>
          <a:xfrm>
            <a:off x="1250890" y="2303277"/>
            <a:ext cx="7296210" cy="1276507"/>
          </a:xfrm>
          <a:prstGeom prst="rect">
            <a:avLst/>
          </a:prstGeom>
          <a:noFill/>
          <a:ln>
            <a:noFill/>
          </a:ln>
        </p:spPr>
        <p:txBody>
          <a:bodyPr anchorCtr="0" anchor="t" bIns="0" lIns="0" spcFirstLastPara="1" rIns="0" wrap="square" tIns="14475">
            <a:spAutoFit/>
          </a:bodyPr>
          <a:lstStyle/>
          <a:p>
            <a:pPr indent="0" lvl="0" marL="14482" marR="0" rtl="0" algn="l">
              <a:spcBef>
                <a:spcPts val="0"/>
              </a:spcBef>
              <a:spcAft>
                <a:spcPts val="0"/>
              </a:spcAft>
              <a:buNone/>
            </a:pPr>
            <a:r>
              <a:rPr b="1" lang="en-US" sz="4100">
                <a:solidFill>
                  <a:srgbClr val="660066"/>
                </a:solidFill>
                <a:latin typeface="Tahoma"/>
                <a:ea typeface="Tahoma"/>
                <a:cs typeface="Tahoma"/>
                <a:sym typeface="Tahoma"/>
              </a:rPr>
              <a:t>L’ALGORITHMIQUE ET AUX STRUCTURES DE DONNEES</a:t>
            </a:r>
            <a:endParaRPr sz="4100">
              <a:solidFill>
                <a:srgbClr val="000000"/>
              </a:solidFill>
              <a:latin typeface="Tahoma"/>
              <a:ea typeface="Tahoma"/>
              <a:cs typeface="Tahoma"/>
              <a:sym typeface="Tahoma"/>
            </a:endParaRPr>
          </a:p>
        </p:txBody>
      </p:sp>
      <p:sp>
        <p:nvSpPr>
          <p:cNvPr id="168" name="Google Shape;168;p1"/>
          <p:cNvSpPr txBox="1"/>
          <p:nvPr/>
        </p:nvSpPr>
        <p:spPr>
          <a:xfrm>
            <a:off x="4684157" y="6131960"/>
            <a:ext cx="4693957" cy="290892"/>
          </a:xfrm>
          <a:prstGeom prst="rect">
            <a:avLst/>
          </a:prstGeom>
          <a:noFill/>
          <a:ln>
            <a:noFill/>
          </a:ln>
        </p:spPr>
        <p:txBody>
          <a:bodyPr anchorCtr="0" anchor="t" bIns="0" lIns="0" spcFirstLastPara="1" rIns="0" wrap="square" tIns="13750">
            <a:spAutoFit/>
          </a:bodyPr>
          <a:lstStyle/>
          <a:p>
            <a:pPr indent="0" lvl="0" marL="14482" marR="0" rtl="0" algn="l">
              <a:spcBef>
                <a:spcPts val="0"/>
              </a:spcBef>
              <a:spcAft>
                <a:spcPts val="0"/>
              </a:spcAft>
              <a:buNone/>
            </a:pPr>
            <a:r>
              <a:rPr lang="en-US" sz="1800">
                <a:solidFill>
                  <a:srgbClr val="40458B"/>
                </a:solidFill>
                <a:latin typeface="Tahoma"/>
                <a:ea typeface="Tahoma"/>
                <a:cs typeface="Tahoma"/>
                <a:sym typeface="Tahoma"/>
              </a:rPr>
              <a:t>Année Universitaire 2022/2023 – Semestre 1</a:t>
            </a:r>
            <a:endParaRPr sz="1800">
              <a:solidFill>
                <a:srgbClr val="000000"/>
              </a:solidFill>
              <a:latin typeface="Tahoma"/>
              <a:ea typeface="Tahoma"/>
              <a:cs typeface="Tahoma"/>
              <a:sym typeface="Tahoma"/>
            </a:endParaRPr>
          </a:p>
        </p:txBody>
      </p:sp>
      <p:sp>
        <p:nvSpPr>
          <p:cNvPr id="169" name="Google Shape;169;p1"/>
          <p:cNvSpPr txBox="1"/>
          <p:nvPr/>
        </p:nvSpPr>
        <p:spPr>
          <a:xfrm>
            <a:off x="4148487" y="4718868"/>
            <a:ext cx="2269426" cy="645566"/>
          </a:xfrm>
          <a:prstGeom prst="rect">
            <a:avLst/>
          </a:prstGeom>
          <a:noFill/>
          <a:ln>
            <a:noFill/>
          </a:ln>
        </p:spPr>
        <p:txBody>
          <a:bodyPr anchorCtr="0" anchor="t" bIns="0" lIns="0" spcFirstLastPara="1" rIns="0" wrap="square" tIns="14475">
            <a:spAutoFit/>
          </a:bodyPr>
          <a:lstStyle/>
          <a:p>
            <a:pPr indent="0" lvl="0" marL="14482" marR="0" rtl="0" algn="l">
              <a:spcBef>
                <a:spcPts val="0"/>
              </a:spcBef>
              <a:spcAft>
                <a:spcPts val="0"/>
              </a:spcAft>
              <a:buNone/>
            </a:pPr>
            <a:r>
              <a:rPr b="1" i="0" lang="en-US" sz="4100" u="none">
                <a:solidFill>
                  <a:srgbClr val="660066"/>
                </a:solidFill>
                <a:latin typeface="Tahoma"/>
                <a:ea typeface="Tahoma"/>
                <a:cs typeface="Tahoma"/>
                <a:sym typeface="Tahoma"/>
              </a:rPr>
              <a:t>CHAP:1</a:t>
            </a:r>
            <a:endParaRPr b="1" i="0" sz="4100" u="none">
              <a:solidFill>
                <a:srgbClr val="660066"/>
              </a:solidFill>
              <a:latin typeface="Tahoma"/>
              <a:ea typeface="Tahoma"/>
              <a:cs typeface="Tahoma"/>
              <a:sym typeface="Tahoma"/>
            </a:endParaRPr>
          </a:p>
        </p:txBody>
      </p:sp>
      <p:pic>
        <p:nvPicPr>
          <p:cNvPr id="170" name="Google Shape;170;p1"/>
          <p:cNvPicPr preferRelativeResize="0"/>
          <p:nvPr/>
        </p:nvPicPr>
        <p:blipFill rotWithShape="1">
          <a:blip r:embed="rId5">
            <a:alphaModFix/>
          </a:blip>
          <a:srcRect b="0" l="0" r="0" t="0"/>
          <a:stretch/>
        </p:blipFill>
        <p:spPr>
          <a:xfrm>
            <a:off x="7673127" y="628282"/>
            <a:ext cx="2600325" cy="17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p2"/>
          <p:cNvSpPr txBox="1"/>
          <p:nvPr>
            <p:ph type="title"/>
          </p:nvPr>
        </p:nvSpPr>
        <p:spPr>
          <a:xfrm>
            <a:off x="3059569" y="753871"/>
            <a:ext cx="4572635" cy="1243288"/>
          </a:xfrm>
          <a:prstGeom prst="rect">
            <a:avLst/>
          </a:prstGeom>
          <a:noFill/>
          <a:ln>
            <a:noFill/>
          </a:ln>
        </p:spPr>
        <p:txBody>
          <a:bodyPr anchorCtr="0" anchor="t" bIns="0" lIns="0" spcFirstLastPara="1" rIns="0" wrap="square" tIns="12050">
            <a:spAutoFit/>
          </a:bodyPr>
          <a:lstStyle/>
          <a:p>
            <a:pPr indent="0" lvl="0" marL="0" rtl="0" algn="ctr">
              <a:spcBef>
                <a:spcPts val="0"/>
              </a:spcBef>
              <a:spcAft>
                <a:spcPts val="0"/>
              </a:spcAft>
              <a:buNone/>
            </a:pPr>
            <a:r>
              <a:rPr lang="en-US" sz="4000">
                <a:solidFill>
                  <a:srgbClr val="FF0000"/>
                </a:solidFill>
              </a:rPr>
              <a:t>Conseil</a:t>
            </a:r>
            <a:endParaRPr sz="4000"/>
          </a:p>
          <a:p>
            <a:pPr indent="0" lvl="0" marL="0" rtl="0" algn="ctr">
              <a:lnSpc>
                <a:spcPct val="100000"/>
              </a:lnSpc>
              <a:spcBef>
                <a:spcPts val="0"/>
              </a:spcBef>
              <a:spcAft>
                <a:spcPts val="0"/>
              </a:spcAft>
              <a:buNone/>
            </a:pPr>
            <a:r>
              <a:rPr lang="en-US" sz="4000">
                <a:solidFill>
                  <a:srgbClr val="FF0000"/>
                </a:solidFill>
              </a:rPr>
              <a:t>Avant de commencer!</a:t>
            </a:r>
            <a:endParaRPr sz="4000"/>
          </a:p>
        </p:txBody>
      </p:sp>
      <p:sp>
        <p:nvSpPr>
          <p:cNvPr id="176" name="Google Shape;176;p2"/>
          <p:cNvSpPr txBox="1"/>
          <p:nvPr/>
        </p:nvSpPr>
        <p:spPr>
          <a:xfrm>
            <a:off x="1672730" y="2860039"/>
            <a:ext cx="7344409" cy="1490150"/>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9600">
                <a:solidFill>
                  <a:srgbClr val="006FC0"/>
                </a:solidFill>
                <a:latin typeface="Arial"/>
                <a:ea typeface="Arial"/>
                <a:cs typeface="Arial"/>
                <a:sym typeface="Arial"/>
              </a:rPr>
              <a:t>Autoformation</a:t>
            </a:r>
            <a:endParaRPr sz="9600">
              <a:solidFill>
                <a:schemeClr val="dk1"/>
              </a:solidFill>
              <a:latin typeface="Arial"/>
              <a:ea typeface="Arial"/>
              <a:cs typeface="Arial"/>
              <a:sym typeface="Arial"/>
            </a:endParaRPr>
          </a:p>
        </p:txBody>
      </p:sp>
      <p:sp>
        <p:nvSpPr>
          <p:cNvPr id="177" name="Google Shape;177;p2"/>
          <p:cNvSpPr txBox="1"/>
          <p:nvPr/>
        </p:nvSpPr>
        <p:spPr>
          <a:xfrm>
            <a:off x="2919361" y="4772657"/>
            <a:ext cx="935989" cy="289821"/>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1800" strike="sngStrike">
                <a:solidFill>
                  <a:srgbClr val="FF0000"/>
                </a:solidFill>
                <a:latin typeface="Arial"/>
                <a:ea typeface="Arial"/>
                <a:cs typeface="Arial"/>
                <a:sym typeface="Arial"/>
              </a:rPr>
              <a:t>Enseigner</a:t>
            </a:r>
            <a:endParaRPr sz="1800">
              <a:solidFill>
                <a:schemeClr val="dk1"/>
              </a:solidFill>
              <a:latin typeface="Arial"/>
              <a:ea typeface="Arial"/>
              <a:cs typeface="Arial"/>
              <a:sym typeface="Arial"/>
            </a:endParaRPr>
          </a:p>
        </p:txBody>
      </p:sp>
      <p:sp>
        <p:nvSpPr>
          <p:cNvPr id="178" name="Google Shape;178;p2"/>
          <p:cNvSpPr txBox="1"/>
          <p:nvPr/>
        </p:nvSpPr>
        <p:spPr>
          <a:xfrm>
            <a:off x="4748160" y="4772658"/>
            <a:ext cx="269875" cy="289821"/>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1800">
                <a:solidFill>
                  <a:srgbClr val="FF0000"/>
                </a:solidFill>
                <a:latin typeface="Noto Sans Symbols"/>
                <a:ea typeface="Noto Sans Symbols"/>
                <a:cs typeface="Noto Sans Symbols"/>
                <a:sym typeface="Noto Sans Symbols"/>
              </a:rPr>
              <a:t>🡺</a:t>
            </a:r>
            <a:endParaRPr sz="1800">
              <a:solidFill>
                <a:schemeClr val="dk1"/>
              </a:solidFill>
              <a:latin typeface="Noto Sans Symbols"/>
              <a:ea typeface="Noto Sans Symbols"/>
              <a:cs typeface="Noto Sans Symbols"/>
              <a:sym typeface="Noto Sans Symbols"/>
            </a:endParaRPr>
          </a:p>
        </p:txBody>
      </p:sp>
      <p:sp>
        <p:nvSpPr>
          <p:cNvPr id="179" name="Google Shape;179;p2"/>
          <p:cNvSpPr txBox="1"/>
          <p:nvPr/>
        </p:nvSpPr>
        <p:spPr>
          <a:xfrm>
            <a:off x="5662559" y="4772657"/>
            <a:ext cx="2109470" cy="289821"/>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1800">
                <a:solidFill>
                  <a:srgbClr val="FF0000"/>
                </a:solidFill>
                <a:latin typeface="Arial"/>
                <a:ea typeface="Arial"/>
                <a:cs typeface="Arial"/>
                <a:sym typeface="Arial"/>
              </a:rPr>
              <a:t>apprendre à se former</a:t>
            </a:r>
            <a:endParaRPr sz="1800">
              <a:solidFill>
                <a:schemeClr val="dk1"/>
              </a:solidFill>
              <a:latin typeface="Arial"/>
              <a:ea typeface="Arial"/>
              <a:cs typeface="Arial"/>
              <a:sym typeface="Arial"/>
            </a:endParaRPr>
          </a:p>
        </p:txBody>
      </p:sp>
      <p:sp>
        <p:nvSpPr>
          <p:cNvPr id="180" name="Google Shape;180;p2"/>
          <p:cNvSpPr txBox="1"/>
          <p:nvPr/>
        </p:nvSpPr>
        <p:spPr>
          <a:xfrm>
            <a:off x="9277485" y="6775194"/>
            <a:ext cx="102870" cy="212877"/>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1300">
                <a:solidFill>
                  <a:srgbClr val="888888"/>
                </a:solidFill>
                <a:latin typeface="Arial"/>
                <a:ea typeface="Arial"/>
                <a:cs typeface="Arial"/>
                <a:sym typeface="Arial"/>
              </a:rPr>
              <a:t>2</a:t>
            </a:r>
            <a:endParaRPr sz="13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4" name="Shape 184"/>
        <p:cNvGrpSpPr/>
        <p:nvPr/>
      </p:nvGrpSpPr>
      <p:grpSpPr>
        <a:xfrm>
          <a:off x="0" y="0"/>
          <a:ext cx="0" cy="0"/>
          <a:chOff x="0" y="0"/>
          <a:chExt cx="0" cy="0"/>
        </a:xfrm>
      </p:grpSpPr>
      <p:sp>
        <p:nvSpPr>
          <p:cNvPr id="185" name="Google Shape;185;p3"/>
          <p:cNvSpPr txBox="1"/>
          <p:nvPr>
            <p:ph type="title"/>
          </p:nvPr>
        </p:nvSpPr>
        <p:spPr>
          <a:xfrm>
            <a:off x="2527300" y="731011"/>
            <a:ext cx="4238889" cy="566820"/>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rPr>
              <a:t>Ressources utiles</a:t>
            </a:r>
            <a:endParaRPr sz="3600"/>
          </a:p>
        </p:txBody>
      </p:sp>
      <p:sp>
        <p:nvSpPr>
          <p:cNvPr id="186" name="Google Shape;186;p3"/>
          <p:cNvSpPr/>
          <p:nvPr/>
        </p:nvSpPr>
        <p:spPr>
          <a:xfrm>
            <a:off x="774073"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7" name="Google Shape;187;p3"/>
          <p:cNvPicPr preferRelativeResize="0"/>
          <p:nvPr/>
        </p:nvPicPr>
        <p:blipFill rotWithShape="1">
          <a:blip r:embed="rId3">
            <a:alphaModFix/>
          </a:blip>
          <a:srcRect b="0" l="0" r="0" t="0"/>
          <a:stretch/>
        </p:blipFill>
        <p:spPr>
          <a:xfrm>
            <a:off x="942288" y="1726160"/>
            <a:ext cx="9002340" cy="5480836"/>
          </a:xfrm>
          <a:prstGeom prst="rect">
            <a:avLst/>
          </a:prstGeom>
          <a:noFill/>
          <a:ln>
            <a:noFill/>
          </a:ln>
        </p:spPr>
      </p:pic>
      <p:sp>
        <p:nvSpPr>
          <p:cNvPr id="188" name="Google Shape;188;p3"/>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2" name="Shape 192"/>
        <p:cNvGrpSpPr/>
        <p:nvPr/>
      </p:nvGrpSpPr>
      <p:grpSpPr>
        <a:xfrm>
          <a:off x="0" y="0"/>
          <a:ext cx="0" cy="0"/>
          <a:chOff x="0" y="0"/>
          <a:chExt cx="0" cy="0"/>
        </a:xfrm>
      </p:grpSpPr>
      <p:sp>
        <p:nvSpPr>
          <p:cNvPr id="193" name="Google Shape;193;p4"/>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pic>
        <p:nvPicPr>
          <p:cNvPr id="194" name="Google Shape;194;p4"/>
          <p:cNvPicPr preferRelativeResize="0"/>
          <p:nvPr/>
        </p:nvPicPr>
        <p:blipFill rotWithShape="1">
          <a:blip r:embed="rId3">
            <a:alphaModFix/>
          </a:blip>
          <a:srcRect b="0" l="0" r="0" t="0"/>
          <a:stretch/>
        </p:blipFill>
        <p:spPr>
          <a:xfrm>
            <a:off x="927100" y="1681380"/>
            <a:ext cx="9082732" cy="5068670"/>
          </a:xfrm>
          <a:prstGeom prst="rect">
            <a:avLst/>
          </a:prstGeom>
          <a:noFill/>
          <a:ln>
            <a:noFill/>
          </a:ln>
        </p:spPr>
      </p:pic>
      <p:sp>
        <p:nvSpPr>
          <p:cNvPr id="195" name="Google Shape;195;p4"/>
          <p:cNvSpPr/>
          <p:nvPr/>
        </p:nvSpPr>
        <p:spPr>
          <a:xfrm>
            <a:off x="1996927" y="1035049"/>
            <a:ext cx="631454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FF0000"/>
                </a:solidFill>
                <a:latin typeface="Arial"/>
                <a:ea typeface="Arial"/>
                <a:cs typeface="Arial"/>
                <a:sym typeface="Arial"/>
              </a:rPr>
              <a:t>Problème de la mémorisation </a:t>
            </a:r>
            <a:endParaRPr sz="3600">
              <a:solidFill>
                <a:srgbClr val="FF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 name="Shape 199"/>
        <p:cNvGrpSpPr/>
        <p:nvPr/>
      </p:nvGrpSpPr>
      <p:grpSpPr>
        <a:xfrm>
          <a:off x="0" y="0"/>
          <a:ext cx="0" cy="0"/>
          <a:chOff x="0" y="0"/>
          <a:chExt cx="0" cy="0"/>
        </a:xfrm>
      </p:grpSpPr>
      <p:sp>
        <p:nvSpPr>
          <p:cNvPr id="200" name="Google Shape;200;p5"/>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01" name="Google Shape;201;p5"/>
          <p:cNvSpPr txBox="1"/>
          <p:nvPr>
            <p:ph type="title"/>
          </p:nvPr>
        </p:nvSpPr>
        <p:spPr>
          <a:xfrm>
            <a:off x="2733236" y="349250"/>
            <a:ext cx="5074528" cy="566822"/>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Quelques définitions</a:t>
            </a:r>
            <a:endParaRPr sz="3600">
              <a:solidFill>
                <a:srgbClr val="FF0000"/>
              </a:solidFill>
              <a:latin typeface="Arial"/>
              <a:ea typeface="Arial"/>
              <a:cs typeface="Arial"/>
              <a:sym typeface="Arial"/>
            </a:endParaRPr>
          </a:p>
        </p:txBody>
      </p:sp>
      <p:sp>
        <p:nvSpPr>
          <p:cNvPr id="202" name="Google Shape;202;p5"/>
          <p:cNvSpPr txBox="1"/>
          <p:nvPr/>
        </p:nvSpPr>
        <p:spPr>
          <a:xfrm>
            <a:off x="393700" y="1187450"/>
            <a:ext cx="9753600" cy="6058067"/>
          </a:xfrm>
          <a:prstGeom prst="rect">
            <a:avLst/>
          </a:prstGeom>
          <a:noFill/>
          <a:ln>
            <a:noFill/>
          </a:ln>
        </p:spPr>
        <p:txBody>
          <a:bodyPr anchorCtr="0" anchor="t" bIns="0" lIns="0" spcFirstLastPara="1" rIns="0" wrap="square" tIns="12675">
            <a:spAutoFit/>
          </a:bodyPr>
          <a:lstStyle/>
          <a:p>
            <a:pPr indent="-342867" lvl="0" marL="355565"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Un algorithme décrit </a:t>
            </a:r>
            <a:r>
              <a:rPr b="1" lang="en-US" sz="2800" u="sng">
                <a:solidFill>
                  <a:srgbClr val="FF0000"/>
                </a:solidFill>
                <a:latin typeface="Times New Roman"/>
                <a:ea typeface="Times New Roman"/>
                <a:cs typeface="Times New Roman"/>
                <a:sym typeface="Times New Roman"/>
              </a:rPr>
              <a:t>les étapes </a:t>
            </a:r>
            <a:r>
              <a:rPr lang="en-US" sz="2800">
                <a:solidFill>
                  <a:schemeClr val="dk1"/>
                </a:solidFill>
                <a:latin typeface="Times New Roman"/>
                <a:ea typeface="Times New Roman"/>
                <a:cs typeface="Times New Roman"/>
                <a:sym typeface="Times New Roman"/>
              </a:rPr>
              <a:t>à suivre pour réaliser un travail:  </a:t>
            </a:r>
            <a:r>
              <a:rPr i="1" lang="en-US" sz="2800">
                <a:solidFill>
                  <a:srgbClr val="FF0000"/>
                </a:solidFill>
                <a:latin typeface="Times New Roman"/>
                <a:ea typeface="Times New Roman"/>
                <a:cs typeface="Times New Roman"/>
                <a:sym typeface="Times New Roman"/>
              </a:rPr>
              <a:t>une recette</a:t>
            </a:r>
            <a:endParaRPr sz="2800">
              <a:solidFill>
                <a:srgbClr val="FF0000"/>
              </a:solidFill>
              <a:latin typeface="Times New Roman"/>
              <a:ea typeface="Times New Roman"/>
              <a:cs typeface="Times New Roman"/>
              <a:sym typeface="Times New Roman"/>
            </a:endParaRPr>
          </a:p>
          <a:p>
            <a:pPr indent="0" lvl="0" marL="0" marR="0" rtl="0" algn="l">
              <a:spcBef>
                <a:spcPts val="44"/>
              </a:spcBef>
              <a:spcAft>
                <a:spcPts val="0"/>
              </a:spcAft>
              <a:buNone/>
            </a:pPr>
            <a:r>
              <a:t/>
            </a:r>
            <a:endParaRPr sz="2800">
              <a:solidFill>
                <a:schemeClr val="dk1"/>
              </a:solidFill>
              <a:latin typeface="Times New Roman"/>
              <a:ea typeface="Times New Roman"/>
              <a:cs typeface="Times New Roman"/>
              <a:sym typeface="Times New Roman"/>
            </a:endParaRPr>
          </a:p>
          <a:p>
            <a:pPr indent="-342867" lvl="0" marL="354930" marR="104764"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Il permet d'expliciter clairement les idées permettant de résoudre  un problème indépendamment d'un langage de programmation.</a:t>
            </a:r>
            <a:endParaRPr sz="2800">
              <a:solidFill>
                <a:schemeClr val="dk1"/>
              </a:solidFill>
              <a:latin typeface="Times New Roman"/>
              <a:ea typeface="Times New Roman"/>
              <a:cs typeface="Times New Roman"/>
              <a:sym typeface="Times New Roman"/>
            </a:endParaRPr>
          </a:p>
          <a:p>
            <a:pPr indent="0" lvl="0" marL="0" marR="0" rtl="0" algn="l">
              <a:spcBef>
                <a:spcPts val="5"/>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342867" lvl="0" marL="354930" marR="5079"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L'utilisateur d'un algorithme n'a qu'à suivre toutes </a:t>
            </a:r>
            <a:r>
              <a:rPr b="1" lang="en-US" sz="2800" u="sng">
                <a:solidFill>
                  <a:srgbClr val="FF0000"/>
                </a:solidFill>
                <a:latin typeface="Times New Roman"/>
                <a:ea typeface="Times New Roman"/>
                <a:cs typeface="Times New Roman"/>
                <a:sym typeface="Times New Roman"/>
              </a:rPr>
              <a:t>les  instructions</a:t>
            </a:r>
            <a:r>
              <a:rPr lang="en-US" sz="2800">
                <a:solidFill>
                  <a:schemeClr val="dk1"/>
                </a:solidFill>
                <a:latin typeface="Times New Roman"/>
                <a:ea typeface="Times New Roman"/>
                <a:cs typeface="Times New Roman"/>
                <a:sym typeface="Times New Roman"/>
              </a:rPr>
              <a:t>,  dans l'ordre pour arriver au résultat que doit donner l'algorithme.</a:t>
            </a:r>
            <a:endParaRPr sz="2800">
              <a:solidFill>
                <a:schemeClr val="dk1"/>
              </a:solidFill>
              <a:latin typeface="Times New Roman"/>
              <a:ea typeface="Times New Roman"/>
              <a:cs typeface="Times New Roman"/>
              <a:sym typeface="Times New Roman"/>
            </a:endParaRPr>
          </a:p>
          <a:p>
            <a:pPr indent="0" lvl="0" marL="0" marR="0" rtl="0" algn="l">
              <a:spcBef>
                <a:spcPts val="25"/>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286991" lvl="0" marL="756212" marR="41906" rtl="0" algn="l">
              <a:spcBef>
                <a:spcPts val="0"/>
              </a:spcBef>
              <a:spcAft>
                <a:spcPts val="0"/>
              </a:spcAft>
              <a:buNone/>
            </a:pPr>
            <a:r>
              <a:rPr lang="en-US" sz="2800">
                <a:solidFill>
                  <a:schemeClr val="dk1"/>
                </a:solidFill>
                <a:latin typeface="Times New Roman"/>
                <a:ea typeface="Times New Roman"/>
                <a:cs typeface="Times New Roman"/>
                <a:sym typeface="Times New Roman"/>
              </a:rPr>
              <a:t>–	Un algorithme est une </a:t>
            </a:r>
            <a:r>
              <a:rPr b="1" lang="en-US" sz="2800" u="sng">
                <a:solidFill>
                  <a:srgbClr val="FF0000"/>
                </a:solidFill>
                <a:latin typeface="Times New Roman"/>
                <a:ea typeface="Times New Roman"/>
                <a:cs typeface="Times New Roman"/>
                <a:sym typeface="Times New Roman"/>
              </a:rPr>
              <a:t>suite d'instructions </a:t>
            </a:r>
            <a:r>
              <a:rPr lang="en-US" sz="2800">
                <a:solidFill>
                  <a:schemeClr val="dk1"/>
                </a:solidFill>
                <a:latin typeface="Times New Roman"/>
                <a:ea typeface="Times New Roman"/>
                <a:cs typeface="Times New Roman"/>
                <a:sym typeface="Times New Roman"/>
              </a:rPr>
              <a:t>qui donnent l'ordre des  traitements.</a:t>
            </a:r>
            <a:endParaRPr sz="2800">
              <a:solidFill>
                <a:schemeClr val="dk1"/>
              </a:solidFill>
              <a:latin typeface="Times New Roman"/>
              <a:ea typeface="Times New Roman"/>
              <a:cs typeface="Times New Roman"/>
              <a:sym typeface="Times New Roman"/>
            </a:endParaRPr>
          </a:p>
          <a:p>
            <a:pPr indent="0" lvl="0" marL="0" marR="0" rtl="0" algn="l">
              <a:spcBef>
                <a:spcPts val="55"/>
              </a:spcBef>
              <a:spcAft>
                <a:spcPts val="0"/>
              </a:spcAft>
              <a:buNone/>
            </a:pPr>
            <a:r>
              <a:t/>
            </a:r>
            <a:endParaRPr sz="2800">
              <a:solidFill>
                <a:schemeClr val="dk1"/>
              </a:solidFill>
              <a:latin typeface="Times New Roman"/>
              <a:ea typeface="Times New Roman"/>
              <a:cs typeface="Times New Roman"/>
              <a:sym typeface="Times New Roman"/>
            </a:endParaRPr>
          </a:p>
          <a:p>
            <a:pPr indent="-342867" lvl="0" marL="354930" marR="196196"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Le « </a:t>
            </a:r>
            <a:r>
              <a:rPr b="1" lang="en-US" sz="2800" u="sng">
                <a:solidFill>
                  <a:srgbClr val="FF0000"/>
                </a:solidFill>
                <a:latin typeface="Times New Roman"/>
                <a:ea typeface="Times New Roman"/>
                <a:cs typeface="Times New Roman"/>
                <a:sym typeface="Times New Roman"/>
              </a:rPr>
              <a:t>langage algorithmique</a:t>
            </a:r>
            <a:r>
              <a:rPr b="1" lang="en-US" sz="2800">
                <a:solidFill>
                  <a:schemeClr val="dk1"/>
                </a:solidFill>
                <a:latin typeface="Times New Roman"/>
                <a:ea typeface="Times New Roman"/>
                <a:cs typeface="Times New Roman"/>
                <a:sym typeface="Times New Roman"/>
              </a:rPr>
              <a:t> </a:t>
            </a:r>
            <a:r>
              <a:rPr lang="en-US" sz="2800">
                <a:solidFill>
                  <a:schemeClr val="dk1"/>
                </a:solidFill>
                <a:latin typeface="Times New Roman"/>
                <a:ea typeface="Times New Roman"/>
                <a:cs typeface="Times New Roman"/>
                <a:sym typeface="Times New Roman"/>
              </a:rPr>
              <a:t>» est un compromis entre le langage  naturel et un langage de programmation.</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6" name="Shape 206"/>
        <p:cNvGrpSpPr/>
        <p:nvPr/>
      </p:nvGrpSpPr>
      <p:grpSpPr>
        <a:xfrm>
          <a:off x="0" y="0"/>
          <a:ext cx="0" cy="0"/>
          <a:chOff x="0" y="0"/>
          <a:chExt cx="0" cy="0"/>
        </a:xfrm>
      </p:grpSpPr>
      <p:sp>
        <p:nvSpPr>
          <p:cNvPr id="207" name="Google Shape;207;p6"/>
          <p:cNvSpPr/>
          <p:nvPr/>
        </p:nvSpPr>
        <p:spPr>
          <a:xfrm>
            <a:off x="636916" y="2691231"/>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6"/>
          <p:cNvSpPr txBox="1"/>
          <p:nvPr/>
        </p:nvSpPr>
        <p:spPr>
          <a:xfrm>
            <a:off x="636916" y="1535523"/>
            <a:ext cx="10056484" cy="5640638"/>
          </a:xfrm>
          <a:prstGeom prst="rect">
            <a:avLst/>
          </a:prstGeom>
          <a:noFill/>
          <a:ln>
            <a:noFill/>
          </a:ln>
        </p:spPr>
        <p:txBody>
          <a:bodyPr anchorCtr="0" anchor="t" bIns="0" lIns="0" spcFirstLastPara="1" rIns="0" wrap="square" tIns="99675">
            <a:spAutoFit/>
          </a:bodyPr>
          <a:lstStyle/>
          <a:p>
            <a:pPr indent="-342867" lvl="0" marL="354930" marR="140322" rtl="0" algn="l">
              <a:spcBef>
                <a:spcPts val="0"/>
              </a:spcBef>
              <a:spcAft>
                <a:spcPts val="0"/>
              </a:spcAft>
              <a:buClr>
                <a:srgbClr val="FF0000"/>
              </a:buClr>
              <a:buSzPts val="2400"/>
              <a:buFont typeface="Arial"/>
              <a:buChar char="•"/>
            </a:pPr>
            <a:r>
              <a:rPr b="1" lang="en-US" sz="2400" u="sng">
                <a:solidFill>
                  <a:srgbClr val="FF0000"/>
                </a:solidFill>
                <a:latin typeface="Times New Roman"/>
                <a:ea typeface="Times New Roman"/>
                <a:cs typeface="Times New Roman"/>
                <a:sym typeface="Times New Roman"/>
              </a:rPr>
              <a:t>Algorithme</a:t>
            </a:r>
            <a:r>
              <a:rPr lang="en-US" sz="2400">
                <a:solidFill>
                  <a:schemeClr val="dk1"/>
                </a:solidFill>
                <a:latin typeface="Times New Roman"/>
                <a:ea typeface="Times New Roman"/>
                <a:cs typeface="Times New Roman"/>
                <a:sym typeface="Times New Roman"/>
              </a:rPr>
              <a:t>: n.m (ar. Al-khawarezmi, surnom d’un  mathématicien arabe). MATH et INFORM. Suite finie d’opérations  élémentaires constituant un schéma de calcul ou de résolution d’un  problème.</a:t>
            </a:r>
            <a:endParaRPr sz="2400">
              <a:solidFill>
                <a:schemeClr val="dk1"/>
              </a:solidFill>
              <a:latin typeface="Times New Roman"/>
              <a:ea typeface="Times New Roman"/>
              <a:cs typeface="Times New Roman"/>
              <a:sym typeface="Times New Roman"/>
            </a:endParaRPr>
          </a:p>
          <a:p>
            <a:pPr indent="0" lvl="0" marL="0" marR="0" rtl="0" algn="l">
              <a:spcBef>
                <a:spcPts val="44"/>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1190509" rtl="0" algn="l">
              <a:spcBef>
                <a:spcPts val="5"/>
              </a:spcBef>
              <a:spcAft>
                <a:spcPts val="0"/>
              </a:spcAft>
              <a:buClr>
                <a:srgbClr val="FF0000"/>
              </a:buClr>
              <a:buSzPts val="2400"/>
              <a:buFont typeface="Arial"/>
              <a:buChar char="•"/>
            </a:pPr>
            <a:r>
              <a:rPr b="1" lang="en-US" sz="2400" u="sng">
                <a:solidFill>
                  <a:srgbClr val="FF0000"/>
                </a:solidFill>
                <a:latin typeface="Times New Roman"/>
                <a:ea typeface="Times New Roman"/>
                <a:cs typeface="Times New Roman"/>
                <a:sym typeface="Times New Roman"/>
              </a:rPr>
              <a:t>Algorithmique</a:t>
            </a:r>
            <a:r>
              <a:rPr lang="en-US" sz="2400">
                <a:solidFill>
                  <a:schemeClr val="dk1"/>
                </a:solidFill>
                <a:latin typeface="Times New Roman"/>
                <a:ea typeface="Times New Roman"/>
                <a:cs typeface="Times New Roman"/>
                <a:sym typeface="Times New Roman"/>
              </a:rPr>
              <a:t>: n.f. science des algorithmes, utilisés  notamment en informatique.</a:t>
            </a:r>
            <a:endParaRPr sz="2400">
              <a:solidFill>
                <a:schemeClr val="dk1"/>
              </a:solidFill>
              <a:latin typeface="Times New Roman"/>
              <a:ea typeface="Times New Roman"/>
              <a:cs typeface="Times New Roman"/>
              <a:sym typeface="Times New Roman"/>
            </a:endParaRPr>
          </a:p>
          <a:p>
            <a:pPr indent="0" lvl="0" marL="0" marR="0" rtl="0" algn="l">
              <a:spcBef>
                <a:spcPts val="5"/>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697797" marR="498427" rtl="0" algn="l">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 L’objectif de cette science et de faire comprendre que  l’informatique ne se limite pas à la simple écriture des programmes,  mais qu’elle nécessite une réflexion mathématique approfondie afin de déterminer </a:t>
            </a:r>
            <a:r>
              <a:rPr b="1" i="1" lang="en-US" sz="2400" u="sng">
                <a:solidFill>
                  <a:srgbClr val="FF0000"/>
                </a:solidFill>
                <a:latin typeface="Times New Roman"/>
                <a:ea typeface="Times New Roman"/>
                <a:cs typeface="Times New Roman"/>
                <a:sym typeface="Times New Roman"/>
              </a:rPr>
              <a:t>le bon algorithme</a:t>
            </a:r>
            <a:r>
              <a:rPr b="1" i="1"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et </a:t>
            </a:r>
            <a:r>
              <a:rPr b="1" i="1" lang="en-US" sz="2400" u="sng">
                <a:solidFill>
                  <a:srgbClr val="FF0000"/>
                </a:solidFill>
                <a:latin typeface="Times New Roman"/>
                <a:ea typeface="Times New Roman"/>
                <a:cs typeface="Times New Roman"/>
                <a:sym typeface="Times New Roman"/>
              </a:rPr>
              <a:t>la bonne structure de donnée</a:t>
            </a:r>
            <a:r>
              <a:rPr b="1" i="1"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permettant de  résoudre le problème confronté.</a:t>
            </a:r>
            <a:endParaRPr/>
          </a:p>
          <a:p>
            <a:pPr indent="0" lvl="0" marL="0" marR="0" rtl="0" algn="l">
              <a:spcBef>
                <a:spcPts val="5"/>
              </a:spcBef>
              <a:spcAft>
                <a:spcPts val="0"/>
              </a:spcAft>
              <a:buNone/>
            </a:pPr>
            <a:r>
              <a:t/>
            </a:r>
            <a:endParaRPr sz="2400">
              <a:solidFill>
                <a:schemeClr val="dk1"/>
              </a:solidFill>
              <a:latin typeface="Times New Roman"/>
              <a:ea typeface="Times New Roman"/>
              <a:cs typeface="Times New Roman"/>
              <a:sym typeface="Times New Roman"/>
            </a:endParaRPr>
          </a:p>
          <a:p>
            <a:pPr indent="0" lvl="0" marL="354930" marR="1081935" rtl="0" algn="l">
              <a:spcBef>
                <a:spcPts val="0"/>
              </a:spcBef>
              <a:spcAft>
                <a:spcPts val="0"/>
              </a:spcAft>
              <a:buNone/>
            </a:pPr>
            <a:r>
              <a:rPr lang="en-US" sz="2400">
                <a:solidFill>
                  <a:schemeClr val="dk1"/>
                </a:solidFill>
                <a:latin typeface="Times New Roman"/>
                <a:ea typeface="Times New Roman"/>
                <a:cs typeface="Times New Roman"/>
                <a:sym typeface="Times New Roman"/>
              </a:rPr>
              <a:t>en particulier, elle introduit la notion de la </a:t>
            </a:r>
            <a:r>
              <a:rPr b="1" i="1" lang="en-US" sz="2400" u="sng">
                <a:solidFill>
                  <a:srgbClr val="FF0000"/>
                </a:solidFill>
                <a:latin typeface="Times New Roman"/>
                <a:ea typeface="Times New Roman"/>
                <a:cs typeface="Times New Roman"/>
                <a:sym typeface="Times New Roman"/>
              </a:rPr>
              <a:t>complexité</a:t>
            </a:r>
            <a:r>
              <a:rPr i="1" lang="en-US" sz="2400">
                <a:solidFill>
                  <a:srgbClr val="FF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(spatiale et  temporelle) d’un algorithme:  </a:t>
            </a:r>
            <a:r>
              <a:rPr b="1" lang="en-US" sz="2400">
                <a:solidFill>
                  <a:srgbClr val="1F497C"/>
                </a:solidFill>
                <a:latin typeface="Times New Roman"/>
                <a:ea typeface="Times New Roman"/>
                <a:cs typeface="Times New Roman"/>
                <a:sym typeface="Times New Roman"/>
              </a:rPr>
              <a:t>besoin d’optimisation</a:t>
            </a:r>
            <a:endParaRPr sz="2400">
              <a:solidFill>
                <a:schemeClr val="dk1"/>
              </a:solidFill>
              <a:latin typeface="Times New Roman"/>
              <a:ea typeface="Times New Roman"/>
              <a:cs typeface="Times New Roman"/>
              <a:sym typeface="Times New Roman"/>
            </a:endParaRPr>
          </a:p>
        </p:txBody>
      </p:sp>
      <p:sp>
        <p:nvSpPr>
          <p:cNvPr id="209" name="Google Shape;209;p6"/>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10" name="Google Shape;210;p6"/>
          <p:cNvSpPr txBox="1"/>
          <p:nvPr/>
        </p:nvSpPr>
        <p:spPr>
          <a:xfrm>
            <a:off x="2754803" y="501650"/>
            <a:ext cx="5074528" cy="566822"/>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b="0" i="0" lang="en-US" sz="3600">
                <a:solidFill>
                  <a:srgbClr val="FF0000"/>
                </a:solidFill>
                <a:latin typeface="Arial"/>
                <a:ea typeface="Arial"/>
                <a:cs typeface="Arial"/>
                <a:sym typeface="Arial"/>
              </a:rPr>
              <a:t>Quelques définitions</a:t>
            </a:r>
            <a:endParaRPr b="0" i="0" sz="3600">
              <a:solidFill>
                <a:srgbClr val="FF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4" name="Shape 214"/>
        <p:cNvGrpSpPr/>
        <p:nvPr/>
      </p:nvGrpSpPr>
      <p:grpSpPr>
        <a:xfrm>
          <a:off x="0" y="0"/>
          <a:ext cx="0" cy="0"/>
          <a:chOff x="0" y="0"/>
          <a:chExt cx="0" cy="0"/>
        </a:xfrm>
      </p:grpSpPr>
      <p:sp>
        <p:nvSpPr>
          <p:cNvPr id="215" name="Google Shape;215;p7"/>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16" name="Google Shape;216;p7"/>
          <p:cNvSpPr txBox="1"/>
          <p:nvPr>
            <p:ph type="title"/>
          </p:nvPr>
        </p:nvSpPr>
        <p:spPr>
          <a:xfrm>
            <a:off x="3181488" y="729487"/>
            <a:ext cx="5899012" cy="566822"/>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Algorithme et programme</a:t>
            </a:r>
            <a:endParaRPr sz="3600">
              <a:solidFill>
                <a:srgbClr val="FF0000"/>
              </a:solidFill>
              <a:latin typeface="Arial"/>
              <a:ea typeface="Arial"/>
              <a:cs typeface="Arial"/>
              <a:sym typeface="Arial"/>
            </a:endParaRPr>
          </a:p>
        </p:txBody>
      </p:sp>
      <p:sp>
        <p:nvSpPr>
          <p:cNvPr id="217" name="Google Shape;217;p7"/>
          <p:cNvSpPr txBox="1"/>
          <p:nvPr/>
        </p:nvSpPr>
        <p:spPr>
          <a:xfrm>
            <a:off x="622300" y="1640840"/>
            <a:ext cx="9677400" cy="4536497"/>
          </a:xfrm>
          <a:prstGeom prst="rect">
            <a:avLst/>
          </a:prstGeom>
          <a:noFill/>
          <a:ln>
            <a:noFill/>
          </a:ln>
        </p:spPr>
        <p:txBody>
          <a:bodyPr anchorCtr="0" anchor="t" bIns="0" lIns="0" spcFirstLastPara="1" rIns="0" wrap="square" tIns="12050">
            <a:spAutoFit/>
          </a:bodyPr>
          <a:lstStyle/>
          <a:p>
            <a:pPr indent="-342867" lvl="0" marL="354930" marR="5079"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Un algorithme traduit dans un langage compréhensible par  l'ordinateur (langage de programmation) donne lieu à un programme</a:t>
            </a:r>
            <a:endParaRPr sz="2400">
              <a:solidFill>
                <a:schemeClr val="dk1"/>
              </a:solidFill>
              <a:latin typeface="Times New Roman"/>
              <a:ea typeface="Times New Roman"/>
              <a:cs typeface="Times New Roman"/>
              <a:sym typeface="Times New Roman"/>
            </a:endParaRPr>
          </a:p>
          <a:p>
            <a:pPr indent="0" lvl="0" marL="0" marR="0" rtl="0" algn="l">
              <a:spcBef>
                <a:spcPts val="1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85717"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Un programme est un ensemble </a:t>
            </a:r>
            <a:r>
              <a:rPr b="1" lang="en-US" sz="2400">
                <a:solidFill>
                  <a:srgbClr val="FF0000"/>
                </a:solidFill>
                <a:latin typeface="Times New Roman"/>
                <a:ea typeface="Times New Roman"/>
                <a:cs typeface="Times New Roman"/>
                <a:sym typeface="Times New Roman"/>
              </a:rPr>
              <a:t>d'instructions </a:t>
            </a:r>
            <a:r>
              <a:rPr lang="en-US" sz="2400">
                <a:solidFill>
                  <a:schemeClr val="dk1"/>
                </a:solidFill>
                <a:latin typeface="Times New Roman"/>
                <a:ea typeface="Times New Roman"/>
                <a:cs typeface="Times New Roman"/>
                <a:sym typeface="Times New Roman"/>
              </a:rPr>
              <a:t>qui commandent les  actions de l'ordinateur pour exécuter un traitement donné.</a:t>
            </a:r>
            <a:endParaRPr/>
          </a:p>
          <a:p>
            <a:pPr indent="0" lvl="0" marL="0" marR="0" rtl="0" algn="l">
              <a:spcBef>
                <a:spcPts val="1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135242"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Pour être exécuté, un programme doit tout d'abord être chargé dans  la mémoire principale de l'ordinateur (RAM), ensuite le processeur  va lire et exécuter les instructions du programme l'une après l'autre.</a:t>
            </a:r>
            <a:endParaRPr sz="2400">
              <a:solidFill>
                <a:schemeClr val="dk1"/>
              </a:solidFill>
              <a:latin typeface="Times New Roman"/>
              <a:ea typeface="Times New Roman"/>
              <a:cs typeface="Times New Roman"/>
              <a:sym typeface="Times New Roman"/>
            </a:endParaRPr>
          </a:p>
          <a:p>
            <a:pPr indent="0" lvl="0" marL="0" marR="0" rtl="0" algn="l">
              <a:spcBef>
                <a:spcPts val="15"/>
              </a:spcBef>
              <a:spcAft>
                <a:spcPts val="0"/>
              </a:spcAft>
              <a:buNone/>
            </a:pPr>
            <a:r>
              <a:t/>
            </a:r>
            <a:endParaRPr sz="2400">
              <a:solidFill>
                <a:schemeClr val="dk1"/>
              </a:solidFill>
              <a:latin typeface="Times New Roman"/>
              <a:ea typeface="Times New Roman"/>
              <a:cs typeface="Times New Roman"/>
              <a:sym typeface="Times New Roman"/>
            </a:endParaRPr>
          </a:p>
          <a:p>
            <a:pPr indent="0" lvl="0" marL="354930" marR="518744" rtl="0" algn="l">
              <a:spcBef>
                <a:spcPts val="5"/>
              </a:spcBef>
              <a:spcAft>
                <a:spcPts val="0"/>
              </a:spcAft>
              <a:buNone/>
            </a:pPr>
            <a:r>
              <a:rPr lang="en-US" sz="2400">
                <a:solidFill>
                  <a:schemeClr val="dk1"/>
                </a:solidFill>
                <a:latin typeface="Noto Sans Symbols"/>
                <a:ea typeface="Noto Sans Symbols"/>
                <a:cs typeface="Noto Sans Symbols"/>
                <a:sym typeface="Noto Sans Symbols"/>
              </a:rPr>
              <a:t>🡺</a:t>
            </a:r>
            <a:r>
              <a:rPr lang="en-US" sz="2400">
                <a:solidFill>
                  <a:schemeClr val="dk1"/>
                </a:solidFill>
                <a:latin typeface="Times New Roman"/>
                <a:ea typeface="Times New Roman"/>
                <a:cs typeface="Times New Roman"/>
                <a:sym typeface="Times New Roman"/>
              </a:rPr>
              <a:t> Le résultat de ce traitement va être stocké dans la RAM pour  affichage ou, éventuellement, réutilisation ultérieure.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1" name="Shape 221"/>
        <p:cNvGrpSpPr/>
        <p:nvPr/>
      </p:nvGrpSpPr>
      <p:grpSpPr>
        <a:xfrm>
          <a:off x="0" y="0"/>
          <a:ext cx="0" cy="0"/>
          <a:chOff x="0" y="0"/>
          <a:chExt cx="0" cy="0"/>
        </a:xfrm>
      </p:grpSpPr>
      <p:sp>
        <p:nvSpPr>
          <p:cNvPr id="222" name="Google Shape;222;p8"/>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23" name="Google Shape;223;p8"/>
          <p:cNvSpPr txBox="1"/>
          <p:nvPr>
            <p:ph type="title"/>
          </p:nvPr>
        </p:nvSpPr>
        <p:spPr>
          <a:xfrm>
            <a:off x="2374900" y="425450"/>
            <a:ext cx="5351780" cy="574039"/>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Programmation vs utilisation</a:t>
            </a:r>
            <a:endParaRPr sz="3600">
              <a:solidFill>
                <a:srgbClr val="FF0000"/>
              </a:solidFill>
              <a:latin typeface="Arial"/>
              <a:ea typeface="Arial"/>
              <a:cs typeface="Arial"/>
              <a:sym typeface="Arial"/>
            </a:endParaRPr>
          </a:p>
        </p:txBody>
      </p:sp>
      <p:sp>
        <p:nvSpPr>
          <p:cNvPr id="224" name="Google Shape;224;p8"/>
          <p:cNvSpPr txBox="1"/>
          <p:nvPr/>
        </p:nvSpPr>
        <p:spPr>
          <a:xfrm>
            <a:off x="317500" y="1416050"/>
            <a:ext cx="10134600" cy="5309139"/>
          </a:xfrm>
          <a:prstGeom prst="rect">
            <a:avLst/>
          </a:prstGeom>
          <a:noFill/>
          <a:ln>
            <a:noFill/>
          </a:ln>
        </p:spPr>
        <p:txBody>
          <a:bodyPr anchorCtr="0" anchor="t" bIns="0" lIns="0" spcFirstLastPara="1" rIns="0" wrap="square" tIns="73650">
            <a:spAutoFit/>
          </a:bodyPr>
          <a:lstStyle/>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Il est tout à fait possible d'utiliser un ordinateur sans savoir le programmer.</a:t>
            </a:r>
            <a:endParaRPr sz="2400">
              <a:solidFill>
                <a:schemeClr val="dk1"/>
              </a:solidFill>
              <a:latin typeface="Times New Roman"/>
              <a:ea typeface="Times New Roman"/>
              <a:cs typeface="Times New Roman"/>
              <a:sym typeface="Times New Roman"/>
            </a:endParaRPr>
          </a:p>
          <a:p>
            <a:pPr indent="0" lvl="0" marL="354930" marR="5079" rtl="0" algn="l">
              <a:spcBef>
                <a:spcPts val="480"/>
              </a:spcBef>
              <a:spcAft>
                <a:spcPts val="0"/>
              </a:spcAft>
              <a:buNone/>
            </a:pPr>
            <a:r>
              <a:rPr lang="en-US" sz="2400">
                <a:solidFill>
                  <a:schemeClr val="dk1"/>
                </a:solidFill>
                <a:latin typeface="Times New Roman"/>
                <a:ea typeface="Times New Roman"/>
                <a:cs typeface="Times New Roman"/>
                <a:sym typeface="Times New Roman"/>
              </a:rPr>
              <a:t> L'utilisation, même de haut niveau, de l'ordinateur ne fait pas de vous un  informaticien pour autant !!</a:t>
            </a:r>
            <a:endParaRPr/>
          </a:p>
          <a:p>
            <a:pPr indent="0" lvl="0" marL="0" marR="0" rtl="0" algn="l">
              <a:spcBef>
                <a:spcPts val="21"/>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354930" marR="283183" rtl="0" algn="l">
              <a:spcBef>
                <a:spcPts val="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La programmation est une activité humaine qui demande du temps et des  compétences et qui coûte cher.</a:t>
            </a:r>
            <a:endParaRPr sz="2400">
              <a:solidFill>
                <a:schemeClr val="dk1"/>
              </a:solidFill>
              <a:latin typeface="Times New Roman"/>
              <a:ea typeface="Times New Roman"/>
              <a:cs typeface="Times New Roman"/>
              <a:sym typeface="Times New Roman"/>
            </a:endParaRPr>
          </a:p>
          <a:p>
            <a:pPr indent="0" lvl="0" marL="0" marR="0" rtl="0" algn="l">
              <a:spcBef>
                <a:spcPts val="21"/>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867" lvl="0" marL="354930" marR="245086" rtl="0" algn="l">
              <a:spcBef>
                <a:spcPts val="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On appelle "</a:t>
            </a:r>
            <a:r>
              <a:rPr b="1" lang="en-US" sz="2400" u="sng">
                <a:solidFill>
                  <a:srgbClr val="FF0000"/>
                </a:solidFill>
                <a:latin typeface="Times New Roman"/>
                <a:ea typeface="Times New Roman"/>
                <a:cs typeface="Times New Roman"/>
                <a:sym typeface="Times New Roman"/>
              </a:rPr>
              <a:t>informatique appliquée</a:t>
            </a:r>
            <a:r>
              <a:rPr lang="en-US" sz="2400">
                <a:solidFill>
                  <a:schemeClr val="dk1"/>
                </a:solidFill>
                <a:latin typeface="Times New Roman"/>
                <a:ea typeface="Times New Roman"/>
                <a:cs typeface="Times New Roman"/>
                <a:sym typeface="Times New Roman"/>
              </a:rPr>
              <a:t>" ou bureautique l'étude de logiciels  existants afin d'en faire le meilleur usage: traitement de texte, tableur,  dessin, multimédia, etc.</a:t>
            </a:r>
            <a:endParaRPr sz="2400">
              <a:solidFill>
                <a:schemeClr val="dk1"/>
              </a:solidFill>
              <a:latin typeface="Times New Roman"/>
              <a:ea typeface="Times New Roman"/>
              <a:cs typeface="Times New Roman"/>
              <a:sym typeface="Times New Roman"/>
            </a:endParaRPr>
          </a:p>
          <a:p>
            <a:pPr indent="0" lvl="0" marL="0" marR="0" rtl="0" algn="l">
              <a:spcBef>
                <a:spcPts val="25"/>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867" lvl="0" marL="354930" marR="299690" rtl="0" algn="l">
              <a:spcBef>
                <a:spcPts val="0"/>
              </a:spcBef>
              <a:spcAft>
                <a:spcPts val="0"/>
              </a:spcAft>
              <a:buClr>
                <a:srgbClr val="FF0000"/>
              </a:buClr>
              <a:buSzPts val="2400"/>
              <a:buFont typeface="Arial"/>
              <a:buChar char="•"/>
            </a:pPr>
            <a:r>
              <a:rPr b="1" lang="en-US" sz="2400" u="sng">
                <a:solidFill>
                  <a:srgbClr val="FF0000"/>
                </a:solidFill>
                <a:latin typeface="Times New Roman"/>
                <a:ea typeface="Times New Roman"/>
                <a:cs typeface="Times New Roman"/>
                <a:sym typeface="Times New Roman"/>
              </a:rPr>
              <a:t>L'informatique fondamentale </a:t>
            </a:r>
            <a:r>
              <a:rPr lang="en-US" sz="2400">
                <a:solidFill>
                  <a:schemeClr val="dk1"/>
                </a:solidFill>
                <a:latin typeface="Times New Roman"/>
                <a:ea typeface="Times New Roman"/>
                <a:cs typeface="Times New Roman"/>
                <a:sym typeface="Times New Roman"/>
              </a:rPr>
              <a:t>est l'ensemble des outils et des méthodes  qui permettent l'écriture de logiciels fiables, attractifs, performants et  adaptés aux problèmes à résoudre.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9" name="Shape 229"/>
        <p:cNvGrpSpPr/>
        <p:nvPr/>
      </p:nvGrpSpPr>
      <p:grpSpPr>
        <a:xfrm>
          <a:off x="0" y="0"/>
          <a:ext cx="0" cy="0"/>
          <a:chOff x="0" y="0"/>
          <a:chExt cx="0" cy="0"/>
        </a:xfrm>
      </p:grpSpPr>
      <p:sp>
        <p:nvSpPr>
          <p:cNvPr id="230" name="Google Shape;230;p9"/>
          <p:cNvSpPr/>
          <p:nvPr/>
        </p:nvSpPr>
        <p:spPr>
          <a:xfrm>
            <a:off x="1632082" y="1107948"/>
            <a:ext cx="7143115" cy="15240"/>
          </a:xfrm>
          <a:custGeom>
            <a:rect b="b" l="l" r="r" t="t"/>
            <a:pathLst>
              <a:path extrusionOk="0" h="15240" w="7143115">
                <a:moveTo>
                  <a:pt x="7142987" y="15239"/>
                </a:moveTo>
                <a:lnTo>
                  <a:pt x="7142987" y="1523"/>
                </a:lnTo>
                <a:lnTo>
                  <a:pt x="0" y="0"/>
                </a:lnTo>
                <a:lnTo>
                  <a:pt x="0" y="13715"/>
                </a:lnTo>
                <a:lnTo>
                  <a:pt x="7142987" y="15239"/>
                </a:lnTo>
                <a:close/>
              </a:path>
            </a:pathLst>
          </a:custGeom>
          <a:solidFill>
            <a:srgbClr val="4A7EB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1" name="Google Shape;231;p9"/>
          <p:cNvGrpSpPr/>
          <p:nvPr/>
        </p:nvGrpSpPr>
        <p:grpSpPr>
          <a:xfrm>
            <a:off x="3977520" y="1677925"/>
            <a:ext cx="2310765" cy="2100580"/>
            <a:chOff x="3977518" y="1677924"/>
            <a:chExt cx="2310765" cy="2100580"/>
          </a:xfrm>
        </p:grpSpPr>
        <p:sp>
          <p:nvSpPr>
            <p:cNvPr id="232" name="Google Shape;232;p9"/>
            <p:cNvSpPr/>
            <p:nvPr/>
          </p:nvSpPr>
          <p:spPr>
            <a:xfrm>
              <a:off x="3989710" y="1691640"/>
              <a:ext cx="2286000" cy="2086610"/>
            </a:xfrm>
            <a:custGeom>
              <a:rect b="b" l="l" r="r" t="t"/>
              <a:pathLst>
                <a:path extrusionOk="0" h="2086610" w="2286000">
                  <a:moveTo>
                    <a:pt x="0" y="0"/>
                  </a:moveTo>
                  <a:lnTo>
                    <a:pt x="0" y="2086356"/>
                  </a:lnTo>
                  <a:lnTo>
                    <a:pt x="2286000" y="2086356"/>
                  </a:lnTo>
                  <a:lnTo>
                    <a:pt x="2286000" y="0"/>
                  </a:lnTo>
                  <a:lnTo>
                    <a:pt x="0" y="0"/>
                  </a:lnTo>
                  <a:close/>
                </a:path>
              </a:pathLst>
            </a:custGeom>
            <a:solidFill>
              <a:srgbClr val="4F80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9"/>
            <p:cNvSpPr/>
            <p:nvPr/>
          </p:nvSpPr>
          <p:spPr>
            <a:xfrm>
              <a:off x="3977518" y="1677924"/>
              <a:ext cx="2310765" cy="2100580"/>
            </a:xfrm>
            <a:custGeom>
              <a:rect b="b" l="l" r="r" t="t"/>
              <a:pathLst>
                <a:path extrusionOk="0" h="2100579" w="2310765">
                  <a:moveTo>
                    <a:pt x="2310384" y="2100072"/>
                  </a:moveTo>
                  <a:lnTo>
                    <a:pt x="2310384" y="6096"/>
                  </a:lnTo>
                  <a:lnTo>
                    <a:pt x="2304288" y="0"/>
                  </a:lnTo>
                  <a:lnTo>
                    <a:pt x="4572" y="0"/>
                  </a:lnTo>
                  <a:lnTo>
                    <a:pt x="0" y="6096"/>
                  </a:lnTo>
                  <a:lnTo>
                    <a:pt x="0" y="2100072"/>
                  </a:lnTo>
                  <a:lnTo>
                    <a:pt x="12192" y="2100072"/>
                  </a:lnTo>
                  <a:lnTo>
                    <a:pt x="12192" y="25908"/>
                  </a:lnTo>
                  <a:lnTo>
                    <a:pt x="24384" y="13716"/>
                  </a:lnTo>
                  <a:lnTo>
                    <a:pt x="24384" y="25908"/>
                  </a:lnTo>
                  <a:lnTo>
                    <a:pt x="2286000" y="25908"/>
                  </a:lnTo>
                  <a:lnTo>
                    <a:pt x="2286000" y="13716"/>
                  </a:lnTo>
                  <a:lnTo>
                    <a:pt x="2298192" y="25908"/>
                  </a:lnTo>
                  <a:lnTo>
                    <a:pt x="2298192" y="2100072"/>
                  </a:lnTo>
                  <a:lnTo>
                    <a:pt x="2310384" y="2100072"/>
                  </a:lnTo>
                  <a:close/>
                </a:path>
                <a:path extrusionOk="0" h="2100579" w="2310765">
                  <a:moveTo>
                    <a:pt x="24384" y="25908"/>
                  </a:moveTo>
                  <a:lnTo>
                    <a:pt x="24384" y="13716"/>
                  </a:lnTo>
                  <a:lnTo>
                    <a:pt x="12192" y="25908"/>
                  </a:lnTo>
                  <a:lnTo>
                    <a:pt x="24384" y="25908"/>
                  </a:lnTo>
                  <a:close/>
                </a:path>
                <a:path extrusionOk="0" h="2100579" w="2310765">
                  <a:moveTo>
                    <a:pt x="24384" y="2100072"/>
                  </a:moveTo>
                  <a:lnTo>
                    <a:pt x="24384" y="25908"/>
                  </a:lnTo>
                  <a:lnTo>
                    <a:pt x="12192" y="25908"/>
                  </a:lnTo>
                  <a:lnTo>
                    <a:pt x="12192" y="2100072"/>
                  </a:lnTo>
                  <a:lnTo>
                    <a:pt x="24384" y="2100072"/>
                  </a:lnTo>
                  <a:close/>
                </a:path>
                <a:path extrusionOk="0" h="2100579" w="2310765">
                  <a:moveTo>
                    <a:pt x="2298192" y="25908"/>
                  </a:moveTo>
                  <a:lnTo>
                    <a:pt x="2286000" y="13716"/>
                  </a:lnTo>
                  <a:lnTo>
                    <a:pt x="2286000" y="25908"/>
                  </a:lnTo>
                  <a:lnTo>
                    <a:pt x="2298192" y="25908"/>
                  </a:lnTo>
                  <a:close/>
                </a:path>
                <a:path extrusionOk="0" h="2100579" w="2310765">
                  <a:moveTo>
                    <a:pt x="2298192" y="2100072"/>
                  </a:moveTo>
                  <a:lnTo>
                    <a:pt x="2298192" y="25908"/>
                  </a:lnTo>
                  <a:lnTo>
                    <a:pt x="2286000" y="25908"/>
                  </a:lnTo>
                  <a:lnTo>
                    <a:pt x="2286000" y="2100072"/>
                  </a:lnTo>
                  <a:lnTo>
                    <a:pt x="2298192" y="2100072"/>
                  </a:lnTo>
                  <a:close/>
                </a:path>
              </a:pathLst>
            </a:custGeom>
            <a:solidFill>
              <a:srgbClr val="385D8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9"/>
          <p:cNvSpPr/>
          <p:nvPr/>
        </p:nvSpPr>
        <p:spPr>
          <a:xfrm>
            <a:off x="1686947" y="2186940"/>
            <a:ext cx="390525" cy="1591310"/>
          </a:xfrm>
          <a:custGeom>
            <a:rect b="b" l="l" r="r" t="t"/>
            <a:pathLst>
              <a:path extrusionOk="0" h="1591310" w="390525">
                <a:moveTo>
                  <a:pt x="390144" y="1591056"/>
                </a:moveTo>
                <a:lnTo>
                  <a:pt x="390144" y="0"/>
                </a:lnTo>
                <a:lnTo>
                  <a:pt x="0" y="0"/>
                </a:lnTo>
                <a:lnTo>
                  <a:pt x="0" y="1591056"/>
                </a:lnTo>
                <a:lnTo>
                  <a:pt x="7620" y="1591056"/>
                </a:lnTo>
                <a:lnTo>
                  <a:pt x="7620" y="12192"/>
                </a:lnTo>
                <a:lnTo>
                  <a:pt x="13716" y="6096"/>
                </a:lnTo>
                <a:lnTo>
                  <a:pt x="13716" y="12192"/>
                </a:lnTo>
                <a:lnTo>
                  <a:pt x="376428" y="12192"/>
                </a:lnTo>
                <a:lnTo>
                  <a:pt x="376428" y="6096"/>
                </a:lnTo>
                <a:lnTo>
                  <a:pt x="382524" y="12192"/>
                </a:lnTo>
                <a:lnTo>
                  <a:pt x="382524" y="1591056"/>
                </a:lnTo>
                <a:lnTo>
                  <a:pt x="390144" y="1591056"/>
                </a:lnTo>
                <a:close/>
              </a:path>
              <a:path extrusionOk="0" h="1591310" w="390525">
                <a:moveTo>
                  <a:pt x="13716" y="12192"/>
                </a:moveTo>
                <a:lnTo>
                  <a:pt x="13716" y="6096"/>
                </a:lnTo>
                <a:lnTo>
                  <a:pt x="7620" y="12192"/>
                </a:lnTo>
                <a:lnTo>
                  <a:pt x="13716" y="12192"/>
                </a:lnTo>
                <a:close/>
              </a:path>
              <a:path extrusionOk="0" h="1591310" w="390525">
                <a:moveTo>
                  <a:pt x="13716" y="1591056"/>
                </a:moveTo>
                <a:lnTo>
                  <a:pt x="13716" y="12192"/>
                </a:lnTo>
                <a:lnTo>
                  <a:pt x="7620" y="12192"/>
                </a:lnTo>
                <a:lnTo>
                  <a:pt x="7620" y="1591056"/>
                </a:lnTo>
                <a:lnTo>
                  <a:pt x="13716" y="1591056"/>
                </a:lnTo>
                <a:close/>
              </a:path>
              <a:path extrusionOk="0" h="1591310" w="390525">
                <a:moveTo>
                  <a:pt x="382524" y="12192"/>
                </a:moveTo>
                <a:lnTo>
                  <a:pt x="376428" y="6096"/>
                </a:lnTo>
                <a:lnTo>
                  <a:pt x="376428" y="12192"/>
                </a:lnTo>
                <a:lnTo>
                  <a:pt x="382524" y="12192"/>
                </a:lnTo>
                <a:close/>
              </a:path>
              <a:path extrusionOk="0" h="1591310" w="390525">
                <a:moveTo>
                  <a:pt x="382524" y="1591056"/>
                </a:moveTo>
                <a:lnTo>
                  <a:pt x="382524" y="12192"/>
                </a:lnTo>
                <a:lnTo>
                  <a:pt x="376428" y="12192"/>
                </a:lnTo>
                <a:lnTo>
                  <a:pt x="376428" y="1591056"/>
                </a:lnTo>
                <a:lnTo>
                  <a:pt x="382524" y="1591056"/>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9"/>
          <p:cNvSpPr txBox="1"/>
          <p:nvPr/>
        </p:nvSpPr>
        <p:spPr>
          <a:xfrm rot="5400000">
            <a:off x="1158829" y="2934551"/>
            <a:ext cx="1419860" cy="243656"/>
          </a:xfrm>
          <a:prstGeom prst="rect">
            <a:avLst/>
          </a:prstGeom>
          <a:noFill/>
          <a:ln>
            <a:noFill/>
          </a:ln>
        </p:spPr>
        <p:txBody>
          <a:bodyPr anchorCtr="0" anchor="t" bIns="0" lIns="0" spcFirstLastPara="1" rIns="0" wrap="square" tIns="0">
            <a:spAutoFit/>
          </a:bodyPr>
          <a:lstStyle/>
          <a:p>
            <a:pPr indent="0" lvl="0" marL="12698" marR="0" rtl="0" algn="l">
              <a:lnSpc>
                <a:spcPct val="102777"/>
              </a:lnSpc>
              <a:spcBef>
                <a:spcPts val="0"/>
              </a:spcBef>
              <a:spcAft>
                <a:spcPts val="0"/>
              </a:spcAft>
              <a:buNone/>
            </a:pPr>
            <a:r>
              <a:rPr lang="en-US" sz="1800">
                <a:solidFill>
                  <a:schemeClr val="dk1"/>
                </a:solidFill>
                <a:latin typeface="Arial"/>
                <a:ea typeface="Arial"/>
                <a:cs typeface="Arial"/>
                <a:sym typeface="Arial"/>
              </a:rPr>
              <a:t>Programmeur</a:t>
            </a:r>
            <a:endParaRPr/>
          </a:p>
        </p:txBody>
      </p:sp>
      <p:grpSp>
        <p:nvGrpSpPr>
          <p:cNvPr id="236" name="Google Shape;236;p9"/>
          <p:cNvGrpSpPr/>
          <p:nvPr/>
        </p:nvGrpSpPr>
        <p:grpSpPr>
          <a:xfrm>
            <a:off x="4334135" y="2452117"/>
            <a:ext cx="1668780" cy="417830"/>
            <a:chOff x="4334134" y="2452116"/>
            <a:chExt cx="1668780" cy="417830"/>
          </a:xfrm>
        </p:grpSpPr>
        <p:sp>
          <p:nvSpPr>
            <p:cNvPr id="237" name="Google Shape;237;p9"/>
            <p:cNvSpPr/>
            <p:nvPr/>
          </p:nvSpPr>
          <p:spPr>
            <a:xfrm>
              <a:off x="4346326" y="2464307"/>
              <a:ext cx="1643380" cy="391795"/>
            </a:xfrm>
            <a:custGeom>
              <a:rect b="b" l="l" r="r" t="t"/>
              <a:pathLst>
                <a:path extrusionOk="0" h="391794" w="1643379">
                  <a:moveTo>
                    <a:pt x="1642871" y="391667"/>
                  </a:moveTo>
                  <a:lnTo>
                    <a:pt x="1642871" y="0"/>
                  </a:lnTo>
                  <a:lnTo>
                    <a:pt x="0" y="0"/>
                  </a:lnTo>
                  <a:lnTo>
                    <a:pt x="0" y="391667"/>
                  </a:lnTo>
                  <a:lnTo>
                    <a:pt x="1642871" y="391667"/>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9"/>
            <p:cNvSpPr/>
            <p:nvPr/>
          </p:nvSpPr>
          <p:spPr>
            <a:xfrm>
              <a:off x="4334134" y="2452116"/>
              <a:ext cx="1668780" cy="417830"/>
            </a:xfrm>
            <a:custGeom>
              <a:rect b="b" l="l" r="r" t="t"/>
              <a:pathLst>
                <a:path extrusionOk="0" h="417830" w="1668779">
                  <a:moveTo>
                    <a:pt x="1668780" y="411480"/>
                  </a:moveTo>
                  <a:lnTo>
                    <a:pt x="1668780" y="4572"/>
                  </a:lnTo>
                  <a:lnTo>
                    <a:pt x="1662684" y="0"/>
                  </a:lnTo>
                  <a:lnTo>
                    <a:pt x="6096" y="0"/>
                  </a:lnTo>
                  <a:lnTo>
                    <a:pt x="0" y="4572"/>
                  </a:lnTo>
                  <a:lnTo>
                    <a:pt x="0" y="411480"/>
                  </a:lnTo>
                  <a:lnTo>
                    <a:pt x="6096" y="417576"/>
                  </a:lnTo>
                  <a:lnTo>
                    <a:pt x="12192" y="417576"/>
                  </a:lnTo>
                  <a:lnTo>
                    <a:pt x="12192" y="24384"/>
                  </a:lnTo>
                  <a:lnTo>
                    <a:pt x="25908" y="12192"/>
                  </a:lnTo>
                  <a:lnTo>
                    <a:pt x="25908" y="24384"/>
                  </a:lnTo>
                  <a:lnTo>
                    <a:pt x="1642872" y="24384"/>
                  </a:lnTo>
                  <a:lnTo>
                    <a:pt x="1642872" y="12192"/>
                  </a:lnTo>
                  <a:lnTo>
                    <a:pt x="1655064" y="24384"/>
                  </a:lnTo>
                  <a:lnTo>
                    <a:pt x="1655064" y="417576"/>
                  </a:lnTo>
                  <a:lnTo>
                    <a:pt x="1662684" y="417576"/>
                  </a:lnTo>
                  <a:lnTo>
                    <a:pt x="1668780" y="411480"/>
                  </a:lnTo>
                  <a:close/>
                </a:path>
                <a:path extrusionOk="0" h="417830" w="1668779">
                  <a:moveTo>
                    <a:pt x="25908" y="24384"/>
                  </a:moveTo>
                  <a:lnTo>
                    <a:pt x="25908" y="12192"/>
                  </a:lnTo>
                  <a:lnTo>
                    <a:pt x="12192" y="24384"/>
                  </a:lnTo>
                  <a:lnTo>
                    <a:pt x="25908" y="24384"/>
                  </a:lnTo>
                  <a:close/>
                </a:path>
                <a:path extrusionOk="0" h="417830" w="1668779">
                  <a:moveTo>
                    <a:pt x="25908" y="391668"/>
                  </a:moveTo>
                  <a:lnTo>
                    <a:pt x="25908" y="24384"/>
                  </a:lnTo>
                  <a:lnTo>
                    <a:pt x="12192" y="24384"/>
                  </a:lnTo>
                  <a:lnTo>
                    <a:pt x="12192" y="391668"/>
                  </a:lnTo>
                  <a:lnTo>
                    <a:pt x="25908" y="391668"/>
                  </a:lnTo>
                  <a:close/>
                </a:path>
                <a:path extrusionOk="0" h="417830" w="1668779">
                  <a:moveTo>
                    <a:pt x="1655064" y="391668"/>
                  </a:moveTo>
                  <a:lnTo>
                    <a:pt x="12192" y="391668"/>
                  </a:lnTo>
                  <a:lnTo>
                    <a:pt x="25908" y="403860"/>
                  </a:lnTo>
                  <a:lnTo>
                    <a:pt x="25908" y="417576"/>
                  </a:lnTo>
                  <a:lnTo>
                    <a:pt x="1642872" y="417576"/>
                  </a:lnTo>
                  <a:lnTo>
                    <a:pt x="1642872" y="403860"/>
                  </a:lnTo>
                  <a:lnTo>
                    <a:pt x="1655064" y="391668"/>
                  </a:lnTo>
                  <a:close/>
                </a:path>
                <a:path extrusionOk="0" h="417830" w="1668779">
                  <a:moveTo>
                    <a:pt x="25908" y="417576"/>
                  </a:moveTo>
                  <a:lnTo>
                    <a:pt x="25908" y="403860"/>
                  </a:lnTo>
                  <a:lnTo>
                    <a:pt x="12192" y="391668"/>
                  </a:lnTo>
                  <a:lnTo>
                    <a:pt x="12192" y="417576"/>
                  </a:lnTo>
                  <a:lnTo>
                    <a:pt x="25908" y="417576"/>
                  </a:lnTo>
                  <a:close/>
                </a:path>
                <a:path extrusionOk="0" h="417830" w="1668779">
                  <a:moveTo>
                    <a:pt x="1655064" y="24384"/>
                  </a:moveTo>
                  <a:lnTo>
                    <a:pt x="1642872" y="12192"/>
                  </a:lnTo>
                  <a:lnTo>
                    <a:pt x="1642872" y="24384"/>
                  </a:lnTo>
                  <a:lnTo>
                    <a:pt x="1655064" y="24384"/>
                  </a:lnTo>
                  <a:close/>
                </a:path>
                <a:path extrusionOk="0" h="417830" w="1668779">
                  <a:moveTo>
                    <a:pt x="1655064" y="391668"/>
                  </a:moveTo>
                  <a:lnTo>
                    <a:pt x="1655064" y="24384"/>
                  </a:lnTo>
                  <a:lnTo>
                    <a:pt x="1642872" y="24384"/>
                  </a:lnTo>
                  <a:lnTo>
                    <a:pt x="1642872" y="391668"/>
                  </a:lnTo>
                  <a:lnTo>
                    <a:pt x="1655064" y="391668"/>
                  </a:lnTo>
                  <a:close/>
                </a:path>
                <a:path extrusionOk="0" h="417830" w="1668779">
                  <a:moveTo>
                    <a:pt x="1655064" y="417576"/>
                  </a:moveTo>
                  <a:lnTo>
                    <a:pt x="1655064" y="391668"/>
                  </a:lnTo>
                  <a:lnTo>
                    <a:pt x="1642872" y="403860"/>
                  </a:lnTo>
                  <a:lnTo>
                    <a:pt x="1642872" y="417576"/>
                  </a:lnTo>
                  <a:lnTo>
                    <a:pt x="1655064" y="417576"/>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9" name="Google Shape;239;p9"/>
          <p:cNvSpPr txBox="1"/>
          <p:nvPr/>
        </p:nvSpPr>
        <p:spPr>
          <a:xfrm>
            <a:off x="4346324" y="2464307"/>
            <a:ext cx="1643381" cy="307774"/>
          </a:xfrm>
          <a:prstGeom prst="rect">
            <a:avLst/>
          </a:prstGeom>
          <a:noFill/>
          <a:ln>
            <a:noFill/>
          </a:ln>
        </p:spPr>
        <p:txBody>
          <a:bodyPr anchorCtr="0" anchor="t" bIns="0" lIns="0" spcFirstLastPara="1" rIns="0" wrap="square" tIns="30475">
            <a:spAutoFit/>
          </a:bodyPr>
          <a:lstStyle/>
          <a:p>
            <a:pPr indent="0" lvl="0" marL="233022" marR="0" rtl="0" algn="l">
              <a:spcBef>
                <a:spcPts val="0"/>
              </a:spcBef>
              <a:spcAft>
                <a:spcPts val="0"/>
              </a:spcAft>
              <a:buNone/>
            </a:pPr>
            <a:r>
              <a:rPr lang="en-US" sz="1800">
                <a:solidFill>
                  <a:schemeClr val="dk1"/>
                </a:solidFill>
                <a:latin typeface="Arial"/>
                <a:ea typeface="Arial"/>
                <a:cs typeface="Arial"/>
                <a:sym typeface="Arial"/>
              </a:rPr>
              <a:t>Programmes</a:t>
            </a:r>
            <a:endParaRPr sz="1800">
              <a:solidFill>
                <a:schemeClr val="dk1"/>
              </a:solidFill>
              <a:latin typeface="Arial"/>
              <a:ea typeface="Arial"/>
              <a:cs typeface="Arial"/>
              <a:sym typeface="Arial"/>
            </a:endParaRPr>
          </a:p>
        </p:txBody>
      </p:sp>
      <p:sp>
        <p:nvSpPr>
          <p:cNvPr id="240" name="Google Shape;240;p9"/>
          <p:cNvSpPr txBox="1"/>
          <p:nvPr/>
        </p:nvSpPr>
        <p:spPr>
          <a:xfrm>
            <a:off x="3989709" y="1691639"/>
            <a:ext cx="2286000" cy="387274"/>
          </a:xfrm>
          <a:prstGeom prst="rect">
            <a:avLst/>
          </a:prstGeom>
          <a:solidFill>
            <a:srgbClr val="4F80BC"/>
          </a:solidFill>
          <a:ln>
            <a:noFill/>
          </a:ln>
        </p:spPr>
        <p:txBody>
          <a:bodyPr anchorCtr="0" anchor="t" bIns="0" lIns="0" spcFirstLastPara="1" rIns="0" wrap="square" tIns="109200">
            <a:spAutoFit/>
          </a:bodyPr>
          <a:lstStyle/>
          <a:p>
            <a:pPr indent="0" lvl="0" marL="607636" marR="0" rtl="0" algn="l">
              <a:spcBef>
                <a:spcPts val="0"/>
              </a:spcBef>
              <a:spcAft>
                <a:spcPts val="0"/>
              </a:spcAft>
              <a:buNone/>
            </a:pPr>
            <a:r>
              <a:rPr lang="en-US" sz="1800">
                <a:solidFill>
                  <a:schemeClr val="dk1"/>
                </a:solidFill>
                <a:latin typeface="Arial"/>
                <a:ea typeface="Arial"/>
                <a:cs typeface="Arial"/>
                <a:sym typeface="Arial"/>
              </a:rPr>
              <a:t>Ordinateur</a:t>
            </a:r>
            <a:endParaRPr sz="1800">
              <a:solidFill>
                <a:schemeClr val="dk1"/>
              </a:solidFill>
              <a:latin typeface="Arial"/>
              <a:ea typeface="Arial"/>
              <a:cs typeface="Arial"/>
              <a:sym typeface="Arial"/>
            </a:endParaRPr>
          </a:p>
        </p:txBody>
      </p:sp>
      <p:sp>
        <p:nvSpPr>
          <p:cNvPr id="241" name="Google Shape;241;p9"/>
          <p:cNvSpPr/>
          <p:nvPr/>
        </p:nvSpPr>
        <p:spPr>
          <a:xfrm>
            <a:off x="7973447" y="2353056"/>
            <a:ext cx="390525" cy="1399540"/>
          </a:xfrm>
          <a:custGeom>
            <a:rect b="b" l="l" r="r" t="t"/>
            <a:pathLst>
              <a:path extrusionOk="0" h="1399539" w="390525">
                <a:moveTo>
                  <a:pt x="390144" y="1399032"/>
                </a:moveTo>
                <a:lnTo>
                  <a:pt x="390144" y="0"/>
                </a:lnTo>
                <a:lnTo>
                  <a:pt x="0" y="0"/>
                </a:lnTo>
                <a:lnTo>
                  <a:pt x="0" y="1399032"/>
                </a:lnTo>
                <a:lnTo>
                  <a:pt x="7620" y="1399032"/>
                </a:lnTo>
                <a:lnTo>
                  <a:pt x="7620" y="12192"/>
                </a:lnTo>
                <a:lnTo>
                  <a:pt x="13716" y="6096"/>
                </a:lnTo>
                <a:lnTo>
                  <a:pt x="13716" y="12192"/>
                </a:lnTo>
                <a:lnTo>
                  <a:pt x="376428" y="12192"/>
                </a:lnTo>
                <a:lnTo>
                  <a:pt x="376428" y="6096"/>
                </a:lnTo>
                <a:lnTo>
                  <a:pt x="382524" y="12192"/>
                </a:lnTo>
                <a:lnTo>
                  <a:pt x="382524" y="1399032"/>
                </a:lnTo>
                <a:lnTo>
                  <a:pt x="390144" y="1399032"/>
                </a:lnTo>
                <a:close/>
              </a:path>
              <a:path extrusionOk="0" h="1399539" w="390525">
                <a:moveTo>
                  <a:pt x="13716" y="12192"/>
                </a:moveTo>
                <a:lnTo>
                  <a:pt x="13716" y="6096"/>
                </a:lnTo>
                <a:lnTo>
                  <a:pt x="7620" y="12192"/>
                </a:lnTo>
                <a:lnTo>
                  <a:pt x="13716" y="12192"/>
                </a:lnTo>
                <a:close/>
              </a:path>
              <a:path extrusionOk="0" h="1399539" w="390525">
                <a:moveTo>
                  <a:pt x="13716" y="1385316"/>
                </a:moveTo>
                <a:lnTo>
                  <a:pt x="13716" y="12192"/>
                </a:lnTo>
                <a:lnTo>
                  <a:pt x="7620" y="12192"/>
                </a:lnTo>
                <a:lnTo>
                  <a:pt x="7620" y="1385316"/>
                </a:lnTo>
                <a:lnTo>
                  <a:pt x="13716" y="1385316"/>
                </a:lnTo>
                <a:close/>
              </a:path>
              <a:path extrusionOk="0" h="1399539" w="390525">
                <a:moveTo>
                  <a:pt x="382524" y="1385316"/>
                </a:moveTo>
                <a:lnTo>
                  <a:pt x="7620" y="1385316"/>
                </a:lnTo>
                <a:lnTo>
                  <a:pt x="13716" y="1392936"/>
                </a:lnTo>
                <a:lnTo>
                  <a:pt x="13716" y="1399032"/>
                </a:lnTo>
                <a:lnTo>
                  <a:pt x="376428" y="1399032"/>
                </a:lnTo>
                <a:lnTo>
                  <a:pt x="376428" y="1392936"/>
                </a:lnTo>
                <a:lnTo>
                  <a:pt x="382524" y="1385316"/>
                </a:lnTo>
                <a:close/>
              </a:path>
              <a:path extrusionOk="0" h="1399539" w="390525">
                <a:moveTo>
                  <a:pt x="13716" y="1399032"/>
                </a:moveTo>
                <a:lnTo>
                  <a:pt x="13716" y="1392936"/>
                </a:lnTo>
                <a:lnTo>
                  <a:pt x="7620" y="1385316"/>
                </a:lnTo>
                <a:lnTo>
                  <a:pt x="7620" y="1399032"/>
                </a:lnTo>
                <a:lnTo>
                  <a:pt x="13716" y="1399032"/>
                </a:lnTo>
                <a:close/>
              </a:path>
              <a:path extrusionOk="0" h="1399539" w="390525">
                <a:moveTo>
                  <a:pt x="382524" y="12192"/>
                </a:moveTo>
                <a:lnTo>
                  <a:pt x="376428" y="6096"/>
                </a:lnTo>
                <a:lnTo>
                  <a:pt x="376428" y="12192"/>
                </a:lnTo>
                <a:lnTo>
                  <a:pt x="382524" y="12192"/>
                </a:lnTo>
                <a:close/>
              </a:path>
              <a:path extrusionOk="0" h="1399539" w="390525">
                <a:moveTo>
                  <a:pt x="382524" y="1385316"/>
                </a:moveTo>
                <a:lnTo>
                  <a:pt x="382524" y="12192"/>
                </a:lnTo>
                <a:lnTo>
                  <a:pt x="376428" y="12192"/>
                </a:lnTo>
                <a:lnTo>
                  <a:pt x="376428" y="1385316"/>
                </a:lnTo>
                <a:lnTo>
                  <a:pt x="382524" y="1385316"/>
                </a:lnTo>
                <a:close/>
              </a:path>
              <a:path extrusionOk="0" h="1399539" w="390525">
                <a:moveTo>
                  <a:pt x="382524" y="1399032"/>
                </a:moveTo>
                <a:lnTo>
                  <a:pt x="382524" y="1385316"/>
                </a:lnTo>
                <a:lnTo>
                  <a:pt x="376428" y="1392936"/>
                </a:lnTo>
                <a:lnTo>
                  <a:pt x="376428" y="1399032"/>
                </a:lnTo>
                <a:lnTo>
                  <a:pt x="382524" y="139903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9"/>
          <p:cNvSpPr txBox="1"/>
          <p:nvPr/>
        </p:nvSpPr>
        <p:spPr>
          <a:xfrm rot="5400000">
            <a:off x="7635826" y="2929981"/>
            <a:ext cx="1038860" cy="243656"/>
          </a:xfrm>
          <a:prstGeom prst="rect">
            <a:avLst/>
          </a:prstGeom>
          <a:noFill/>
          <a:ln>
            <a:noFill/>
          </a:ln>
        </p:spPr>
        <p:txBody>
          <a:bodyPr anchorCtr="0" anchor="t" bIns="0" lIns="0" spcFirstLastPara="1" rIns="0" wrap="square" tIns="0">
            <a:spAutoFit/>
          </a:bodyPr>
          <a:lstStyle/>
          <a:p>
            <a:pPr indent="0" lvl="0" marL="12698" marR="0" rtl="0" algn="l">
              <a:lnSpc>
                <a:spcPct val="102777"/>
              </a:lnSpc>
              <a:spcBef>
                <a:spcPts val="0"/>
              </a:spcBef>
              <a:spcAft>
                <a:spcPts val="0"/>
              </a:spcAft>
              <a:buNone/>
            </a:pPr>
            <a:r>
              <a:rPr lang="en-US" sz="1800">
                <a:solidFill>
                  <a:schemeClr val="dk1"/>
                </a:solidFill>
                <a:latin typeface="Arial"/>
                <a:ea typeface="Arial"/>
                <a:cs typeface="Arial"/>
                <a:sym typeface="Arial"/>
              </a:rPr>
              <a:t>Utilisateur</a:t>
            </a:r>
            <a:endParaRPr/>
          </a:p>
        </p:txBody>
      </p:sp>
      <p:grpSp>
        <p:nvGrpSpPr>
          <p:cNvPr id="243" name="Google Shape;243;p9"/>
          <p:cNvGrpSpPr/>
          <p:nvPr/>
        </p:nvGrpSpPr>
        <p:grpSpPr>
          <a:xfrm>
            <a:off x="4334135" y="3380233"/>
            <a:ext cx="1668780" cy="398272"/>
            <a:chOff x="4334134" y="3380232"/>
            <a:chExt cx="1668780" cy="398272"/>
          </a:xfrm>
        </p:grpSpPr>
        <p:sp>
          <p:nvSpPr>
            <p:cNvPr id="244" name="Google Shape;244;p9"/>
            <p:cNvSpPr/>
            <p:nvPr/>
          </p:nvSpPr>
          <p:spPr>
            <a:xfrm>
              <a:off x="4346326" y="3392424"/>
              <a:ext cx="1643380" cy="386080"/>
            </a:xfrm>
            <a:custGeom>
              <a:rect b="b" l="l" r="r" t="t"/>
              <a:pathLst>
                <a:path extrusionOk="0" h="386079" w="1643379">
                  <a:moveTo>
                    <a:pt x="0" y="0"/>
                  </a:moveTo>
                  <a:lnTo>
                    <a:pt x="0" y="385572"/>
                  </a:lnTo>
                  <a:lnTo>
                    <a:pt x="1642872" y="385572"/>
                  </a:lnTo>
                  <a:lnTo>
                    <a:pt x="1642872"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9"/>
            <p:cNvSpPr/>
            <p:nvPr/>
          </p:nvSpPr>
          <p:spPr>
            <a:xfrm>
              <a:off x="4334134" y="3380232"/>
              <a:ext cx="1668780" cy="398145"/>
            </a:xfrm>
            <a:custGeom>
              <a:rect b="b" l="l" r="r" t="t"/>
              <a:pathLst>
                <a:path extrusionOk="0" h="398145" w="1668779">
                  <a:moveTo>
                    <a:pt x="1668780" y="397764"/>
                  </a:moveTo>
                  <a:lnTo>
                    <a:pt x="1668780" y="6096"/>
                  </a:lnTo>
                  <a:lnTo>
                    <a:pt x="1662684" y="0"/>
                  </a:lnTo>
                  <a:lnTo>
                    <a:pt x="6096" y="0"/>
                  </a:lnTo>
                  <a:lnTo>
                    <a:pt x="0" y="6096"/>
                  </a:lnTo>
                  <a:lnTo>
                    <a:pt x="0" y="397764"/>
                  </a:lnTo>
                  <a:lnTo>
                    <a:pt x="12192" y="397764"/>
                  </a:lnTo>
                  <a:lnTo>
                    <a:pt x="12192" y="25908"/>
                  </a:lnTo>
                  <a:lnTo>
                    <a:pt x="25908" y="12192"/>
                  </a:lnTo>
                  <a:lnTo>
                    <a:pt x="25908" y="25908"/>
                  </a:lnTo>
                  <a:lnTo>
                    <a:pt x="1642872" y="25908"/>
                  </a:lnTo>
                  <a:lnTo>
                    <a:pt x="1642872" y="12192"/>
                  </a:lnTo>
                  <a:lnTo>
                    <a:pt x="1655064" y="25908"/>
                  </a:lnTo>
                  <a:lnTo>
                    <a:pt x="1655064" y="397764"/>
                  </a:lnTo>
                  <a:lnTo>
                    <a:pt x="1668780" y="397764"/>
                  </a:lnTo>
                  <a:close/>
                </a:path>
                <a:path extrusionOk="0" h="398145" w="1668779">
                  <a:moveTo>
                    <a:pt x="25908" y="25908"/>
                  </a:moveTo>
                  <a:lnTo>
                    <a:pt x="25908" y="12192"/>
                  </a:lnTo>
                  <a:lnTo>
                    <a:pt x="12192" y="25908"/>
                  </a:lnTo>
                  <a:lnTo>
                    <a:pt x="25908" y="25908"/>
                  </a:lnTo>
                  <a:close/>
                </a:path>
                <a:path extrusionOk="0" h="398145" w="1668779">
                  <a:moveTo>
                    <a:pt x="25908" y="391668"/>
                  </a:moveTo>
                  <a:lnTo>
                    <a:pt x="25908" y="25908"/>
                  </a:lnTo>
                  <a:lnTo>
                    <a:pt x="12192" y="25908"/>
                  </a:lnTo>
                  <a:lnTo>
                    <a:pt x="12192" y="391668"/>
                  </a:lnTo>
                  <a:lnTo>
                    <a:pt x="25908" y="391668"/>
                  </a:lnTo>
                  <a:close/>
                </a:path>
                <a:path extrusionOk="0" h="398145" w="1668779">
                  <a:moveTo>
                    <a:pt x="1655064" y="391668"/>
                  </a:moveTo>
                  <a:lnTo>
                    <a:pt x="12192" y="391668"/>
                  </a:lnTo>
                  <a:lnTo>
                    <a:pt x="18288" y="397764"/>
                  </a:lnTo>
                  <a:lnTo>
                    <a:pt x="1649645" y="397764"/>
                  </a:lnTo>
                  <a:lnTo>
                    <a:pt x="1655064" y="391668"/>
                  </a:lnTo>
                  <a:close/>
                </a:path>
                <a:path extrusionOk="0" h="398145" w="1668779">
                  <a:moveTo>
                    <a:pt x="18288" y="397764"/>
                  </a:moveTo>
                  <a:lnTo>
                    <a:pt x="12192" y="391668"/>
                  </a:lnTo>
                  <a:lnTo>
                    <a:pt x="12192" y="397764"/>
                  </a:lnTo>
                  <a:lnTo>
                    <a:pt x="18288" y="397764"/>
                  </a:lnTo>
                  <a:close/>
                </a:path>
                <a:path extrusionOk="0" h="398145" w="1668779">
                  <a:moveTo>
                    <a:pt x="1655064" y="25908"/>
                  </a:moveTo>
                  <a:lnTo>
                    <a:pt x="1642872" y="12192"/>
                  </a:lnTo>
                  <a:lnTo>
                    <a:pt x="1642872" y="25908"/>
                  </a:lnTo>
                  <a:lnTo>
                    <a:pt x="1655064" y="25908"/>
                  </a:lnTo>
                  <a:close/>
                </a:path>
                <a:path extrusionOk="0" h="398145" w="1668779">
                  <a:moveTo>
                    <a:pt x="1655064" y="391668"/>
                  </a:moveTo>
                  <a:lnTo>
                    <a:pt x="1655064" y="25908"/>
                  </a:lnTo>
                  <a:lnTo>
                    <a:pt x="1642872" y="25908"/>
                  </a:lnTo>
                  <a:lnTo>
                    <a:pt x="1642872" y="391668"/>
                  </a:lnTo>
                  <a:lnTo>
                    <a:pt x="1655064" y="391668"/>
                  </a:lnTo>
                  <a:close/>
                </a:path>
                <a:path extrusionOk="0" h="398145" w="1668779">
                  <a:moveTo>
                    <a:pt x="1655064" y="397764"/>
                  </a:moveTo>
                  <a:lnTo>
                    <a:pt x="1655064" y="391668"/>
                  </a:lnTo>
                  <a:lnTo>
                    <a:pt x="1649645" y="397764"/>
                  </a:lnTo>
                  <a:lnTo>
                    <a:pt x="1655064" y="39776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9"/>
          <p:cNvSpPr txBox="1"/>
          <p:nvPr/>
        </p:nvSpPr>
        <p:spPr>
          <a:xfrm>
            <a:off x="4346325" y="3410202"/>
            <a:ext cx="1643381" cy="289821"/>
          </a:xfrm>
          <a:prstGeom prst="rect">
            <a:avLst/>
          </a:prstGeom>
          <a:noFill/>
          <a:ln>
            <a:noFill/>
          </a:ln>
        </p:spPr>
        <p:txBody>
          <a:bodyPr anchorCtr="0" anchor="t" bIns="0" lIns="0" spcFirstLastPara="1" rIns="0" wrap="square" tIns="12675">
            <a:spAutoFit/>
          </a:bodyPr>
          <a:lstStyle/>
          <a:p>
            <a:pPr indent="0" lvl="0" marL="411440" marR="0" rtl="0" algn="l">
              <a:spcBef>
                <a:spcPts val="0"/>
              </a:spcBef>
              <a:spcAft>
                <a:spcPts val="0"/>
              </a:spcAft>
              <a:buNone/>
            </a:pPr>
            <a:r>
              <a:rPr lang="en-US" sz="1800">
                <a:solidFill>
                  <a:schemeClr val="dk1"/>
                </a:solidFill>
                <a:latin typeface="Arial"/>
                <a:ea typeface="Arial"/>
                <a:cs typeface="Arial"/>
                <a:sym typeface="Arial"/>
              </a:rPr>
              <a:t>Données</a:t>
            </a:r>
            <a:endParaRPr sz="1800">
              <a:solidFill>
                <a:schemeClr val="dk1"/>
              </a:solidFill>
              <a:latin typeface="Arial"/>
              <a:ea typeface="Arial"/>
              <a:cs typeface="Arial"/>
              <a:sym typeface="Arial"/>
            </a:endParaRPr>
          </a:p>
        </p:txBody>
      </p:sp>
      <p:sp>
        <p:nvSpPr>
          <p:cNvPr id="247" name="Google Shape;247;p9"/>
          <p:cNvSpPr/>
          <p:nvPr/>
        </p:nvSpPr>
        <p:spPr>
          <a:xfrm>
            <a:off x="3989705" y="2107692"/>
            <a:ext cx="2286000" cy="26033"/>
          </a:xfrm>
          <a:custGeom>
            <a:rect b="b" l="l" r="r" t="t"/>
            <a:pathLst>
              <a:path extrusionOk="0" h="26035" w="2286000">
                <a:moveTo>
                  <a:pt x="2286000" y="1524"/>
                </a:moveTo>
                <a:lnTo>
                  <a:pt x="0" y="0"/>
                </a:lnTo>
                <a:lnTo>
                  <a:pt x="0" y="24384"/>
                </a:lnTo>
                <a:lnTo>
                  <a:pt x="2286000" y="25908"/>
                </a:lnTo>
                <a:lnTo>
                  <a:pt x="2286000" y="152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8" name="Google Shape;248;p9"/>
          <p:cNvGrpSpPr/>
          <p:nvPr/>
        </p:nvGrpSpPr>
        <p:grpSpPr>
          <a:xfrm>
            <a:off x="2069470" y="2836176"/>
            <a:ext cx="5920741" cy="571500"/>
            <a:chOff x="2069470" y="2836176"/>
            <a:chExt cx="5920740" cy="571500"/>
          </a:xfrm>
        </p:grpSpPr>
        <p:sp>
          <p:nvSpPr>
            <p:cNvPr id="249" name="Google Shape;249;p9"/>
            <p:cNvSpPr/>
            <p:nvPr/>
          </p:nvSpPr>
          <p:spPr>
            <a:xfrm>
              <a:off x="2069470" y="2996184"/>
              <a:ext cx="1920239" cy="104139"/>
            </a:xfrm>
            <a:custGeom>
              <a:rect b="b" l="l" r="r" t="t"/>
              <a:pathLst>
                <a:path extrusionOk="0" h="104139" w="1920239">
                  <a:moveTo>
                    <a:pt x="1894279" y="52578"/>
                  </a:moveTo>
                  <a:lnTo>
                    <a:pt x="1882455" y="45720"/>
                  </a:lnTo>
                  <a:lnTo>
                    <a:pt x="0" y="45720"/>
                  </a:lnTo>
                  <a:lnTo>
                    <a:pt x="0" y="57912"/>
                  </a:lnTo>
                  <a:lnTo>
                    <a:pt x="1885082" y="57912"/>
                  </a:lnTo>
                  <a:lnTo>
                    <a:pt x="1894279" y="52578"/>
                  </a:lnTo>
                  <a:close/>
                </a:path>
                <a:path extrusionOk="0" h="104139" w="1920239">
                  <a:moveTo>
                    <a:pt x="1920240" y="51816"/>
                  </a:moveTo>
                  <a:lnTo>
                    <a:pt x="1834896" y="3048"/>
                  </a:lnTo>
                  <a:lnTo>
                    <a:pt x="1831848" y="0"/>
                  </a:lnTo>
                  <a:lnTo>
                    <a:pt x="1827276" y="1524"/>
                  </a:lnTo>
                  <a:lnTo>
                    <a:pt x="1824228" y="7620"/>
                  </a:lnTo>
                  <a:lnTo>
                    <a:pt x="1825752" y="12192"/>
                  </a:lnTo>
                  <a:lnTo>
                    <a:pt x="1827276" y="13716"/>
                  </a:lnTo>
                  <a:lnTo>
                    <a:pt x="1882455" y="45720"/>
                  </a:lnTo>
                  <a:lnTo>
                    <a:pt x="1908048" y="45720"/>
                  </a:lnTo>
                  <a:lnTo>
                    <a:pt x="1908048" y="59000"/>
                  </a:lnTo>
                  <a:lnTo>
                    <a:pt x="1920240" y="51816"/>
                  </a:lnTo>
                  <a:close/>
                </a:path>
                <a:path extrusionOk="0" h="104139" w="1920239">
                  <a:moveTo>
                    <a:pt x="1908048" y="59000"/>
                  </a:moveTo>
                  <a:lnTo>
                    <a:pt x="1908048" y="57912"/>
                  </a:lnTo>
                  <a:lnTo>
                    <a:pt x="1885082" y="57912"/>
                  </a:lnTo>
                  <a:lnTo>
                    <a:pt x="1827276" y="91440"/>
                  </a:lnTo>
                  <a:lnTo>
                    <a:pt x="1825752" y="92964"/>
                  </a:lnTo>
                  <a:lnTo>
                    <a:pt x="1824228" y="97536"/>
                  </a:lnTo>
                  <a:lnTo>
                    <a:pt x="1827276" y="103632"/>
                  </a:lnTo>
                  <a:lnTo>
                    <a:pt x="1831848" y="103632"/>
                  </a:lnTo>
                  <a:lnTo>
                    <a:pt x="1834896" y="102108"/>
                  </a:lnTo>
                  <a:lnTo>
                    <a:pt x="1908048" y="59000"/>
                  </a:lnTo>
                  <a:close/>
                </a:path>
                <a:path extrusionOk="0" h="104139" w="1920239">
                  <a:moveTo>
                    <a:pt x="1908048" y="57912"/>
                  </a:moveTo>
                  <a:lnTo>
                    <a:pt x="1908048" y="45720"/>
                  </a:lnTo>
                  <a:lnTo>
                    <a:pt x="1882455" y="45720"/>
                  </a:lnTo>
                  <a:lnTo>
                    <a:pt x="1894279" y="52578"/>
                  </a:lnTo>
                  <a:lnTo>
                    <a:pt x="1903476" y="47244"/>
                  </a:lnTo>
                  <a:lnTo>
                    <a:pt x="1903476" y="57912"/>
                  </a:lnTo>
                  <a:lnTo>
                    <a:pt x="1908048" y="57912"/>
                  </a:lnTo>
                  <a:close/>
                </a:path>
                <a:path extrusionOk="0" h="104139" w="1920239">
                  <a:moveTo>
                    <a:pt x="1903476" y="57912"/>
                  </a:moveTo>
                  <a:lnTo>
                    <a:pt x="1894279" y="52578"/>
                  </a:lnTo>
                  <a:lnTo>
                    <a:pt x="1885082" y="57912"/>
                  </a:lnTo>
                  <a:lnTo>
                    <a:pt x="1903476" y="57912"/>
                  </a:lnTo>
                  <a:close/>
                </a:path>
                <a:path extrusionOk="0" h="104139" w="1920239">
                  <a:moveTo>
                    <a:pt x="1903476" y="57912"/>
                  </a:moveTo>
                  <a:lnTo>
                    <a:pt x="1903476" y="47244"/>
                  </a:lnTo>
                  <a:lnTo>
                    <a:pt x="1894279" y="52578"/>
                  </a:lnTo>
                  <a:lnTo>
                    <a:pt x="1903476" y="57912"/>
                  </a:lnTo>
                  <a:close/>
                </a:path>
              </a:pathLst>
            </a:custGeom>
            <a:solidFill>
              <a:srgbClr val="4A7EB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9"/>
            <p:cNvSpPr/>
            <p:nvPr/>
          </p:nvSpPr>
          <p:spPr>
            <a:xfrm>
              <a:off x="4716653" y="2836176"/>
              <a:ext cx="690880" cy="571500"/>
            </a:xfrm>
            <a:custGeom>
              <a:rect b="b" l="l" r="r" t="t"/>
              <a:pathLst>
                <a:path extrusionOk="0" h="571500" w="690879">
                  <a:moveTo>
                    <a:pt x="117348" y="470916"/>
                  </a:moveTo>
                  <a:lnTo>
                    <a:pt x="115824" y="461772"/>
                  </a:lnTo>
                  <a:lnTo>
                    <a:pt x="103632" y="455676"/>
                  </a:lnTo>
                  <a:lnTo>
                    <a:pt x="96012" y="457200"/>
                  </a:lnTo>
                  <a:lnTo>
                    <a:pt x="92964" y="463296"/>
                  </a:lnTo>
                  <a:lnTo>
                    <a:pt x="71755" y="498627"/>
                  </a:lnTo>
                  <a:lnTo>
                    <a:pt x="73152" y="0"/>
                  </a:lnTo>
                  <a:lnTo>
                    <a:pt x="47244" y="0"/>
                  </a:lnTo>
                  <a:lnTo>
                    <a:pt x="45847" y="497674"/>
                  </a:lnTo>
                  <a:lnTo>
                    <a:pt x="25908" y="463296"/>
                  </a:lnTo>
                  <a:lnTo>
                    <a:pt x="21336" y="457200"/>
                  </a:lnTo>
                  <a:lnTo>
                    <a:pt x="13716" y="455676"/>
                  </a:lnTo>
                  <a:lnTo>
                    <a:pt x="1524" y="461772"/>
                  </a:lnTo>
                  <a:lnTo>
                    <a:pt x="0" y="469392"/>
                  </a:lnTo>
                  <a:lnTo>
                    <a:pt x="3048" y="475488"/>
                  </a:lnTo>
                  <a:lnTo>
                    <a:pt x="45720" y="550164"/>
                  </a:lnTo>
                  <a:lnTo>
                    <a:pt x="57912" y="571500"/>
                  </a:lnTo>
                  <a:lnTo>
                    <a:pt x="114300" y="477012"/>
                  </a:lnTo>
                  <a:lnTo>
                    <a:pt x="117348" y="470916"/>
                  </a:lnTo>
                  <a:close/>
                </a:path>
                <a:path extrusionOk="0" h="571500" w="690879">
                  <a:moveTo>
                    <a:pt x="690372" y="100584"/>
                  </a:moveTo>
                  <a:lnTo>
                    <a:pt x="687324" y="94488"/>
                  </a:lnTo>
                  <a:lnTo>
                    <a:pt x="632460" y="0"/>
                  </a:lnTo>
                  <a:lnTo>
                    <a:pt x="576072" y="94488"/>
                  </a:lnTo>
                  <a:lnTo>
                    <a:pt x="573024" y="100584"/>
                  </a:lnTo>
                  <a:lnTo>
                    <a:pt x="574548" y="108204"/>
                  </a:lnTo>
                  <a:lnTo>
                    <a:pt x="580644" y="111252"/>
                  </a:lnTo>
                  <a:lnTo>
                    <a:pt x="586740" y="115824"/>
                  </a:lnTo>
                  <a:lnTo>
                    <a:pt x="594360" y="112776"/>
                  </a:lnTo>
                  <a:lnTo>
                    <a:pt x="597408" y="106680"/>
                  </a:lnTo>
                  <a:lnTo>
                    <a:pt x="618617" y="71335"/>
                  </a:lnTo>
                  <a:lnTo>
                    <a:pt x="617220" y="571500"/>
                  </a:lnTo>
                  <a:lnTo>
                    <a:pt x="643128" y="571500"/>
                  </a:lnTo>
                  <a:lnTo>
                    <a:pt x="644512" y="72288"/>
                  </a:lnTo>
                  <a:lnTo>
                    <a:pt x="631507" y="49847"/>
                  </a:lnTo>
                  <a:lnTo>
                    <a:pt x="643128" y="69888"/>
                  </a:lnTo>
                  <a:lnTo>
                    <a:pt x="644512" y="72288"/>
                  </a:lnTo>
                  <a:lnTo>
                    <a:pt x="644652" y="72517"/>
                  </a:lnTo>
                  <a:lnTo>
                    <a:pt x="664464" y="106680"/>
                  </a:lnTo>
                  <a:lnTo>
                    <a:pt x="669036" y="112776"/>
                  </a:lnTo>
                  <a:lnTo>
                    <a:pt x="676656" y="115824"/>
                  </a:lnTo>
                  <a:lnTo>
                    <a:pt x="682752" y="112776"/>
                  </a:lnTo>
                  <a:lnTo>
                    <a:pt x="688848" y="108204"/>
                  </a:lnTo>
                  <a:lnTo>
                    <a:pt x="690372" y="100584"/>
                  </a:lnTo>
                  <a:close/>
                </a:path>
              </a:pathLst>
            </a:custGeom>
            <a:solidFill>
              <a:srgbClr val="C04F4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9"/>
            <p:cNvSpPr/>
            <p:nvPr/>
          </p:nvSpPr>
          <p:spPr>
            <a:xfrm>
              <a:off x="6275710" y="2999232"/>
              <a:ext cx="1714500" cy="104139"/>
            </a:xfrm>
            <a:custGeom>
              <a:rect b="b" l="l" r="r" t="t"/>
              <a:pathLst>
                <a:path extrusionOk="0" h="104139" w="1714500">
                  <a:moveTo>
                    <a:pt x="96012" y="7620"/>
                  </a:moveTo>
                  <a:lnTo>
                    <a:pt x="92964" y="1524"/>
                  </a:lnTo>
                  <a:lnTo>
                    <a:pt x="88392" y="0"/>
                  </a:lnTo>
                  <a:lnTo>
                    <a:pt x="85344" y="3048"/>
                  </a:lnTo>
                  <a:lnTo>
                    <a:pt x="0" y="51816"/>
                  </a:lnTo>
                  <a:lnTo>
                    <a:pt x="12192" y="59000"/>
                  </a:lnTo>
                  <a:lnTo>
                    <a:pt x="12192" y="45720"/>
                  </a:lnTo>
                  <a:lnTo>
                    <a:pt x="36260" y="45720"/>
                  </a:lnTo>
                  <a:lnTo>
                    <a:pt x="91440" y="13716"/>
                  </a:lnTo>
                  <a:lnTo>
                    <a:pt x="94488" y="12192"/>
                  </a:lnTo>
                  <a:lnTo>
                    <a:pt x="96012" y="7620"/>
                  </a:lnTo>
                  <a:close/>
                </a:path>
                <a:path extrusionOk="0" h="104139" w="1714500">
                  <a:moveTo>
                    <a:pt x="36260" y="45720"/>
                  </a:moveTo>
                  <a:lnTo>
                    <a:pt x="12192" y="45720"/>
                  </a:lnTo>
                  <a:lnTo>
                    <a:pt x="12192" y="59000"/>
                  </a:lnTo>
                  <a:lnTo>
                    <a:pt x="12930" y="59436"/>
                  </a:lnTo>
                  <a:lnTo>
                    <a:pt x="15240" y="59436"/>
                  </a:lnTo>
                  <a:lnTo>
                    <a:pt x="15240" y="47244"/>
                  </a:lnTo>
                  <a:lnTo>
                    <a:pt x="24436" y="52578"/>
                  </a:lnTo>
                  <a:lnTo>
                    <a:pt x="36260" y="45720"/>
                  </a:lnTo>
                  <a:close/>
                </a:path>
                <a:path extrusionOk="0" h="104139" w="1714500">
                  <a:moveTo>
                    <a:pt x="12930" y="59436"/>
                  </a:moveTo>
                  <a:lnTo>
                    <a:pt x="12192" y="59000"/>
                  </a:lnTo>
                  <a:lnTo>
                    <a:pt x="12192" y="59436"/>
                  </a:lnTo>
                  <a:lnTo>
                    <a:pt x="12930" y="59436"/>
                  </a:lnTo>
                  <a:close/>
                </a:path>
                <a:path extrusionOk="0" h="104139" w="1714500">
                  <a:moveTo>
                    <a:pt x="96012" y="97536"/>
                  </a:moveTo>
                  <a:lnTo>
                    <a:pt x="94488" y="92964"/>
                  </a:lnTo>
                  <a:lnTo>
                    <a:pt x="91440" y="91440"/>
                  </a:lnTo>
                  <a:lnTo>
                    <a:pt x="36260" y="59436"/>
                  </a:lnTo>
                  <a:lnTo>
                    <a:pt x="12930" y="59436"/>
                  </a:lnTo>
                  <a:lnTo>
                    <a:pt x="85344" y="102108"/>
                  </a:lnTo>
                  <a:lnTo>
                    <a:pt x="88392" y="103632"/>
                  </a:lnTo>
                  <a:lnTo>
                    <a:pt x="92964" y="103632"/>
                  </a:lnTo>
                  <a:lnTo>
                    <a:pt x="96012" y="97536"/>
                  </a:lnTo>
                  <a:close/>
                </a:path>
                <a:path extrusionOk="0" h="104139" w="1714500">
                  <a:moveTo>
                    <a:pt x="24436" y="52578"/>
                  </a:moveTo>
                  <a:lnTo>
                    <a:pt x="15240" y="47244"/>
                  </a:lnTo>
                  <a:lnTo>
                    <a:pt x="15240" y="57912"/>
                  </a:lnTo>
                  <a:lnTo>
                    <a:pt x="24436" y="52578"/>
                  </a:lnTo>
                  <a:close/>
                </a:path>
                <a:path extrusionOk="0" h="104139" w="1714500">
                  <a:moveTo>
                    <a:pt x="36260" y="59436"/>
                  </a:moveTo>
                  <a:lnTo>
                    <a:pt x="24436" y="52578"/>
                  </a:lnTo>
                  <a:lnTo>
                    <a:pt x="15240" y="57912"/>
                  </a:lnTo>
                  <a:lnTo>
                    <a:pt x="15240" y="59436"/>
                  </a:lnTo>
                  <a:lnTo>
                    <a:pt x="36260" y="59436"/>
                  </a:lnTo>
                  <a:close/>
                </a:path>
                <a:path extrusionOk="0" h="104139" w="1714500">
                  <a:moveTo>
                    <a:pt x="1714500" y="59436"/>
                  </a:moveTo>
                  <a:lnTo>
                    <a:pt x="1714500" y="45720"/>
                  </a:lnTo>
                  <a:lnTo>
                    <a:pt x="36260" y="45720"/>
                  </a:lnTo>
                  <a:lnTo>
                    <a:pt x="24436" y="52578"/>
                  </a:lnTo>
                  <a:lnTo>
                    <a:pt x="36260" y="59436"/>
                  </a:lnTo>
                  <a:lnTo>
                    <a:pt x="1714500" y="59436"/>
                  </a:lnTo>
                  <a:close/>
                </a:path>
              </a:pathLst>
            </a:custGeom>
            <a:solidFill>
              <a:srgbClr val="4A7EB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9"/>
          <p:cNvSpPr txBox="1"/>
          <p:nvPr/>
        </p:nvSpPr>
        <p:spPr>
          <a:xfrm>
            <a:off x="6679066" y="2290063"/>
            <a:ext cx="908050" cy="258403"/>
          </a:xfrm>
          <a:prstGeom prst="rect">
            <a:avLst/>
          </a:prstGeom>
          <a:noFill/>
          <a:ln>
            <a:noFill/>
          </a:ln>
        </p:spPr>
        <p:txBody>
          <a:bodyPr anchorCtr="0" anchor="t" bIns="0" lIns="0" spcFirstLastPara="1" rIns="0" wrap="square" tIns="12050">
            <a:spAutoFit/>
          </a:bodyPr>
          <a:lstStyle/>
          <a:p>
            <a:pPr indent="0" lvl="0" marL="12698" marR="0" rtl="0" algn="l">
              <a:spcBef>
                <a:spcPts val="0"/>
              </a:spcBef>
              <a:spcAft>
                <a:spcPts val="0"/>
              </a:spcAft>
              <a:buNone/>
            </a:pPr>
            <a:r>
              <a:rPr lang="en-US" sz="1600">
                <a:solidFill>
                  <a:schemeClr val="dk1"/>
                </a:solidFill>
                <a:latin typeface="Arial"/>
                <a:ea typeface="Arial"/>
                <a:cs typeface="Arial"/>
                <a:sym typeface="Arial"/>
              </a:rPr>
              <a:t>Utilisation</a:t>
            </a:r>
            <a:endParaRPr sz="1600">
              <a:solidFill>
                <a:schemeClr val="dk1"/>
              </a:solidFill>
              <a:latin typeface="Arial"/>
              <a:ea typeface="Arial"/>
              <a:cs typeface="Arial"/>
              <a:sym typeface="Arial"/>
            </a:endParaRPr>
          </a:p>
        </p:txBody>
      </p:sp>
      <p:sp>
        <p:nvSpPr>
          <p:cNvPr id="253" name="Google Shape;253;p9"/>
          <p:cNvSpPr txBox="1"/>
          <p:nvPr/>
        </p:nvSpPr>
        <p:spPr>
          <a:xfrm>
            <a:off x="6595247" y="2777742"/>
            <a:ext cx="1075690" cy="258403"/>
          </a:xfrm>
          <a:prstGeom prst="rect">
            <a:avLst/>
          </a:prstGeom>
          <a:noFill/>
          <a:ln>
            <a:noFill/>
          </a:ln>
        </p:spPr>
        <p:txBody>
          <a:bodyPr anchorCtr="0" anchor="t" bIns="0" lIns="0" spcFirstLastPara="1" rIns="0" wrap="square" tIns="12050">
            <a:spAutoFit/>
          </a:bodyPr>
          <a:lstStyle/>
          <a:p>
            <a:pPr indent="0" lvl="0" marL="12698" marR="0" rtl="0" algn="l">
              <a:spcBef>
                <a:spcPts val="0"/>
              </a:spcBef>
              <a:spcAft>
                <a:spcPts val="0"/>
              </a:spcAft>
              <a:buNone/>
            </a:pPr>
            <a:r>
              <a:rPr lang="en-US" sz="1600">
                <a:solidFill>
                  <a:schemeClr val="dk1"/>
                </a:solidFill>
                <a:latin typeface="Arial"/>
                <a:ea typeface="Arial"/>
                <a:cs typeface="Arial"/>
                <a:sym typeface="Arial"/>
              </a:rPr>
              <a:t>Exploitation</a:t>
            </a:r>
            <a:endParaRPr sz="1600">
              <a:solidFill>
                <a:schemeClr val="dk1"/>
              </a:solidFill>
              <a:latin typeface="Arial"/>
              <a:ea typeface="Arial"/>
              <a:cs typeface="Arial"/>
              <a:sym typeface="Arial"/>
            </a:endParaRPr>
          </a:p>
        </p:txBody>
      </p:sp>
      <p:sp>
        <p:nvSpPr>
          <p:cNvPr id="254" name="Google Shape;254;p9"/>
          <p:cNvSpPr txBox="1"/>
          <p:nvPr/>
        </p:nvSpPr>
        <p:spPr>
          <a:xfrm>
            <a:off x="6736978" y="3265422"/>
            <a:ext cx="792480" cy="258404"/>
          </a:xfrm>
          <a:prstGeom prst="rect">
            <a:avLst/>
          </a:prstGeom>
          <a:noFill/>
          <a:ln>
            <a:noFill/>
          </a:ln>
        </p:spPr>
        <p:txBody>
          <a:bodyPr anchorCtr="0" anchor="t" bIns="0" lIns="0" spcFirstLastPara="1" rIns="0" wrap="square" tIns="12050">
            <a:spAutoFit/>
          </a:bodyPr>
          <a:lstStyle/>
          <a:p>
            <a:pPr indent="0" lvl="0" marL="12698" marR="0" rtl="0" algn="l">
              <a:spcBef>
                <a:spcPts val="0"/>
              </a:spcBef>
              <a:spcAft>
                <a:spcPts val="0"/>
              </a:spcAft>
              <a:buNone/>
            </a:pPr>
            <a:r>
              <a:rPr lang="en-US" sz="1600">
                <a:solidFill>
                  <a:srgbClr val="FF0000"/>
                </a:solidFill>
                <a:latin typeface="Arial"/>
                <a:ea typeface="Arial"/>
                <a:cs typeface="Arial"/>
                <a:sym typeface="Arial"/>
              </a:rPr>
              <a:t>Test</a:t>
            </a:r>
            <a:endParaRPr sz="1600">
              <a:solidFill>
                <a:schemeClr val="dk1"/>
              </a:solidFill>
              <a:latin typeface="Arial"/>
              <a:ea typeface="Arial"/>
              <a:cs typeface="Arial"/>
              <a:sym typeface="Arial"/>
            </a:endParaRPr>
          </a:p>
        </p:txBody>
      </p:sp>
      <p:grpSp>
        <p:nvGrpSpPr>
          <p:cNvPr id="255" name="Google Shape;255;p9"/>
          <p:cNvGrpSpPr/>
          <p:nvPr/>
        </p:nvGrpSpPr>
        <p:grpSpPr>
          <a:xfrm>
            <a:off x="1686946" y="3777996"/>
            <a:ext cx="4601337" cy="640080"/>
            <a:chOff x="1686946" y="3777996"/>
            <a:chExt cx="4601337" cy="640080"/>
          </a:xfrm>
        </p:grpSpPr>
        <p:sp>
          <p:nvSpPr>
            <p:cNvPr id="256" name="Google Shape;256;p9"/>
            <p:cNvSpPr/>
            <p:nvPr/>
          </p:nvSpPr>
          <p:spPr>
            <a:xfrm>
              <a:off x="3989709" y="3777996"/>
              <a:ext cx="2286000" cy="628015"/>
            </a:xfrm>
            <a:custGeom>
              <a:rect b="b" l="l" r="r" t="t"/>
              <a:pathLst>
                <a:path extrusionOk="0" h="628014" w="2286000">
                  <a:moveTo>
                    <a:pt x="2285999" y="627887"/>
                  </a:moveTo>
                  <a:lnTo>
                    <a:pt x="2285999" y="0"/>
                  </a:lnTo>
                  <a:lnTo>
                    <a:pt x="0" y="0"/>
                  </a:lnTo>
                  <a:lnTo>
                    <a:pt x="0" y="627887"/>
                  </a:lnTo>
                  <a:lnTo>
                    <a:pt x="2285999" y="627887"/>
                  </a:lnTo>
                  <a:close/>
                </a:path>
              </a:pathLst>
            </a:custGeom>
            <a:solidFill>
              <a:srgbClr val="4F80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9"/>
            <p:cNvSpPr/>
            <p:nvPr/>
          </p:nvSpPr>
          <p:spPr>
            <a:xfrm>
              <a:off x="3977518" y="3777996"/>
              <a:ext cx="2310765" cy="640080"/>
            </a:xfrm>
            <a:custGeom>
              <a:rect b="b" l="l" r="r" t="t"/>
              <a:pathLst>
                <a:path extrusionOk="0" h="640079" w="2310765">
                  <a:moveTo>
                    <a:pt x="24384" y="615695"/>
                  </a:moveTo>
                  <a:lnTo>
                    <a:pt x="24384" y="0"/>
                  </a:lnTo>
                  <a:lnTo>
                    <a:pt x="0" y="0"/>
                  </a:lnTo>
                  <a:lnTo>
                    <a:pt x="0" y="635507"/>
                  </a:lnTo>
                  <a:lnTo>
                    <a:pt x="4572" y="640079"/>
                  </a:lnTo>
                  <a:lnTo>
                    <a:pt x="12192" y="640079"/>
                  </a:lnTo>
                  <a:lnTo>
                    <a:pt x="12192" y="615695"/>
                  </a:lnTo>
                  <a:lnTo>
                    <a:pt x="24384" y="615695"/>
                  </a:lnTo>
                  <a:close/>
                </a:path>
                <a:path extrusionOk="0" h="640079" w="2310765">
                  <a:moveTo>
                    <a:pt x="2298192" y="615695"/>
                  </a:moveTo>
                  <a:lnTo>
                    <a:pt x="12192" y="615695"/>
                  </a:lnTo>
                  <a:lnTo>
                    <a:pt x="24384" y="627887"/>
                  </a:lnTo>
                  <a:lnTo>
                    <a:pt x="24384" y="640079"/>
                  </a:lnTo>
                  <a:lnTo>
                    <a:pt x="2286000" y="640079"/>
                  </a:lnTo>
                  <a:lnTo>
                    <a:pt x="2286000" y="627887"/>
                  </a:lnTo>
                  <a:lnTo>
                    <a:pt x="2298192" y="615695"/>
                  </a:lnTo>
                  <a:close/>
                </a:path>
                <a:path extrusionOk="0" h="640079" w="2310765">
                  <a:moveTo>
                    <a:pt x="24384" y="640079"/>
                  </a:moveTo>
                  <a:lnTo>
                    <a:pt x="24384" y="627887"/>
                  </a:lnTo>
                  <a:lnTo>
                    <a:pt x="12192" y="615695"/>
                  </a:lnTo>
                  <a:lnTo>
                    <a:pt x="12192" y="640079"/>
                  </a:lnTo>
                  <a:lnTo>
                    <a:pt x="24384" y="640079"/>
                  </a:lnTo>
                  <a:close/>
                </a:path>
                <a:path extrusionOk="0" h="640079" w="2310765">
                  <a:moveTo>
                    <a:pt x="2310384" y="635507"/>
                  </a:moveTo>
                  <a:lnTo>
                    <a:pt x="2310384" y="0"/>
                  </a:lnTo>
                  <a:lnTo>
                    <a:pt x="2286000" y="0"/>
                  </a:lnTo>
                  <a:lnTo>
                    <a:pt x="2286000" y="615695"/>
                  </a:lnTo>
                  <a:lnTo>
                    <a:pt x="2298192" y="615695"/>
                  </a:lnTo>
                  <a:lnTo>
                    <a:pt x="2298192" y="640079"/>
                  </a:lnTo>
                  <a:lnTo>
                    <a:pt x="2304288" y="640079"/>
                  </a:lnTo>
                  <a:lnTo>
                    <a:pt x="2310384" y="635507"/>
                  </a:lnTo>
                  <a:close/>
                </a:path>
                <a:path extrusionOk="0" h="640079" w="2310765">
                  <a:moveTo>
                    <a:pt x="2298192" y="640079"/>
                  </a:moveTo>
                  <a:lnTo>
                    <a:pt x="2298192" y="615695"/>
                  </a:lnTo>
                  <a:lnTo>
                    <a:pt x="2286000" y="627887"/>
                  </a:lnTo>
                  <a:lnTo>
                    <a:pt x="2286000" y="640079"/>
                  </a:lnTo>
                  <a:lnTo>
                    <a:pt x="2298192" y="640079"/>
                  </a:lnTo>
                  <a:close/>
                </a:path>
              </a:pathLst>
            </a:custGeom>
            <a:solidFill>
              <a:srgbClr val="385D8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9"/>
            <p:cNvSpPr/>
            <p:nvPr/>
          </p:nvSpPr>
          <p:spPr>
            <a:xfrm>
              <a:off x="1686946" y="3777996"/>
              <a:ext cx="390525" cy="149860"/>
            </a:xfrm>
            <a:custGeom>
              <a:rect b="b" l="l" r="r" t="t"/>
              <a:pathLst>
                <a:path extrusionOk="0" h="149860" w="390525">
                  <a:moveTo>
                    <a:pt x="13716" y="137159"/>
                  </a:moveTo>
                  <a:lnTo>
                    <a:pt x="13716" y="0"/>
                  </a:lnTo>
                  <a:lnTo>
                    <a:pt x="0" y="0"/>
                  </a:lnTo>
                  <a:lnTo>
                    <a:pt x="0" y="149351"/>
                  </a:lnTo>
                  <a:lnTo>
                    <a:pt x="7620" y="149351"/>
                  </a:lnTo>
                  <a:lnTo>
                    <a:pt x="7620" y="137159"/>
                  </a:lnTo>
                  <a:lnTo>
                    <a:pt x="13716" y="137159"/>
                  </a:lnTo>
                  <a:close/>
                </a:path>
                <a:path extrusionOk="0" h="149860" w="390525">
                  <a:moveTo>
                    <a:pt x="382524" y="137159"/>
                  </a:moveTo>
                  <a:lnTo>
                    <a:pt x="7620" y="137159"/>
                  </a:lnTo>
                  <a:lnTo>
                    <a:pt x="13716" y="143255"/>
                  </a:lnTo>
                  <a:lnTo>
                    <a:pt x="13716" y="149351"/>
                  </a:lnTo>
                  <a:lnTo>
                    <a:pt x="376428" y="149351"/>
                  </a:lnTo>
                  <a:lnTo>
                    <a:pt x="376428" y="143255"/>
                  </a:lnTo>
                  <a:lnTo>
                    <a:pt x="382524" y="137159"/>
                  </a:lnTo>
                  <a:close/>
                </a:path>
                <a:path extrusionOk="0" h="149860" w="390525">
                  <a:moveTo>
                    <a:pt x="13716" y="149351"/>
                  </a:moveTo>
                  <a:lnTo>
                    <a:pt x="13716" y="143255"/>
                  </a:lnTo>
                  <a:lnTo>
                    <a:pt x="7620" y="137159"/>
                  </a:lnTo>
                  <a:lnTo>
                    <a:pt x="7620" y="149351"/>
                  </a:lnTo>
                  <a:lnTo>
                    <a:pt x="13716" y="149351"/>
                  </a:lnTo>
                  <a:close/>
                </a:path>
                <a:path extrusionOk="0" h="149860" w="390525">
                  <a:moveTo>
                    <a:pt x="390144" y="149351"/>
                  </a:moveTo>
                  <a:lnTo>
                    <a:pt x="390144" y="0"/>
                  </a:lnTo>
                  <a:lnTo>
                    <a:pt x="376428" y="0"/>
                  </a:lnTo>
                  <a:lnTo>
                    <a:pt x="376428" y="137159"/>
                  </a:lnTo>
                  <a:lnTo>
                    <a:pt x="382524" y="137159"/>
                  </a:lnTo>
                  <a:lnTo>
                    <a:pt x="382524" y="149351"/>
                  </a:lnTo>
                  <a:lnTo>
                    <a:pt x="390144" y="149351"/>
                  </a:lnTo>
                  <a:close/>
                </a:path>
                <a:path extrusionOk="0" h="149860" w="390525">
                  <a:moveTo>
                    <a:pt x="382524" y="149351"/>
                  </a:moveTo>
                  <a:lnTo>
                    <a:pt x="382524" y="137159"/>
                  </a:lnTo>
                  <a:lnTo>
                    <a:pt x="376428" y="143255"/>
                  </a:lnTo>
                  <a:lnTo>
                    <a:pt x="376428" y="149351"/>
                  </a:lnTo>
                  <a:lnTo>
                    <a:pt x="382524" y="14935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9"/>
            <p:cNvSpPr/>
            <p:nvPr/>
          </p:nvSpPr>
          <p:spPr>
            <a:xfrm>
              <a:off x="4346325" y="3777996"/>
              <a:ext cx="1643380" cy="7620"/>
            </a:xfrm>
            <a:custGeom>
              <a:rect b="b" l="l" r="r" t="t"/>
              <a:pathLst>
                <a:path extrusionOk="0" h="7620" w="1643379">
                  <a:moveTo>
                    <a:pt x="1642871" y="7619"/>
                  </a:moveTo>
                  <a:lnTo>
                    <a:pt x="1642871" y="0"/>
                  </a:lnTo>
                  <a:lnTo>
                    <a:pt x="0" y="0"/>
                  </a:lnTo>
                  <a:lnTo>
                    <a:pt x="0" y="7619"/>
                  </a:lnTo>
                  <a:lnTo>
                    <a:pt x="1642871" y="7619"/>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9"/>
            <p:cNvSpPr/>
            <p:nvPr/>
          </p:nvSpPr>
          <p:spPr>
            <a:xfrm>
              <a:off x="4334134" y="3777996"/>
              <a:ext cx="1668780" cy="20320"/>
            </a:xfrm>
            <a:custGeom>
              <a:rect b="b" l="l" r="r" t="t"/>
              <a:pathLst>
                <a:path extrusionOk="0" h="20320" w="1668779">
                  <a:moveTo>
                    <a:pt x="25908" y="19811"/>
                  </a:moveTo>
                  <a:lnTo>
                    <a:pt x="25908" y="7619"/>
                  </a:lnTo>
                  <a:lnTo>
                    <a:pt x="18288" y="0"/>
                  </a:lnTo>
                  <a:lnTo>
                    <a:pt x="0" y="0"/>
                  </a:lnTo>
                  <a:lnTo>
                    <a:pt x="0" y="13715"/>
                  </a:lnTo>
                  <a:lnTo>
                    <a:pt x="6096" y="19811"/>
                  </a:lnTo>
                  <a:lnTo>
                    <a:pt x="25908" y="19811"/>
                  </a:lnTo>
                  <a:close/>
                </a:path>
                <a:path extrusionOk="0" h="20320" w="1668779">
                  <a:moveTo>
                    <a:pt x="1649645" y="0"/>
                  </a:moveTo>
                  <a:lnTo>
                    <a:pt x="18288" y="0"/>
                  </a:lnTo>
                  <a:lnTo>
                    <a:pt x="25908" y="7619"/>
                  </a:lnTo>
                  <a:lnTo>
                    <a:pt x="25908" y="19811"/>
                  </a:lnTo>
                  <a:lnTo>
                    <a:pt x="1642872" y="19811"/>
                  </a:lnTo>
                  <a:lnTo>
                    <a:pt x="1642872" y="7619"/>
                  </a:lnTo>
                  <a:lnTo>
                    <a:pt x="1649645" y="0"/>
                  </a:lnTo>
                  <a:close/>
                </a:path>
                <a:path extrusionOk="0" h="20320" w="1668779">
                  <a:moveTo>
                    <a:pt x="1668780" y="13715"/>
                  </a:moveTo>
                  <a:lnTo>
                    <a:pt x="1668780" y="0"/>
                  </a:lnTo>
                  <a:lnTo>
                    <a:pt x="1649645" y="0"/>
                  </a:lnTo>
                  <a:lnTo>
                    <a:pt x="1642872" y="7619"/>
                  </a:lnTo>
                  <a:lnTo>
                    <a:pt x="1642872" y="19811"/>
                  </a:lnTo>
                  <a:lnTo>
                    <a:pt x="1662684" y="19811"/>
                  </a:lnTo>
                  <a:lnTo>
                    <a:pt x="1668780" y="13715"/>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1" name="Google Shape;261;p9"/>
          <p:cNvSpPr txBox="1"/>
          <p:nvPr/>
        </p:nvSpPr>
        <p:spPr>
          <a:xfrm>
            <a:off x="2222500" y="1873251"/>
            <a:ext cx="1445260" cy="1816100"/>
          </a:xfrm>
          <a:prstGeom prst="rect">
            <a:avLst/>
          </a:prstGeom>
          <a:noFill/>
          <a:ln>
            <a:noFill/>
          </a:ln>
        </p:spPr>
        <p:txBody>
          <a:bodyPr anchorCtr="0" anchor="t" bIns="0" lIns="0" spcFirstLastPara="1" rIns="0" wrap="square" tIns="12675">
            <a:spAutoFit/>
          </a:bodyPr>
          <a:lstStyle/>
          <a:p>
            <a:pPr indent="0" lvl="0" marL="29206" marR="20953" rtl="0" algn="ctr">
              <a:lnSpc>
                <a:spcPct val="150000"/>
              </a:lnSpc>
              <a:spcBef>
                <a:spcPts val="0"/>
              </a:spcBef>
              <a:spcAft>
                <a:spcPts val="0"/>
              </a:spcAft>
              <a:buNone/>
            </a:pPr>
            <a:r>
              <a:rPr lang="en-US" sz="1600">
                <a:solidFill>
                  <a:schemeClr val="dk1"/>
                </a:solidFill>
                <a:latin typeface="Arial"/>
                <a:ea typeface="Arial"/>
                <a:cs typeface="Arial"/>
                <a:sym typeface="Arial"/>
              </a:rPr>
              <a:t>Conception  Programmation  Analyse</a:t>
            </a:r>
            <a:endParaRPr sz="1600">
              <a:solidFill>
                <a:schemeClr val="dk1"/>
              </a:solidFill>
              <a:latin typeface="Arial"/>
              <a:ea typeface="Arial"/>
              <a:cs typeface="Arial"/>
              <a:sym typeface="Arial"/>
            </a:endParaRPr>
          </a:p>
          <a:p>
            <a:pPr indent="0" lvl="0" marL="635" marR="0" rtl="0" algn="ctr">
              <a:spcBef>
                <a:spcPts val="960"/>
              </a:spcBef>
              <a:spcAft>
                <a:spcPts val="0"/>
              </a:spcAft>
              <a:buNone/>
            </a:pPr>
            <a:r>
              <a:rPr lang="en-US" sz="1600">
                <a:solidFill>
                  <a:schemeClr val="dk1"/>
                </a:solidFill>
                <a:latin typeface="Arial"/>
                <a:ea typeface="Arial"/>
                <a:cs typeface="Arial"/>
                <a:sym typeface="Arial"/>
              </a:rPr>
              <a:t>Test</a:t>
            </a:r>
            <a:endParaRPr sz="1600">
              <a:solidFill>
                <a:schemeClr val="dk1"/>
              </a:solidFill>
              <a:latin typeface="Arial"/>
              <a:ea typeface="Arial"/>
              <a:cs typeface="Arial"/>
              <a:sym typeface="Arial"/>
            </a:endParaRPr>
          </a:p>
          <a:p>
            <a:pPr indent="0" lvl="0" marL="0" marR="0" rtl="0" algn="ctr">
              <a:spcBef>
                <a:spcPts val="894"/>
              </a:spcBef>
              <a:spcAft>
                <a:spcPts val="0"/>
              </a:spcAft>
              <a:buNone/>
            </a:pPr>
            <a:r>
              <a:rPr lang="en-US" sz="1400">
                <a:solidFill>
                  <a:srgbClr val="FF0000"/>
                </a:solidFill>
                <a:latin typeface="Arial"/>
                <a:ea typeface="Arial"/>
                <a:cs typeface="Arial"/>
                <a:sym typeface="Arial"/>
              </a:rPr>
              <a:t>Maitrise des outils</a:t>
            </a:r>
            <a:endParaRPr sz="1400">
              <a:solidFill>
                <a:schemeClr val="dk1"/>
              </a:solidFill>
              <a:latin typeface="Arial"/>
              <a:ea typeface="Arial"/>
              <a:cs typeface="Arial"/>
              <a:sym typeface="Arial"/>
            </a:endParaRPr>
          </a:p>
        </p:txBody>
      </p:sp>
      <p:sp>
        <p:nvSpPr>
          <p:cNvPr id="262" name="Google Shape;262;p9"/>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63" name="Google Shape;263;p9"/>
          <p:cNvSpPr txBox="1"/>
          <p:nvPr/>
        </p:nvSpPr>
        <p:spPr>
          <a:xfrm>
            <a:off x="398318" y="4692650"/>
            <a:ext cx="10287000" cy="1858841"/>
          </a:xfrm>
          <a:prstGeom prst="rect">
            <a:avLst/>
          </a:prstGeom>
          <a:noFill/>
          <a:ln>
            <a:noFill/>
          </a:ln>
        </p:spPr>
        <p:txBody>
          <a:bodyPr anchorCtr="0" anchor="t" bIns="0" lIns="0" spcFirstLastPara="1" rIns="0" wrap="square" tIns="12050">
            <a:spAutoFit/>
          </a:bodyPr>
          <a:lstStyle/>
          <a:p>
            <a:pPr indent="0" lvl="0" marL="12698" marR="272388" rtl="0" algn="l">
              <a:spcBef>
                <a:spcPts val="0"/>
              </a:spcBef>
              <a:spcAft>
                <a:spcPts val="0"/>
              </a:spcAft>
              <a:buNone/>
            </a:pPr>
            <a:r>
              <a:rPr lang="en-US" sz="2400">
                <a:solidFill>
                  <a:schemeClr val="dk1"/>
                </a:solidFill>
                <a:latin typeface="Times New Roman"/>
                <a:ea typeface="Times New Roman"/>
                <a:cs typeface="Times New Roman"/>
                <a:sym typeface="Times New Roman"/>
              </a:rPr>
              <a:t>Un algorithme peut avoir des interactions avec l’utilisateur : Il peut afficher un résultat ou  demander à l’utilisateur de saisir une information afin de la stocker dans </a:t>
            </a:r>
            <a:r>
              <a:rPr lang="en-US" sz="2400">
                <a:solidFill>
                  <a:srgbClr val="0000CC"/>
                </a:solidFill>
                <a:latin typeface="Times New Roman"/>
                <a:ea typeface="Times New Roman"/>
                <a:cs typeface="Times New Roman"/>
                <a:sym typeface="Times New Roman"/>
              </a:rPr>
              <a:t>une variable</a:t>
            </a:r>
            <a:endParaRPr sz="2400">
              <a:solidFill>
                <a:schemeClr val="dk1"/>
              </a:solidFill>
              <a:latin typeface="Times New Roman"/>
              <a:ea typeface="Times New Roman"/>
              <a:cs typeface="Times New Roman"/>
              <a:sym typeface="Times New Roman"/>
            </a:endParaRPr>
          </a:p>
          <a:p>
            <a:pPr indent="0" lvl="0" marL="0" marR="0" rtl="0" algn="l">
              <a:spcBef>
                <a:spcPts val="15"/>
              </a:spcBef>
              <a:spcAft>
                <a:spcPts val="0"/>
              </a:spcAft>
              <a:buNone/>
            </a:pPr>
            <a:r>
              <a:t/>
            </a:r>
            <a:endParaRPr sz="2400">
              <a:solidFill>
                <a:schemeClr val="dk1"/>
              </a:solidFill>
              <a:latin typeface="Times New Roman"/>
              <a:ea typeface="Times New Roman"/>
              <a:cs typeface="Times New Roman"/>
              <a:sym typeface="Times New Roman"/>
            </a:endParaRPr>
          </a:p>
          <a:p>
            <a:pPr indent="0" lvl="0" marL="13969" marR="0" rtl="0" algn="l">
              <a:spcBef>
                <a:spcPts val="0"/>
              </a:spcBef>
              <a:spcAft>
                <a:spcPts val="0"/>
              </a:spcAft>
              <a:buNone/>
            </a:pPr>
            <a:r>
              <a:rPr lang="en-US" sz="2400">
                <a:solidFill>
                  <a:srgbClr val="FF0000"/>
                </a:solidFill>
                <a:latin typeface="Noto Sans Symbols"/>
                <a:ea typeface="Noto Sans Symbols"/>
                <a:cs typeface="Noto Sans Symbols"/>
                <a:sym typeface="Noto Sans Symbols"/>
              </a:rPr>
              <a:t>🡺</a:t>
            </a:r>
            <a:r>
              <a:rPr lang="en-US" sz="2400">
                <a:solidFill>
                  <a:srgbClr val="FF0000"/>
                </a:solidFill>
                <a:latin typeface="Times New Roman"/>
                <a:ea typeface="Times New Roman"/>
                <a:cs typeface="Times New Roman"/>
                <a:sym typeface="Times New Roman"/>
              </a:rPr>
              <a:t> En tant qu’informaticien on raisonne en se mettant </a:t>
            </a:r>
            <a:r>
              <a:rPr b="1" lang="en-US" sz="2400">
                <a:solidFill>
                  <a:srgbClr val="FF0000"/>
                </a:solidFill>
                <a:latin typeface="Times New Roman"/>
                <a:ea typeface="Times New Roman"/>
                <a:cs typeface="Times New Roman"/>
                <a:sym typeface="Times New Roman"/>
              </a:rPr>
              <a:t>“</a:t>
            </a:r>
            <a:r>
              <a:rPr b="1" lang="en-US" sz="2400" u="sng">
                <a:solidFill>
                  <a:srgbClr val="FF0000"/>
                </a:solidFill>
                <a:latin typeface="Times New Roman"/>
                <a:ea typeface="Times New Roman"/>
                <a:cs typeface="Times New Roman"/>
                <a:sym typeface="Times New Roman"/>
              </a:rPr>
              <a:t>à la place de la machine</a:t>
            </a:r>
            <a:r>
              <a:rPr b="1" lang="en-US" sz="2400">
                <a:solidFill>
                  <a:srgbClr val="FF0000"/>
                </a:solidFill>
                <a:latin typeface="Times New Roman"/>
                <a:ea typeface="Times New Roman"/>
                <a:cs typeface="Times New Roman"/>
                <a:sym typeface="Times New Roman"/>
              </a:rPr>
              <a:t>”</a:t>
            </a:r>
            <a:r>
              <a:rPr lang="en-US" sz="2400">
                <a:solidFill>
                  <a:srgbClr val="FF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7" name="Shape 267"/>
        <p:cNvGrpSpPr/>
        <p:nvPr/>
      </p:nvGrpSpPr>
      <p:grpSpPr>
        <a:xfrm>
          <a:off x="0" y="0"/>
          <a:ext cx="0" cy="0"/>
          <a:chOff x="0" y="0"/>
          <a:chExt cx="0" cy="0"/>
        </a:xfrm>
      </p:grpSpPr>
      <p:sp>
        <p:nvSpPr>
          <p:cNvPr id="268" name="Google Shape;268;p10"/>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69" name="Google Shape;269;p10"/>
          <p:cNvSpPr txBox="1"/>
          <p:nvPr>
            <p:ph type="title"/>
          </p:nvPr>
        </p:nvSpPr>
        <p:spPr>
          <a:xfrm>
            <a:off x="2527300" y="654050"/>
            <a:ext cx="5156339" cy="566820"/>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Les Structures des données</a:t>
            </a:r>
            <a:endParaRPr sz="3600">
              <a:latin typeface="Arial"/>
              <a:ea typeface="Arial"/>
              <a:cs typeface="Arial"/>
              <a:sym typeface="Arial"/>
            </a:endParaRPr>
          </a:p>
        </p:txBody>
      </p:sp>
      <p:sp>
        <p:nvSpPr>
          <p:cNvPr id="270" name="Google Shape;270;p10"/>
          <p:cNvSpPr txBox="1"/>
          <p:nvPr/>
        </p:nvSpPr>
        <p:spPr>
          <a:xfrm>
            <a:off x="1310018" y="1657604"/>
            <a:ext cx="8989682" cy="5021886"/>
          </a:xfrm>
          <a:prstGeom prst="rect">
            <a:avLst/>
          </a:prstGeom>
          <a:noFill/>
          <a:ln>
            <a:noFill/>
          </a:ln>
        </p:spPr>
        <p:txBody>
          <a:bodyPr anchorCtr="0" anchor="t" bIns="0" lIns="0" spcFirstLastPara="1" rIns="0" wrap="square" tIns="12675">
            <a:spAutoFit/>
          </a:bodyPr>
          <a:lstStyle/>
          <a:p>
            <a:pPr indent="-342867" lvl="0" marL="354930" marR="5079"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Ce sont des objets informatiques qui contiennent l’information  à traiter </a:t>
            </a:r>
            <a:r>
              <a:rPr lang="en-US" sz="2400">
                <a:solidFill>
                  <a:schemeClr val="dk1"/>
                </a:solidFill>
                <a:latin typeface="Noto Sans Symbols"/>
                <a:ea typeface="Noto Sans Symbols"/>
                <a:cs typeface="Noto Sans Symbols"/>
                <a:sym typeface="Noto Sans Symbols"/>
              </a:rPr>
              <a:t>🡺</a:t>
            </a:r>
            <a:r>
              <a:rPr lang="en-US" sz="2400">
                <a:solidFill>
                  <a:schemeClr val="dk1"/>
                </a:solidFill>
                <a:latin typeface="Times New Roman"/>
                <a:ea typeface="Times New Roman"/>
                <a:cs typeface="Times New Roman"/>
                <a:sym typeface="Times New Roman"/>
              </a:rPr>
              <a:t> (la donnée)</a:t>
            </a:r>
            <a:endParaRPr/>
          </a:p>
          <a:p>
            <a:pPr indent="-342867" lvl="0" marL="354930" marR="901613" rtl="0" algn="l">
              <a:spcBef>
                <a:spcPts val="53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Les données : En entrée, en sortie, intermédiaires (utiles aux  traitements)</a:t>
            </a:r>
            <a:endParaRPr sz="2400">
              <a:solidFill>
                <a:schemeClr val="dk1"/>
              </a:solidFill>
              <a:latin typeface="Times New Roman"/>
              <a:ea typeface="Times New Roman"/>
              <a:cs typeface="Times New Roman"/>
              <a:sym typeface="Times New Roman"/>
            </a:endParaRPr>
          </a:p>
          <a:p>
            <a:pPr indent="-342867" lvl="0" marL="355565" marR="0" rtl="0" algn="l">
              <a:spcBef>
                <a:spcPts val="525"/>
              </a:spcBef>
              <a:spcAft>
                <a:spcPts val="0"/>
              </a:spcAft>
              <a:buClr>
                <a:srgbClr val="FF0000"/>
              </a:buClr>
              <a:buSzPts val="2400"/>
              <a:buFont typeface="Arial"/>
              <a:buChar char="•"/>
            </a:pPr>
            <a:r>
              <a:rPr lang="en-US" sz="2400">
                <a:solidFill>
                  <a:srgbClr val="FF0000"/>
                </a:solidFill>
                <a:latin typeface="Times New Roman"/>
                <a:ea typeface="Times New Roman"/>
                <a:cs typeface="Times New Roman"/>
                <a:sym typeface="Times New Roman"/>
              </a:rPr>
              <a:t>Quelques exemples:</a:t>
            </a:r>
            <a:endParaRPr sz="2400">
              <a:solidFill>
                <a:schemeClr val="dk1"/>
              </a:solidFill>
              <a:latin typeface="Times New Roman"/>
              <a:ea typeface="Times New Roman"/>
              <a:cs typeface="Times New Roman"/>
              <a:sym typeface="Times New Roman"/>
            </a:endParaRPr>
          </a:p>
          <a:p>
            <a:pPr indent="-287626" lvl="1" marL="756212" marR="0" rtl="0" algn="l">
              <a:spcBef>
                <a:spcPts val="490"/>
              </a:spcBef>
              <a:spcAft>
                <a:spcPts val="0"/>
              </a:spcAft>
              <a:buClr>
                <a:srgbClr val="0000CC"/>
              </a:buClr>
              <a:buSzPts val="2400"/>
              <a:buFont typeface="Arial"/>
              <a:buChar char="–"/>
            </a:pPr>
            <a:r>
              <a:rPr b="0" i="0" lang="en-US" sz="2400" u="none" cap="none" strike="noStrike">
                <a:solidFill>
                  <a:srgbClr val="0000CC"/>
                </a:solidFill>
                <a:latin typeface="Times New Roman"/>
                <a:ea typeface="Times New Roman"/>
                <a:cs typeface="Times New Roman"/>
                <a:sym typeface="Times New Roman"/>
              </a:rPr>
              <a:t>Les variables et les constantes scalaires (simples)</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80"/>
              </a:spcBef>
              <a:spcAft>
                <a:spcPts val="0"/>
              </a:spcAft>
              <a:buClr>
                <a:srgbClr val="0000CC"/>
              </a:buClr>
              <a:buSzPts val="2400"/>
              <a:buFont typeface="Arial"/>
              <a:buChar char="–"/>
            </a:pPr>
            <a:r>
              <a:rPr b="0" i="0" lang="en-US" sz="2400" u="none" cap="none" strike="noStrike">
                <a:solidFill>
                  <a:srgbClr val="0000CC"/>
                </a:solidFill>
                <a:latin typeface="Times New Roman"/>
                <a:ea typeface="Times New Roman"/>
                <a:cs typeface="Times New Roman"/>
                <a:sym typeface="Times New Roman"/>
              </a:rPr>
              <a:t>Les énumérations</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80"/>
              </a:spcBef>
              <a:spcAft>
                <a:spcPts val="0"/>
              </a:spcAft>
              <a:buClr>
                <a:srgbClr val="0000CC"/>
              </a:buClr>
              <a:buSzPts val="2400"/>
              <a:buFont typeface="Arial"/>
              <a:buChar char="–"/>
            </a:pPr>
            <a:r>
              <a:rPr b="0" i="0" lang="en-US" sz="2400" u="none" cap="none" strike="noStrike">
                <a:solidFill>
                  <a:srgbClr val="0000CC"/>
                </a:solidFill>
                <a:latin typeface="Times New Roman"/>
                <a:ea typeface="Times New Roman"/>
                <a:cs typeface="Times New Roman"/>
                <a:sym typeface="Times New Roman"/>
              </a:rPr>
              <a:t>Les tableaux de différentes dimensions</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80"/>
              </a:spcBef>
              <a:spcAft>
                <a:spcPts val="0"/>
              </a:spcAft>
              <a:buClr>
                <a:srgbClr val="0000CC"/>
              </a:buClr>
              <a:buSzPts val="2400"/>
              <a:buFont typeface="Arial"/>
              <a:buChar char="–"/>
            </a:pPr>
            <a:r>
              <a:rPr b="0" i="0" lang="en-US" sz="2400" u="none" cap="none" strike="noStrike">
                <a:solidFill>
                  <a:srgbClr val="0000CC"/>
                </a:solidFill>
                <a:latin typeface="Times New Roman"/>
                <a:ea typeface="Times New Roman"/>
                <a:cs typeface="Times New Roman"/>
                <a:sym typeface="Times New Roman"/>
              </a:rPr>
              <a:t>Les structures et les unions</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80"/>
              </a:spcBef>
              <a:spcAft>
                <a:spcPts val="0"/>
              </a:spcAft>
              <a:buClr>
                <a:srgbClr val="0000CC"/>
              </a:buClr>
              <a:buSzPts val="2400"/>
              <a:buFont typeface="Arial"/>
              <a:buChar char="–"/>
            </a:pPr>
            <a:r>
              <a:rPr b="0" i="0" lang="en-US" sz="2400" u="none" cap="none" strike="noStrike">
                <a:solidFill>
                  <a:srgbClr val="0000CC"/>
                </a:solidFill>
                <a:latin typeface="Times New Roman"/>
                <a:ea typeface="Times New Roman"/>
                <a:cs typeface="Times New Roman"/>
                <a:sym typeface="Times New Roman"/>
              </a:rPr>
              <a:t>Les listes</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80"/>
              </a:spcBef>
              <a:spcAft>
                <a:spcPts val="0"/>
              </a:spcAft>
              <a:buClr>
                <a:srgbClr val="0000CC"/>
              </a:buClr>
              <a:buSzPts val="2400"/>
              <a:buFont typeface="Arial"/>
              <a:buChar char="–"/>
            </a:pPr>
            <a:r>
              <a:rPr b="0" i="0" lang="en-US" sz="2400" u="none" cap="none" strike="noStrike">
                <a:solidFill>
                  <a:srgbClr val="0000CC"/>
                </a:solidFill>
                <a:latin typeface="Times New Roman"/>
                <a:ea typeface="Times New Roman"/>
                <a:cs typeface="Times New Roman"/>
                <a:sym typeface="Times New Roman"/>
              </a:rPr>
              <a:t>Les fichiers</a:t>
            </a:r>
            <a:endParaRPr b="0" i="0" sz="2400" u="none" cap="none" strike="noStrike">
              <a:solidFill>
                <a:schemeClr val="dk1"/>
              </a:solidFill>
              <a:latin typeface="Times New Roman"/>
              <a:ea typeface="Times New Roman"/>
              <a:cs typeface="Times New Roman"/>
              <a:sym typeface="Times New Roman"/>
            </a:endParaRPr>
          </a:p>
          <a:p>
            <a:pPr indent="0" lvl="0" marL="469220" marR="0" rtl="0" algn="l">
              <a:spcBef>
                <a:spcPts val="480"/>
              </a:spcBef>
              <a:spcAft>
                <a:spcPts val="0"/>
              </a:spcAft>
              <a:buNone/>
            </a:pPr>
            <a:r>
              <a:rPr lang="en-US" sz="2400">
                <a:solidFill>
                  <a:srgbClr val="0000CC"/>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4" name="Shape 274"/>
        <p:cNvGrpSpPr/>
        <p:nvPr/>
      </p:nvGrpSpPr>
      <p:grpSpPr>
        <a:xfrm>
          <a:off x="0" y="0"/>
          <a:ext cx="0" cy="0"/>
          <a:chOff x="0" y="0"/>
          <a:chExt cx="0" cy="0"/>
        </a:xfrm>
      </p:grpSpPr>
      <p:sp>
        <p:nvSpPr>
          <p:cNvPr id="275" name="Google Shape;275;p11"/>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76" name="Google Shape;276;p11"/>
          <p:cNvSpPr txBox="1"/>
          <p:nvPr>
            <p:ph type="title"/>
          </p:nvPr>
        </p:nvSpPr>
        <p:spPr>
          <a:xfrm>
            <a:off x="2603500" y="577850"/>
            <a:ext cx="5748136" cy="566822"/>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Le langage algorithmique</a:t>
            </a:r>
            <a:endParaRPr sz="3600">
              <a:solidFill>
                <a:srgbClr val="FF0000"/>
              </a:solidFill>
              <a:latin typeface="Arial"/>
              <a:ea typeface="Arial"/>
              <a:cs typeface="Arial"/>
              <a:sym typeface="Arial"/>
            </a:endParaRPr>
          </a:p>
        </p:txBody>
      </p:sp>
      <p:sp>
        <p:nvSpPr>
          <p:cNvPr id="277" name="Google Shape;277;p11"/>
          <p:cNvSpPr txBox="1"/>
          <p:nvPr/>
        </p:nvSpPr>
        <p:spPr>
          <a:xfrm>
            <a:off x="698500" y="1263650"/>
            <a:ext cx="9753599" cy="5552802"/>
          </a:xfrm>
          <a:prstGeom prst="rect">
            <a:avLst/>
          </a:prstGeom>
          <a:noFill/>
          <a:ln>
            <a:noFill/>
          </a:ln>
        </p:spPr>
        <p:txBody>
          <a:bodyPr anchorCtr="0" anchor="t" bIns="0" lIns="0" spcFirstLastPara="1" rIns="0" wrap="square" tIns="12675">
            <a:spAutoFit/>
          </a:bodyPr>
          <a:lstStyle/>
          <a:p>
            <a:pPr indent="-342867" lvl="0" marL="355565" marR="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Indépendant des particularités de tel ou tel langage de programmation.</a:t>
            </a:r>
            <a:endParaRPr sz="2400">
              <a:solidFill>
                <a:schemeClr val="dk1"/>
              </a:solidFill>
              <a:latin typeface="Times New Roman"/>
              <a:ea typeface="Times New Roman"/>
              <a:cs typeface="Times New Roman"/>
              <a:sym typeface="Times New Roman"/>
            </a:endParaRPr>
          </a:p>
          <a:p>
            <a:pPr indent="0" lvl="0" marL="0" marR="0" rtl="0" algn="l">
              <a:spcBef>
                <a:spcPts val="3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463505" rtl="0" algn="l">
              <a:spcBef>
                <a:spcPts val="5"/>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Donner la</a:t>
            </a:r>
            <a:r>
              <a:rPr lang="en-US" sz="2400">
                <a:solidFill>
                  <a:srgbClr val="FF0000"/>
                </a:solidFill>
                <a:latin typeface="Times New Roman"/>
                <a:ea typeface="Times New Roman"/>
                <a:cs typeface="Times New Roman"/>
                <a:sym typeface="Times New Roman"/>
              </a:rPr>
              <a:t> </a:t>
            </a:r>
            <a:r>
              <a:rPr b="1" lang="en-US" sz="2400" u="sng">
                <a:solidFill>
                  <a:srgbClr val="FF0000"/>
                </a:solidFill>
                <a:latin typeface="Times New Roman"/>
                <a:ea typeface="Times New Roman"/>
                <a:cs typeface="Times New Roman"/>
                <a:sym typeface="Times New Roman"/>
              </a:rPr>
              <a:t>structure logique </a:t>
            </a:r>
            <a:r>
              <a:rPr lang="en-US" sz="2400">
                <a:solidFill>
                  <a:schemeClr val="dk1"/>
                </a:solidFill>
                <a:latin typeface="Times New Roman"/>
                <a:ea typeface="Times New Roman"/>
                <a:cs typeface="Times New Roman"/>
                <a:sym typeface="Times New Roman"/>
              </a:rPr>
              <a:t>d’un programme informatique sans regarder les  problèmes de syntaxe, ou de types d’instructions.</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Représentation graphique, avec des carrés, des losanges, etc. 🡺 </a:t>
            </a:r>
            <a:r>
              <a:rPr b="1" lang="en-US" sz="2400">
                <a:solidFill>
                  <a:srgbClr val="FF0000"/>
                </a:solidFill>
                <a:latin typeface="Times New Roman"/>
                <a:ea typeface="Times New Roman"/>
                <a:cs typeface="Times New Roman"/>
                <a:sym typeface="Times New Roman"/>
              </a:rPr>
              <a:t>organigrammes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marR="0" rtl="0" algn="l">
              <a:spcBef>
                <a:spcPts val="1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140956" rtl="0" algn="just">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Une série de conventions appelée « </a:t>
            </a:r>
            <a:r>
              <a:rPr lang="en-US" sz="2400">
                <a:solidFill>
                  <a:srgbClr val="FF0000"/>
                </a:solidFill>
                <a:latin typeface="Times New Roman"/>
                <a:ea typeface="Times New Roman"/>
                <a:cs typeface="Times New Roman"/>
                <a:sym typeface="Times New Roman"/>
              </a:rPr>
              <a:t>pseudo-code </a:t>
            </a:r>
            <a:r>
              <a:rPr lang="en-US" sz="2400">
                <a:solidFill>
                  <a:schemeClr val="dk1"/>
                </a:solidFill>
                <a:latin typeface="Times New Roman"/>
                <a:ea typeface="Times New Roman"/>
                <a:cs typeface="Times New Roman"/>
                <a:sym typeface="Times New Roman"/>
              </a:rPr>
              <a:t>», qui ressemble à un langage  de programmation authentique dont on aurait évacué la plupart des problèmes  de syntaxe.</a:t>
            </a:r>
            <a:endParaRPr sz="2400">
              <a:solidFill>
                <a:schemeClr val="dk1"/>
              </a:solidFill>
              <a:latin typeface="Times New Roman"/>
              <a:ea typeface="Times New Roman"/>
              <a:cs typeface="Times New Roman"/>
              <a:sym typeface="Times New Roman"/>
            </a:endParaRPr>
          </a:p>
          <a:p>
            <a:pPr indent="0" lvl="0" marL="0" marR="0" rtl="0" algn="l">
              <a:spcBef>
                <a:spcPts val="3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809546" rtl="0" algn="l">
              <a:spcBef>
                <a:spcPts val="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	Ce pseudo-code est susceptible de varier légèrement d’un livre (ou d’un  enseignant) à un autre : </a:t>
            </a:r>
            <a:r>
              <a:rPr b="1" lang="en-US" sz="2400">
                <a:solidFill>
                  <a:srgbClr val="4F81BC"/>
                </a:solidFill>
                <a:latin typeface="Times New Roman"/>
                <a:ea typeface="Times New Roman"/>
                <a:cs typeface="Times New Roman"/>
                <a:sym typeface="Times New Roman"/>
              </a:rPr>
              <a:t>le pseudo-code est purement conventionnel </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marR="0" rtl="0" algn="l">
              <a:spcBef>
                <a:spcPts val="3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aucune machine n’est censée le reconnaître.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1" name="Shape 281"/>
        <p:cNvGrpSpPr/>
        <p:nvPr/>
      </p:nvGrpSpPr>
      <p:grpSpPr>
        <a:xfrm>
          <a:off x="0" y="0"/>
          <a:ext cx="0" cy="0"/>
          <a:chOff x="0" y="0"/>
          <a:chExt cx="0" cy="0"/>
        </a:xfrm>
      </p:grpSpPr>
      <p:sp>
        <p:nvSpPr>
          <p:cNvPr id="282" name="Google Shape;282;p12"/>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83" name="Google Shape;283;p12"/>
          <p:cNvSpPr txBox="1"/>
          <p:nvPr>
            <p:ph type="title"/>
          </p:nvPr>
        </p:nvSpPr>
        <p:spPr>
          <a:xfrm>
            <a:off x="1744357" y="349250"/>
            <a:ext cx="7280885" cy="1141707"/>
          </a:xfrm>
          <a:prstGeom prst="rect">
            <a:avLst/>
          </a:prstGeom>
          <a:noFill/>
          <a:ln>
            <a:noFill/>
          </a:ln>
        </p:spPr>
        <p:txBody>
          <a:bodyPr anchorCtr="0" anchor="t" bIns="0" lIns="0" spcFirstLastPara="1" rIns="0" wrap="square" tIns="155300">
            <a:spAutoFit/>
          </a:bodyPr>
          <a:lstStyle/>
          <a:p>
            <a:pPr indent="0" lvl="0" marL="0" rtl="0" algn="ctr">
              <a:spcBef>
                <a:spcPts val="0"/>
              </a:spcBef>
              <a:spcAft>
                <a:spcPts val="0"/>
              </a:spcAft>
              <a:buNone/>
            </a:pPr>
            <a:r>
              <a:rPr lang="en-US" sz="3600">
                <a:solidFill>
                  <a:srgbClr val="FF0000"/>
                </a:solidFill>
                <a:latin typeface="Arial"/>
                <a:ea typeface="Arial"/>
                <a:cs typeface="Arial"/>
                <a:sym typeface="Arial"/>
              </a:rPr>
              <a:t>Les langages de programmation</a:t>
            </a:r>
            <a:endParaRPr sz="3600">
              <a:solidFill>
                <a:srgbClr val="FF0000"/>
              </a:solidFill>
              <a:latin typeface="Arial"/>
              <a:ea typeface="Arial"/>
              <a:cs typeface="Arial"/>
              <a:sym typeface="Arial"/>
            </a:endParaRPr>
          </a:p>
          <a:p>
            <a:pPr indent="0" lvl="0" marL="0" rtl="0" algn="ctr">
              <a:spcBef>
                <a:spcPts val="25"/>
              </a:spcBef>
              <a:spcAft>
                <a:spcPts val="0"/>
              </a:spcAft>
              <a:buNone/>
            </a:pPr>
            <a:r>
              <a:rPr b="1" lang="en-US" sz="2800" u="sng">
                <a:solidFill>
                  <a:srgbClr val="6F2F9F"/>
                </a:solidFill>
                <a:latin typeface="Times New Roman"/>
                <a:ea typeface="Times New Roman"/>
                <a:cs typeface="Times New Roman"/>
                <a:sym typeface="Times New Roman"/>
              </a:rPr>
              <a:t>Différents niveaux</a:t>
            </a:r>
            <a:endParaRPr/>
          </a:p>
        </p:txBody>
      </p:sp>
      <p:sp>
        <p:nvSpPr>
          <p:cNvPr id="284" name="Google Shape;284;p12"/>
          <p:cNvSpPr txBox="1"/>
          <p:nvPr/>
        </p:nvSpPr>
        <p:spPr>
          <a:xfrm>
            <a:off x="774701" y="2008124"/>
            <a:ext cx="9220199" cy="4752583"/>
          </a:xfrm>
          <a:prstGeom prst="rect">
            <a:avLst/>
          </a:prstGeom>
          <a:noFill/>
          <a:ln>
            <a:noFill/>
          </a:ln>
        </p:spPr>
        <p:txBody>
          <a:bodyPr anchorCtr="0" anchor="t" bIns="0" lIns="0" spcFirstLastPara="1" rIns="0" wrap="square" tIns="12675">
            <a:spAutoFit/>
          </a:bodyPr>
          <a:lstStyle/>
          <a:p>
            <a:pPr indent="-342867" lvl="0" marL="354930" marR="97146"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Chaque processeur possède un langage propre, directement exécutable : </a:t>
            </a:r>
            <a:r>
              <a:rPr lang="en-US" sz="2400">
                <a:solidFill>
                  <a:srgbClr val="FF0000"/>
                </a:solidFill>
                <a:latin typeface="Times New Roman"/>
                <a:ea typeface="Times New Roman"/>
                <a:cs typeface="Times New Roman"/>
                <a:sym typeface="Times New Roman"/>
              </a:rPr>
              <a:t> </a:t>
            </a:r>
            <a:endParaRPr sz="2400">
              <a:solidFill>
                <a:srgbClr val="FF0000"/>
              </a:solidFill>
              <a:latin typeface="Times New Roman"/>
              <a:ea typeface="Times New Roman"/>
              <a:cs typeface="Times New Roman"/>
              <a:sym typeface="Times New Roman"/>
            </a:endParaRPr>
          </a:p>
          <a:p>
            <a:pPr indent="-342867" lvl="0" marL="354930" marR="97146" rtl="0" algn="l">
              <a:spcBef>
                <a:spcPts val="100"/>
              </a:spcBef>
              <a:spcAft>
                <a:spcPts val="0"/>
              </a:spcAft>
              <a:buClr>
                <a:srgbClr val="FF0000"/>
              </a:buClr>
              <a:buSzPts val="2400"/>
              <a:buFont typeface="Times New Roman"/>
              <a:buChar char="•"/>
            </a:pPr>
            <a:r>
              <a:rPr b="1" lang="en-US" sz="2400">
                <a:solidFill>
                  <a:srgbClr val="FF0000"/>
                </a:solidFill>
                <a:latin typeface="Times New Roman"/>
                <a:ea typeface="Times New Roman"/>
                <a:cs typeface="Times New Roman"/>
                <a:sym typeface="Times New Roman"/>
              </a:rPr>
              <a:t>le langage machine</a:t>
            </a:r>
            <a:r>
              <a:rPr lang="en-US" sz="2400">
                <a:solidFill>
                  <a:schemeClr val="dk1"/>
                </a:solidFill>
                <a:latin typeface="Times New Roman"/>
                <a:ea typeface="Times New Roman"/>
                <a:cs typeface="Times New Roman"/>
                <a:sym typeface="Times New Roman"/>
              </a:rPr>
              <a:t>. Il est formé de 0 et de 1 et n’est pas portable, mais  c’est le seul que l’ordinateur « comprend » ;</a:t>
            </a:r>
            <a:endParaRPr sz="2400">
              <a:solidFill>
                <a:schemeClr val="dk1"/>
              </a:solidFill>
              <a:latin typeface="Times New Roman"/>
              <a:ea typeface="Times New Roman"/>
              <a:cs typeface="Times New Roman"/>
              <a:sym typeface="Times New Roman"/>
            </a:endParaRPr>
          </a:p>
          <a:p>
            <a:pPr indent="0" lvl="0" marL="0" marR="0" rtl="0" algn="l">
              <a:spcBef>
                <a:spcPts val="25"/>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867" lvl="0" marL="354930" marR="5079" rtl="0" algn="l">
              <a:spcBef>
                <a:spcPts val="5"/>
              </a:spcBef>
              <a:spcAft>
                <a:spcPts val="0"/>
              </a:spcAft>
              <a:buClr>
                <a:srgbClr val="FF0000"/>
              </a:buClr>
              <a:buSzPts val="2400"/>
              <a:buFont typeface="Times New Roman"/>
              <a:buChar char="•"/>
            </a:pPr>
            <a:r>
              <a:rPr b="1" lang="en-US" sz="2400">
                <a:solidFill>
                  <a:srgbClr val="FF0000"/>
                </a:solidFill>
                <a:latin typeface="Times New Roman"/>
                <a:ea typeface="Times New Roman"/>
                <a:cs typeface="Times New Roman"/>
                <a:sym typeface="Times New Roman"/>
              </a:rPr>
              <a:t>le langage d’assemblage </a:t>
            </a:r>
            <a:r>
              <a:rPr lang="en-US" sz="2400">
                <a:solidFill>
                  <a:schemeClr val="dk1"/>
                </a:solidFill>
                <a:latin typeface="Times New Roman"/>
                <a:ea typeface="Times New Roman"/>
                <a:cs typeface="Times New Roman"/>
                <a:sym typeface="Times New Roman"/>
              </a:rPr>
              <a:t>est un codage alphanumérique du langage  machine. Il est plus lisible que le langage machine, mais n’est toujours pas  portable. On le traduit en langage machine par un </a:t>
            </a:r>
            <a:r>
              <a:rPr lang="en-US" sz="2400">
                <a:solidFill>
                  <a:srgbClr val="FF0000"/>
                </a:solidFill>
                <a:latin typeface="Times New Roman"/>
                <a:ea typeface="Times New Roman"/>
                <a:cs typeface="Times New Roman"/>
                <a:sym typeface="Times New Roman"/>
              </a:rPr>
              <a:t>assembleur </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marR="0" rtl="0" algn="l">
              <a:spcBef>
                <a:spcPts val="21"/>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867" lvl="0" marL="354930" marR="50795" rtl="0" algn="l">
              <a:spcBef>
                <a:spcPts val="5"/>
              </a:spcBef>
              <a:spcAft>
                <a:spcPts val="0"/>
              </a:spcAft>
              <a:buClr>
                <a:srgbClr val="FF0000"/>
              </a:buClr>
              <a:buSzPts val="2400"/>
              <a:buFont typeface="Times New Roman"/>
              <a:buChar char="•"/>
            </a:pPr>
            <a:r>
              <a:rPr b="1" lang="en-US" sz="2400">
                <a:solidFill>
                  <a:srgbClr val="FF0000"/>
                </a:solidFill>
                <a:latin typeface="Times New Roman"/>
                <a:ea typeface="Times New Roman"/>
                <a:cs typeface="Times New Roman"/>
                <a:sym typeface="Times New Roman"/>
              </a:rPr>
              <a:t>les langages de haut niveau (évolués)</a:t>
            </a:r>
            <a:r>
              <a:rPr b="1"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Souvent normalisés, ils permettent  le portage d’une machine à l’autre. Ils sont traduits en langage machine  par un </a:t>
            </a:r>
            <a:r>
              <a:rPr lang="en-US" sz="2400">
                <a:solidFill>
                  <a:srgbClr val="FF0000"/>
                </a:solidFill>
                <a:latin typeface="Times New Roman"/>
                <a:ea typeface="Times New Roman"/>
                <a:cs typeface="Times New Roman"/>
                <a:sym typeface="Times New Roman"/>
              </a:rPr>
              <a:t>compilateur </a:t>
            </a:r>
            <a:r>
              <a:rPr lang="en-US" sz="2400">
                <a:solidFill>
                  <a:schemeClr val="dk1"/>
                </a:solidFill>
                <a:latin typeface="Times New Roman"/>
                <a:ea typeface="Times New Roman"/>
                <a:cs typeface="Times New Roman"/>
                <a:sym typeface="Times New Roman"/>
              </a:rPr>
              <a:t>ou un </a:t>
            </a:r>
            <a:r>
              <a:rPr lang="en-US" sz="2400">
                <a:solidFill>
                  <a:srgbClr val="FF0000"/>
                </a:solidFill>
                <a:latin typeface="Times New Roman"/>
                <a:ea typeface="Times New Roman"/>
                <a:cs typeface="Times New Roman"/>
                <a:sym typeface="Times New Roman"/>
              </a:rPr>
              <a:t>interpréteur</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marR="0" rtl="0" algn="l">
              <a:spcBef>
                <a:spcPts val="21"/>
              </a:spcBef>
              <a:spcAft>
                <a:spcPts val="0"/>
              </a:spcAft>
              <a:buNone/>
            </a:pPr>
            <a:r>
              <a:t/>
            </a:r>
            <a:endParaRPr sz="2400">
              <a:solidFill>
                <a:schemeClr val="dk1"/>
              </a:solidFill>
              <a:latin typeface="Times New Roman"/>
              <a:ea typeface="Times New Roman"/>
              <a:cs typeface="Times New Roman"/>
              <a:sym typeface="Times New Roman"/>
            </a:endParaRPr>
          </a:p>
          <a:p>
            <a:pPr indent="0" lvl="0" marL="714941" marR="0" rtl="0" algn="l">
              <a:spcBef>
                <a:spcPts val="5"/>
              </a:spcBef>
              <a:spcAft>
                <a:spcPts val="0"/>
              </a:spcAft>
              <a:buNone/>
            </a:pPr>
            <a:r>
              <a:rPr lang="en-US" sz="2100">
                <a:solidFill>
                  <a:srgbClr val="4F81BC"/>
                </a:solidFill>
                <a:latin typeface="Arial"/>
                <a:ea typeface="Arial"/>
                <a:cs typeface="Arial"/>
                <a:sym typeface="Arial"/>
              </a:rPr>
              <a:t>Exemples: Pascal, C, C++, Visual C++, Java, Visual basic, Delphi, …</a:t>
            </a:r>
            <a:endParaRPr sz="21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8" name="Shape 288"/>
        <p:cNvGrpSpPr/>
        <p:nvPr/>
      </p:nvGrpSpPr>
      <p:grpSpPr>
        <a:xfrm>
          <a:off x="0" y="0"/>
          <a:ext cx="0" cy="0"/>
          <a:chOff x="0" y="0"/>
          <a:chExt cx="0" cy="0"/>
        </a:xfrm>
      </p:grpSpPr>
      <p:sp>
        <p:nvSpPr>
          <p:cNvPr id="289" name="Google Shape;289;p13"/>
          <p:cNvSpPr txBox="1"/>
          <p:nvPr>
            <p:ph type="title"/>
          </p:nvPr>
        </p:nvSpPr>
        <p:spPr>
          <a:xfrm>
            <a:off x="1706259" y="589279"/>
            <a:ext cx="7280885" cy="1145441"/>
          </a:xfrm>
          <a:prstGeom prst="rect">
            <a:avLst/>
          </a:prstGeom>
          <a:noFill/>
          <a:ln>
            <a:noFill/>
          </a:ln>
        </p:spPr>
        <p:txBody>
          <a:bodyPr anchorCtr="0" anchor="t" bIns="0" lIns="0" spcFirstLastPara="1" rIns="0" wrap="square" tIns="219925">
            <a:spAutoFit/>
          </a:bodyPr>
          <a:lstStyle/>
          <a:p>
            <a:pPr indent="0" lvl="0" marL="64129" marR="60954" rtl="0" algn="ctr">
              <a:spcBef>
                <a:spcPts val="0"/>
              </a:spcBef>
              <a:spcAft>
                <a:spcPts val="0"/>
              </a:spcAft>
              <a:buNone/>
            </a:pPr>
            <a:r>
              <a:rPr lang="en-US" sz="3600">
                <a:solidFill>
                  <a:srgbClr val="FF0000"/>
                </a:solidFill>
                <a:latin typeface="Arial"/>
                <a:ea typeface="Arial"/>
                <a:cs typeface="Arial"/>
                <a:sym typeface="Arial"/>
              </a:rPr>
              <a:t>Les langages de programmation</a:t>
            </a:r>
            <a:endParaRPr/>
          </a:p>
          <a:p>
            <a:pPr indent="0" lvl="0" marL="64129" rtl="0" algn="ctr">
              <a:spcBef>
                <a:spcPts val="0"/>
              </a:spcBef>
              <a:spcAft>
                <a:spcPts val="0"/>
              </a:spcAft>
              <a:buNone/>
            </a:pPr>
            <a:r>
              <a:rPr b="1" lang="en-US" u="sng">
                <a:solidFill>
                  <a:srgbClr val="6F2F9F"/>
                </a:solidFill>
                <a:latin typeface="Times New Roman"/>
                <a:ea typeface="Times New Roman"/>
                <a:cs typeface="Times New Roman"/>
                <a:sym typeface="Times New Roman"/>
              </a:rPr>
              <a:t>Techniques de production des programmes</a:t>
            </a:r>
            <a:endParaRPr/>
          </a:p>
        </p:txBody>
      </p:sp>
      <p:sp>
        <p:nvSpPr>
          <p:cNvPr id="290" name="Google Shape;290;p13"/>
          <p:cNvSpPr/>
          <p:nvPr/>
        </p:nvSpPr>
        <p:spPr>
          <a:xfrm>
            <a:off x="774073"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3"/>
          <p:cNvSpPr txBox="1"/>
          <p:nvPr/>
        </p:nvSpPr>
        <p:spPr>
          <a:xfrm>
            <a:off x="371765" y="1720851"/>
            <a:ext cx="10058399" cy="5003933"/>
          </a:xfrm>
          <a:prstGeom prst="rect">
            <a:avLst/>
          </a:prstGeom>
          <a:noFill/>
          <a:ln>
            <a:noFill/>
          </a:ln>
        </p:spPr>
        <p:txBody>
          <a:bodyPr anchorCtr="0" anchor="t" bIns="0" lIns="0" spcFirstLastPara="1" rIns="0" wrap="square" tIns="73650">
            <a:spAutoFit/>
          </a:bodyPr>
          <a:lstStyle/>
          <a:p>
            <a:pPr indent="-342900" lvl="0" marL="355598" marR="0" rtl="0" algn="just">
              <a:spcBef>
                <a:spcPts val="0"/>
              </a:spcBef>
              <a:spcAft>
                <a:spcPts val="0"/>
              </a:spcAft>
              <a:buClr>
                <a:srgbClr val="FF0000"/>
              </a:buClr>
              <a:buSzPts val="2400"/>
              <a:buFont typeface="Noto Sans Symbols"/>
              <a:buChar char="⮚"/>
            </a:pPr>
            <a:r>
              <a:rPr b="1" lang="en-US" sz="2400" u="sng">
                <a:solidFill>
                  <a:srgbClr val="FF0000"/>
                </a:solidFill>
                <a:latin typeface="Times New Roman"/>
                <a:ea typeface="Times New Roman"/>
                <a:cs typeface="Times New Roman"/>
                <a:sym typeface="Times New Roman"/>
              </a:rPr>
              <a:t>La compilation </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354930" marR="80002" rtl="0" algn="just">
              <a:spcBef>
                <a:spcPts val="480"/>
              </a:spcBef>
              <a:spcAft>
                <a:spcPts val="0"/>
              </a:spcAft>
              <a:buNone/>
            </a:pPr>
            <a:r>
              <a:rPr lang="en-US" sz="2400">
                <a:solidFill>
                  <a:schemeClr val="dk1"/>
                </a:solidFill>
                <a:latin typeface="Times New Roman"/>
                <a:ea typeface="Times New Roman"/>
                <a:cs typeface="Times New Roman"/>
                <a:sym typeface="Times New Roman"/>
              </a:rPr>
              <a:t>la traduction du source en langage objet. Elle comprend au moins quatre  phases (trois phases d’analyse — lexicale, syntaxique et sémantique — et  une de production de code objet). Pour générer le langage machine il faut  encore une phase particulière : </a:t>
            </a:r>
            <a:r>
              <a:rPr lang="en-US" sz="2400">
                <a:solidFill>
                  <a:srgbClr val="FF0000"/>
                </a:solidFill>
                <a:latin typeface="Times New Roman"/>
                <a:ea typeface="Times New Roman"/>
                <a:cs typeface="Times New Roman"/>
                <a:sym typeface="Times New Roman"/>
              </a:rPr>
              <a:t>l’édition de liens</a:t>
            </a:r>
            <a:r>
              <a:rPr lang="en-US" sz="2400">
                <a:solidFill>
                  <a:schemeClr val="dk1"/>
                </a:solidFill>
                <a:latin typeface="Times New Roman"/>
                <a:ea typeface="Times New Roman"/>
                <a:cs typeface="Times New Roman"/>
                <a:sym typeface="Times New Roman"/>
              </a:rPr>
              <a:t>. Cette technique est  contraignante mais offre une grande vitesse d’exécution ;</a:t>
            </a:r>
            <a:endParaRPr sz="2400">
              <a:solidFill>
                <a:schemeClr val="dk1"/>
              </a:solidFill>
              <a:latin typeface="Times New Roman"/>
              <a:ea typeface="Times New Roman"/>
              <a:cs typeface="Times New Roman"/>
              <a:sym typeface="Times New Roman"/>
            </a:endParaRPr>
          </a:p>
          <a:p>
            <a:pPr indent="0" lvl="0" marL="0" marR="0" rtl="0" algn="just">
              <a:spcBef>
                <a:spcPts val="21"/>
              </a:spcBef>
              <a:spcAft>
                <a:spcPts val="0"/>
              </a:spcAft>
              <a:buNone/>
            </a:pPr>
            <a:r>
              <a:t/>
            </a:r>
            <a:endParaRPr sz="2400">
              <a:solidFill>
                <a:schemeClr val="dk1"/>
              </a:solidFill>
              <a:latin typeface="Times New Roman"/>
              <a:ea typeface="Times New Roman"/>
              <a:cs typeface="Times New Roman"/>
              <a:sym typeface="Times New Roman"/>
            </a:endParaRPr>
          </a:p>
          <a:p>
            <a:pPr indent="-342900" lvl="0" marL="355598" marR="0" rtl="0" algn="just">
              <a:spcBef>
                <a:spcPts val="5"/>
              </a:spcBef>
              <a:spcAft>
                <a:spcPts val="0"/>
              </a:spcAft>
              <a:buClr>
                <a:srgbClr val="FF0000"/>
              </a:buClr>
              <a:buSzPts val="2400"/>
              <a:buFont typeface="Noto Sans Symbols"/>
              <a:buChar char="⮚"/>
            </a:pPr>
            <a:r>
              <a:rPr b="1" lang="en-US" sz="2400" u="sng">
                <a:solidFill>
                  <a:srgbClr val="FF0000"/>
                </a:solidFill>
                <a:latin typeface="Times New Roman"/>
                <a:ea typeface="Times New Roman"/>
                <a:cs typeface="Times New Roman"/>
                <a:sym typeface="Times New Roman"/>
              </a:rPr>
              <a:t>L’interprétation</a:t>
            </a:r>
            <a:r>
              <a:rPr lang="en-US" sz="2400" u="sng">
                <a:solidFill>
                  <a:srgbClr val="FF0000"/>
                </a:solidFill>
                <a:latin typeface="Times New Roman"/>
                <a:ea typeface="Times New Roman"/>
                <a:cs typeface="Times New Roman"/>
                <a:sym typeface="Times New Roman"/>
              </a:rPr>
              <a:t> </a:t>
            </a:r>
            <a:r>
              <a:rPr lang="en-US" sz="2400" u="sng">
                <a:solidFill>
                  <a:schemeClr val="dk1"/>
                </a:solidFill>
                <a:latin typeface="Times New Roman"/>
                <a:ea typeface="Times New Roman"/>
                <a:cs typeface="Times New Roman"/>
                <a:sym typeface="Times New Roman"/>
              </a:rPr>
              <a:t>:</a:t>
            </a:r>
            <a:endParaRPr sz="2400" u="sng">
              <a:solidFill>
                <a:schemeClr val="dk1"/>
              </a:solidFill>
              <a:latin typeface="Times New Roman"/>
              <a:ea typeface="Times New Roman"/>
              <a:cs typeface="Times New Roman"/>
              <a:sym typeface="Times New Roman"/>
            </a:endParaRPr>
          </a:p>
          <a:p>
            <a:pPr indent="0" lvl="0" marL="354930" marR="5079" rtl="0" algn="just">
              <a:spcBef>
                <a:spcPts val="480"/>
              </a:spcBef>
              <a:spcAft>
                <a:spcPts val="0"/>
              </a:spcAft>
              <a:buNone/>
            </a:pPr>
            <a:r>
              <a:rPr lang="en-US" sz="2400">
                <a:solidFill>
                  <a:schemeClr val="dk1"/>
                </a:solidFill>
                <a:latin typeface="Times New Roman"/>
                <a:ea typeface="Times New Roman"/>
                <a:cs typeface="Times New Roman"/>
                <a:sym typeface="Times New Roman"/>
              </a:rPr>
              <a:t>Chaque ligne du source analysé est traduite au fur et à mesure en  instructions directement exécutées. Aucun programme objet n’est généré.  C’est très souple mais l’interpréteur doit être utilisé à chaque exécution. . .</a:t>
            </a:r>
            <a:endParaRPr sz="2400">
              <a:solidFill>
                <a:schemeClr val="dk1"/>
              </a:solidFill>
              <a:latin typeface="Times New Roman"/>
              <a:ea typeface="Times New Roman"/>
              <a:cs typeface="Times New Roman"/>
              <a:sym typeface="Times New Roman"/>
            </a:endParaRPr>
          </a:p>
          <a:p>
            <a:pPr indent="0" lvl="0" marL="0" marR="0" rtl="0" algn="just">
              <a:spcBef>
                <a:spcPts val="21"/>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355565" marR="0" rtl="0" algn="just">
              <a:spcBef>
                <a:spcPts val="5"/>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Ces deux techniques peuvent coexister pour un même langage.</a:t>
            </a:r>
            <a:endParaRPr sz="2400">
              <a:solidFill>
                <a:schemeClr val="dk1"/>
              </a:solidFill>
              <a:latin typeface="Times New Roman"/>
              <a:ea typeface="Times New Roman"/>
              <a:cs typeface="Times New Roman"/>
              <a:sym typeface="Times New Roman"/>
            </a:endParaRPr>
          </a:p>
        </p:txBody>
      </p:sp>
      <p:sp>
        <p:nvSpPr>
          <p:cNvPr id="292" name="Google Shape;292;p13"/>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6" name="Shape 296"/>
        <p:cNvGrpSpPr/>
        <p:nvPr/>
      </p:nvGrpSpPr>
      <p:grpSpPr>
        <a:xfrm>
          <a:off x="0" y="0"/>
          <a:ext cx="0" cy="0"/>
          <a:chOff x="0" y="0"/>
          <a:chExt cx="0" cy="0"/>
        </a:xfrm>
      </p:grpSpPr>
      <p:sp>
        <p:nvSpPr>
          <p:cNvPr id="297" name="Google Shape;297;p14"/>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298" name="Google Shape;298;p14"/>
          <p:cNvSpPr txBox="1"/>
          <p:nvPr>
            <p:ph type="title"/>
          </p:nvPr>
        </p:nvSpPr>
        <p:spPr>
          <a:xfrm>
            <a:off x="879366" y="577850"/>
            <a:ext cx="9524999" cy="566181"/>
          </a:xfrm>
          <a:prstGeom prst="rect">
            <a:avLst/>
          </a:prstGeom>
          <a:noFill/>
          <a:ln>
            <a:noFill/>
          </a:ln>
        </p:spPr>
        <p:txBody>
          <a:bodyPr anchorCtr="0" anchor="t" bIns="0" lIns="0" spcFirstLastPara="1" rIns="0" wrap="square" tIns="12050">
            <a:spAutoFit/>
          </a:bodyPr>
          <a:lstStyle/>
          <a:p>
            <a:pPr indent="0" lvl="0" marL="12698" rtl="0" algn="ctr">
              <a:spcBef>
                <a:spcPts val="0"/>
              </a:spcBef>
              <a:spcAft>
                <a:spcPts val="0"/>
              </a:spcAft>
              <a:buNone/>
            </a:pPr>
            <a:r>
              <a:rPr lang="en-US" sz="3600">
                <a:solidFill>
                  <a:srgbClr val="FF0000"/>
                </a:solidFill>
                <a:latin typeface="Arial"/>
                <a:ea typeface="Arial"/>
                <a:cs typeface="Arial"/>
                <a:sym typeface="Arial"/>
              </a:rPr>
              <a:t>Méthodologies de construction des programmes</a:t>
            </a:r>
            <a:endParaRPr sz="3600">
              <a:solidFill>
                <a:srgbClr val="FF0000"/>
              </a:solidFill>
              <a:latin typeface="Arial"/>
              <a:ea typeface="Arial"/>
              <a:cs typeface="Arial"/>
              <a:sym typeface="Arial"/>
            </a:endParaRPr>
          </a:p>
        </p:txBody>
      </p:sp>
      <p:sp>
        <p:nvSpPr>
          <p:cNvPr id="299" name="Google Shape;299;p14"/>
          <p:cNvSpPr txBox="1"/>
          <p:nvPr/>
        </p:nvSpPr>
        <p:spPr>
          <a:xfrm>
            <a:off x="881993" y="1720850"/>
            <a:ext cx="9220201" cy="4539058"/>
          </a:xfrm>
          <a:prstGeom prst="rect">
            <a:avLst/>
          </a:prstGeom>
          <a:noFill/>
          <a:ln>
            <a:noFill/>
          </a:ln>
        </p:spPr>
        <p:txBody>
          <a:bodyPr anchorCtr="0" anchor="t" bIns="0" lIns="0" spcFirstLastPara="1" rIns="0" wrap="square" tIns="42525">
            <a:spAutoFit/>
          </a:bodyPr>
          <a:lstStyle/>
          <a:p>
            <a:pPr indent="-342867" lvl="0" marL="354930" marR="702876" rtl="0" algn="l">
              <a:lnSpc>
                <a:spcPct val="150000"/>
              </a:lnSpc>
              <a:spcBef>
                <a:spcPts val="0"/>
              </a:spcBef>
              <a:spcAft>
                <a:spcPts val="0"/>
              </a:spcAft>
              <a:buClr>
                <a:srgbClr val="FF0000"/>
              </a:buClr>
              <a:buSzPts val="2400"/>
              <a:buFont typeface="Noto Sans Symbols"/>
              <a:buChar char="▪"/>
            </a:pPr>
            <a:r>
              <a:rPr b="1" lang="en-US" sz="2400" u="sng">
                <a:solidFill>
                  <a:srgbClr val="FF0000"/>
                </a:solidFill>
                <a:latin typeface="Times New Roman"/>
                <a:ea typeface="Times New Roman"/>
                <a:cs typeface="Times New Roman"/>
                <a:sym typeface="Times New Roman"/>
              </a:rPr>
              <a:t>La méthodologie procédurale </a:t>
            </a:r>
            <a:r>
              <a:rPr lang="en-US" sz="2400" u="sng">
                <a:solidFill>
                  <a:srgbClr val="FF0000"/>
                </a:solidFill>
                <a:latin typeface="Times New Roman"/>
                <a:ea typeface="Times New Roman"/>
                <a:cs typeface="Times New Roman"/>
                <a:sym typeface="Times New Roman"/>
              </a:rPr>
              <a:t>: </a:t>
            </a:r>
            <a:r>
              <a:rPr lang="en-US" sz="2400" u="sng">
                <a:solidFill>
                  <a:schemeClr val="dk1"/>
                </a:solidFill>
                <a:latin typeface="Times New Roman"/>
                <a:ea typeface="Times New Roman"/>
                <a:cs typeface="Times New Roman"/>
                <a:sym typeface="Times New Roman"/>
              </a:rPr>
              <a:t> </a:t>
            </a:r>
            <a:r>
              <a:rPr lang="en-US" sz="2400">
                <a:solidFill>
                  <a:srgbClr val="548ED5"/>
                </a:solidFill>
                <a:latin typeface="Times New Roman"/>
                <a:ea typeface="Times New Roman"/>
                <a:cs typeface="Times New Roman"/>
                <a:sym typeface="Times New Roman"/>
              </a:rPr>
              <a:t>(programmation procédurale) </a:t>
            </a:r>
            <a:r>
              <a:rPr lang="en-US" sz="2400">
                <a:solidFill>
                  <a:schemeClr val="dk1"/>
                </a:solidFill>
                <a:latin typeface="Times New Roman"/>
                <a:ea typeface="Times New Roman"/>
                <a:cs typeface="Times New Roman"/>
                <a:sym typeface="Times New Roman"/>
              </a:rPr>
              <a:t>on s’efforce de décomposer un problème complexe en sous-programmes plus simples. Cette méthode structure  d’abord les actions ;</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35"/>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355565" marR="0" rtl="0" algn="l">
              <a:lnSpc>
                <a:spcPct val="150000"/>
              </a:lnSpc>
              <a:spcBef>
                <a:spcPts val="0"/>
              </a:spcBef>
              <a:spcAft>
                <a:spcPts val="0"/>
              </a:spcAft>
              <a:buClr>
                <a:srgbClr val="FF0000"/>
              </a:buClr>
              <a:buSzPts val="2400"/>
              <a:buFont typeface="Noto Sans Symbols"/>
              <a:buChar char="▪"/>
            </a:pPr>
            <a:r>
              <a:rPr b="1" lang="en-US" sz="2400" u="sng">
                <a:solidFill>
                  <a:srgbClr val="FF0000"/>
                </a:solidFill>
                <a:latin typeface="Times New Roman"/>
                <a:ea typeface="Times New Roman"/>
                <a:cs typeface="Times New Roman"/>
                <a:sym typeface="Times New Roman"/>
              </a:rPr>
              <a:t>La méthodologie objet </a:t>
            </a:r>
            <a:r>
              <a:rPr lang="en-US" sz="2400" u="sng">
                <a:solidFill>
                  <a:srgbClr val="FF0000"/>
                </a:solidFill>
                <a:latin typeface="Times New Roman"/>
                <a:ea typeface="Times New Roman"/>
                <a:cs typeface="Times New Roman"/>
                <a:sym typeface="Times New Roman"/>
              </a:rPr>
              <a:t>: </a:t>
            </a:r>
            <a:r>
              <a:rPr lang="en-US" sz="2400" u="sng">
                <a:solidFill>
                  <a:schemeClr val="dk1"/>
                </a:solidFill>
                <a:latin typeface="Times New Roman"/>
                <a:ea typeface="Times New Roman"/>
                <a:cs typeface="Times New Roman"/>
                <a:sym typeface="Times New Roman"/>
              </a:rPr>
              <a:t> </a:t>
            </a:r>
            <a:r>
              <a:rPr lang="en-US" sz="2400">
                <a:solidFill>
                  <a:srgbClr val="548ED5"/>
                </a:solidFill>
                <a:latin typeface="Times New Roman"/>
                <a:ea typeface="Times New Roman"/>
                <a:cs typeface="Times New Roman"/>
                <a:sym typeface="Times New Roman"/>
              </a:rPr>
              <a:t>(programmation Orientée Objet)</a:t>
            </a:r>
            <a:endParaRPr sz="2400">
              <a:solidFill>
                <a:schemeClr val="dk1"/>
              </a:solidFill>
              <a:latin typeface="Times New Roman"/>
              <a:ea typeface="Times New Roman"/>
              <a:cs typeface="Times New Roman"/>
              <a:sym typeface="Times New Roman"/>
            </a:endParaRPr>
          </a:p>
          <a:p>
            <a:pPr indent="0" lvl="0" marL="354930" marR="5079" rtl="0" algn="l">
              <a:lnSpc>
                <a:spcPct val="150000"/>
              </a:lnSpc>
              <a:spcBef>
                <a:spcPts val="470"/>
              </a:spcBef>
              <a:spcAft>
                <a:spcPts val="0"/>
              </a:spcAft>
              <a:buNone/>
            </a:pPr>
            <a:r>
              <a:rPr lang="en-US" sz="2400">
                <a:solidFill>
                  <a:schemeClr val="dk1"/>
                </a:solidFill>
                <a:latin typeface="Times New Roman"/>
                <a:ea typeface="Times New Roman"/>
                <a:cs typeface="Times New Roman"/>
                <a:sym typeface="Times New Roman"/>
              </a:rPr>
              <a:t>Définit d’abord des composants (les objets) qui contiennent des attributs  (données) et des méthodes (actions). On communique entre objets par  l’envoi de messages qui donnent accès à un attribut ou qui lancent une  méthode.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3" name="Shape 303"/>
        <p:cNvGrpSpPr/>
        <p:nvPr/>
      </p:nvGrpSpPr>
      <p:grpSpPr>
        <a:xfrm>
          <a:off x="0" y="0"/>
          <a:ext cx="0" cy="0"/>
          <a:chOff x="0" y="0"/>
          <a:chExt cx="0" cy="0"/>
        </a:xfrm>
      </p:grpSpPr>
      <p:sp>
        <p:nvSpPr>
          <p:cNvPr id="304" name="Google Shape;304;p15"/>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pic>
        <p:nvPicPr>
          <p:cNvPr id="305" name="Google Shape;305;p15"/>
          <p:cNvPicPr preferRelativeResize="0"/>
          <p:nvPr/>
        </p:nvPicPr>
        <p:blipFill rotWithShape="1">
          <a:blip r:embed="rId3">
            <a:alphaModFix/>
          </a:blip>
          <a:srcRect b="0" l="0" r="0" t="0"/>
          <a:stretch/>
        </p:blipFill>
        <p:spPr>
          <a:xfrm>
            <a:off x="347342" y="2257137"/>
            <a:ext cx="9998718" cy="2895599"/>
          </a:xfrm>
          <a:prstGeom prst="rect">
            <a:avLst/>
          </a:prstGeom>
          <a:noFill/>
          <a:ln>
            <a:noFill/>
          </a:ln>
        </p:spPr>
      </p:pic>
      <p:sp>
        <p:nvSpPr>
          <p:cNvPr id="306" name="Google Shape;306;p15"/>
          <p:cNvSpPr/>
          <p:nvPr/>
        </p:nvSpPr>
        <p:spPr>
          <a:xfrm>
            <a:off x="1187052" y="958849"/>
            <a:ext cx="914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FF0000"/>
                </a:solidFill>
                <a:latin typeface="Arial"/>
                <a:ea typeface="Arial"/>
                <a:cs typeface="Arial"/>
                <a:sym typeface="Arial"/>
              </a:rPr>
              <a:t>Généralisation des étapes de  résolution</a:t>
            </a:r>
            <a:endParaRPr sz="3600">
              <a:solidFill>
                <a:srgbClr val="FF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id="311" name="Google Shape;311;p16"/>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312" name="Google Shape;312;p16"/>
          <p:cNvSpPr txBox="1"/>
          <p:nvPr/>
        </p:nvSpPr>
        <p:spPr>
          <a:xfrm>
            <a:off x="241300" y="528373"/>
            <a:ext cx="9814793" cy="566820"/>
          </a:xfrm>
          <a:prstGeom prst="rect">
            <a:avLst/>
          </a:prstGeom>
          <a:noFill/>
          <a:ln>
            <a:noFill/>
          </a:ln>
        </p:spPr>
        <p:txBody>
          <a:bodyPr anchorCtr="0" anchor="t" bIns="0" lIns="0" spcFirstLastPara="1" rIns="0" wrap="square" tIns="12675">
            <a:spAutoFit/>
          </a:bodyPr>
          <a:lstStyle/>
          <a:p>
            <a:pPr indent="0" lvl="0" marL="12698" marR="0" rtl="0" algn="ctr">
              <a:spcBef>
                <a:spcPts val="0"/>
              </a:spcBef>
              <a:spcAft>
                <a:spcPts val="0"/>
              </a:spcAft>
              <a:buNone/>
            </a:pPr>
            <a:r>
              <a:rPr lang="en-US" sz="3600">
                <a:solidFill>
                  <a:srgbClr val="FF0000"/>
                </a:solidFill>
                <a:latin typeface="Arial"/>
                <a:ea typeface="Arial"/>
                <a:cs typeface="Arial"/>
                <a:sym typeface="Arial"/>
              </a:rPr>
              <a:t>Liste non exhaustive des langages les plus courants</a:t>
            </a:r>
            <a:endParaRPr sz="3600">
              <a:solidFill>
                <a:srgbClr val="FF0000"/>
              </a:solidFill>
              <a:latin typeface="Arial"/>
              <a:ea typeface="Arial"/>
              <a:cs typeface="Arial"/>
              <a:sym typeface="Arial"/>
            </a:endParaRPr>
          </a:p>
        </p:txBody>
      </p:sp>
      <p:graphicFrame>
        <p:nvGraphicFramePr>
          <p:cNvPr id="313" name="Google Shape;313;p16"/>
          <p:cNvGraphicFramePr/>
          <p:nvPr/>
        </p:nvGraphicFramePr>
        <p:xfrm>
          <a:off x="1308100" y="1339850"/>
          <a:ext cx="3000000" cy="3000000"/>
        </p:xfrm>
        <a:graphic>
          <a:graphicData uri="http://schemas.openxmlformats.org/drawingml/2006/table">
            <a:tbl>
              <a:tblPr bandRow="1" firstRow="1">
                <a:noFill/>
                <a:tableStyleId>{8B72D881-2E7A-4789-B11D-E80EF5146E49}</a:tableStyleId>
              </a:tblPr>
              <a:tblGrid>
                <a:gridCol w="1515125"/>
                <a:gridCol w="2232275"/>
                <a:gridCol w="2391875"/>
                <a:gridCol w="2471325"/>
              </a:tblGrid>
              <a:tr h="1111525">
                <a:tc>
                  <a:txBody>
                    <a:bodyPr/>
                    <a:lstStyle/>
                    <a:p>
                      <a:pPr indent="0" lvl="0" marL="262890"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Langage</a:t>
                      </a:r>
                      <a:endParaRPr sz="1800" u="none" cap="none" strike="noStrike">
                        <a:latin typeface="Times New Roman"/>
                        <a:ea typeface="Times New Roman"/>
                        <a:cs typeface="Times New Roman"/>
                        <a:sym typeface="Times New Roman"/>
                      </a:endParaRPr>
                    </a:p>
                  </a:txBody>
                  <a:tcPr marT="36825"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0" lvl="0" marL="0" marR="0" rtl="0" algn="ctr">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Type</a:t>
                      </a:r>
                      <a:endParaRPr sz="1800" u="none" cap="none" strike="noStrike">
                        <a:latin typeface="Times New Roman"/>
                        <a:ea typeface="Times New Roman"/>
                        <a:cs typeface="Times New Roman"/>
                        <a:sym typeface="Times New Roman"/>
                      </a:endParaRPr>
                    </a:p>
                  </a:txBody>
                  <a:tcPr marT="368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28575" lvl="0" marL="576580" marR="57150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Compilé /  Interprété</a:t>
                      </a:r>
                      <a:endParaRPr sz="1800" u="none" cap="none" strike="noStrike">
                        <a:latin typeface="Times New Roman"/>
                        <a:ea typeface="Times New Roman"/>
                        <a:cs typeface="Times New Roman"/>
                        <a:sym typeface="Times New Roman"/>
                      </a:endParaRPr>
                    </a:p>
                  </a:txBody>
                  <a:tcPr marT="368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a:txBody>
                    <a:bodyPr/>
                    <a:lstStyle/>
                    <a:p>
                      <a:pPr indent="208279" lvl="0" marL="467359" marR="460375"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Domaine  d’application</a:t>
                      </a:r>
                      <a:endParaRPr sz="1800" u="none" cap="none" strike="noStrike">
                        <a:latin typeface="Times New Roman"/>
                        <a:ea typeface="Times New Roman"/>
                        <a:cs typeface="Times New Roman"/>
                        <a:sym typeface="Times New Roman"/>
                      </a:endParaRPr>
                    </a:p>
                  </a:txBody>
                  <a:tcPr marT="36825"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r>
              <a:tr h="576825">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Basic</a:t>
                      </a:r>
                      <a:endParaRPr sz="1700" u="none" cap="none" strike="noStrike">
                        <a:latin typeface="Times New Roman"/>
                        <a:ea typeface="Times New Roman"/>
                        <a:cs typeface="Times New Roman"/>
                        <a:sym typeface="Times New Roman"/>
                      </a:endParaRPr>
                    </a:p>
                  </a:txBody>
                  <a:tcPr marT="38725"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Non structuré</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Interprété</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Apprentissage</a:t>
                      </a:r>
                      <a:endParaRPr sz="17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02925">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Cobol</a:t>
                      </a:r>
                      <a:endParaRPr/>
                    </a:p>
                  </a:txBody>
                  <a:tcPr marT="38100"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Structuré</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Compilé</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Gestion</a:t>
                      </a:r>
                      <a:endParaRPr sz="1700" u="none" cap="none" strike="noStrike">
                        <a:latin typeface="Times New Roman"/>
                        <a:ea typeface="Times New Roman"/>
                        <a:cs typeface="Times New Roman"/>
                        <a:sym typeface="Times New Roman"/>
                      </a:endParaRPr>
                    </a:p>
                  </a:txBody>
                  <a:tcPr marT="38100"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425">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Fortran</a:t>
                      </a:r>
                      <a:endParaRPr sz="1700" u="none" cap="none" strike="noStrike">
                        <a:latin typeface="Times New Roman"/>
                        <a:ea typeface="Times New Roman"/>
                        <a:cs typeface="Times New Roman"/>
                        <a:sym typeface="Times New Roman"/>
                      </a:endParaRPr>
                    </a:p>
                  </a:txBody>
                  <a:tcPr marT="38100"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Structuré</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Compilé</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Calculs</a:t>
                      </a:r>
                      <a:endParaRPr sz="1700" u="none" cap="none" strike="noStrike">
                        <a:latin typeface="Times New Roman"/>
                        <a:ea typeface="Times New Roman"/>
                        <a:cs typeface="Times New Roman"/>
                        <a:sym typeface="Times New Roman"/>
                      </a:endParaRPr>
                    </a:p>
                  </a:txBody>
                  <a:tcPr marT="38100"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2500">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a:t>
                      </a:r>
                      <a:endParaRPr/>
                    </a:p>
                  </a:txBody>
                  <a:tcPr marT="38725"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Structuré</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Compilé</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Programmation système</a:t>
                      </a:r>
                      <a:endParaRPr sz="17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425">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Pascal</a:t>
                      </a:r>
                      <a:endParaRPr sz="1700" u="none" cap="none" strike="noStrike">
                        <a:latin typeface="Times New Roman"/>
                        <a:ea typeface="Times New Roman"/>
                        <a:cs typeface="Times New Roman"/>
                        <a:sym typeface="Times New Roman"/>
                      </a:endParaRPr>
                    </a:p>
                  </a:txBody>
                  <a:tcPr marT="38100"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Structuré</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Compilé</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Enseignement</a:t>
                      </a:r>
                      <a:endParaRPr sz="1700" u="none" cap="none" strike="noStrike">
                        <a:latin typeface="Times New Roman"/>
                        <a:ea typeface="Times New Roman"/>
                        <a:cs typeface="Times New Roman"/>
                        <a:sym typeface="Times New Roman"/>
                      </a:endParaRPr>
                    </a:p>
                  </a:txBody>
                  <a:tcPr marT="38100"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73800">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ADA</a:t>
                      </a:r>
                      <a:endParaRPr sz="1700" u="none" cap="none" strike="noStrike">
                        <a:latin typeface="Times New Roman"/>
                        <a:ea typeface="Times New Roman"/>
                        <a:cs typeface="Times New Roman"/>
                        <a:sym typeface="Times New Roman"/>
                      </a:endParaRPr>
                    </a:p>
                  </a:txBody>
                  <a:tcPr marT="38725"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413384" rtl="0" algn="l">
                        <a:lnSpc>
                          <a:spcPct val="135294"/>
                        </a:lnSpc>
                        <a:spcBef>
                          <a:spcPts val="0"/>
                        </a:spcBef>
                        <a:spcAft>
                          <a:spcPts val="0"/>
                        </a:spcAft>
                        <a:buNone/>
                      </a:pPr>
                      <a:r>
                        <a:rPr lang="en-US" sz="1700" u="none" cap="none" strike="noStrike">
                          <a:latin typeface="Times New Roman"/>
                          <a:ea typeface="Times New Roman"/>
                          <a:cs typeface="Times New Roman"/>
                          <a:sym typeface="Times New Roman"/>
                        </a:rPr>
                        <a:t>Structuré (il existe  une version objet)</a:t>
                      </a:r>
                      <a:endParaRPr sz="1700" u="none" cap="none" strike="noStrike">
                        <a:latin typeface="Times New Roman"/>
                        <a:ea typeface="Times New Roman"/>
                        <a:cs typeface="Times New Roman"/>
                        <a:sym typeface="Times New Roman"/>
                      </a:endParaRPr>
                    </a:p>
                  </a:txBody>
                  <a:tcPr marT="825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Compilé</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Militaire, aérospatiale</a:t>
                      </a:r>
                      <a:endParaRPr sz="17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94375">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Visual Basic</a:t>
                      </a:r>
                      <a:endParaRPr sz="1700" u="none" cap="none" strike="noStrike">
                        <a:latin typeface="Times New Roman"/>
                        <a:ea typeface="Times New Roman"/>
                        <a:cs typeface="Times New Roman"/>
                        <a:sym typeface="Times New Roman"/>
                      </a:endParaRPr>
                    </a:p>
                  </a:txBody>
                  <a:tcPr marT="38725"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Orienté objet</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Interprété ou compilé</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1440" marR="673735"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Interfaces homme  machine</a:t>
                      </a:r>
                      <a:endParaRPr sz="17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0425">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a:t>
                      </a:r>
                      <a:endParaRPr sz="1700" u="none" cap="none" strike="noStrike">
                        <a:latin typeface="Times New Roman"/>
                        <a:ea typeface="Times New Roman"/>
                        <a:cs typeface="Times New Roman"/>
                        <a:sym typeface="Times New Roman"/>
                      </a:endParaRPr>
                    </a:p>
                  </a:txBody>
                  <a:tcPr marT="38725"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Orienté objet</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Compilé</a:t>
                      </a:r>
                      <a:endParaRPr sz="1700" u="none" cap="none" strike="noStrike">
                        <a:latin typeface="Times New Roman"/>
                        <a:ea typeface="Times New Roman"/>
                        <a:cs typeface="Times New Roman"/>
                        <a:sym typeface="Times New Roman"/>
                      </a:endParaRPr>
                    </a:p>
                  </a:txBody>
                  <a:tcPr marT="387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Industrie</a:t>
                      </a:r>
                      <a:endParaRPr sz="17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425">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Java</a:t>
                      </a:r>
                      <a:endParaRPr sz="1700" u="none" cap="none" strike="noStrike">
                        <a:latin typeface="Times New Roman"/>
                        <a:ea typeface="Times New Roman"/>
                        <a:cs typeface="Times New Roman"/>
                        <a:sym typeface="Times New Roman"/>
                      </a:endParaRPr>
                    </a:p>
                  </a:txBody>
                  <a:tcPr marT="38100" marB="0" marR="0" marL="0">
                    <a:lnL cap="flat" cmpd="sng" w="381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Orienté objet</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9017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Interprété et compilé</a:t>
                      </a:r>
                      <a:endParaRPr sz="1700" u="none" cap="none" strike="noStrike">
                        <a:latin typeface="Times New Roman"/>
                        <a:ea typeface="Times New Roman"/>
                        <a:cs typeface="Times New Roman"/>
                        <a:sym typeface="Times New Roman"/>
                      </a:endParaRPr>
                    </a:p>
                  </a:txBody>
                  <a:tcPr marT="3810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700" u="none" cap="none" strike="noStrike">
                          <a:latin typeface="Times New Roman"/>
                          <a:ea typeface="Times New Roman"/>
                          <a:cs typeface="Times New Roman"/>
                          <a:sym typeface="Times New Roman"/>
                        </a:rPr>
                        <a:t>Industrie – Internet</a:t>
                      </a:r>
                      <a:endParaRPr sz="1700" u="none" cap="none" strike="noStrike">
                        <a:latin typeface="Times New Roman"/>
                        <a:ea typeface="Times New Roman"/>
                        <a:cs typeface="Times New Roman"/>
                        <a:sym typeface="Times New Roman"/>
                      </a:endParaRPr>
                    </a:p>
                  </a:txBody>
                  <a:tcPr marT="38100" marB="0" marR="0" marL="0">
                    <a:lnL cap="flat" cmpd="sng" w="127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7" name="Shape 317"/>
        <p:cNvGrpSpPr/>
        <p:nvPr/>
      </p:nvGrpSpPr>
      <p:grpSpPr>
        <a:xfrm>
          <a:off x="0" y="0"/>
          <a:ext cx="0" cy="0"/>
          <a:chOff x="0" y="0"/>
          <a:chExt cx="0" cy="0"/>
        </a:xfrm>
      </p:grpSpPr>
      <p:sp>
        <p:nvSpPr>
          <p:cNvPr id="318" name="Google Shape;318;p17"/>
          <p:cNvSpPr txBox="1"/>
          <p:nvPr>
            <p:ph type="title"/>
          </p:nvPr>
        </p:nvSpPr>
        <p:spPr>
          <a:xfrm>
            <a:off x="3464914" y="654050"/>
            <a:ext cx="2921646" cy="566820"/>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Exemple</a:t>
            </a:r>
            <a:endParaRPr sz="3600">
              <a:solidFill>
                <a:srgbClr val="FF0000"/>
              </a:solidFill>
              <a:latin typeface="Arial"/>
              <a:ea typeface="Arial"/>
              <a:cs typeface="Arial"/>
              <a:sym typeface="Arial"/>
            </a:endParaRPr>
          </a:p>
        </p:txBody>
      </p:sp>
      <p:sp>
        <p:nvSpPr>
          <p:cNvPr id="319" name="Google Shape;319;p17"/>
          <p:cNvSpPr txBox="1"/>
          <p:nvPr/>
        </p:nvSpPr>
        <p:spPr>
          <a:xfrm>
            <a:off x="1310018" y="1550133"/>
            <a:ext cx="4025265" cy="1694043"/>
          </a:xfrm>
          <a:prstGeom prst="rect">
            <a:avLst/>
          </a:prstGeom>
          <a:noFill/>
          <a:ln>
            <a:noFill/>
          </a:ln>
        </p:spPr>
        <p:txBody>
          <a:bodyPr anchorCtr="0" anchor="t" bIns="0" lIns="0" spcFirstLastPara="1" rIns="0" wrap="square" tIns="100300">
            <a:spAutoFit/>
          </a:bodyPr>
          <a:lstStyle/>
          <a:p>
            <a:pPr indent="0" lvl="0" marL="12698" marR="0" rtl="0" algn="l">
              <a:spcBef>
                <a:spcPts val="0"/>
              </a:spcBef>
              <a:spcAft>
                <a:spcPts val="0"/>
              </a:spcAft>
              <a:buNone/>
            </a:pPr>
            <a:r>
              <a:rPr b="1" i="1" lang="en-US" sz="1800">
                <a:solidFill>
                  <a:schemeClr val="dk1"/>
                </a:solidFill>
                <a:latin typeface="Arial"/>
                <a:ea typeface="Arial"/>
                <a:cs typeface="Arial"/>
                <a:sym typeface="Arial"/>
              </a:rPr>
              <a:t>Calcul_Volume_Cylindre</a:t>
            </a:r>
            <a:endParaRPr sz="1800">
              <a:solidFill>
                <a:schemeClr val="dk1"/>
              </a:solidFill>
              <a:latin typeface="Arial"/>
              <a:ea typeface="Arial"/>
              <a:cs typeface="Arial"/>
              <a:sym typeface="Arial"/>
            </a:endParaRPr>
          </a:p>
          <a:p>
            <a:pPr indent="0" lvl="0" marL="354930" marR="0" rtl="0" algn="l">
              <a:spcBef>
                <a:spcPts val="604"/>
              </a:spcBef>
              <a:spcAft>
                <a:spcPts val="0"/>
              </a:spcAft>
              <a:buNone/>
            </a:pPr>
            <a:r>
              <a:rPr lang="en-US" sz="1600">
                <a:solidFill>
                  <a:schemeClr val="dk1"/>
                </a:solidFill>
                <a:latin typeface="Times New Roman"/>
                <a:ea typeface="Times New Roman"/>
                <a:cs typeface="Times New Roman"/>
                <a:sym typeface="Times New Roman"/>
              </a:rPr>
              <a:t>{ Début Déclaration }</a:t>
            </a:r>
            <a:endParaRPr sz="1600">
              <a:solidFill>
                <a:schemeClr val="dk1"/>
              </a:solidFill>
              <a:latin typeface="Times New Roman"/>
              <a:ea typeface="Times New Roman"/>
              <a:cs typeface="Times New Roman"/>
              <a:sym typeface="Times New Roman"/>
            </a:endParaRPr>
          </a:p>
          <a:p>
            <a:pPr indent="0" lvl="0" marL="926375" marR="0" rtl="0" algn="l">
              <a:spcBef>
                <a:spcPts val="499"/>
              </a:spcBef>
              <a:spcAft>
                <a:spcPts val="0"/>
              </a:spcAft>
              <a:buNone/>
            </a:pPr>
            <a:r>
              <a:rPr lang="en-US" sz="1800">
                <a:solidFill>
                  <a:schemeClr val="dk1"/>
                </a:solidFill>
                <a:latin typeface="Arial"/>
                <a:ea typeface="Arial"/>
                <a:cs typeface="Arial"/>
                <a:sym typeface="Arial"/>
              </a:rPr>
              <a:t>Const pi </a:t>
            </a:r>
            <a:r>
              <a:rPr lang="en-US" sz="1800">
                <a:solidFill>
                  <a:schemeClr val="dk1"/>
                </a:solidFill>
                <a:latin typeface="Noto Sans Symbols"/>
                <a:ea typeface="Noto Sans Symbols"/>
                <a:cs typeface="Noto Sans Symbols"/>
                <a:sym typeface="Noto Sans Symbols"/>
              </a:rPr>
              <a:t>🡨</a:t>
            </a:r>
            <a:r>
              <a:rPr lang="en-US" sz="1800">
                <a:solidFill>
                  <a:schemeClr val="dk1"/>
                </a:solidFill>
                <a:latin typeface="Times New Roman"/>
                <a:ea typeface="Times New Roman"/>
                <a:cs typeface="Times New Roman"/>
                <a:sym typeface="Times New Roman"/>
              </a:rPr>
              <a:t> </a:t>
            </a:r>
            <a:r>
              <a:rPr lang="en-US" sz="1800">
                <a:solidFill>
                  <a:schemeClr val="dk1"/>
                </a:solidFill>
                <a:latin typeface="Arial"/>
                <a:ea typeface="Arial"/>
                <a:cs typeface="Arial"/>
                <a:sym typeface="Arial"/>
              </a:rPr>
              <a:t>3.141593 : réel</a:t>
            </a:r>
            <a:endParaRPr sz="1800">
              <a:solidFill>
                <a:schemeClr val="dk1"/>
              </a:solidFill>
              <a:latin typeface="Arial"/>
              <a:ea typeface="Arial"/>
              <a:cs typeface="Arial"/>
              <a:sym typeface="Arial"/>
            </a:endParaRPr>
          </a:p>
          <a:p>
            <a:pPr indent="0" lvl="0" marL="926375" marR="0" rtl="0" algn="l">
              <a:spcBef>
                <a:spcPts val="405"/>
              </a:spcBef>
              <a:spcAft>
                <a:spcPts val="0"/>
              </a:spcAft>
              <a:buNone/>
            </a:pPr>
            <a:r>
              <a:rPr lang="en-US" sz="1800">
                <a:solidFill>
                  <a:schemeClr val="dk1"/>
                </a:solidFill>
                <a:latin typeface="Arial"/>
                <a:ea typeface="Arial"/>
                <a:cs typeface="Arial"/>
                <a:sym typeface="Arial"/>
              </a:rPr>
              <a:t>Var rayon, hauteur, volume : réel</a:t>
            </a:r>
            <a:endParaRPr sz="1800">
              <a:solidFill>
                <a:schemeClr val="dk1"/>
              </a:solidFill>
              <a:latin typeface="Arial"/>
              <a:ea typeface="Arial"/>
              <a:cs typeface="Arial"/>
              <a:sym typeface="Arial"/>
            </a:endParaRPr>
          </a:p>
          <a:p>
            <a:pPr indent="0" lvl="0" marL="354930" marR="0" rtl="0" algn="l">
              <a:spcBef>
                <a:spcPts val="635"/>
              </a:spcBef>
              <a:spcAft>
                <a:spcPts val="0"/>
              </a:spcAft>
              <a:buNone/>
            </a:pPr>
            <a:r>
              <a:rPr lang="en-US" sz="1600">
                <a:solidFill>
                  <a:schemeClr val="dk1"/>
                </a:solidFill>
                <a:latin typeface="Times New Roman"/>
                <a:ea typeface="Times New Roman"/>
                <a:cs typeface="Times New Roman"/>
                <a:sym typeface="Times New Roman"/>
              </a:rPr>
              <a:t>{ Fin Déclaration }</a:t>
            </a:r>
            <a:endParaRPr sz="1600">
              <a:solidFill>
                <a:schemeClr val="dk1"/>
              </a:solidFill>
              <a:latin typeface="Times New Roman"/>
              <a:ea typeface="Times New Roman"/>
              <a:cs typeface="Times New Roman"/>
              <a:sym typeface="Times New Roman"/>
            </a:endParaRPr>
          </a:p>
        </p:txBody>
      </p:sp>
      <p:sp>
        <p:nvSpPr>
          <p:cNvPr id="320" name="Google Shape;320;p17"/>
          <p:cNvSpPr txBox="1"/>
          <p:nvPr/>
        </p:nvSpPr>
        <p:spPr>
          <a:xfrm>
            <a:off x="5882014" y="1637791"/>
            <a:ext cx="2510790" cy="289821"/>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1800">
                <a:solidFill>
                  <a:srgbClr val="0000FF"/>
                </a:solidFill>
                <a:latin typeface="Noto Sans Symbols"/>
                <a:ea typeface="Noto Sans Symbols"/>
                <a:cs typeface="Noto Sans Symbols"/>
                <a:sym typeface="Noto Sans Symbols"/>
              </a:rPr>
              <a:t>🡸</a:t>
            </a:r>
            <a:r>
              <a:rPr lang="en-US" sz="1800">
                <a:solidFill>
                  <a:srgbClr val="0000FF"/>
                </a:solidFill>
                <a:latin typeface="Times New Roman"/>
                <a:ea typeface="Times New Roman"/>
                <a:cs typeface="Times New Roman"/>
                <a:sym typeface="Times New Roman"/>
              </a:rPr>
              <a:t> </a:t>
            </a:r>
            <a:r>
              <a:rPr lang="en-US" sz="1800">
                <a:solidFill>
                  <a:srgbClr val="0000FF"/>
                </a:solidFill>
                <a:latin typeface="Arial"/>
                <a:ea typeface="Arial"/>
                <a:cs typeface="Arial"/>
                <a:sym typeface="Arial"/>
              </a:rPr>
              <a:t>L'entête du programme</a:t>
            </a:r>
            <a:endParaRPr sz="1800">
              <a:solidFill>
                <a:schemeClr val="dk1"/>
              </a:solidFill>
              <a:latin typeface="Arial"/>
              <a:ea typeface="Arial"/>
              <a:cs typeface="Arial"/>
              <a:sym typeface="Arial"/>
            </a:endParaRPr>
          </a:p>
        </p:txBody>
      </p:sp>
      <p:sp>
        <p:nvSpPr>
          <p:cNvPr id="321" name="Google Shape;321;p17"/>
          <p:cNvSpPr txBox="1"/>
          <p:nvPr/>
        </p:nvSpPr>
        <p:spPr>
          <a:xfrm>
            <a:off x="6796414" y="2531198"/>
            <a:ext cx="2354580" cy="704670"/>
          </a:xfrm>
          <a:prstGeom prst="rect">
            <a:avLst/>
          </a:prstGeom>
          <a:noFill/>
          <a:ln>
            <a:noFill/>
          </a:ln>
        </p:spPr>
        <p:txBody>
          <a:bodyPr anchorCtr="0" anchor="t" bIns="0" lIns="0" spcFirstLastPara="1" rIns="0" wrap="square" tIns="103475">
            <a:spAutoFit/>
          </a:bodyPr>
          <a:lstStyle/>
          <a:p>
            <a:pPr indent="0" lvl="0" marL="12698" marR="0" rtl="0" algn="l">
              <a:spcBef>
                <a:spcPts val="0"/>
              </a:spcBef>
              <a:spcAft>
                <a:spcPts val="0"/>
              </a:spcAft>
              <a:buNone/>
            </a:pPr>
            <a:r>
              <a:rPr lang="en-US" sz="1800">
                <a:solidFill>
                  <a:srgbClr val="0000FF"/>
                </a:solidFill>
                <a:latin typeface="Arial"/>
                <a:ea typeface="Arial"/>
                <a:cs typeface="Arial"/>
                <a:sym typeface="Arial"/>
              </a:rPr>
              <a:t>Les déclarations</a:t>
            </a:r>
            <a:endParaRPr sz="1800">
              <a:solidFill>
                <a:schemeClr val="dk1"/>
              </a:solidFill>
              <a:latin typeface="Arial"/>
              <a:ea typeface="Arial"/>
              <a:cs typeface="Arial"/>
              <a:sym typeface="Arial"/>
            </a:endParaRPr>
          </a:p>
          <a:p>
            <a:pPr indent="0" lvl="0" marL="12698" marR="0" rtl="0" algn="l">
              <a:spcBef>
                <a:spcPts val="635"/>
              </a:spcBef>
              <a:spcAft>
                <a:spcPts val="0"/>
              </a:spcAft>
              <a:buNone/>
            </a:pPr>
            <a:r>
              <a:rPr lang="en-US" sz="1600">
                <a:solidFill>
                  <a:srgbClr val="FF0000"/>
                </a:solidFill>
                <a:latin typeface="Times New Roman"/>
                <a:ea typeface="Times New Roman"/>
                <a:cs typeface="Times New Roman"/>
                <a:sym typeface="Times New Roman"/>
              </a:rPr>
              <a:t>(const et var sont facultatifs)</a:t>
            </a:r>
            <a:endParaRPr sz="1600">
              <a:solidFill>
                <a:schemeClr val="dk1"/>
              </a:solidFill>
              <a:latin typeface="Times New Roman"/>
              <a:ea typeface="Times New Roman"/>
              <a:cs typeface="Times New Roman"/>
              <a:sym typeface="Times New Roman"/>
            </a:endParaRPr>
          </a:p>
        </p:txBody>
      </p:sp>
      <p:sp>
        <p:nvSpPr>
          <p:cNvPr id="322" name="Google Shape;322;p17"/>
          <p:cNvSpPr/>
          <p:nvPr/>
        </p:nvSpPr>
        <p:spPr>
          <a:xfrm>
            <a:off x="6060827" y="2188465"/>
            <a:ext cx="294640" cy="1164590"/>
          </a:xfrm>
          <a:custGeom>
            <a:rect b="b" l="l" r="r" t="t"/>
            <a:pathLst>
              <a:path extrusionOk="0" h="1164589" w="294639">
                <a:moveTo>
                  <a:pt x="274320" y="576072"/>
                </a:moveTo>
                <a:lnTo>
                  <a:pt x="259080" y="574548"/>
                </a:lnTo>
                <a:lnTo>
                  <a:pt x="246888" y="571500"/>
                </a:lnTo>
                <a:lnTo>
                  <a:pt x="233172" y="568452"/>
                </a:lnTo>
                <a:lnTo>
                  <a:pt x="181356" y="542544"/>
                </a:lnTo>
                <a:lnTo>
                  <a:pt x="173736" y="534924"/>
                </a:lnTo>
                <a:lnTo>
                  <a:pt x="166116" y="528828"/>
                </a:lnTo>
                <a:lnTo>
                  <a:pt x="161544" y="521208"/>
                </a:lnTo>
                <a:lnTo>
                  <a:pt x="156972" y="512064"/>
                </a:lnTo>
                <a:lnTo>
                  <a:pt x="153924" y="504444"/>
                </a:lnTo>
                <a:lnTo>
                  <a:pt x="150876" y="495300"/>
                </a:lnTo>
                <a:lnTo>
                  <a:pt x="150876" y="102108"/>
                </a:lnTo>
                <a:lnTo>
                  <a:pt x="147828" y="80772"/>
                </a:lnTo>
                <a:lnTo>
                  <a:pt x="146304" y="80772"/>
                </a:lnTo>
                <a:lnTo>
                  <a:pt x="143256" y="70104"/>
                </a:lnTo>
                <a:lnTo>
                  <a:pt x="131064" y="51816"/>
                </a:lnTo>
                <a:lnTo>
                  <a:pt x="114300" y="35052"/>
                </a:lnTo>
                <a:lnTo>
                  <a:pt x="105156" y="28956"/>
                </a:lnTo>
                <a:lnTo>
                  <a:pt x="83820" y="16764"/>
                </a:lnTo>
                <a:lnTo>
                  <a:pt x="70104" y="12192"/>
                </a:lnTo>
                <a:lnTo>
                  <a:pt x="57912" y="7620"/>
                </a:lnTo>
                <a:lnTo>
                  <a:pt x="30480" y="1524"/>
                </a:lnTo>
                <a:lnTo>
                  <a:pt x="15240" y="0"/>
                </a:lnTo>
                <a:lnTo>
                  <a:pt x="0" y="0"/>
                </a:lnTo>
                <a:lnTo>
                  <a:pt x="0" y="12192"/>
                </a:lnTo>
                <a:lnTo>
                  <a:pt x="15240" y="12192"/>
                </a:lnTo>
                <a:lnTo>
                  <a:pt x="28956" y="13716"/>
                </a:lnTo>
                <a:lnTo>
                  <a:pt x="42672" y="16764"/>
                </a:lnTo>
                <a:lnTo>
                  <a:pt x="67056" y="22860"/>
                </a:lnTo>
                <a:lnTo>
                  <a:pt x="77724" y="28956"/>
                </a:lnTo>
                <a:lnTo>
                  <a:pt x="88392" y="33528"/>
                </a:lnTo>
                <a:lnTo>
                  <a:pt x="128016" y="68580"/>
                </a:lnTo>
                <a:lnTo>
                  <a:pt x="135636" y="85344"/>
                </a:lnTo>
                <a:lnTo>
                  <a:pt x="135636" y="83820"/>
                </a:lnTo>
                <a:lnTo>
                  <a:pt x="137160" y="92964"/>
                </a:lnTo>
                <a:lnTo>
                  <a:pt x="137160" y="486156"/>
                </a:lnTo>
                <a:lnTo>
                  <a:pt x="140208" y="507492"/>
                </a:lnTo>
                <a:lnTo>
                  <a:pt x="144780" y="516636"/>
                </a:lnTo>
                <a:lnTo>
                  <a:pt x="149352" y="527304"/>
                </a:lnTo>
                <a:lnTo>
                  <a:pt x="156972" y="536448"/>
                </a:lnTo>
                <a:lnTo>
                  <a:pt x="204216" y="571500"/>
                </a:lnTo>
                <a:lnTo>
                  <a:pt x="236982" y="582168"/>
                </a:lnTo>
                <a:lnTo>
                  <a:pt x="257556" y="577596"/>
                </a:lnTo>
                <a:lnTo>
                  <a:pt x="272796" y="576072"/>
                </a:lnTo>
                <a:lnTo>
                  <a:pt x="274320" y="576072"/>
                </a:lnTo>
                <a:close/>
              </a:path>
              <a:path extrusionOk="0" h="1164589" w="294639">
                <a:moveTo>
                  <a:pt x="132588" y="1112520"/>
                </a:moveTo>
                <a:lnTo>
                  <a:pt x="132588" y="1088136"/>
                </a:lnTo>
                <a:lnTo>
                  <a:pt x="126492" y="1097280"/>
                </a:lnTo>
                <a:lnTo>
                  <a:pt x="121920" y="1104900"/>
                </a:lnTo>
                <a:lnTo>
                  <a:pt x="114300" y="1112520"/>
                </a:lnTo>
                <a:lnTo>
                  <a:pt x="77724" y="1136904"/>
                </a:lnTo>
                <a:lnTo>
                  <a:pt x="41148" y="1147572"/>
                </a:lnTo>
                <a:lnTo>
                  <a:pt x="28956" y="1150620"/>
                </a:lnTo>
                <a:lnTo>
                  <a:pt x="13716" y="1152144"/>
                </a:lnTo>
                <a:lnTo>
                  <a:pt x="0" y="1152144"/>
                </a:lnTo>
                <a:lnTo>
                  <a:pt x="0" y="1164336"/>
                </a:lnTo>
                <a:lnTo>
                  <a:pt x="15240" y="1164336"/>
                </a:lnTo>
                <a:lnTo>
                  <a:pt x="30480" y="1162812"/>
                </a:lnTo>
                <a:lnTo>
                  <a:pt x="71628" y="1152144"/>
                </a:lnTo>
                <a:lnTo>
                  <a:pt x="115824" y="1127760"/>
                </a:lnTo>
                <a:lnTo>
                  <a:pt x="123444" y="1120140"/>
                </a:lnTo>
                <a:lnTo>
                  <a:pt x="132588" y="1112520"/>
                </a:lnTo>
                <a:close/>
              </a:path>
              <a:path extrusionOk="0" h="1164589" w="294639">
                <a:moveTo>
                  <a:pt x="288036" y="588264"/>
                </a:moveTo>
                <a:lnTo>
                  <a:pt x="272796" y="588264"/>
                </a:lnTo>
                <a:lnTo>
                  <a:pt x="257556" y="586740"/>
                </a:lnTo>
                <a:lnTo>
                  <a:pt x="236982" y="582168"/>
                </a:lnTo>
                <a:lnTo>
                  <a:pt x="230124" y="583692"/>
                </a:lnTo>
                <a:lnTo>
                  <a:pt x="193548" y="598932"/>
                </a:lnTo>
                <a:lnTo>
                  <a:pt x="156972" y="627888"/>
                </a:lnTo>
                <a:lnTo>
                  <a:pt x="141732" y="656844"/>
                </a:lnTo>
                <a:lnTo>
                  <a:pt x="140208" y="656844"/>
                </a:lnTo>
                <a:lnTo>
                  <a:pt x="137160" y="678180"/>
                </a:lnTo>
                <a:lnTo>
                  <a:pt x="137160" y="1071372"/>
                </a:lnTo>
                <a:lnTo>
                  <a:pt x="135636" y="1080516"/>
                </a:lnTo>
                <a:lnTo>
                  <a:pt x="131064" y="1088136"/>
                </a:lnTo>
                <a:lnTo>
                  <a:pt x="132588" y="1088136"/>
                </a:lnTo>
                <a:lnTo>
                  <a:pt x="132588" y="1112520"/>
                </a:lnTo>
                <a:lnTo>
                  <a:pt x="138684" y="1103376"/>
                </a:lnTo>
                <a:lnTo>
                  <a:pt x="143256" y="1094232"/>
                </a:lnTo>
                <a:lnTo>
                  <a:pt x="143256" y="1092708"/>
                </a:lnTo>
                <a:lnTo>
                  <a:pt x="147828" y="1083564"/>
                </a:lnTo>
                <a:lnTo>
                  <a:pt x="149352" y="1074420"/>
                </a:lnTo>
                <a:lnTo>
                  <a:pt x="149352" y="1072896"/>
                </a:lnTo>
                <a:lnTo>
                  <a:pt x="150876" y="1062228"/>
                </a:lnTo>
                <a:lnTo>
                  <a:pt x="150876" y="670560"/>
                </a:lnTo>
                <a:lnTo>
                  <a:pt x="152400" y="665226"/>
                </a:lnTo>
                <a:lnTo>
                  <a:pt x="152400" y="661416"/>
                </a:lnTo>
                <a:lnTo>
                  <a:pt x="179832" y="621792"/>
                </a:lnTo>
                <a:lnTo>
                  <a:pt x="220980" y="600456"/>
                </a:lnTo>
                <a:lnTo>
                  <a:pt x="259080" y="589788"/>
                </a:lnTo>
                <a:lnTo>
                  <a:pt x="272796" y="589788"/>
                </a:lnTo>
                <a:lnTo>
                  <a:pt x="288036" y="588264"/>
                </a:lnTo>
                <a:close/>
              </a:path>
              <a:path extrusionOk="0" h="1164589" w="294639">
                <a:moveTo>
                  <a:pt x="153924" y="659892"/>
                </a:moveTo>
                <a:lnTo>
                  <a:pt x="152400" y="661416"/>
                </a:lnTo>
                <a:lnTo>
                  <a:pt x="152400" y="665226"/>
                </a:lnTo>
                <a:lnTo>
                  <a:pt x="153924" y="659892"/>
                </a:lnTo>
                <a:close/>
              </a:path>
              <a:path extrusionOk="0" h="1164589" w="294639">
                <a:moveTo>
                  <a:pt x="294132" y="585216"/>
                </a:moveTo>
                <a:lnTo>
                  <a:pt x="294132" y="579120"/>
                </a:lnTo>
                <a:lnTo>
                  <a:pt x="291084" y="576072"/>
                </a:lnTo>
                <a:lnTo>
                  <a:pt x="272796" y="576072"/>
                </a:lnTo>
                <a:lnTo>
                  <a:pt x="257556" y="577596"/>
                </a:lnTo>
                <a:lnTo>
                  <a:pt x="236982" y="582168"/>
                </a:lnTo>
                <a:lnTo>
                  <a:pt x="257556" y="586740"/>
                </a:lnTo>
                <a:lnTo>
                  <a:pt x="272796" y="588264"/>
                </a:lnTo>
                <a:lnTo>
                  <a:pt x="291084" y="588264"/>
                </a:lnTo>
                <a:lnTo>
                  <a:pt x="294132" y="585216"/>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3" name="Google Shape;323;p17"/>
          <p:cNvGrpSpPr/>
          <p:nvPr/>
        </p:nvGrpSpPr>
        <p:grpSpPr>
          <a:xfrm>
            <a:off x="998638" y="3401759"/>
            <a:ext cx="9144000" cy="3429000"/>
            <a:chOff x="774073" y="3777996"/>
            <a:chExt cx="9144000" cy="3429000"/>
          </a:xfrm>
        </p:grpSpPr>
        <p:sp>
          <p:nvSpPr>
            <p:cNvPr id="324" name="Google Shape;324;p17"/>
            <p:cNvSpPr/>
            <p:nvPr/>
          </p:nvSpPr>
          <p:spPr>
            <a:xfrm>
              <a:off x="6056226" y="3834724"/>
              <a:ext cx="149352" cy="38910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7"/>
            <p:cNvSpPr/>
            <p:nvPr/>
          </p:nvSpPr>
          <p:spPr>
            <a:xfrm>
              <a:off x="774073"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6" name="Google Shape;326;p17"/>
          <p:cNvSpPr txBox="1"/>
          <p:nvPr/>
        </p:nvSpPr>
        <p:spPr>
          <a:xfrm>
            <a:off x="6846706" y="4560822"/>
            <a:ext cx="2228850" cy="289821"/>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1800">
                <a:solidFill>
                  <a:srgbClr val="0000FF"/>
                </a:solidFill>
                <a:latin typeface="Arial"/>
                <a:ea typeface="Arial"/>
                <a:cs typeface="Arial"/>
                <a:sym typeface="Arial"/>
              </a:rPr>
              <a:t>Le corps du programme</a:t>
            </a:r>
            <a:endParaRPr sz="1800">
              <a:solidFill>
                <a:schemeClr val="dk1"/>
              </a:solidFill>
              <a:latin typeface="Arial"/>
              <a:ea typeface="Arial"/>
              <a:cs typeface="Arial"/>
              <a:sym typeface="Arial"/>
            </a:endParaRPr>
          </a:p>
        </p:txBody>
      </p:sp>
      <p:sp>
        <p:nvSpPr>
          <p:cNvPr id="327" name="Google Shape;327;p17"/>
          <p:cNvSpPr txBox="1"/>
          <p:nvPr/>
        </p:nvSpPr>
        <p:spPr>
          <a:xfrm>
            <a:off x="2224417" y="3847591"/>
            <a:ext cx="3900170" cy="2001700"/>
          </a:xfrm>
          <a:prstGeom prst="rect">
            <a:avLst/>
          </a:prstGeom>
          <a:noFill/>
          <a:ln>
            <a:noFill/>
          </a:ln>
        </p:spPr>
        <p:txBody>
          <a:bodyPr anchorCtr="0" anchor="t" bIns="0" lIns="0" spcFirstLastPara="1" rIns="0" wrap="square" tIns="12675">
            <a:spAutoFit/>
          </a:bodyPr>
          <a:lstStyle/>
          <a:p>
            <a:pPr indent="0" lvl="0" marL="12698" marR="1196224" rtl="0" algn="l">
              <a:lnSpc>
                <a:spcPct val="120000"/>
              </a:lnSpc>
              <a:spcBef>
                <a:spcPts val="0"/>
              </a:spcBef>
              <a:spcAft>
                <a:spcPts val="0"/>
              </a:spcAft>
              <a:buNone/>
            </a:pPr>
            <a:r>
              <a:rPr lang="en-US" sz="1800">
                <a:solidFill>
                  <a:schemeClr val="dk1"/>
                </a:solidFill>
                <a:latin typeface="Arial"/>
                <a:ea typeface="Arial"/>
                <a:cs typeface="Arial"/>
                <a:sym typeface="Arial"/>
              </a:rPr>
              <a:t>écrire(”Rayon du cylindre : ”)  lire(rayon)</a:t>
            </a:r>
            <a:endParaRPr sz="1800">
              <a:solidFill>
                <a:schemeClr val="dk1"/>
              </a:solidFill>
              <a:latin typeface="Arial"/>
              <a:ea typeface="Arial"/>
              <a:cs typeface="Arial"/>
              <a:sym typeface="Arial"/>
            </a:endParaRPr>
          </a:p>
          <a:p>
            <a:pPr indent="0" lvl="0" marL="12698" marR="1005743" rtl="0" algn="l">
              <a:lnSpc>
                <a:spcPct val="120000"/>
              </a:lnSpc>
              <a:spcBef>
                <a:spcPts val="0"/>
              </a:spcBef>
              <a:spcAft>
                <a:spcPts val="0"/>
              </a:spcAft>
              <a:buNone/>
            </a:pPr>
            <a:r>
              <a:rPr lang="en-US" sz="1800">
                <a:solidFill>
                  <a:schemeClr val="dk1"/>
                </a:solidFill>
                <a:latin typeface="Arial"/>
                <a:ea typeface="Arial"/>
                <a:cs typeface="Arial"/>
                <a:sym typeface="Arial"/>
              </a:rPr>
              <a:t>écrire(”Hauteur du cylindre : ”)  lire(hauteur)</a:t>
            </a:r>
            <a:endParaRPr sz="1800">
              <a:solidFill>
                <a:schemeClr val="dk1"/>
              </a:solidFill>
              <a:latin typeface="Arial"/>
              <a:ea typeface="Arial"/>
              <a:cs typeface="Arial"/>
              <a:sym typeface="Arial"/>
            </a:endParaRPr>
          </a:p>
          <a:p>
            <a:pPr indent="0" lvl="0" marL="12698" marR="5079" rtl="0" algn="l">
              <a:lnSpc>
                <a:spcPct val="118900"/>
              </a:lnSpc>
              <a:spcBef>
                <a:spcPts val="44"/>
              </a:spcBef>
              <a:spcAft>
                <a:spcPts val="0"/>
              </a:spcAft>
              <a:buNone/>
            </a:pPr>
            <a:r>
              <a:rPr lang="en-US" sz="1800">
                <a:solidFill>
                  <a:schemeClr val="dk1"/>
                </a:solidFill>
                <a:latin typeface="Arial"/>
                <a:ea typeface="Arial"/>
                <a:cs typeface="Arial"/>
                <a:sym typeface="Arial"/>
              </a:rPr>
              <a:t>volume </a:t>
            </a:r>
            <a:r>
              <a:rPr lang="en-US" sz="1800">
                <a:solidFill>
                  <a:schemeClr val="dk1"/>
                </a:solidFill>
                <a:latin typeface="Noto Sans Symbols"/>
                <a:ea typeface="Noto Sans Symbols"/>
                <a:cs typeface="Noto Sans Symbols"/>
                <a:sym typeface="Noto Sans Symbols"/>
              </a:rPr>
              <a:t>🡨</a:t>
            </a:r>
            <a:r>
              <a:rPr lang="en-US" sz="1800">
                <a:solidFill>
                  <a:schemeClr val="dk1"/>
                </a:solidFill>
                <a:latin typeface="Times New Roman"/>
                <a:ea typeface="Times New Roman"/>
                <a:cs typeface="Times New Roman"/>
                <a:sym typeface="Times New Roman"/>
              </a:rPr>
              <a:t>	</a:t>
            </a:r>
            <a:r>
              <a:rPr lang="en-US" sz="1800">
                <a:solidFill>
                  <a:schemeClr val="dk1"/>
                </a:solidFill>
                <a:latin typeface="Arial"/>
                <a:ea typeface="Arial"/>
                <a:cs typeface="Arial"/>
                <a:sym typeface="Arial"/>
              </a:rPr>
              <a:t>(pi * rayon * rayon * hauteur)  écrire(”Volume du cylindre = ”, volume)</a:t>
            </a:r>
            <a:endParaRPr sz="1800">
              <a:solidFill>
                <a:schemeClr val="dk1"/>
              </a:solidFill>
              <a:latin typeface="Arial"/>
              <a:ea typeface="Arial"/>
              <a:cs typeface="Arial"/>
              <a:sym typeface="Arial"/>
            </a:endParaRPr>
          </a:p>
        </p:txBody>
      </p:sp>
      <p:sp>
        <p:nvSpPr>
          <p:cNvPr id="328" name="Google Shape;328;p17"/>
          <p:cNvSpPr txBox="1"/>
          <p:nvPr/>
        </p:nvSpPr>
        <p:spPr>
          <a:xfrm>
            <a:off x="1355695" y="5877557"/>
            <a:ext cx="274320" cy="289821"/>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b="1" i="1" lang="en-US" sz="1800">
                <a:solidFill>
                  <a:schemeClr val="dk1"/>
                </a:solidFill>
                <a:latin typeface="Arial"/>
                <a:ea typeface="Arial"/>
                <a:cs typeface="Arial"/>
                <a:sym typeface="Arial"/>
              </a:rPr>
              <a:t>fin</a:t>
            </a:r>
            <a:endParaRPr sz="1800">
              <a:solidFill>
                <a:schemeClr val="dk1"/>
              </a:solidFill>
              <a:latin typeface="Arial"/>
              <a:ea typeface="Arial"/>
              <a:cs typeface="Arial"/>
              <a:sym typeface="Arial"/>
            </a:endParaRPr>
          </a:p>
        </p:txBody>
      </p:sp>
      <p:sp>
        <p:nvSpPr>
          <p:cNvPr id="329" name="Google Shape;329;p17"/>
          <p:cNvSpPr/>
          <p:nvPr/>
        </p:nvSpPr>
        <p:spPr>
          <a:xfrm>
            <a:off x="6204082" y="3777997"/>
            <a:ext cx="294640" cy="2455545"/>
          </a:xfrm>
          <a:custGeom>
            <a:rect b="b" l="l" r="r" t="t"/>
            <a:pathLst>
              <a:path extrusionOk="0" h="2455545" w="294639">
                <a:moveTo>
                  <a:pt x="27432" y="2451269"/>
                </a:moveTo>
                <a:lnTo>
                  <a:pt x="27432" y="2438399"/>
                </a:lnTo>
                <a:lnTo>
                  <a:pt x="13716" y="2441447"/>
                </a:lnTo>
                <a:lnTo>
                  <a:pt x="6096" y="2441447"/>
                </a:lnTo>
                <a:lnTo>
                  <a:pt x="0" y="2442971"/>
                </a:lnTo>
                <a:lnTo>
                  <a:pt x="0" y="2455163"/>
                </a:lnTo>
                <a:lnTo>
                  <a:pt x="7620" y="2455163"/>
                </a:lnTo>
                <a:lnTo>
                  <a:pt x="16764" y="2453639"/>
                </a:lnTo>
                <a:lnTo>
                  <a:pt x="27432" y="2451269"/>
                </a:lnTo>
                <a:close/>
              </a:path>
              <a:path extrusionOk="0" h="2455545" w="294639">
                <a:moveTo>
                  <a:pt x="280416" y="1123187"/>
                </a:moveTo>
                <a:lnTo>
                  <a:pt x="278892" y="1123187"/>
                </a:lnTo>
                <a:lnTo>
                  <a:pt x="271272" y="1121663"/>
                </a:lnTo>
                <a:lnTo>
                  <a:pt x="257556" y="1118615"/>
                </a:lnTo>
                <a:lnTo>
                  <a:pt x="256032" y="1118615"/>
                </a:lnTo>
                <a:lnTo>
                  <a:pt x="214884" y="1138427"/>
                </a:lnTo>
                <a:lnTo>
                  <a:pt x="181356" y="1178051"/>
                </a:lnTo>
                <a:lnTo>
                  <a:pt x="170688" y="1194815"/>
                </a:lnTo>
                <a:lnTo>
                  <a:pt x="155448" y="1231391"/>
                </a:lnTo>
                <a:lnTo>
                  <a:pt x="143256" y="1271015"/>
                </a:lnTo>
                <a:lnTo>
                  <a:pt x="137160" y="1338071"/>
                </a:lnTo>
                <a:lnTo>
                  <a:pt x="137160" y="2249423"/>
                </a:lnTo>
                <a:lnTo>
                  <a:pt x="131064" y="2292095"/>
                </a:lnTo>
                <a:lnTo>
                  <a:pt x="120396" y="2330195"/>
                </a:lnTo>
                <a:lnTo>
                  <a:pt x="105156" y="2365247"/>
                </a:lnTo>
                <a:lnTo>
                  <a:pt x="76200" y="2406395"/>
                </a:lnTo>
                <a:lnTo>
                  <a:pt x="39624" y="2433827"/>
                </a:lnTo>
                <a:lnTo>
                  <a:pt x="25908" y="2438399"/>
                </a:lnTo>
                <a:lnTo>
                  <a:pt x="27432" y="2438399"/>
                </a:lnTo>
                <a:lnTo>
                  <a:pt x="27432" y="2451269"/>
                </a:lnTo>
                <a:lnTo>
                  <a:pt x="30480" y="2450591"/>
                </a:lnTo>
                <a:lnTo>
                  <a:pt x="32004" y="2450591"/>
                </a:lnTo>
                <a:lnTo>
                  <a:pt x="73152" y="2426207"/>
                </a:lnTo>
                <a:lnTo>
                  <a:pt x="106680" y="2386583"/>
                </a:lnTo>
                <a:lnTo>
                  <a:pt x="124968" y="2353055"/>
                </a:lnTo>
                <a:lnTo>
                  <a:pt x="138684" y="2314955"/>
                </a:lnTo>
                <a:lnTo>
                  <a:pt x="149352" y="2249423"/>
                </a:lnTo>
                <a:lnTo>
                  <a:pt x="149352" y="1339595"/>
                </a:lnTo>
                <a:lnTo>
                  <a:pt x="152400" y="1295399"/>
                </a:lnTo>
                <a:lnTo>
                  <a:pt x="161544" y="1254251"/>
                </a:lnTo>
                <a:lnTo>
                  <a:pt x="173736" y="1217675"/>
                </a:lnTo>
                <a:lnTo>
                  <a:pt x="201168" y="1171955"/>
                </a:lnTo>
                <a:lnTo>
                  <a:pt x="234696" y="1139951"/>
                </a:lnTo>
                <a:lnTo>
                  <a:pt x="259080" y="1128267"/>
                </a:lnTo>
                <a:lnTo>
                  <a:pt x="259080" y="1127759"/>
                </a:lnTo>
                <a:lnTo>
                  <a:pt x="272796" y="1124711"/>
                </a:lnTo>
                <a:lnTo>
                  <a:pt x="280416" y="1123187"/>
                </a:lnTo>
                <a:close/>
              </a:path>
              <a:path extrusionOk="0" h="2455545" w="294639">
                <a:moveTo>
                  <a:pt x="260604" y="1106423"/>
                </a:moveTo>
                <a:lnTo>
                  <a:pt x="222504" y="1085087"/>
                </a:lnTo>
                <a:lnTo>
                  <a:pt x="190500" y="1048511"/>
                </a:lnTo>
                <a:lnTo>
                  <a:pt x="182880" y="1033271"/>
                </a:lnTo>
                <a:lnTo>
                  <a:pt x="173736" y="1016507"/>
                </a:lnTo>
                <a:lnTo>
                  <a:pt x="161544" y="979931"/>
                </a:lnTo>
                <a:lnTo>
                  <a:pt x="156972" y="960119"/>
                </a:lnTo>
                <a:lnTo>
                  <a:pt x="152400" y="938783"/>
                </a:lnTo>
                <a:lnTo>
                  <a:pt x="149352" y="894587"/>
                </a:lnTo>
                <a:lnTo>
                  <a:pt x="149352" y="0"/>
                </a:lnTo>
                <a:lnTo>
                  <a:pt x="137160" y="0"/>
                </a:lnTo>
                <a:lnTo>
                  <a:pt x="137160" y="894587"/>
                </a:lnTo>
                <a:lnTo>
                  <a:pt x="140208" y="940307"/>
                </a:lnTo>
                <a:lnTo>
                  <a:pt x="149352" y="982979"/>
                </a:lnTo>
                <a:lnTo>
                  <a:pt x="170688" y="1039367"/>
                </a:lnTo>
                <a:lnTo>
                  <a:pt x="202692" y="1083563"/>
                </a:lnTo>
                <a:lnTo>
                  <a:pt x="240792" y="1112519"/>
                </a:lnTo>
                <a:lnTo>
                  <a:pt x="251875" y="1116953"/>
                </a:lnTo>
                <a:lnTo>
                  <a:pt x="256032" y="1115567"/>
                </a:lnTo>
                <a:lnTo>
                  <a:pt x="257556" y="1115567"/>
                </a:lnTo>
                <a:lnTo>
                  <a:pt x="259080" y="1115059"/>
                </a:lnTo>
                <a:lnTo>
                  <a:pt x="259080" y="1106423"/>
                </a:lnTo>
                <a:lnTo>
                  <a:pt x="260604" y="1106423"/>
                </a:lnTo>
                <a:close/>
              </a:path>
              <a:path extrusionOk="0" h="2455545" w="294639">
                <a:moveTo>
                  <a:pt x="286512" y="1123187"/>
                </a:moveTo>
                <a:lnTo>
                  <a:pt x="286512" y="1110995"/>
                </a:lnTo>
                <a:lnTo>
                  <a:pt x="271272" y="1110995"/>
                </a:lnTo>
                <a:lnTo>
                  <a:pt x="257556" y="1115567"/>
                </a:lnTo>
                <a:lnTo>
                  <a:pt x="256032" y="1115567"/>
                </a:lnTo>
                <a:lnTo>
                  <a:pt x="251875" y="1116953"/>
                </a:lnTo>
                <a:lnTo>
                  <a:pt x="256032" y="1118615"/>
                </a:lnTo>
                <a:lnTo>
                  <a:pt x="257556" y="1118615"/>
                </a:lnTo>
                <a:lnTo>
                  <a:pt x="271272" y="1121663"/>
                </a:lnTo>
                <a:lnTo>
                  <a:pt x="278892" y="1123187"/>
                </a:lnTo>
                <a:lnTo>
                  <a:pt x="286512" y="1123187"/>
                </a:lnTo>
                <a:close/>
              </a:path>
              <a:path extrusionOk="0" h="2455545" w="294639">
                <a:moveTo>
                  <a:pt x="294132" y="1120139"/>
                </a:moveTo>
                <a:lnTo>
                  <a:pt x="294132" y="1114043"/>
                </a:lnTo>
                <a:lnTo>
                  <a:pt x="291084" y="1110995"/>
                </a:lnTo>
                <a:lnTo>
                  <a:pt x="288036" y="1110995"/>
                </a:lnTo>
                <a:lnTo>
                  <a:pt x="280416" y="1109471"/>
                </a:lnTo>
                <a:lnTo>
                  <a:pt x="274320" y="1109471"/>
                </a:lnTo>
                <a:lnTo>
                  <a:pt x="259080" y="1106423"/>
                </a:lnTo>
                <a:lnTo>
                  <a:pt x="259080" y="1115059"/>
                </a:lnTo>
                <a:lnTo>
                  <a:pt x="271272" y="1110995"/>
                </a:lnTo>
                <a:lnTo>
                  <a:pt x="286512" y="1110995"/>
                </a:lnTo>
                <a:lnTo>
                  <a:pt x="286512" y="1123187"/>
                </a:lnTo>
                <a:lnTo>
                  <a:pt x="291084" y="1123187"/>
                </a:lnTo>
                <a:lnTo>
                  <a:pt x="294132" y="1120139"/>
                </a:lnTo>
                <a:close/>
              </a:path>
              <a:path extrusionOk="0" h="2455545" w="294639">
                <a:moveTo>
                  <a:pt x="260604" y="1127759"/>
                </a:moveTo>
                <a:lnTo>
                  <a:pt x="259080" y="1127759"/>
                </a:lnTo>
                <a:lnTo>
                  <a:pt x="259080" y="1128267"/>
                </a:lnTo>
                <a:lnTo>
                  <a:pt x="260604" y="112775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7"/>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331" name="Google Shape;331;p17"/>
          <p:cNvSpPr txBox="1"/>
          <p:nvPr/>
        </p:nvSpPr>
        <p:spPr>
          <a:xfrm>
            <a:off x="1228992" y="3679468"/>
            <a:ext cx="847626" cy="289823"/>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b="1" i="1" lang="en-US" sz="1800">
                <a:solidFill>
                  <a:schemeClr val="dk1"/>
                </a:solidFill>
                <a:latin typeface="Arial"/>
                <a:ea typeface="Arial"/>
                <a:cs typeface="Arial"/>
                <a:sym typeface="Arial"/>
              </a:rPr>
              <a:t>Début</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5" name="Shape 335"/>
        <p:cNvGrpSpPr/>
        <p:nvPr/>
      </p:nvGrpSpPr>
      <p:grpSpPr>
        <a:xfrm>
          <a:off x="0" y="0"/>
          <a:ext cx="0" cy="0"/>
          <a:chOff x="0" y="0"/>
          <a:chExt cx="0" cy="0"/>
        </a:xfrm>
      </p:grpSpPr>
      <p:sp>
        <p:nvSpPr>
          <p:cNvPr id="336" name="Google Shape;336;p18"/>
          <p:cNvSpPr txBox="1"/>
          <p:nvPr>
            <p:ph type="title"/>
          </p:nvPr>
        </p:nvSpPr>
        <p:spPr>
          <a:xfrm>
            <a:off x="3517900" y="577850"/>
            <a:ext cx="3009509" cy="566820"/>
          </a:xfrm>
          <a:prstGeom prst="rect">
            <a:avLst/>
          </a:prstGeom>
          <a:noFill/>
          <a:ln>
            <a:noFill/>
          </a:ln>
        </p:spPr>
        <p:txBody>
          <a:bodyPr anchorCtr="0" anchor="t" bIns="0" lIns="0" spcFirstLastPara="1" rIns="0" wrap="square" tIns="12675">
            <a:spAutoFit/>
          </a:bodyPr>
          <a:lstStyle/>
          <a:p>
            <a:pPr indent="0" lvl="0" marL="12698" rtl="0" algn="ctr">
              <a:spcBef>
                <a:spcPts val="0"/>
              </a:spcBef>
              <a:spcAft>
                <a:spcPts val="0"/>
              </a:spcAft>
              <a:buNone/>
            </a:pPr>
            <a:r>
              <a:rPr lang="en-US" sz="3600">
                <a:solidFill>
                  <a:srgbClr val="FF0000"/>
                </a:solidFill>
                <a:latin typeface="Arial"/>
                <a:ea typeface="Arial"/>
                <a:cs typeface="Arial"/>
                <a:sym typeface="Arial"/>
              </a:rPr>
              <a:t>Les variables</a:t>
            </a:r>
            <a:endParaRPr/>
          </a:p>
        </p:txBody>
      </p:sp>
      <p:sp>
        <p:nvSpPr>
          <p:cNvPr id="337" name="Google Shape;337;p18"/>
          <p:cNvSpPr/>
          <p:nvPr/>
        </p:nvSpPr>
        <p:spPr>
          <a:xfrm>
            <a:off x="774073"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8"/>
          <p:cNvSpPr txBox="1"/>
          <p:nvPr/>
        </p:nvSpPr>
        <p:spPr>
          <a:xfrm>
            <a:off x="354973" y="1187450"/>
            <a:ext cx="9982200" cy="6737740"/>
          </a:xfrm>
          <a:prstGeom prst="rect">
            <a:avLst/>
          </a:prstGeom>
          <a:noFill/>
          <a:ln>
            <a:noFill/>
          </a:ln>
        </p:spPr>
        <p:txBody>
          <a:bodyPr anchorCtr="0" anchor="t" bIns="0" lIns="0" spcFirstLastPara="1" rIns="0" wrap="square" tIns="12675">
            <a:spAutoFit/>
          </a:bodyPr>
          <a:lstStyle/>
          <a:p>
            <a:pPr indent="-342900" lvl="0" marL="355598" marR="0"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Une variable est une entité qui contient une information</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25"/>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900" lvl="0" marL="354963" marR="5079"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Elle possède un nom (</a:t>
            </a:r>
            <a:r>
              <a:rPr b="1" lang="en-US" sz="2400">
                <a:solidFill>
                  <a:srgbClr val="548ED5"/>
                </a:solidFill>
                <a:latin typeface="Times New Roman"/>
                <a:ea typeface="Times New Roman"/>
                <a:cs typeface="Times New Roman"/>
                <a:sym typeface="Times New Roman"/>
              </a:rPr>
              <a:t>identifiant</a:t>
            </a:r>
            <a:r>
              <a:rPr b="1"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 une </a:t>
            </a:r>
            <a:r>
              <a:rPr b="1" lang="en-US" sz="2400">
                <a:solidFill>
                  <a:srgbClr val="548ED5"/>
                </a:solidFill>
                <a:latin typeface="Times New Roman"/>
                <a:ea typeface="Times New Roman"/>
                <a:cs typeface="Times New Roman"/>
                <a:sym typeface="Times New Roman"/>
              </a:rPr>
              <a:t>valeur </a:t>
            </a:r>
            <a:r>
              <a:rPr lang="en-US" sz="2400">
                <a:solidFill>
                  <a:schemeClr val="dk1"/>
                </a:solidFill>
                <a:latin typeface="Times New Roman"/>
                <a:ea typeface="Times New Roman"/>
                <a:cs typeface="Times New Roman"/>
                <a:sym typeface="Times New Roman"/>
              </a:rPr>
              <a:t>et un </a:t>
            </a:r>
            <a:r>
              <a:rPr b="1" lang="en-US" sz="2400">
                <a:solidFill>
                  <a:srgbClr val="548ED5"/>
                </a:solidFill>
                <a:latin typeface="Times New Roman"/>
                <a:ea typeface="Times New Roman"/>
                <a:cs typeface="Times New Roman"/>
                <a:sym typeface="Times New Roman"/>
              </a:rPr>
              <a:t>type </a:t>
            </a:r>
            <a:r>
              <a:rPr lang="en-US" sz="2400">
                <a:solidFill>
                  <a:schemeClr val="dk1"/>
                </a:solidFill>
                <a:latin typeface="Times New Roman"/>
                <a:ea typeface="Times New Roman"/>
                <a:cs typeface="Times New Roman"/>
                <a:sym typeface="Times New Roman"/>
              </a:rPr>
              <a:t>qui caractérise  l’ensemble des valeurs que peut prendre la variable</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44"/>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900" lvl="0" marL="355598" marR="0"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L’ensemble des variables sont stockées dans la mémoire de l’ordinateur</a:t>
            </a:r>
            <a:endParaRPr sz="2400">
              <a:solidFill>
                <a:schemeClr val="dk1"/>
              </a:solidFill>
              <a:latin typeface="Times New Roman"/>
              <a:ea typeface="Times New Roman"/>
              <a:cs typeface="Times New Roman"/>
              <a:sym typeface="Times New Roman"/>
            </a:endParaRPr>
          </a:p>
          <a:p>
            <a:pPr indent="-342900" lvl="0" marL="697830" marR="23492" rtl="0" algn="l">
              <a:lnSpc>
                <a:spcPct val="150000"/>
              </a:lnSpc>
              <a:spcBef>
                <a:spcPts val="625"/>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La déclaration d’une variable consiste à </a:t>
            </a:r>
            <a:r>
              <a:rPr b="1" i="1" lang="en-US" sz="2400">
                <a:solidFill>
                  <a:srgbClr val="FF0000"/>
                </a:solidFill>
                <a:latin typeface="Times New Roman"/>
                <a:ea typeface="Times New Roman"/>
                <a:cs typeface="Times New Roman"/>
                <a:sym typeface="Times New Roman"/>
              </a:rPr>
              <a:t>réserver dans la mémoire </a:t>
            </a:r>
            <a:r>
              <a:rPr lang="en-US" sz="2400">
                <a:solidFill>
                  <a:schemeClr val="dk1"/>
                </a:solidFill>
                <a:latin typeface="Times New Roman"/>
                <a:ea typeface="Times New Roman"/>
                <a:cs typeface="Times New Roman"/>
                <a:sym typeface="Times New Roman"/>
              </a:rPr>
              <a:t>un espace  égal à la taille d’un élément ayant le même </a:t>
            </a:r>
            <a:r>
              <a:rPr b="1" lang="en-US" sz="2400">
                <a:solidFill>
                  <a:srgbClr val="FF0000"/>
                </a:solidFill>
                <a:latin typeface="Times New Roman"/>
                <a:ea typeface="Times New Roman"/>
                <a:cs typeface="Times New Roman"/>
                <a:sym typeface="Times New Roman"/>
              </a:rPr>
              <a:t>type </a:t>
            </a:r>
            <a:r>
              <a:rPr lang="en-US" sz="2400">
                <a:solidFill>
                  <a:schemeClr val="dk1"/>
                </a:solidFill>
                <a:latin typeface="Times New Roman"/>
                <a:ea typeface="Times New Roman"/>
                <a:cs typeface="Times New Roman"/>
                <a:sym typeface="Times New Roman"/>
              </a:rPr>
              <a:t>que cette variable.</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30"/>
              </a:spcBef>
              <a:spcAft>
                <a:spcPts val="0"/>
              </a:spcAft>
              <a:buNone/>
            </a:pPr>
            <a:r>
              <a:t/>
            </a:r>
            <a:endParaRPr sz="2400">
              <a:solidFill>
                <a:schemeClr val="dk1"/>
              </a:solidFill>
              <a:latin typeface="Times New Roman"/>
              <a:ea typeface="Times New Roman"/>
              <a:cs typeface="Times New Roman"/>
              <a:sym typeface="Times New Roman"/>
            </a:endParaRPr>
          </a:p>
          <a:p>
            <a:pPr indent="-342900" lvl="0" marL="354963" marR="53969"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Les types couramment rencontrés dans les langages de programmation : </a:t>
            </a:r>
            <a:r>
              <a:rPr i="1" lang="en-US" sz="2400">
                <a:solidFill>
                  <a:schemeClr val="dk1"/>
                </a:solidFill>
                <a:latin typeface="Times New Roman"/>
                <a:ea typeface="Times New Roman"/>
                <a:cs typeface="Times New Roman"/>
                <a:sym typeface="Times New Roman"/>
              </a:rPr>
              <a:t>entier</a:t>
            </a:r>
            <a:r>
              <a:rPr lang="en-US" sz="2400">
                <a:solidFill>
                  <a:schemeClr val="dk1"/>
                </a:solidFill>
                <a:latin typeface="Times New Roman"/>
                <a:ea typeface="Times New Roman"/>
                <a:cs typeface="Times New Roman"/>
                <a:sym typeface="Times New Roman"/>
              </a:rPr>
              <a:t>,  </a:t>
            </a:r>
            <a:r>
              <a:rPr i="1" lang="en-US" sz="2400">
                <a:solidFill>
                  <a:schemeClr val="dk1"/>
                </a:solidFill>
                <a:latin typeface="Times New Roman"/>
                <a:ea typeface="Times New Roman"/>
                <a:cs typeface="Times New Roman"/>
                <a:sym typeface="Times New Roman"/>
              </a:rPr>
              <a:t>réel</a:t>
            </a:r>
            <a:r>
              <a:rPr lang="en-US" sz="2400">
                <a:solidFill>
                  <a:schemeClr val="dk1"/>
                </a:solidFill>
                <a:latin typeface="Times New Roman"/>
                <a:ea typeface="Times New Roman"/>
                <a:cs typeface="Times New Roman"/>
                <a:sym typeface="Times New Roman"/>
              </a:rPr>
              <a:t>, </a:t>
            </a:r>
            <a:r>
              <a:rPr i="1" lang="en-US" sz="2400">
                <a:solidFill>
                  <a:schemeClr val="dk1"/>
                </a:solidFill>
                <a:latin typeface="Times New Roman"/>
                <a:ea typeface="Times New Roman"/>
                <a:cs typeface="Times New Roman"/>
                <a:sym typeface="Times New Roman"/>
              </a:rPr>
              <a:t>booléen</a:t>
            </a:r>
            <a:r>
              <a:rPr lang="en-US" sz="2400">
                <a:solidFill>
                  <a:schemeClr val="dk1"/>
                </a:solidFill>
                <a:latin typeface="Times New Roman"/>
                <a:ea typeface="Times New Roman"/>
                <a:cs typeface="Times New Roman"/>
                <a:sym typeface="Times New Roman"/>
              </a:rPr>
              <a:t>, </a:t>
            </a:r>
            <a:r>
              <a:rPr i="1" lang="en-US" sz="2400">
                <a:solidFill>
                  <a:schemeClr val="dk1"/>
                </a:solidFill>
                <a:latin typeface="Times New Roman"/>
                <a:ea typeface="Times New Roman"/>
                <a:cs typeface="Times New Roman"/>
                <a:sym typeface="Times New Roman"/>
              </a:rPr>
              <a:t>caractère</a:t>
            </a:r>
            <a:r>
              <a:rPr lang="en-US" sz="2400">
                <a:solidFill>
                  <a:schemeClr val="dk1"/>
                </a:solidFill>
                <a:latin typeface="Times New Roman"/>
                <a:ea typeface="Times New Roman"/>
                <a:cs typeface="Times New Roman"/>
                <a:sym typeface="Times New Roman"/>
              </a:rPr>
              <a:t>, </a:t>
            </a:r>
            <a:r>
              <a:rPr i="1" lang="en-US" sz="2400">
                <a:solidFill>
                  <a:schemeClr val="dk1"/>
                </a:solidFill>
                <a:latin typeface="Times New Roman"/>
                <a:ea typeface="Times New Roman"/>
                <a:cs typeface="Times New Roman"/>
                <a:sym typeface="Times New Roman"/>
              </a:rPr>
              <a:t>chaîne</a:t>
            </a:r>
            <a:r>
              <a:rPr lang="en-US" sz="2400">
                <a:solidFill>
                  <a:schemeClr val="dk1"/>
                </a:solidFill>
                <a:latin typeface="Times New Roman"/>
                <a:ea typeface="Times New Roman"/>
                <a:cs typeface="Times New Roman"/>
                <a:sym typeface="Times New Roman"/>
              </a:rPr>
              <a:t>, </a:t>
            </a:r>
            <a:r>
              <a:rPr i="1" lang="en-US" sz="2400">
                <a:solidFill>
                  <a:schemeClr val="dk1"/>
                </a:solidFill>
                <a:latin typeface="Times New Roman"/>
                <a:ea typeface="Times New Roman"/>
                <a:cs typeface="Times New Roman"/>
                <a:sym typeface="Times New Roman"/>
              </a:rPr>
              <a:t>tableau </a:t>
            </a:r>
            <a:r>
              <a:rPr lang="en-US" sz="2400">
                <a:solidFill>
                  <a:schemeClr val="dk1"/>
                </a:solidFill>
                <a:latin typeface="Times New Roman"/>
                <a:ea typeface="Times New Roman"/>
                <a:cs typeface="Times New Roman"/>
                <a:sym typeface="Times New Roman"/>
              </a:rPr>
              <a:t>et les </a:t>
            </a:r>
            <a:r>
              <a:rPr i="1" lang="en-US" sz="2400">
                <a:solidFill>
                  <a:schemeClr val="dk1"/>
                </a:solidFill>
                <a:latin typeface="Times New Roman"/>
                <a:ea typeface="Times New Roman"/>
                <a:cs typeface="Times New Roman"/>
                <a:sym typeface="Times New Roman"/>
              </a:rPr>
              <a:t>types composites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15"/>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39" name="Google Shape;339;p18"/>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3" name="Shape 343"/>
        <p:cNvGrpSpPr/>
        <p:nvPr/>
      </p:nvGrpSpPr>
      <p:grpSpPr>
        <a:xfrm>
          <a:off x="0" y="0"/>
          <a:ext cx="0" cy="0"/>
          <a:chOff x="0" y="0"/>
          <a:chExt cx="0" cy="0"/>
        </a:xfrm>
      </p:grpSpPr>
      <p:sp>
        <p:nvSpPr>
          <p:cNvPr id="344" name="Google Shape;344;p19"/>
          <p:cNvSpPr/>
          <p:nvPr/>
        </p:nvSpPr>
        <p:spPr>
          <a:xfrm>
            <a:off x="2910609" y="3168650"/>
            <a:ext cx="4876800" cy="609346"/>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19"/>
          <p:cNvSpPr txBox="1"/>
          <p:nvPr>
            <p:ph type="title"/>
          </p:nvPr>
        </p:nvSpPr>
        <p:spPr>
          <a:xfrm>
            <a:off x="3746500" y="654050"/>
            <a:ext cx="3009509" cy="566820"/>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Les variables</a:t>
            </a:r>
            <a:endParaRPr/>
          </a:p>
        </p:txBody>
      </p:sp>
      <p:sp>
        <p:nvSpPr>
          <p:cNvPr id="346" name="Google Shape;346;p19"/>
          <p:cNvSpPr/>
          <p:nvPr/>
        </p:nvSpPr>
        <p:spPr>
          <a:xfrm>
            <a:off x="774073"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9"/>
          <p:cNvSpPr txBox="1"/>
          <p:nvPr/>
        </p:nvSpPr>
        <p:spPr>
          <a:xfrm>
            <a:off x="357909" y="1427260"/>
            <a:ext cx="9982200" cy="3860029"/>
          </a:xfrm>
          <a:prstGeom prst="rect">
            <a:avLst/>
          </a:prstGeom>
          <a:noFill/>
          <a:ln>
            <a:noFill/>
          </a:ln>
        </p:spPr>
        <p:txBody>
          <a:bodyPr anchorCtr="0" anchor="t" bIns="0" lIns="0" spcFirstLastPara="1" rIns="0" wrap="square" tIns="12675">
            <a:spAutoFit/>
          </a:bodyPr>
          <a:lstStyle/>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Les types couramment rencontrés dans les langages de programmation : </a:t>
            </a:r>
            <a:r>
              <a:rPr b="1" i="1" lang="en-US" sz="2400">
                <a:solidFill>
                  <a:srgbClr val="366092"/>
                </a:solidFill>
                <a:latin typeface="Times New Roman"/>
                <a:ea typeface="Times New Roman"/>
                <a:cs typeface="Times New Roman"/>
                <a:sym typeface="Times New Roman"/>
              </a:rPr>
              <a:t>entier</a:t>
            </a:r>
            <a:r>
              <a:rPr b="1" lang="en-US" sz="2400">
                <a:solidFill>
                  <a:srgbClr val="366092"/>
                </a:solidFill>
                <a:latin typeface="Times New Roman"/>
                <a:ea typeface="Times New Roman"/>
                <a:cs typeface="Times New Roman"/>
                <a:sym typeface="Times New Roman"/>
              </a:rPr>
              <a:t>,  </a:t>
            </a:r>
            <a:r>
              <a:rPr b="1" i="1" lang="en-US" sz="2400">
                <a:solidFill>
                  <a:srgbClr val="366092"/>
                </a:solidFill>
                <a:latin typeface="Times New Roman"/>
                <a:ea typeface="Times New Roman"/>
                <a:cs typeface="Times New Roman"/>
                <a:sym typeface="Times New Roman"/>
              </a:rPr>
              <a:t>réel</a:t>
            </a:r>
            <a:r>
              <a:rPr b="1" lang="en-US" sz="2400">
                <a:solidFill>
                  <a:srgbClr val="366092"/>
                </a:solidFill>
                <a:latin typeface="Times New Roman"/>
                <a:ea typeface="Times New Roman"/>
                <a:cs typeface="Times New Roman"/>
                <a:sym typeface="Times New Roman"/>
              </a:rPr>
              <a:t>, </a:t>
            </a:r>
            <a:r>
              <a:rPr b="1" i="1" lang="en-US" sz="2400">
                <a:solidFill>
                  <a:srgbClr val="366092"/>
                </a:solidFill>
                <a:latin typeface="Times New Roman"/>
                <a:ea typeface="Times New Roman"/>
                <a:cs typeface="Times New Roman"/>
                <a:sym typeface="Times New Roman"/>
              </a:rPr>
              <a:t>booléen</a:t>
            </a:r>
            <a:r>
              <a:rPr b="1" lang="en-US" sz="2400">
                <a:solidFill>
                  <a:srgbClr val="366092"/>
                </a:solidFill>
                <a:latin typeface="Times New Roman"/>
                <a:ea typeface="Times New Roman"/>
                <a:cs typeface="Times New Roman"/>
                <a:sym typeface="Times New Roman"/>
              </a:rPr>
              <a:t>, </a:t>
            </a:r>
            <a:r>
              <a:rPr b="1" i="1" lang="en-US" sz="2400">
                <a:solidFill>
                  <a:srgbClr val="366092"/>
                </a:solidFill>
                <a:latin typeface="Times New Roman"/>
                <a:ea typeface="Times New Roman"/>
                <a:cs typeface="Times New Roman"/>
                <a:sym typeface="Times New Roman"/>
              </a:rPr>
              <a:t>caractère</a:t>
            </a:r>
            <a:r>
              <a:rPr b="1" lang="en-US" sz="2400">
                <a:solidFill>
                  <a:srgbClr val="366092"/>
                </a:solidFill>
                <a:latin typeface="Times New Roman"/>
                <a:ea typeface="Times New Roman"/>
                <a:cs typeface="Times New Roman"/>
                <a:sym typeface="Times New Roman"/>
              </a:rPr>
              <a:t>, </a:t>
            </a:r>
            <a:r>
              <a:rPr b="1" i="1" lang="en-US" sz="2400">
                <a:solidFill>
                  <a:srgbClr val="366092"/>
                </a:solidFill>
                <a:latin typeface="Times New Roman"/>
                <a:ea typeface="Times New Roman"/>
                <a:cs typeface="Times New Roman"/>
                <a:sym typeface="Times New Roman"/>
              </a:rPr>
              <a:t>chaîne</a:t>
            </a:r>
            <a:r>
              <a:rPr b="1" lang="en-US" sz="2400">
                <a:solidFill>
                  <a:srgbClr val="366092"/>
                </a:solidFill>
                <a:latin typeface="Times New Roman"/>
                <a:ea typeface="Times New Roman"/>
                <a:cs typeface="Times New Roman"/>
                <a:sym typeface="Times New Roman"/>
              </a:rPr>
              <a:t>, </a:t>
            </a:r>
            <a:r>
              <a:rPr b="1" i="1" lang="en-US" sz="2400">
                <a:solidFill>
                  <a:srgbClr val="366092"/>
                </a:solidFill>
                <a:latin typeface="Times New Roman"/>
                <a:ea typeface="Times New Roman"/>
                <a:cs typeface="Times New Roman"/>
                <a:sym typeface="Times New Roman"/>
              </a:rPr>
              <a:t>tableau </a:t>
            </a:r>
            <a:r>
              <a:rPr b="1" lang="en-US" sz="2400">
                <a:solidFill>
                  <a:srgbClr val="366092"/>
                </a:solidFill>
                <a:latin typeface="Times New Roman"/>
                <a:ea typeface="Times New Roman"/>
                <a:cs typeface="Times New Roman"/>
                <a:sym typeface="Times New Roman"/>
              </a:rPr>
              <a:t>et les </a:t>
            </a:r>
            <a:r>
              <a:rPr b="1" i="1" lang="en-US" sz="2400">
                <a:solidFill>
                  <a:srgbClr val="366092"/>
                </a:solidFill>
                <a:latin typeface="Times New Roman"/>
                <a:ea typeface="Times New Roman"/>
                <a:cs typeface="Times New Roman"/>
                <a:sym typeface="Times New Roman"/>
              </a:rPr>
              <a:t>types composites</a:t>
            </a:r>
            <a:r>
              <a:rPr b="1" lang="en-US" sz="2400">
                <a:solidFill>
                  <a:srgbClr val="366092"/>
                </a:solidFill>
                <a:latin typeface="Times New Roman"/>
                <a:ea typeface="Times New Roman"/>
                <a:cs typeface="Times New Roman"/>
                <a:sym typeface="Times New Roman"/>
              </a:rPr>
              <a:t>.</a:t>
            </a:r>
            <a:endParaRPr b="1" sz="2400">
              <a:solidFill>
                <a:srgbClr val="366092"/>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400">
              <a:solidFill>
                <a:srgbClr val="366092"/>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rgbClr val="FF0000"/>
                </a:solidFill>
                <a:latin typeface="Times New Roman"/>
                <a:ea typeface="Times New Roman"/>
                <a:cs typeface="Times New Roman"/>
                <a:sym typeface="Times New Roman"/>
              </a:rPr>
              <a:t>Syntaxe de déclaration d’une variable:</a:t>
            </a:r>
            <a:endParaRPr/>
          </a:p>
          <a:p>
            <a:pPr indent="0" lvl="0" marL="0" marR="0" rtl="0" algn="ctr">
              <a:spcBef>
                <a:spcPts val="0"/>
              </a:spcBef>
              <a:spcAft>
                <a:spcPts val="0"/>
              </a:spcAft>
              <a:buNone/>
            </a:pPr>
            <a:r>
              <a:t/>
            </a:r>
            <a:endParaRPr b="1" sz="2400">
              <a:solidFill>
                <a:srgbClr val="1F497C"/>
              </a:solidFill>
              <a:latin typeface="Times New Roman"/>
              <a:ea typeface="Times New Roman"/>
              <a:cs typeface="Times New Roman"/>
              <a:sym typeface="Times New Roman"/>
            </a:endParaRPr>
          </a:p>
          <a:p>
            <a:pPr indent="0" lvl="0" marL="0" marR="0" rtl="0" algn="ctr">
              <a:spcBef>
                <a:spcPts val="0"/>
              </a:spcBef>
              <a:spcAft>
                <a:spcPts val="0"/>
              </a:spcAft>
              <a:buNone/>
            </a:pPr>
            <a:r>
              <a:rPr b="1" lang="en-US" sz="2400">
                <a:solidFill>
                  <a:srgbClr val="1F497C"/>
                </a:solidFill>
                <a:latin typeface="Times New Roman"/>
                <a:ea typeface="Times New Roman"/>
                <a:cs typeface="Times New Roman"/>
                <a:sym typeface="Times New Roman"/>
              </a:rPr>
              <a:t>Identifiant de la variable :    Son type</a:t>
            </a:r>
            <a:endParaRPr sz="2400">
              <a:solidFill>
                <a:schemeClr val="dk1"/>
              </a:solidFill>
              <a:latin typeface="Times New Roman"/>
              <a:ea typeface="Times New Roman"/>
              <a:cs typeface="Times New Roman"/>
              <a:sym typeface="Times New Roman"/>
            </a:endParaRPr>
          </a:p>
          <a:p>
            <a:pPr indent="0" lvl="0" marL="354965" marR="0" rtl="0" algn="l">
              <a:lnSpc>
                <a:spcPct val="100000"/>
              </a:lnSpc>
              <a:spcBef>
                <a:spcPts val="440"/>
              </a:spcBef>
              <a:spcAft>
                <a:spcPts val="0"/>
              </a:spcAft>
              <a:buNone/>
            </a:pPr>
            <a:r>
              <a:t/>
            </a:r>
            <a:endParaRPr sz="2400">
              <a:solidFill>
                <a:schemeClr val="dk1"/>
              </a:solidFill>
              <a:latin typeface="Times New Roman"/>
              <a:ea typeface="Times New Roman"/>
              <a:cs typeface="Times New Roman"/>
              <a:sym typeface="Times New Roman"/>
            </a:endParaRPr>
          </a:p>
          <a:p>
            <a:pPr indent="0" lvl="0" marL="354965" marR="0" rtl="0" algn="l">
              <a:lnSpc>
                <a:spcPct val="100000"/>
              </a:lnSpc>
              <a:spcBef>
                <a:spcPts val="440"/>
              </a:spcBef>
              <a:spcAft>
                <a:spcPts val="0"/>
              </a:spcAft>
              <a:buNone/>
            </a:pPr>
            <a:r>
              <a:t/>
            </a:r>
            <a:endParaRPr sz="2400">
              <a:solidFill>
                <a:schemeClr val="dk1"/>
              </a:solidFill>
              <a:latin typeface="Times New Roman"/>
              <a:ea typeface="Times New Roman"/>
              <a:cs typeface="Times New Roman"/>
              <a:sym typeface="Times New Roman"/>
            </a:endParaRPr>
          </a:p>
          <a:p>
            <a:pPr indent="0" lvl="0" marL="354965" marR="0" rtl="0" algn="l">
              <a:lnSpc>
                <a:spcPct val="100000"/>
              </a:lnSpc>
              <a:spcBef>
                <a:spcPts val="440"/>
              </a:spcBef>
              <a:spcAft>
                <a:spcPts val="0"/>
              </a:spcAft>
              <a:buNone/>
            </a:pPr>
            <a:r>
              <a:rPr b="1" lang="en-US" sz="2400">
                <a:solidFill>
                  <a:srgbClr val="366092"/>
                </a:solidFill>
                <a:latin typeface="Times New Roman"/>
                <a:ea typeface="Times New Roman"/>
                <a:cs typeface="Times New Roman"/>
                <a:sym typeface="Times New Roman"/>
              </a:rPr>
              <a:t>Exemples</a:t>
            </a:r>
            <a:r>
              <a:rPr lang="en-US" sz="2400">
                <a:solidFill>
                  <a:schemeClr val="dk1"/>
                </a:solidFill>
                <a:latin typeface="Times New Roman"/>
                <a:ea typeface="Times New Roman"/>
                <a:cs typeface="Times New Roman"/>
                <a:sym typeface="Times New Roman"/>
              </a:rPr>
              <a:t>  :  (i, j, k : entier)	ou (x, y : réel)	ou (c1, c2 : caractère)</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48" name="Google Shape;348;p19"/>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2" name="Shape 352"/>
        <p:cNvGrpSpPr/>
        <p:nvPr/>
      </p:nvGrpSpPr>
      <p:grpSpPr>
        <a:xfrm>
          <a:off x="0" y="0"/>
          <a:ext cx="0" cy="0"/>
          <a:chOff x="0" y="0"/>
          <a:chExt cx="0" cy="0"/>
        </a:xfrm>
      </p:grpSpPr>
      <p:sp>
        <p:nvSpPr>
          <p:cNvPr id="353" name="Google Shape;353;p20"/>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354" name="Google Shape;354;p20"/>
          <p:cNvSpPr txBox="1"/>
          <p:nvPr>
            <p:ph type="title"/>
          </p:nvPr>
        </p:nvSpPr>
        <p:spPr>
          <a:xfrm>
            <a:off x="4437067" y="501650"/>
            <a:ext cx="1895465" cy="566180"/>
          </a:xfrm>
          <a:prstGeom prst="rect">
            <a:avLst/>
          </a:prstGeom>
          <a:noFill/>
          <a:ln>
            <a:noFill/>
          </a:ln>
        </p:spPr>
        <p:txBody>
          <a:bodyPr anchorCtr="0" anchor="t" bIns="0" lIns="0" spcFirstLastPara="1" rIns="0" wrap="square" tIns="12050">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Les types</a:t>
            </a:r>
            <a:endParaRPr sz="3600">
              <a:solidFill>
                <a:srgbClr val="FF0000"/>
              </a:solidFill>
              <a:latin typeface="Arial"/>
              <a:ea typeface="Arial"/>
              <a:cs typeface="Arial"/>
              <a:sym typeface="Arial"/>
            </a:endParaRPr>
          </a:p>
        </p:txBody>
      </p:sp>
      <p:sp>
        <p:nvSpPr>
          <p:cNvPr id="355" name="Google Shape;355;p20"/>
          <p:cNvSpPr txBox="1"/>
          <p:nvPr/>
        </p:nvSpPr>
        <p:spPr>
          <a:xfrm>
            <a:off x="317500" y="1492250"/>
            <a:ext cx="10134600" cy="5655392"/>
          </a:xfrm>
          <a:prstGeom prst="rect">
            <a:avLst/>
          </a:prstGeom>
          <a:noFill/>
          <a:ln>
            <a:noFill/>
          </a:ln>
        </p:spPr>
        <p:txBody>
          <a:bodyPr anchorCtr="0" anchor="t" bIns="0" lIns="0" spcFirstLastPara="1" rIns="0" wrap="square" tIns="12675">
            <a:spAutoFit/>
          </a:bodyPr>
          <a:lstStyle/>
          <a:p>
            <a:pPr indent="-342867" lvl="0" marL="354930" marR="833673"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Le type d’une variable caractérise l’ensemble des valeurs que peut  prendre la variable</a:t>
            </a:r>
            <a:endParaRPr sz="2400">
              <a:solidFill>
                <a:schemeClr val="dk1"/>
              </a:solidFill>
              <a:latin typeface="Times New Roman"/>
              <a:ea typeface="Times New Roman"/>
              <a:cs typeface="Times New Roman"/>
              <a:sym typeface="Times New Roman"/>
            </a:endParaRPr>
          </a:p>
          <a:p>
            <a:pPr indent="0" lvl="0" marL="0" marR="0" rtl="0" algn="l">
              <a:spcBef>
                <a:spcPts val="25"/>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867" lvl="0" marL="354930" marR="5079"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Une fois qu’un type de données est associé à une variable, celle-ci ne peut  plus en changer, et son contenu doit </a:t>
            </a:r>
            <a:r>
              <a:rPr b="1" lang="en-US" sz="2400">
                <a:solidFill>
                  <a:srgbClr val="FF0000"/>
                </a:solidFill>
                <a:latin typeface="Times New Roman"/>
                <a:ea typeface="Times New Roman"/>
                <a:cs typeface="Times New Roman"/>
                <a:sym typeface="Times New Roman"/>
              </a:rPr>
              <a:t>obligatoirement être du même </a:t>
            </a:r>
            <a:r>
              <a:rPr lang="en-US" sz="2400">
                <a:solidFill>
                  <a:schemeClr val="dk1"/>
                </a:solidFill>
                <a:latin typeface="Times New Roman"/>
                <a:ea typeface="Times New Roman"/>
                <a:cs typeface="Times New Roman"/>
                <a:sym typeface="Times New Roman"/>
              </a:rPr>
              <a:t>type</a:t>
            </a:r>
            <a:endParaRPr sz="2400">
              <a:solidFill>
                <a:schemeClr val="dk1"/>
              </a:solidFill>
              <a:latin typeface="Times New Roman"/>
              <a:ea typeface="Times New Roman"/>
              <a:cs typeface="Times New Roman"/>
              <a:sym typeface="Times New Roman"/>
            </a:endParaRPr>
          </a:p>
          <a:p>
            <a:pPr indent="0" lvl="0" marL="0" marR="0" rtl="0" algn="l">
              <a:spcBef>
                <a:spcPts val="25"/>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rgbClr val="0000FF"/>
              </a:buClr>
              <a:buSzPts val="2400"/>
              <a:buFont typeface="Times New Roman"/>
              <a:buChar char="•"/>
            </a:pPr>
            <a:r>
              <a:rPr lang="en-US" sz="2400" u="sng">
                <a:solidFill>
                  <a:srgbClr val="0000FF"/>
                </a:solidFill>
                <a:latin typeface="Times New Roman"/>
                <a:ea typeface="Times New Roman"/>
                <a:cs typeface="Times New Roman"/>
                <a:sym typeface="Times New Roman"/>
              </a:rPr>
              <a:t>Il y a deux grandes catégories de types</a:t>
            </a:r>
            <a:r>
              <a:rPr lang="en-US" sz="2400">
                <a:solidFill>
                  <a:srgbClr val="0000FF"/>
                </a:solidFill>
                <a:latin typeface="Times New Roman"/>
                <a:ea typeface="Times New Roman"/>
                <a:cs typeface="Times New Roman"/>
                <a:sym typeface="Times New Roman"/>
              </a:rPr>
              <a:t> </a:t>
            </a:r>
            <a:r>
              <a:rPr lang="en-US" sz="2400" u="sng">
                <a:solidFill>
                  <a:srgbClr val="0000FF"/>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marR="0" rtl="0" algn="l">
              <a:spcBef>
                <a:spcPts val="4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3500" lvl="1" marL="812721" marR="0" rtl="0" algn="l">
              <a:spcBef>
                <a:spcPts val="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les types simples</a:t>
            </a:r>
            <a:endParaRPr b="0" i="0" sz="2400" u="none" cap="none" strike="noStrike">
              <a:solidFill>
                <a:schemeClr val="dk1"/>
              </a:solidFill>
              <a:latin typeface="Times New Roman"/>
              <a:ea typeface="Times New Roman"/>
              <a:cs typeface="Times New Roman"/>
              <a:sym typeface="Times New Roman"/>
            </a:endParaRPr>
          </a:p>
          <a:p>
            <a:pPr indent="-343500" lvl="1" marL="812721" marR="0" rtl="0" algn="l">
              <a:spcBef>
                <a:spcPts val="434"/>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les types complexes (ou composites comme les enregistrements)</a:t>
            </a:r>
            <a:endParaRPr b="0" i="0" sz="2400" u="none" cap="none" strike="noStrike">
              <a:solidFill>
                <a:schemeClr val="dk1"/>
              </a:solidFill>
              <a:latin typeface="Times New Roman"/>
              <a:ea typeface="Times New Roman"/>
              <a:cs typeface="Times New Roman"/>
              <a:sym typeface="Times New Roman"/>
            </a:endParaRPr>
          </a:p>
          <a:p>
            <a:pPr indent="0" lvl="1" marL="457156" marR="0" rtl="0" algn="l">
              <a:spcBef>
                <a:spcPts val="15"/>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Il y a deux grandes catégories de types simples :</a:t>
            </a:r>
            <a:endParaRPr sz="2400">
              <a:solidFill>
                <a:schemeClr val="dk1"/>
              </a:solidFill>
              <a:latin typeface="Times New Roman"/>
              <a:ea typeface="Times New Roman"/>
              <a:cs typeface="Times New Roman"/>
              <a:sym typeface="Times New Roman"/>
            </a:endParaRPr>
          </a:p>
          <a:p>
            <a:pPr indent="0" lvl="0" marL="0" marR="0" rtl="0" algn="l">
              <a:spcBef>
                <a:spcPts val="4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3500" lvl="1" marL="812721" marR="0" rtl="0" algn="l">
              <a:spcBef>
                <a:spcPts val="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Ceux dont le nombres d’éléments est fini, </a:t>
            </a:r>
            <a:r>
              <a:rPr b="1" i="0" lang="en-US" sz="2400" u="none" cap="none" strike="noStrike">
                <a:solidFill>
                  <a:srgbClr val="7030A0"/>
                </a:solidFill>
                <a:latin typeface="Times New Roman"/>
                <a:ea typeface="Times New Roman"/>
                <a:cs typeface="Times New Roman"/>
                <a:sym typeface="Times New Roman"/>
              </a:rPr>
              <a:t>les dénombrables</a:t>
            </a:r>
            <a:endParaRPr b="0" i="0" sz="2400" u="none" cap="none" strike="noStrike">
              <a:solidFill>
                <a:srgbClr val="7030A0"/>
              </a:solidFill>
              <a:latin typeface="Times New Roman"/>
              <a:ea typeface="Times New Roman"/>
              <a:cs typeface="Times New Roman"/>
              <a:sym typeface="Times New Roman"/>
            </a:endParaRPr>
          </a:p>
          <a:p>
            <a:pPr indent="-343500" lvl="1" marL="812721" marR="0" rtl="0" algn="l">
              <a:spcBef>
                <a:spcPts val="434"/>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Ceux dont le nombre d’éléments est infini, </a:t>
            </a:r>
            <a:r>
              <a:rPr b="1" i="0" lang="en-US" sz="2400" u="none" cap="none" strike="noStrike">
                <a:solidFill>
                  <a:srgbClr val="7030A0"/>
                </a:solidFill>
                <a:latin typeface="Times New Roman"/>
                <a:ea typeface="Times New Roman"/>
                <a:cs typeface="Times New Roman"/>
                <a:sym typeface="Times New Roman"/>
              </a:rPr>
              <a:t>les indénombrables</a:t>
            </a:r>
            <a:endParaRPr b="0" i="0" sz="2400" u="none" cap="none" strike="noStrike">
              <a:solidFill>
                <a:srgbClr val="7030A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9" name="Shape 359"/>
        <p:cNvGrpSpPr/>
        <p:nvPr/>
      </p:nvGrpSpPr>
      <p:grpSpPr>
        <a:xfrm>
          <a:off x="0" y="0"/>
          <a:ext cx="0" cy="0"/>
          <a:chOff x="0" y="0"/>
          <a:chExt cx="0" cy="0"/>
        </a:xfrm>
      </p:grpSpPr>
      <p:sp>
        <p:nvSpPr>
          <p:cNvPr id="360" name="Google Shape;360;p21"/>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361" name="Google Shape;361;p21"/>
          <p:cNvSpPr txBox="1"/>
          <p:nvPr>
            <p:ph type="title"/>
          </p:nvPr>
        </p:nvSpPr>
        <p:spPr>
          <a:xfrm>
            <a:off x="4670436" y="773683"/>
            <a:ext cx="2733664" cy="504624"/>
          </a:xfrm>
          <a:prstGeom prst="rect">
            <a:avLst/>
          </a:prstGeom>
          <a:noFill/>
          <a:ln>
            <a:noFill/>
          </a:ln>
        </p:spPr>
        <p:txBody>
          <a:bodyPr anchorCtr="0" anchor="t" bIns="0" lIns="0" spcFirstLastPara="1" rIns="0" wrap="square" tIns="12050">
            <a:spAutoFit/>
          </a:bodyPr>
          <a:lstStyle/>
          <a:p>
            <a:pPr indent="0" lvl="0" marL="12698" rtl="0" algn="l">
              <a:spcBef>
                <a:spcPts val="0"/>
              </a:spcBef>
              <a:spcAft>
                <a:spcPts val="0"/>
              </a:spcAft>
              <a:buNone/>
            </a:pPr>
            <a:r>
              <a:rPr lang="en-US" sz="3200">
                <a:solidFill>
                  <a:srgbClr val="FF0000"/>
                </a:solidFill>
                <a:latin typeface="Arial"/>
                <a:ea typeface="Arial"/>
                <a:cs typeface="Arial"/>
                <a:sym typeface="Arial"/>
              </a:rPr>
              <a:t>Les types</a:t>
            </a:r>
            <a:endParaRPr sz="2900">
              <a:latin typeface="Arial"/>
              <a:ea typeface="Arial"/>
              <a:cs typeface="Arial"/>
              <a:sym typeface="Arial"/>
            </a:endParaRPr>
          </a:p>
        </p:txBody>
      </p:sp>
      <p:sp>
        <p:nvSpPr>
          <p:cNvPr id="362" name="Google Shape;362;p21"/>
          <p:cNvSpPr txBox="1"/>
          <p:nvPr/>
        </p:nvSpPr>
        <p:spPr>
          <a:xfrm>
            <a:off x="1310016" y="1517779"/>
            <a:ext cx="8837283" cy="4918006"/>
          </a:xfrm>
          <a:prstGeom prst="rect">
            <a:avLst/>
          </a:prstGeom>
          <a:noFill/>
          <a:ln>
            <a:noFill/>
          </a:ln>
        </p:spPr>
        <p:txBody>
          <a:bodyPr anchorCtr="0" anchor="t" bIns="0" lIns="0" spcFirstLastPara="1" rIns="0" wrap="square" tIns="74900">
            <a:spAutoFit/>
          </a:bodyPr>
          <a:lstStyle/>
          <a:p>
            <a:pPr indent="-342867" lvl="0" marL="355565" marR="0" rtl="0" algn="l">
              <a:spcBef>
                <a:spcPts val="0"/>
              </a:spcBef>
              <a:spcAft>
                <a:spcPts val="0"/>
              </a:spcAft>
              <a:buClr>
                <a:srgbClr val="0070C0"/>
              </a:buClr>
              <a:buSzPts val="2400"/>
              <a:buFont typeface="Times New Roman"/>
              <a:buChar char="•"/>
            </a:pPr>
            <a:r>
              <a:rPr b="1" lang="en-US" sz="2400" u="sng">
                <a:solidFill>
                  <a:srgbClr val="0070C0"/>
                </a:solidFill>
                <a:latin typeface="Times New Roman"/>
                <a:ea typeface="Times New Roman"/>
                <a:cs typeface="Times New Roman"/>
                <a:sym typeface="Times New Roman"/>
              </a:rPr>
              <a:t>Type simple dénombrable </a:t>
            </a:r>
            <a:r>
              <a:rPr lang="en-US" sz="2400" u="sng">
                <a:solidFill>
                  <a:srgbClr val="0070C0"/>
                </a:solidFill>
                <a:latin typeface="Times New Roman"/>
                <a:ea typeface="Times New Roman"/>
                <a:cs typeface="Times New Roman"/>
                <a:sym typeface="Times New Roman"/>
              </a:rPr>
              <a:t>:</a:t>
            </a:r>
            <a:endParaRPr sz="2400" u="sng">
              <a:solidFill>
                <a:srgbClr val="0070C0"/>
              </a:solidFill>
              <a:latin typeface="Times New Roman"/>
              <a:ea typeface="Times New Roman"/>
              <a:cs typeface="Times New Roman"/>
              <a:sym typeface="Times New Roman"/>
            </a:endParaRPr>
          </a:p>
          <a:p>
            <a:pPr indent="-287626" lvl="1" marL="756212" marR="0" rtl="0" algn="l">
              <a:spcBef>
                <a:spcPts val="4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 type </a:t>
            </a:r>
            <a:r>
              <a:rPr b="1" i="0" lang="en-US" sz="2400" u="none" cap="none" strike="noStrike">
                <a:solidFill>
                  <a:srgbClr val="FF0000"/>
                </a:solidFill>
                <a:latin typeface="Times New Roman"/>
                <a:ea typeface="Times New Roman"/>
                <a:cs typeface="Times New Roman"/>
                <a:sym typeface="Times New Roman"/>
              </a:rPr>
              <a:t>booléen: </a:t>
            </a:r>
            <a:r>
              <a:rPr b="0" i="0" lang="en-US" sz="2400" u="none" cap="none" strike="noStrike">
                <a:solidFill>
                  <a:schemeClr val="dk1"/>
                </a:solidFill>
                <a:latin typeface="Times New Roman"/>
                <a:ea typeface="Times New Roman"/>
                <a:cs typeface="Times New Roman"/>
                <a:sym typeface="Times New Roman"/>
              </a:rPr>
              <a:t>VRAI ou FAUX</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34"/>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les </a:t>
            </a:r>
            <a:r>
              <a:rPr b="1" i="0" lang="en-US" sz="2400" u="none" cap="none" strike="noStrike">
                <a:solidFill>
                  <a:srgbClr val="FF0000"/>
                </a:solidFill>
                <a:latin typeface="Times New Roman"/>
                <a:ea typeface="Times New Roman"/>
                <a:cs typeface="Times New Roman"/>
                <a:sym typeface="Times New Roman"/>
              </a:rPr>
              <a:t>intervalles</a:t>
            </a:r>
            <a:r>
              <a:rPr b="1"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par exemple [1..10], définis par l’informaticien</a:t>
            </a:r>
            <a:endParaRPr b="0" i="0" sz="2400" u="none" cap="none" strike="noStrike">
              <a:solidFill>
                <a:schemeClr val="dk1"/>
              </a:solidFill>
              <a:latin typeface="Times New Roman"/>
              <a:ea typeface="Times New Roman"/>
              <a:cs typeface="Times New Roman"/>
              <a:sym typeface="Times New Roman"/>
            </a:endParaRPr>
          </a:p>
          <a:p>
            <a:pPr indent="-286991" lvl="1" marL="756212" marR="5079" rtl="0" algn="l">
              <a:spcBef>
                <a:spcPts val="43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les </a:t>
            </a:r>
            <a:r>
              <a:rPr b="1" i="0" lang="en-US" sz="2400" u="none" cap="none" strike="noStrike">
                <a:solidFill>
                  <a:srgbClr val="FF0000"/>
                </a:solidFill>
                <a:latin typeface="Times New Roman"/>
                <a:ea typeface="Times New Roman"/>
                <a:cs typeface="Times New Roman"/>
                <a:sym typeface="Times New Roman"/>
              </a:rPr>
              <a:t>énumérés</a:t>
            </a:r>
            <a:r>
              <a:rPr b="1"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ensemble de valeurs </a:t>
            </a:r>
            <a:r>
              <a:rPr b="0" i="0" lang="en-US" sz="2400" u="sng" cap="none" strike="noStrike">
                <a:solidFill>
                  <a:schemeClr val="dk1"/>
                </a:solidFill>
                <a:latin typeface="Times New Roman"/>
                <a:ea typeface="Times New Roman"/>
                <a:cs typeface="Times New Roman"/>
                <a:sym typeface="Times New Roman"/>
              </a:rPr>
              <a:t>spécifiées par l’informaticien</a:t>
            </a:r>
            <a:r>
              <a:rPr b="0" i="0" lang="en-US" sz="2400" u="none" cap="none" strike="noStrike">
                <a:solidFill>
                  <a:schemeClr val="dk1"/>
                </a:solidFill>
                <a:latin typeface="Times New Roman"/>
                <a:ea typeface="Times New Roman"/>
                <a:cs typeface="Times New Roman"/>
                <a:sym typeface="Times New Roman"/>
              </a:rPr>
              <a:t>, par  exemple les jours de la semaine (du lundi au dimanche)</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3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les </a:t>
            </a:r>
            <a:r>
              <a:rPr b="1" i="0" lang="en-US" sz="2400" u="none" cap="none" strike="noStrike">
                <a:solidFill>
                  <a:srgbClr val="FF0000"/>
                </a:solidFill>
                <a:latin typeface="Times New Roman"/>
                <a:ea typeface="Times New Roman"/>
                <a:cs typeface="Times New Roman"/>
                <a:sym typeface="Times New Roman"/>
              </a:rPr>
              <a:t>caractères</a:t>
            </a:r>
            <a:endParaRPr b="0" i="0" sz="2400" u="none" cap="none" strike="noStrike">
              <a:solidFill>
                <a:srgbClr val="FF0000"/>
              </a:solidFill>
              <a:latin typeface="Times New Roman"/>
              <a:ea typeface="Times New Roman"/>
              <a:cs typeface="Times New Roman"/>
              <a:sym typeface="Times New Roman"/>
            </a:endParaRPr>
          </a:p>
          <a:p>
            <a:pPr indent="0" lvl="1" marL="457156" marR="0" rtl="0" algn="l">
              <a:spcBef>
                <a:spcPts val="21"/>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rgbClr val="0070C0"/>
              </a:buClr>
              <a:buSzPts val="2400"/>
              <a:buFont typeface="Times New Roman"/>
              <a:buChar char="•"/>
            </a:pPr>
            <a:r>
              <a:rPr b="1" lang="en-US" sz="2400" u="sng">
                <a:solidFill>
                  <a:srgbClr val="0070C0"/>
                </a:solidFill>
                <a:latin typeface="Times New Roman"/>
                <a:ea typeface="Times New Roman"/>
                <a:cs typeface="Times New Roman"/>
                <a:sym typeface="Times New Roman"/>
              </a:rPr>
              <a:t>Type simple indénombrable :</a:t>
            </a:r>
            <a:endParaRPr b="1" sz="2400" u="sng">
              <a:solidFill>
                <a:srgbClr val="0070C0"/>
              </a:solidFill>
              <a:latin typeface="Times New Roman"/>
              <a:ea typeface="Times New Roman"/>
              <a:cs typeface="Times New Roman"/>
              <a:sym typeface="Times New Roman"/>
            </a:endParaRPr>
          </a:p>
          <a:p>
            <a:pPr indent="-287626" lvl="1" marL="756212" marR="0" rtl="0" algn="l">
              <a:spcBef>
                <a:spcPts val="4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les </a:t>
            </a:r>
            <a:r>
              <a:rPr b="1" i="0" lang="en-US" sz="2400" u="none" cap="none" strike="noStrike">
                <a:solidFill>
                  <a:srgbClr val="FF0000"/>
                </a:solidFill>
                <a:latin typeface="Times New Roman"/>
                <a:ea typeface="Times New Roman"/>
                <a:cs typeface="Times New Roman"/>
                <a:sym typeface="Times New Roman"/>
              </a:rPr>
              <a:t>entiers naturels </a:t>
            </a:r>
            <a:r>
              <a:rPr b="0" i="0" lang="en-US" sz="2400" u="none" cap="none" strike="noStrike">
                <a:solidFill>
                  <a:schemeClr val="dk1"/>
                </a:solidFill>
                <a:latin typeface="Times New Roman"/>
                <a:ea typeface="Times New Roman"/>
                <a:cs typeface="Times New Roman"/>
                <a:sym typeface="Times New Roman"/>
              </a:rPr>
              <a:t>(entiers positifs)</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3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les </a:t>
            </a:r>
            <a:r>
              <a:rPr b="1" i="0" lang="en-US" sz="2400" u="none" cap="none" strike="noStrike">
                <a:solidFill>
                  <a:srgbClr val="FF0000"/>
                </a:solidFill>
                <a:latin typeface="Times New Roman"/>
                <a:ea typeface="Times New Roman"/>
                <a:cs typeface="Times New Roman"/>
                <a:sym typeface="Times New Roman"/>
              </a:rPr>
              <a:t>entiers relatifs </a:t>
            </a:r>
            <a:r>
              <a:rPr b="0" i="0" lang="en-US" sz="2400" u="none" cap="none" strike="noStrike">
                <a:solidFill>
                  <a:schemeClr val="dk1"/>
                </a:solidFill>
                <a:latin typeface="Times New Roman"/>
                <a:ea typeface="Times New Roman"/>
                <a:cs typeface="Times New Roman"/>
                <a:sym typeface="Times New Roman"/>
              </a:rPr>
              <a:t>(positifs et négatifs)</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434"/>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les </a:t>
            </a:r>
            <a:r>
              <a:rPr b="1" i="0" lang="en-US" sz="2400" u="none" cap="none" strike="noStrike">
                <a:solidFill>
                  <a:srgbClr val="FF0000"/>
                </a:solidFill>
                <a:latin typeface="Times New Roman"/>
                <a:ea typeface="Times New Roman"/>
                <a:cs typeface="Times New Roman"/>
                <a:sym typeface="Times New Roman"/>
              </a:rPr>
              <a:t>réels</a:t>
            </a:r>
            <a:endParaRPr b="0" i="0" sz="2400" u="none" cap="none" strike="noStrike">
              <a:solidFill>
                <a:srgbClr val="FF0000"/>
              </a:solidFill>
              <a:latin typeface="Times New Roman"/>
              <a:ea typeface="Times New Roman"/>
              <a:cs typeface="Times New Roman"/>
              <a:sym typeface="Times New Roman"/>
            </a:endParaRPr>
          </a:p>
          <a:p>
            <a:pPr indent="-287626" lvl="1" marL="756212" marR="0" rtl="0" algn="l">
              <a:spcBef>
                <a:spcPts val="43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les </a:t>
            </a:r>
            <a:r>
              <a:rPr b="1" i="0" lang="en-US" sz="2400" u="none" cap="none" strike="noStrike">
                <a:solidFill>
                  <a:srgbClr val="FF0000"/>
                </a:solidFill>
                <a:latin typeface="Times New Roman"/>
                <a:ea typeface="Times New Roman"/>
                <a:cs typeface="Times New Roman"/>
                <a:sym typeface="Times New Roman"/>
              </a:rPr>
              <a:t>chaînes de caractères</a:t>
            </a:r>
            <a:r>
              <a:rPr b="1"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par exemple "cours" ou "algorithmique"</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p22"/>
          <p:cNvSpPr/>
          <p:nvPr/>
        </p:nvSpPr>
        <p:spPr>
          <a:xfrm>
            <a:off x="1841500" y="3625850"/>
            <a:ext cx="6477000" cy="83820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22"/>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369" name="Google Shape;369;p22"/>
          <p:cNvSpPr txBox="1"/>
          <p:nvPr>
            <p:ph type="title"/>
          </p:nvPr>
        </p:nvSpPr>
        <p:spPr>
          <a:xfrm>
            <a:off x="2374900" y="773683"/>
            <a:ext cx="6400800" cy="566180"/>
          </a:xfrm>
          <a:prstGeom prst="rect">
            <a:avLst/>
          </a:prstGeom>
          <a:noFill/>
          <a:ln>
            <a:noFill/>
          </a:ln>
        </p:spPr>
        <p:txBody>
          <a:bodyPr anchorCtr="0" anchor="t" bIns="0" lIns="0" spcFirstLastPara="1" rIns="0" wrap="square" tIns="12050">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Définition des types énumérés</a:t>
            </a:r>
            <a:endParaRPr sz="3600">
              <a:solidFill>
                <a:srgbClr val="FF0000"/>
              </a:solidFill>
              <a:latin typeface="Arial"/>
              <a:ea typeface="Arial"/>
              <a:cs typeface="Arial"/>
              <a:sym typeface="Arial"/>
            </a:endParaRPr>
          </a:p>
        </p:txBody>
      </p:sp>
      <p:sp>
        <p:nvSpPr>
          <p:cNvPr id="370" name="Google Shape;370;p22"/>
          <p:cNvSpPr txBox="1"/>
          <p:nvPr/>
        </p:nvSpPr>
        <p:spPr>
          <a:xfrm>
            <a:off x="469900" y="1579879"/>
            <a:ext cx="8576958" cy="5298884"/>
          </a:xfrm>
          <a:prstGeom prst="rect">
            <a:avLst/>
          </a:prstGeom>
          <a:noFill/>
          <a:ln>
            <a:noFill/>
          </a:ln>
        </p:spPr>
        <p:txBody>
          <a:bodyPr anchorCtr="0" anchor="t" bIns="0" lIns="0" spcFirstLastPara="1" rIns="0" wrap="square" tIns="12675">
            <a:sp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12065" marR="5080" rtl="0" algn="l">
              <a:lnSpc>
                <a:spcPct val="100000"/>
              </a:lnSpc>
              <a:spcBef>
                <a:spcPts val="100"/>
              </a:spcBef>
              <a:spcAft>
                <a:spcPts val="0"/>
              </a:spcAft>
              <a:buNone/>
            </a:pPr>
            <a:r>
              <a:rPr lang="en-US" sz="2400">
                <a:solidFill>
                  <a:schemeClr val="dk1"/>
                </a:solidFill>
                <a:latin typeface="Times New Roman"/>
                <a:ea typeface="Times New Roman"/>
                <a:cs typeface="Times New Roman"/>
                <a:sym typeface="Times New Roman"/>
              </a:rPr>
              <a:t>Si l’informaticien veut utiliser des énumérés il doit définir le type dans  l’entête de l’algorithme en explicitant toutes les valeurs de ce type de la  façon suivante :</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0" lvl="0" marL="58420" marR="0" rtl="0" algn="ctr">
              <a:lnSpc>
                <a:spcPct val="100000"/>
              </a:lnSpc>
              <a:spcBef>
                <a:spcPts val="0"/>
              </a:spcBef>
              <a:spcAft>
                <a:spcPts val="0"/>
              </a:spcAft>
              <a:buClr>
                <a:srgbClr val="953734"/>
              </a:buClr>
              <a:buSzPts val="2400"/>
              <a:buFont typeface="Times New Roman"/>
              <a:buNone/>
            </a:pPr>
            <a:r>
              <a:rPr b="1" lang="en-US" sz="2400">
                <a:solidFill>
                  <a:srgbClr val="953734"/>
                </a:solidFill>
                <a:latin typeface="Times New Roman"/>
                <a:ea typeface="Times New Roman"/>
                <a:cs typeface="Times New Roman"/>
                <a:sym typeface="Times New Roman"/>
              </a:rPr>
              <a:t>Type nom du type = {valeur1, valeur2, ..., valeurn}</a:t>
            </a:r>
            <a:endParaRPr sz="2400">
              <a:solidFill>
                <a:srgbClr val="953734"/>
              </a:solidFill>
              <a:latin typeface="Times New Roman"/>
              <a:ea typeface="Times New Roman"/>
              <a:cs typeface="Times New Roman"/>
              <a:sym typeface="Times New Roman"/>
            </a:endParaRPr>
          </a:p>
          <a:p>
            <a:pPr indent="0" lvl="0" marL="0" marR="0" rtl="0" algn="l">
              <a:lnSpc>
                <a:spcPct val="100000"/>
              </a:lnSpc>
              <a:spcBef>
                <a:spcPts val="25"/>
              </a:spcBef>
              <a:spcAft>
                <a:spcPts val="0"/>
              </a:spcAft>
              <a:buNone/>
            </a:pPr>
            <a:r>
              <a:t/>
            </a:r>
            <a:endParaRPr sz="2400">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0" lvl="0" marL="57150" marR="0" rtl="0" algn="ctr">
              <a:lnSpc>
                <a:spcPct val="100000"/>
              </a:lnSpc>
              <a:spcBef>
                <a:spcPts val="409"/>
              </a:spcBef>
              <a:spcAft>
                <a:spcPts val="0"/>
              </a:spcAft>
              <a:buClr>
                <a:srgbClr val="953734"/>
              </a:buClr>
              <a:buSzPts val="2400"/>
              <a:buFont typeface="Times New Roman"/>
              <a:buNone/>
            </a:pPr>
            <a:r>
              <a:rPr b="1" lang="en-US" sz="2400" u="sng">
                <a:solidFill>
                  <a:srgbClr val="953734"/>
                </a:solidFill>
                <a:latin typeface="Times New Roman"/>
                <a:ea typeface="Times New Roman"/>
                <a:cs typeface="Times New Roman"/>
                <a:sym typeface="Times New Roman"/>
              </a:rPr>
              <a:t>Exemple:</a:t>
            </a:r>
            <a:endParaRPr/>
          </a:p>
          <a:p>
            <a:pPr indent="0" lvl="0" marL="57150" marR="0" rtl="0" algn="ctr">
              <a:lnSpc>
                <a:spcPct val="100000"/>
              </a:lnSpc>
              <a:spcBef>
                <a:spcPts val="409"/>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Type JoursDeLaSemaine = </a:t>
            </a:r>
            <a:r>
              <a:rPr lang="en-US" sz="2400">
                <a:solidFill>
                  <a:schemeClr val="dk1"/>
                </a:solidFill>
                <a:latin typeface="Times New Roman"/>
                <a:ea typeface="Times New Roman"/>
                <a:cs typeface="Times New Roman"/>
                <a:sym typeface="Times New Roman"/>
              </a:rPr>
              <a:t>{Lundi, Mardi, Mercredi, Jeudi, Vendredi, Samedi, Dimanche}</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45"/>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4" name="Shape 374"/>
        <p:cNvGrpSpPr/>
        <p:nvPr/>
      </p:nvGrpSpPr>
      <p:grpSpPr>
        <a:xfrm>
          <a:off x="0" y="0"/>
          <a:ext cx="0" cy="0"/>
          <a:chOff x="0" y="0"/>
          <a:chExt cx="0" cy="0"/>
        </a:xfrm>
      </p:grpSpPr>
      <p:sp>
        <p:nvSpPr>
          <p:cNvPr id="375" name="Google Shape;375;p23"/>
          <p:cNvSpPr txBox="1"/>
          <p:nvPr>
            <p:ph type="title"/>
          </p:nvPr>
        </p:nvSpPr>
        <p:spPr>
          <a:xfrm>
            <a:off x="3194749" y="806450"/>
            <a:ext cx="3872876" cy="566180"/>
          </a:xfrm>
          <a:prstGeom prst="rect">
            <a:avLst/>
          </a:prstGeom>
          <a:noFill/>
          <a:ln>
            <a:noFill/>
          </a:ln>
        </p:spPr>
        <p:txBody>
          <a:bodyPr anchorCtr="0" anchor="t" bIns="0" lIns="0" spcFirstLastPara="1" rIns="0" wrap="square" tIns="12050">
            <a:spAutoFit/>
          </a:bodyPr>
          <a:lstStyle/>
          <a:p>
            <a:pPr indent="0" lvl="0" marL="12698" rtl="0" algn="l">
              <a:spcBef>
                <a:spcPts val="0"/>
              </a:spcBef>
              <a:spcAft>
                <a:spcPts val="0"/>
              </a:spcAft>
              <a:buNone/>
            </a:pPr>
            <a:r>
              <a:rPr lang="en-US" sz="3600">
                <a:solidFill>
                  <a:srgbClr val="FF0000"/>
                </a:solidFill>
                <a:latin typeface="Arial"/>
                <a:ea typeface="Arial"/>
                <a:cs typeface="Arial"/>
                <a:sym typeface="Arial"/>
              </a:rPr>
              <a:t>Les instructions</a:t>
            </a:r>
            <a:endParaRPr sz="3600">
              <a:solidFill>
                <a:srgbClr val="FF0000"/>
              </a:solidFill>
              <a:latin typeface="Arial"/>
              <a:ea typeface="Arial"/>
              <a:cs typeface="Arial"/>
              <a:sym typeface="Arial"/>
            </a:endParaRPr>
          </a:p>
        </p:txBody>
      </p:sp>
      <p:sp>
        <p:nvSpPr>
          <p:cNvPr id="376" name="Google Shape;376;p23"/>
          <p:cNvSpPr txBox="1"/>
          <p:nvPr/>
        </p:nvSpPr>
        <p:spPr>
          <a:xfrm>
            <a:off x="1310017" y="1912112"/>
            <a:ext cx="4571998" cy="335987"/>
          </a:xfrm>
          <a:prstGeom prst="rect">
            <a:avLst/>
          </a:prstGeom>
          <a:noFill/>
          <a:ln>
            <a:noFill/>
          </a:ln>
        </p:spPr>
        <p:txBody>
          <a:bodyPr anchorCtr="0" anchor="t" bIns="0" lIns="0" spcFirstLastPara="1" rIns="0" wrap="square" tIns="12675">
            <a:spAutoFit/>
          </a:bodyPr>
          <a:lstStyle/>
          <a:p>
            <a:pPr indent="-342867" lvl="0" marL="355565" marR="0" rtl="0" algn="l">
              <a:spcBef>
                <a:spcPts val="0"/>
              </a:spcBef>
              <a:spcAft>
                <a:spcPts val="0"/>
              </a:spcAft>
              <a:buClr>
                <a:srgbClr val="FF0000"/>
              </a:buClr>
              <a:buSzPts val="2100"/>
              <a:buFont typeface="Arial"/>
              <a:buChar char="•"/>
            </a:pPr>
            <a:r>
              <a:rPr b="1" lang="en-US" sz="2100">
                <a:solidFill>
                  <a:srgbClr val="FF0000"/>
                </a:solidFill>
                <a:latin typeface="Times New Roman"/>
                <a:ea typeface="Times New Roman"/>
                <a:cs typeface="Times New Roman"/>
                <a:sym typeface="Times New Roman"/>
              </a:rPr>
              <a:t>L'affectation </a:t>
            </a:r>
            <a:r>
              <a:rPr lang="en-US" sz="2100">
                <a:solidFill>
                  <a:schemeClr val="dk1"/>
                </a:solidFill>
                <a:latin typeface="Times New Roman"/>
                <a:ea typeface="Times New Roman"/>
                <a:cs typeface="Times New Roman"/>
                <a:sym typeface="Times New Roman"/>
              </a:rPr>
              <a:t>(Algo: </a:t>
            </a:r>
            <a:r>
              <a:rPr lang="en-US" sz="2100">
                <a:solidFill>
                  <a:srgbClr val="FF0000"/>
                </a:solidFill>
                <a:latin typeface="Noto Sans Symbols"/>
                <a:ea typeface="Noto Sans Symbols"/>
                <a:cs typeface="Noto Sans Symbols"/>
                <a:sym typeface="Noto Sans Symbols"/>
              </a:rPr>
              <a:t>🡨</a:t>
            </a:r>
            <a:r>
              <a:rPr lang="en-US" sz="2100">
                <a:solidFill>
                  <a:srgbClr val="FF0000"/>
                </a:solidFill>
                <a:latin typeface="Times New Roman"/>
                <a:ea typeface="Times New Roman"/>
                <a:cs typeface="Times New Roman"/>
                <a:sym typeface="Times New Roman"/>
              </a:rPr>
              <a:t> </a:t>
            </a:r>
            <a:r>
              <a:rPr lang="en-US" sz="2100">
                <a:solidFill>
                  <a:schemeClr val="dk1"/>
                </a:solidFill>
                <a:latin typeface="Times New Roman"/>
                <a:ea typeface="Times New Roman"/>
                <a:cs typeface="Times New Roman"/>
                <a:sym typeface="Times New Roman"/>
              </a:rPr>
              <a:t>, en C : </a:t>
            </a:r>
            <a:r>
              <a:rPr lang="en-US" sz="2100">
                <a:solidFill>
                  <a:srgbClr val="FF0000"/>
                </a:solidFill>
                <a:latin typeface="Times New Roman"/>
                <a:ea typeface="Times New Roman"/>
                <a:cs typeface="Times New Roman"/>
                <a:sym typeface="Times New Roman"/>
              </a:rPr>
              <a:t>= </a:t>
            </a:r>
            <a:r>
              <a:rPr lang="en-US" sz="2100">
                <a:solidFill>
                  <a:schemeClr val="dk1"/>
                </a:solidFill>
                <a:latin typeface="Times New Roman"/>
                <a:ea typeface="Times New Roman"/>
                <a:cs typeface="Times New Roman"/>
                <a:sym typeface="Times New Roman"/>
              </a:rPr>
              <a:t>)</a:t>
            </a:r>
            <a:endParaRPr/>
          </a:p>
        </p:txBody>
      </p:sp>
      <p:sp>
        <p:nvSpPr>
          <p:cNvPr id="377" name="Google Shape;377;p23"/>
          <p:cNvSpPr txBox="1"/>
          <p:nvPr/>
        </p:nvSpPr>
        <p:spPr>
          <a:xfrm>
            <a:off x="5882015" y="1938019"/>
            <a:ext cx="3269615" cy="289821"/>
          </a:xfrm>
          <a:prstGeom prst="rect">
            <a:avLst/>
          </a:prstGeom>
          <a:noFill/>
          <a:ln>
            <a:noFill/>
          </a:ln>
        </p:spPr>
        <p:txBody>
          <a:bodyPr anchorCtr="0" anchor="t" bIns="0" lIns="0" spcFirstLastPara="1" rIns="0" wrap="square" tIns="12675">
            <a:spAutoFit/>
          </a:bodyPr>
          <a:lstStyle/>
          <a:p>
            <a:pPr indent="0" lvl="0" marL="12698" marR="0" rtl="0" algn="l">
              <a:spcBef>
                <a:spcPts val="0"/>
              </a:spcBef>
              <a:spcAft>
                <a:spcPts val="0"/>
              </a:spcAft>
              <a:buNone/>
            </a:pPr>
            <a:r>
              <a:rPr lang="en-US" sz="1800">
                <a:solidFill>
                  <a:srgbClr val="0000FF"/>
                </a:solidFill>
                <a:latin typeface="Times New Roman"/>
                <a:ea typeface="Times New Roman"/>
                <a:cs typeface="Times New Roman"/>
                <a:sym typeface="Times New Roman"/>
              </a:rPr>
              <a:t>ne pas confondre avec l'égalité : </a:t>
            </a:r>
            <a:r>
              <a:rPr lang="en-US" sz="1800">
                <a:solidFill>
                  <a:srgbClr val="FF0000"/>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
        <p:nvSpPr>
          <p:cNvPr id="378" name="Google Shape;378;p23"/>
          <p:cNvSpPr txBox="1"/>
          <p:nvPr/>
        </p:nvSpPr>
        <p:spPr>
          <a:xfrm>
            <a:off x="1310017" y="2491231"/>
            <a:ext cx="3392804" cy="659153"/>
          </a:xfrm>
          <a:prstGeom prst="rect">
            <a:avLst/>
          </a:prstGeom>
          <a:noFill/>
          <a:ln>
            <a:noFill/>
          </a:ln>
        </p:spPr>
        <p:txBody>
          <a:bodyPr anchorCtr="0" anchor="t" bIns="0" lIns="0" spcFirstLastPara="1" rIns="0" wrap="square" tIns="12675">
            <a:spAutoFit/>
          </a:bodyPr>
          <a:lstStyle/>
          <a:p>
            <a:pPr indent="-342867" lvl="0" marL="355565" marR="0" rtl="0" algn="l">
              <a:spcBef>
                <a:spcPts val="0"/>
              </a:spcBef>
              <a:spcAft>
                <a:spcPts val="0"/>
              </a:spcAft>
              <a:buClr>
                <a:srgbClr val="FF0000"/>
              </a:buClr>
              <a:buSzPts val="2100"/>
              <a:buFont typeface="Arial"/>
              <a:buChar char="•"/>
            </a:pPr>
            <a:r>
              <a:rPr b="1" lang="en-US" sz="2100">
                <a:solidFill>
                  <a:srgbClr val="FF0000"/>
                </a:solidFill>
                <a:latin typeface="Times New Roman"/>
                <a:ea typeface="Times New Roman"/>
                <a:cs typeface="Times New Roman"/>
                <a:sym typeface="Times New Roman"/>
              </a:rPr>
              <a:t>La lecture </a:t>
            </a:r>
            <a:r>
              <a:rPr lang="en-US" sz="2100">
                <a:solidFill>
                  <a:schemeClr val="dk1"/>
                </a:solidFill>
                <a:latin typeface="Times New Roman"/>
                <a:ea typeface="Times New Roman"/>
                <a:cs typeface="Times New Roman"/>
                <a:sym typeface="Times New Roman"/>
              </a:rPr>
              <a:t>(saisie au clavier):</a:t>
            </a:r>
            <a:endParaRPr sz="2100">
              <a:solidFill>
                <a:schemeClr val="dk1"/>
              </a:solidFill>
              <a:latin typeface="Times New Roman"/>
              <a:ea typeface="Times New Roman"/>
              <a:cs typeface="Times New Roman"/>
              <a:sym typeface="Times New Roman"/>
            </a:endParaRPr>
          </a:p>
        </p:txBody>
      </p:sp>
      <p:sp>
        <p:nvSpPr>
          <p:cNvPr id="379" name="Google Shape;379;p23"/>
          <p:cNvSpPr txBox="1"/>
          <p:nvPr/>
        </p:nvSpPr>
        <p:spPr>
          <a:xfrm>
            <a:off x="1747197" y="3280493"/>
            <a:ext cx="3383989" cy="659153"/>
          </a:xfrm>
          <a:prstGeom prst="rect">
            <a:avLst/>
          </a:prstGeom>
          <a:noFill/>
          <a:ln>
            <a:noFill/>
          </a:ln>
        </p:spPr>
        <p:txBody>
          <a:bodyPr anchorCtr="0" anchor="t" bIns="0" lIns="0" spcFirstLastPara="1" rIns="0" wrap="square" tIns="12675">
            <a:spAutoFit/>
          </a:bodyPr>
          <a:lstStyle/>
          <a:p>
            <a:pPr indent="-286991" lvl="0" marL="299056"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Algorithmique: </a:t>
            </a:r>
            <a:r>
              <a:rPr b="1" lang="en-US" sz="2400">
                <a:solidFill>
                  <a:srgbClr val="0070C0"/>
                </a:solidFill>
                <a:latin typeface="Times New Roman"/>
                <a:ea typeface="Times New Roman"/>
                <a:cs typeface="Times New Roman"/>
                <a:sym typeface="Times New Roman"/>
              </a:rPr>
              <a:t>lire</a:t>
            </a:r>
            <a:r>
              <a:rPr lang="en-US" sz="1800">
                <a:solidFill>
                  <a:schemeClr val="dk1"/>
                </a:solidFill>
                <a:latin typeface="Times New Roman"/>
                <a:ea typeface="Times New Roman"/>
                <a:cs typeface="Times New Roman"/>
                <a:sym typeface="Times New Roman"/>
              </a:rPr>
              <a:t>(var1) ,</a:t>
            </a:r>
            <a:endParaRPr/>
          </a:p>
          <a:p>
            <a:pPr indent="-286991" lvl="0" marL="299056"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en C :scanf("%*", &amp;var1)</a:t>
            </a:r>
            <a:endParaRPr/>
          </a:p>
        </p:txBody>
      </p:sp>
      <p:sp>
        <p:nvSpPr>
          <p:cNvPr id="380" name="Google Shape;380;p23"/>
          <p:cNvSpPr txBox="1"/>
          <p:nvPr/>
        </p:nvSpPr>
        <p:spPr>
          <a:xfrm>
            <a:off x="5882016" y="3071876"/>
            <a:ext cx="1603375" cy="566820"/>
          </a:xfrm>
          <a:prstGeom prst="rect">
            <a:avLst/>
          </a:prstGeom>
          <a:noFill/>
          <a:ln>
            <a:noFill/>
          </a:ln>
        </p:spPr>
        <p:txBody>
          <a:bodyPr anchorCtr="0" anchor="t" bIns="0" lIns="0" spcFirstLastPara="1" rIns="0" wrap="square" tIns="12675">
            <a:spAutoFit/>
          </a:bodyPr>
          <a:lstStyle/>
          <a:p>
            <a:pPr indent="0" lvl="0" marL="12698" marR="5079" rtl="0" algn="l">
              <a:spcBef>
                <a:spcPts val="0"/>
              </a:spcBef>
              <a:spcAft>
                <a:spcPts val="0"/>
              </a:spcAft>
              <a:buNone/>
            </a:pPr>
            <a:r>
              <a:rPr lang="en-US" sz="1800">
                <a:solidFill>
                  <a:srgbClr val="0000FF"/>
                </a:solidFill>
                <a:latin typeface="Times New Roman"/>
                <a:ea typeface="Times New Roman"/>
                <a:cs typeface="Times New Roman"/>
                <a:sym typeface="Times New Roman"/>
              </a:rPr>
              <a:t>les opérations  d'entrées / sorties</a:t>
            </a:r>
            <a:endParaRPr sz="1800">
              <a:solidFill>
                <a:schemeClr val="dk1"/>
              </a:solidFill>
              <a:latin typeface="Times New Roman"/>
              <a:ea typeface="Times New Roman"/>
              <a:cs typeface="Times New Roman"/>
              <a:sym typeface="Times New Roman"/>
            </a:endParaRPr>
          </a:p>
        </p:txBody>
      </p:sp>
      <p:sp>
        <p:nvSpPr>
          <p:cNvPr id="381" name="Google Shape;381;p23"/>
          <p:cNvSpPr/>
          <p:nvPr/>
        </p:nvSpPr>
        <p:spPr>
          <a:xfrm>
            <a:off x="5131187" y="2476500"/>
            <a:ext cx="437515" cy="1301750"/>
          </a:xfrm>
          <a:custGeom>
            <a:rect b="b" l="l" r="r" t="t"/>
            <a:pathLst>
              <a:path extrusionOk="0" h="1301750" w="437514">
                <a:moveTo>
                  <a:pt x="431292" y="1043940"/>
                </a:moveTo>
                <a:lnTo>
                  <a:pt x="409956" y="1043940"/>
                </a:lnTo>
                <a:lnTo>
                  <a:pt x="388620" y="1040892"/>
                </a:lnTo>
                <a:lnTo>
                  <a:pt x="350520" y="1031748"/>
                </a:lnTo>
                <a:lnTo>
                  <a:pt x="297180" y="1005840"/>
                </a:lnTo>
                <a:lnTo>
                  <a:pt x="257556" y="970788"/>
                </a:lnTo>
                <a:lnTo>
                  <a:pt x="231648" y="926592"/>
                </a:lnTo>
                <a:lnTo>
                  <a:pt x="222504" y="894588"/>
                </a:lnTo>
                <a:lnTo>
                  <a:pt x="222504" y="179832"/>
                </a:lnTo>
                <a:lnTo>
                  <a:pt x="220980" y="161544"/>
                </a:lnTo>
                <a:lnTo>
                  <a:pt x="204216" y="109728"/>
                </a:lnTo>
                <a:lnTo>
                  <a:pt x="170688" y="65532"/>
                </a:lnTo>
                <a:lnTo>
                  <a:pt x="140208" y="41148"/>
                </a:lnTo>
                <a:lnTo>
                  <a:pt x="105156" y="21336"/>
                </a:lnTo>
                <a:lnTo>
                  <a:pt x="65532" y="9144"/>
                </a:lnTo>
                <a:lnTo>
                  <a:pt x="22860" y="1524"/>
                </a:lnTo>
                <a:lnTo>
                  <a:pt x="0" y="0"/>
                </a:lnTo>
                <a:lnTo>
                  <a:pt x="0" y="13716"/>
                </a:lnTo>
                <a:lnTo>
                  <a:pt x="21336" y="13716"/>
                </a:lnTo>
                <a:lnTo>
                  <a:pt x="42672" y="16764"/>
                </a:lnTo>
                <a:lnTo>
                  <a:pt x="82296" y="25908"/>
                </a:lnTo>
                <a:lnTo>
                  <a:pt x="134112" y="51816"/>
                </a:lnTo>
                <a:lnTo>
                  <a:pt x="173736" y="88392"/>
                </a:lnTo>
                <a:lnTo>
                  <a:pt x="199644" y="131064"/>
                </a:lnTo>
                <a:lnTo>
                  <a:pt x="208788" y="164592"/>
                </a:lnTo>
                <a:lnTo>
                  <a:pt x="208788" y="876300"/>
                </a:lnTo>
                <a:lnTo>
                  <a:pt x="210312" y="894588"/>
                </a:lnTo>
                <a:lnTo>
                  <a:pt x="227076" y="946404"/>
                </a:lnTo>
                <a:lnTo>
                  <a:pt x="260604" y="992124"/>
                </a:lnTo>
                <a:lnTo>
                  <a:pt x="291084" y="1016508"/>
                </a:lnTo>
                <a:lnTo>
                  <a:pt x="326136" y="1034796"/>
                </a:lnTo>
                <a:lnTo>
                  <a:pt x="365760" y="1048512"/>
                </a:lnTo>
                <a:lnTo>
                  <a:pt x="374294" y="1050340"/>
                </a:lnTo>
                <a:lnTo>
                  <a:pt x="408432" y="1045464"/>
                </a:lnTo>
                <a:lnTo>
                  <a:pt x="431292" y="1043940"/>
                </a:lnTo>
                <a:close/>
              </a:path>
              <a:path extrusionOk="0" h="1301750" w="437514">
                <a:moveTo>
                  <a:pt x="431292" y="1057656"/>
                </a:moveTo>
                <a:lnTo>
                  <a:pt x="408432" y="1056132"/>
                </a:lnTo>
                <a:lnTo>
                  <a:pt x="387096" y="1053084"/>
                </a:lnTo>
                <a:lnTo>
                  <a:pt x="374294" y="1050340"/>
                </a:lnTo>
                <a:lnTo>
                  <a:pt x="365760" y="1051560"/>
                </a:lnTo>
                <a:lnTo>
                  <a:pt x="326136" y="1065276"/>
                </a:lnTo>
                <a:lnTo>
                  <a:pt x="291084" y="1085088"/>
                </a:lnTo>
                <a:lnTo>
                  <a:pt x="260604" y="1109472"/>
                </a:lnTo>
                <a:lnTo>
                  <a:pt x="227076" y="1153668"/>
                </a:lnTo>
                <a:lnTo>
                  <a:pt x="210312" y="1205484"/>
                </a:lnTo>
                <a:lnTo>
                  <a:pt x="208788" y="1223772"/>
                </a:lnTo>
                <a:lnTo>
                  <a:pt x="208788" y="1301496"/>
                </a:lnTo>
                <a:lnTo>
                  <a:pt x="222504" y="1301496"/>
                </a:lnTo>
                <a:lnTo>
                  <a:pt x="222504" y="1208532"/>
                </a:lnTo>
                <a:lnTo>
                  <a:pt x="225552" y="1191768"/>
                </a:lnTo>
                <a:lnTo>
                  <a:pt x="246888" y="1146048"/>
                </a:lnTo>
                <a:lnTo>
                  <a:pt x="281940" y="1106424"/>
                </a:lnTo>
                <a:lnTo>
                  <a:pt x="330708" y="1077468"/>
                </a:lnTo>
                <a:lnTo>
                  <a:pt x="388620" y="1060704"/>
                </a:lnTo>
                <a:lnTo>
                  <a:pt x="409956" y="1057656"/>
                </a:lnTo>
                <a:lnTo>
                  <a:pt x="431292" y="1057656"/>
                </a:lnTo>
                <a:close/>
              </a:path>
              <a:path extrusionOk="0" h="1301750" w="437514">
                <a:moveTo>
                  <a:pt x="437388" y="1054608"/>
                </a:moveTo>
                <a:lnTo>
                  <a:pt x="437388" y="1046988"/>
                </a:lnTo>
                <a:lnTo>
                  <a:pt x="435864" y="1043940"/>
                </a:lnTo>
                <a:lnTo>
                  <a:pt x="431292" y="1043940"/>
                </a:lnTo>
                <a:lnTo>
                  <a:pt x="408432" y="1045464"/>
                </a:lnTo>
                <a:lnTo>
                  <a:pt x="374294" y="1050340"/>
                </a:lnTo>
                <a:lnTo>
                  <a:pt x="387096" y="1053084"/>
                </a:lnTo>
                <a:lnTo>
                  <a:pt x="408432" y="1056132"/>
                </a:lnTo>
                <a:lnTo>
                  <a:pt x="431292" y="1057656"/>
                </a:lnTo>
                <a:lnTo>
                  <a:pt x="435864" y="1056132"/>
                </a:lnTo>
                <a:lnTo>
                  <a:pt x="437388" y="105460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23"/>
          <p:cNvSpPr txBox="1"/>
          <p:nvPr/>
        </p:nvSpPr>
        <p:spPr>
          <a:xfrm>
            <a:off x="1289998" y="3993334"/>
            <a:ext cx="7125334" cy="1259317"/>
          </a:xfrm>
          <a:prstGeom prst="rect">
            <a:avLst/>
          </a:prstGeom>
          <a:noFill/>
          <a:ln>
            <a:noFill/>
          </a:ln>
        </p:spPr>
        <p:txBody>
          <a:bodyPr anchorCtr="0" anchor="t" bIns="0" lIns="0" spcFirstLastPara="1" rIns="0" wrap="square" tIns="12675">
            <a:spAutoFit/>
          </a:bodyPr>
          <a:lstStyle/>
          <a:p>
            <a:pPr indent="-342867" lvl="0" marL="355565" marR="0" rtl="0" algn="l">
              <a:spcBef>
                <a:spcPts val="0"/>
              </a:spcBef>
              <a:spcAft>
                <a:spcPts val="0"/>
              </a:spcAft>
              <a:buClr>
                <a:srgbClr val="FF0000"/>
              </a:buClr>
              <a:buSzPts val="2100"/>
              <a:buFont typeface="Arial"/>
              <a:buChar char="•"/>
            </a:pPr>
            <a:r>
              <a:rPr b="1" lang="en-US" sz="2100">
                <a:solidFill>
                  <a:srgbClr val="FF0000"/>
                </a:solidFill>
                <a:latin typeface="Times New Roman"/>
                <a:ea typeface="Times New Roman"/>
                <a:cs typeface="Times New Roman"/>
                <a:sym typeface="Times New Roman"/>
              </a:rPr>
              <a:t>L'écriture</a:t>
            </a:r>
            <a:r>
              <a:rPr b="1" lang="en-US" sz="2100">
                <a:solidFill>
                  <a:schemeClr val="dk1"/>
                </a:solidFill>
                <a:latin typeface="Times New Roman"/>
                <a:ea typeface="Times New Roman"/>
                <a:cs typeface="Times New Roman"/>
                <a:sym typeface="Times New Roman"/>
              </a:rPr>
              <a:t> </a:t>
            </a:r>
            <a:r>
              <a:rPr lang="en-US" sz="2100">
                <a:solidFill>
                  <a:schemeClr val="dk1"/>
                </a:solidFill>
                <a:latin typeface="Times New Roman"/>
                <a:ea typeface="Times New Roman"/>
                <a:cs typeface="Times New Roman"/>
                <a:sym typeface="Times New Roman"/>
              </a:rPr>
              <a:t>(affichage à l'écran)</a:t>
            </a:r>
            <a:endParaRPr sz="2100">
              <a:solidFill>
                <a:schemeClr val="dk1"/>
              </a:solidFill>
              <a:latin typeface="Times New Roman"/>
              <a:ea typeface="Times New Roman"/>
              <a:cs typeface="Times New Roman"/>
              <a:sym typeface="Times New Roman"/>
            </a:endParaRPr>
          </a:p>
          <a:p>
            <a:pPr indent="-287626" lvl="1" marL="756212" marR="0" rtl="0" algn="l">
              <a:spcBef>
                <a:spcPts val="1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Algorithmique : </a:t>
            </a:r>
            <a:r>
              <a:rPr b="1" i="0" lang="en-US" sz="2400" u="none" cap="none" strike="noStrike">
                <a:solidFill>
                  <a:srgbClr val="0070C0"/>
                </a:solidFill>
                <a:latin typeface="Times New Roman"/>
                <a:ea typeface="Times New Roman"/>
                <a:cs typeface="Times New Roman"/>
                <a:sym typeface="Times New Roman"/>
              </a:rPr>
              <a:t>écrire</a:t>
            </a:r>
            <a:r>
              <a:rPr b="0" i="0" lang="en-US" sz="1800" u="none" cap="none" strike="noStrike">
                <a:solidFill>
                  <a:schemeClr val="dk1"/>
                </a:solidFill>
                <a:latin typeface="Times New Roman"/>
                <a:ea typeface="Times New Roman"/>
                <a:cs typeface="Times New Roman"/>
                <a:sym typeface="Times New Roman"/>
              </a:rPr>
              <a:t>( )</a:t>
            </a:r>
            <a:endParaRPr/>
          </a:p>
          <a:p>
            <a:pPr indent="-287626" lvl="1" marL="756212"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En C : printf( )</a:t>
            </a:r>
            <a:endParaRPr/>
          </a:p>
          <a:p>
            <a:pPr indent="0" lvl="1" marL="457156" marR="0" rtl="0" algn="l">
              <a:spcBef>
                <a:spcPts val="25"/>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383" name="Google Shape;383;p23"/>
          <p:cNvSpPr/>
          <p:nvPr/>
        </p:nvSpPr>
        <p:spPr>
          <a:xfrm>
            <a:off x="5131187" y="3777996"/>
            <a:ext cx="222884" cy="798830"/>
          </a:xfrm>
          <a:custGeom>
            <a:rect b="b" l="l" r="r" t="t"/>
            <a:pathLst>
              <a:path extrusionOk="0" h="798829" w="222885">
                <a:moveTo>
                  <a:pt x="222503" y="618743"/>
                </a:moveTo>
                <a:lnTo>
                  <a:pt x="222503" y="0"/>
                </a:lnTo>
                <a:lnTo>
                  <a:pt x="208787" y="0"/>
                </a:lnTo>
                <a:lnTo>
                  <a:pt x="208787" y="637031"/>
                </a:lnTo>
                <a:lnTo>
                  <a:pt x="204215" y="652271"/>
                </a:lnTo>
                <a:lnTo>
                  <a:pt x="184403" y="697991"/>
                </a:lnTo>
                <a:lnTo>
                  <a:pt x="147827" y="737615"/>
                </a:lnTo>
                <a:lnTo>
                  <a:pt x="100583" y="766571"/>
                </a:lnTo>
                <a:lnTo>
                  <a:pt x="80771" y="772667"/>
                </a:lnTo>
                <a:lnTo>
                  <a:pt x="62483" y="778763"/>
                </a:lnTo>
                <a:lnTo>
                  <a:pt x="42671" y="783335"/>
                </a:lnTo>
                <a:lnTo>
                  <a:pt x="21335" y="786383"/>
                </a:lnTo>
                <a:lnTo>
                  <a:pt x="0" y="786383"/>
                </a:lnTo>
                <a:lnTo>
                  <a:pt x="0" y="798575"/>
                </a:lnTo>
                <a:lnTo>
                  <a:pt x="22859" y="798575"/>
                </a:lnTo>
                <a:lnTo>
                  <a:pt x="44195" y="795527"/>
                </a:lnTo>
                <a:lnTo>
                  <a:pt x="85343" y="784859"/>
                </a:lnTo>
                <a:lnTo>
                  <a:pt x="123443" y="768095"/>
                </a:lnTo>
                <a:lnTo>
                  <a:pt x="156971" y="746759"/>
                </a:lnTo>
                <a:lnTo>
                  <a:pt x="184403" y="719327"/>
                </a:lnTo>
                <a:lnTo>
                  <a:pt x="211835" y="672083"/>
                </a:lnTo>
                <a:lnTo>
                  <a:pt x="220979" y="637031"/>
                </a:lnTo>
                <a:lnTo>
                  <a:pt x="222503" y="61874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3"/>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4"/>
          <p:cNvSpPr txBox="1"/>
          <p:nvPr>
            <p:ph type="title"/>
          </p:nvPr>
        </p:nvSpPr>
        <p:spPr>
          <a:xfrm>
            <a:off x="3898900" y="577850"/>
            <a:ext cx="2360715" cy="566038"/>
          </a:xfrm>
          <a:prstGeom prst="rect">
            <a:avLst/>
          </a:prstGeom>
          <a:noFill/>
          <a:ln>
            <a:noFill/>
          </a:ln>
        </p:spPr>
        <p:txBody>
          <a:bodyPr anchorCtr="0" anchor="t" bIns="0" lIns="0" spcFirstLastPara="1" rIns="0" wrap="square" tIns="15200">
            <a:spAutoFit/>
          </a:bodyPr>
          <a:lstStyle/>
          <a:p>
            <a:pPr indent="0" lvl="0" marL="14483" rtl="0" algn="ctr">
              <a:spcBef>
                <a:spcPts val="0"/>
              </a:spcBef>
              <a:spcAft>
                <a:spcPts val="0"/>
              </a:spcAft>
              <a:buNone/>
            </a:pPr>
            <a:r>
              <a:rPr lang="en-US" sz="3600">
                <a:solidFill>
                  <a:srgbClr val="FF0000"/>
                </a:solidFill>
              </a:rPr>
              <a:t>Opérateurs</a:t>
            </a:r>
            <a:endParaRPr sz="3600">
              <a:solidFill>
                <a:srgbClr val="FF0000"/>
              </a:solidFill>
            </a:endParaRPr>
          </a:p>
        </p:txBody>
      </p:sp>
      <p:sp>
        <p:nvSpPr>
          <p:cNvPr id="390" name="Google Shape;390;p24"/>
          <p:cNvSpPr txBox="1"/>
          <p:nvPr/>
        </p:nvSpPr>
        <p:spPr>
          <a:xfrm>
            <a:off x="1185036" y="1644650"/>
            <a:ext cx="8504966" cy="5282733"/>
          </a:xfrm>
          <a:prstGeom prst="rect">
            <a:avLst/>
          </a:prstGeom>
          <a:noFill/>
          <a:ln>
            <a:noFill/>
          </a:ln>
        </p:spPr>
        <p:txBody>
          <a:bodyPr anchorCtr="0" anchor="t" bIns="0" lIns="0" spcFirstLastPara="1" rIns="0" wrap="square" tIns="14475">
            <a:spAutoFit/>
          </a:bodyPr>
          <a:lstStyle/>
          <a:p>
            <a:pPr indent="-342900" lvl="0" marL="357383" marR="5793" rtl="0" algn="just">
              <a:lnSpc>
                <a:spcPct val="15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Une variable n’est complètement définie qu’après  avoir défini l’ensemble de ses valeurs et les  opérateurs qui peuvent être appliqués sur ces  valeurs. Généralement, il y a un ensemble  d’opérateurs pour chaque type de données. Nous  citons :</a:t>
            </a:r>
            <a:endParaRPr sz="2400">
              <a:solidFill>
                <a:schemeClr val="dk1"/>
              </a:solidFill>
              <a:latin typeface="Times New Roman"/>
              <a:ea typeface="Times New Roman"/>
              <a:cs typeface="Times New Roman"/>
              <a:sym typeface="Times New Roman"/>
            </a:endParaRPr>
          </a:p>
          <a:p>
            <a:pPr indent="0" lvl="0" marL="14483" marR="5793" rtl="0" algn="just">
              <a:lnSpc>
                <a:spcPct val="150000"/>
              </a:lnSpc>
              <a:spcBef>
                <a:spcPts val="114"/>
              </a:spcBef>
              <a:spcAft>
                <a:spcPts val="0"/>
              </a:spcAft>
              <a:buNone/>
            </a:pPr>
            <a:r>
              <a:t/>
            </a:r>
            <a:endParaRPr sz="2400">
              <a:solidFill>
                <a:schemeClr val="dk1"/>
              </a:solidFill>
              <a:latin typeface="Times New Roman"/>
              <a:ea typeface="Times New Roman"/>
              <a:cs typeface="Times New Roman"/>
              <a:sym typeface="Times New Roman"/>
            </a:endParaRPr>
          </a:p>
          <a:p>
            <a:pPr indent="-327318" lvl="0" marL="471423" marR="0" rtl="0" algn="l">
              <a:lnSpc>
                <a:spcPct val="150000"/>
              </a:lnSpc>
              <a:spcBef>
                <a:spcPts val="580"/>
              </a:spcBef>
              <a:spcAft>
                <a:spcPts val="0"/>
              </a:spcAft>
              <a:buClr>
                <a:srgbClr val="40458B"/>
              </a:buClr>
              <a:buSzPts val="1440"/>
              <a:buFont typeface="Noto Sans Symbols"/>
              <a:buChar char="■"/>
            </a:pPr>
            <a:r>
              <a:rPr lang="en-US" sz="2400">
                <a:solidFill>
                  <a:srgbClr val="A40020"/>
                </a:solidFill>
                <a:latin typeface="Times New Roman"/>
                <a:ea typeface="Times New Roman"/>
                <a:cs typeface="Times New Roman"/>
                <a:sym typeface="Times New Roman"/>
              </a:rPr>
              <a:t>les opérateurs arithmétiques,</a:t>
            </a:r>
            <a:endParaRPr sz="2400">
              <a:solidFill>
                <a:schemeClr val="dk1"/>
              </a:solidFill>
              <a:latin typeface="Times New Roman"/>
              <a:ea typeface="Times New Roman"/>
              <a:cs typeface="Times New Roman"/>
              <a:sym typeface="Times New Roman"/>
            </a:endParaRPr>
          </a:p>
          <a:p>
            <a:pPr indent="-327318" lvl="0" marL="471423" marR="0" rtl="0" algn="l">
              <a:lnSpc>
                <a:spcPct val="150000"/>
              </a:lnSpc>
              <a:spcBef>
                <a:spcPts val="547"/>
              </a:spcBef>
              <a:spcAft>
                <a:spcPts val="0"/>
              </a:spcAft>
              <a:buClr>
                <a:srgbClr val="40458B"/>
              </a:buClr>
              <a:buSzPts val="1440"/>
              <a:buFont typeface="Noto Sans Symbols"/>
              <a:buChar char="■"/>
            </a:pPr>
            <a:r>
              <a:rPr lang="en-US" sz="2400">
                <a:solidFill>
                  <a:srgbClr val="A40020"/>
                </a:solidFill>
                <a:latin typeface="Times New Roman"/>
                <a:ea typeface="Times New Roman"/>
                <a:cs typeface="Times New Roman"/>
                <a:sym typeface="Times New Roman"/>
              </a:rPr>
              <a:t>les opérateurs logiques,</a:t>
            </a:r>
            <a:endParaRPr sz="2400">
              <a:solidFill>
                <a:schemeClr val="dk1"/>
              </a:solidFill>
              <a:latin typeface="Times New Roman"/>
              <a:ea typeface="Times New Roman"/>
              <a:cs typeface="Times New Roman"/>
              <a:sym typeface="Times New Roman"/>
            </a:endParaRPr>
          </a:p>
          <a:p>
            <a:pPr indent="-327318" lvl="0" marL="471423" marR="0" rtl="0" algn="l">
              <a:lnSpc>
                <a:spcPct val="150000"/>
              </a:lnSpc>
              <a:spcBef>
                <a:spcPts val="547"/>
              </a:spcBef>
              <a:spcAft>
                <a:spcPts val="0"/>
              </a:spcAft>
              <a:buClr>
                <a:srgbClr val="40458B"/>
              </a:buClr>
              <a:buSzPts val="1440"/>
              <a:buFont typeface="Noto Sans Symbols"/>
              <a:buChar char="■"/>
            </a:pPr>
            <a:r>
              <a:rPr lang="en-US" sz="2400">
                <a:solidFill>
                  <a:srgbClr val="A40020"/>
                </a:solidFill>
                <a:latin typeface="Times New Roman"/>
                <a:ea typeface="Times New Roman"/>
                <a:cs typeface="Times New Roman"/>
                <a:sym typeface="Times New Roman"/>
              </a:rPr>
              <a:t>les opérateurs relationnels.</a:t>
            </a:r>
            <a:endParaRPr sz="2400">
              <a:solidFill>
                <a:schemeClr val="dk1"/>
              </a:solidFill>
              <a:latin typeface="Times New Roman"/>
              <a:ea typeface="Times New Roman"/>
              <a:cs typeface="Times New Roman"/>
              <a:sym typeface="Times New Roman"/>
            </a:endParaRPr>
          </a:p>
          <a:p>
            <a:pPr indent="-327318" lvl="0" marL="471423" marR="0" rtl="0" algn="l">
              <a:lnSpc>
                <a:spcPct val="150000"/>
              </a:lnSpc>
              <a:spcBef>
                <a:spcPts val="547"/>
              </a:spcBef>
              <a:spcAft>
                <a:spcPts val="0"/>
              </a:spcAft>
              <a:buClr>
                <a:srgbClr val="40458B"/>
              </a:buClr>
              <a:buSzPts val="1440"/>
              <a:buFont typeface="Noto Sans Symbols"/>
              <a:buChar char="■"/>
            </a:pPr>
            <a:r>
              <a:rPr lang="en-US" sz="2400">
                <a:solidFill>
                  <a:srgbClr val="A40020"/>
                </a:solidFill>
                <a:latin typeface="Times New Roman"/>
                <a:ea typeface="Times New Roman"/>
                <a:cs typeface="Times New Roman"/>
                <a:sym typeface="Times New Roman"/>
              </a:rPr>
              <a:t>opérateurs de chaînes de caractères</a:t>
            </a:r>
            <a:endParaRPr sz="2400">
              <a:solidFill>
                <a:schemeClr val="dk1"/>
              </a:solidFill>
              <a:latin typeface="Times New Roman"/>
              <a:ea typeface="Times New Roman"/>
              <a:cs typeface="Times New Roman"/>
              <a:sym typeface="Times New Roman"/>
            </a:endParaRPr>
          </a:p>
        </p:txBody>
      </p:sp>
      <p:sp>
        <p:nvSpPr>
          <p:cNvPr id="391" name="Google Shape;391;p24"/>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5" name="Shape 395"/>
        <p:cNvGrpSpPr/>
        <p:nvPr/>
      </p:nvGrpSpPr>
      <p:grpSpPr>
        <a:xfrm>
          <a:off x="0" y="0"/>
          <a:ext cx="0" cy="0"/>
          <a:chOff x="0" y="0"/>
          <a:chExt cx="0" cy="0"/>
        </a:xfrm>
      </p:grpSpPr>
      <p:sp>
        <p:nvSpPr>
          <p:cNvPr id="396" name="Google Shape;396;p25"/>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397" name="Google Shape;397;p25"/>
          <p:cNvSpPr txBox="1"/>
          <p:nvPr>
            <p:ph type="title"/>
          </p:nvPr>
        </p:nvSpPr>
        <p:spPr>
          <a:xfrm>
            <a:off x="3213100" y="577850"/>
            <a:ext cx="3479304" cy="566820"/>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rPr>
              <a:t>Les expressions</a:t>
            </a:r>
            <a:endParaRPr/>
          </a:p>
        </p:txBody>
      </p:sp>
      <p:sp>
        <p:nvSpPr>
          <p:cNvPr id="398" name="Google Shape;398;p25"/>
          <p:cNvSpPr txBox="1"/>
          <p:nvPr/>
        </p:nvSpPr>
        <p:spPr>
          <a:xfrm>
            <a:off x="774700" y="1506727"/>
            <a:ext cx="9220200" cy="5612427"/>
          </a:xfrm>
          <a:prstGeom prst="rect">
            <a:avLst/>
          </a:prstGeom>
          <a:noFill/>
          <a:ln>
            <a:noFill/>
          </a:ln>
        </p:spPr>
        <p:txBody>
          <a:bodyPr anchorCtr="0" anchor="t" bIns="0" lIns="0" spcFirstLastPara="1" rIns="0" wrap="square" tIns="71725">
            <a:spAutoFit/>
          </a:bodyPr>
          <a:lstStyle/>
          <a:p>
            <a:pPr indent="-342867" lvl="0" marL="354930" marR="738433"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Un </a:t>
            </a:r>
            <a:r>
              <a:rPr b="1" lang="en-US" sz="2400">
                <a:solidFill>
                  <a:srgbClr val="FF0000"/>
                </a:solidFill>
                <a:latin typeface="Times New Roman"/>
                <a:ea typeface="Times New Roman"/>
                <a:cs typeface="Times New Roman"/>
                <a:sym typeface="Times New Roman"/>
              </a:rPr>
              <a:t>opérateur</a:t>
            </a:r>
            <a:r>
              <a:rPr b="1"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est un symbole d’opération qui permet d’agir sur des  variables ou de faire des “calculs”</a:t>
            </a:r>
            <a:endParaRPr sz="2400">
              <a:solidFill>
                <a:schemeClr val="dk1"/>
              </a:solidFill>
              <a:latin typeface="Times New Roman"/>
              <a:ea typeface="Times New Roman"/>
              <a:cs typeface="Times New Roman"/>
              <a:sym typeface="Times New Roman"/>
            </a:endParaRPr>
          </a:p>
          <a:p>
            <a:pPr indent="0" lvl="0" marL="0" marR="0" rtl="0" algn="l">
              <a:spcBef>
                <a:spcPts val="1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0" lvl="0" marL="0" marR="1166382" rtl="0" algn="r">
              <a:spcBef>
                <a:spcPts val="0"/>
              </a:spcBef>
              <a:spcAft>
                <a:spcPts val="0"/>
              </a:spcAft>
              <a:buNone/>
            </a:pPr>
            <a:r>
              <a:rPr lang="en-US" sz="2400">
                <a:solidFill>
                  <a:srgbClr val="0000FF"/>
                </a:solidFill>
                <a:latin typeface="Times New Roman"/>
                <a:ea typeface="Times New Roman"/>
                <a:cs typeface="Times New Roman"/>
                <a:sym typeface="Times New Roman"/>
              </a:rPr>
              <a:t> opérateurs arithmétiques et logiques (+, -, *, /,=, &lt;, &gt;, ET, OU, NON, …)</a:t>
            </a:r>
            <a:endParaRPr sz="2400">
              <a:solidFill>
                <a:schemeClr val="dk1"/>
              </a:solidFill>
              <a:latin typeface="Times New Roman"/>
              <a:ea typeface="Times New Roman"/>
              <a:cs typeface="Times New Roman"/>
              <a:sym typeface="Times New Roman"/>
            </a:endParaRPr>
          </a:p>
          <a:p>
            <a:pPr indent="0" lvl="0" marL="0" marR="0" rtl="0" algn="l">
              <a:spcBef>
                <a:spcPts val="30"/>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354930" marR="184132"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Une </a:t>
            </a:r>
            <a:r>
              <a:rPr b="1" lang="en-US" sz="2400">
                <a:solidFill>
                  <a:srgbClr val="FF0000"/>
                </a:solidFill>
                <a:latin typeface="Times New Roman"/>
                <a:ea typeface="Times New Roman"/>
                <a:cs typeface="Times New Roman"/>
                <a:sym typeface="Times New Roman"/>
              </a:rPr>
              <a:t>opérande</a:t>
            </a:r>
            <a:r>
              <a:rPr b="1"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est une entité (variable, constante ou expression) utilisée  par un opérateur</a:t>
            </a:r>
            <a:endParaRPr sz="2400">
              <a:solidFill>
                <a:schemeClr val="dk1"/>
              </a:solidFill>
              <a:latin typeface="Times New Roman"/>
              <a:ea typeface="Times New Roman"/>
              <a:cs typeface="Times New Roman"/>
              <a:sym typeface="Times New Roman"/>
            </a:endParaRPr>
          </a:p>
          <a:p>
            <a:pPr indent="0" lvl="0" marL="0" marR="0" rtl="0" algn="l">
              <a:spcBef>
                <a:spcPts val="21"/>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5079"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Une </a:t>
            </a:r>
            <a:r>
              <a:rPr b="1" lang="en-US" sz="2400">
                <a:solidFill>
                  <a:srgbClr val="FF0000"/>
                </a:solidFill>
                <a:latin typeface="Times New Roman"/>
                <a:ea typeface="Times New Roman"/>
                <a:cs typeface="Times New Roman"/>
                <a:sym typeface="Times New Roman"/>
              </a:rPr>
              <a:t>expression</a:t>
            </a:r>
            <a:r>
              <a:rPr b="1"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est une combinaison d’opérateurs et d’opérandes, elle est  évaluée durant l’exécution de l’algorithme,</a:t>
            </a:r>
            <a:endParaRPr sz="2400">
              <a:solidFill>
                <a:schemeClr val="dk1"/>
              </a:solidFill>
              <a:latin typeface="Times New Roman"/>
              <a:ea typeface="Times New Roman"/>
              <a:cs typeface="Times New Roman"/>
              <a:sym typeface="Times New Roman"/>
            </a:endParaRPr>
          </a:p>
          <a:p>
            <a:pPr indent="0" lvl="0" marL="0" marR="0" rtl="0" algn="l">
              <a:spcBef>
                <a:spcPts val="4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1208922" rtl="0" algn="r">
              <a:spcBef>
                <a:spcPts val="5"/>
              </a:spcBef>
              <a:spcAft>
                <a:spcPts val="0"/>
              </a:spcAft>
              <a:buNone/>
            </a:pPr>
            <a:r>
              <a:rPr lang="en-US" sz="2400">
                <a:solidFill>
                  <a:schemeClr val="dk1"/>
                </a:solidFill>
                <a:latin typeface="Times New Roman"/>
                <a:ea typeface="Times New Roman"/>
                <a:cs typeface="Times New Roman"/>
                <a:sym typeface="Times New Roman"/>
              </a:rPr>
              <a:t>Exemples: (</a:t>
            </a:r>
            <a:r>
              <a:rPr lang="en-US" sz="2400">
                <a:solidFill>
                  <a:srgbClr val="FF0000"/>
                </a:solidFill>
                <a:latin typeface="Times New Roman"/>
                <a:ea typeface="Times New Roman"/>
                <a:cs typeface="Times New Roman"/>
                <a:sym typeface="Times New Roman"/>
              </a:rPr>
              <a:t>A </a:t>
            </a:r>
            <a:r>
              <a:rPr lang="en-US" sz="2400">
                <a:solidFill>
                  <a:srgbClr val="0000FF"/>
                </a:solidFill>
                <a:latin typeface="Times New Roman"/>
                <a:ea typeface="Times New Roman"/>
                <a:cs typeface="Times New Roman"/>
                <a:sym typeface="Times New Roman"/>
              </a:rPr>
              <a:t>+ </a:t>
            </a:r>
            <a:r>
              <a:rPr lang="en-US" sz="2400">
                <a:solidFill>
                  <a:srgbClr val="FF0000"/>
                </a:solidFill>
                <a:latin typeface="Times New Roman"/>
                <a:ea typeface="Times New Roman"/>
                <a:cs typeface="Times New Roman"/>
                <a:sym typeface="Times New Roman"/>
              </a:rPr>
              <a:t>B</a:t>
            </a:r>
            <a:r>
              <a:rPr lang="en-US" sz="2400">
                <a:solidFill>
                  <a:schemeClr val="dk1"/>
                </a:solidFill>
                <a:latin typeface="Times New Roman"/>
                <a:ea typeface="Times New Roman"/>
                <a:cs typeface="Times New Roman"/>
                <a:sym typeface="Times New Roman"/>
              </a:rPr>
              <a:t>), (</a:t>
            </a:r>
            <a:r>
              <a:rPr lang="en-US" sz="2400">
                <a:solidFill>
                  <a:srgbClr val="FF0000"/>
                </a:solidFill>
                <a:latin typeface="Times New Roman"/>
                <a:ea typeface="Times New Roman"/>
                <a:cs typeface="Times New Roman"/>
                <a:sym typeface="Times New Roman"/>
              </a:rPr>
              <a:t>F </a:t>
            </a:r>
            <a:r>
              <a:rPr lang="en-US" sz="2400">
                <a:solidFill>
                  <a:srgbClr val="0000FF"/>
                </a:solidFill>
                <a:latin typeface="Times New Roman"/>
                <a:ea typeface="Times New Roman"/>
                <a:cs typeface="Times New Roman"/>
                <a:sym typeface="Times New Roman"/>
              </a:rPr>
              <a:t>ET </a:t>
            </a:r>
            <a:r>
              <a:rPr lang="en-US" sz="2400">
                <a:solidFill>
                  <a:srgbClr val="FF0000"/>
                </a:solidFill>
                <a:latin typeface="Times New Roman"/>
                <a:ea typeface="Times New Roman"/>
                <a:cs typeface="Times New Roman"/>
                <a:sym typeface="Times New Roman"/>
              </a:rPr>
              <a:t>G</a:t>
            </a:r>
            <a:r>
              <a:rPr lang="en-US" sz="2400">
                <a:solidFill>
                  <a:schemeClr val="dk1"/>
                </a:solidFill>
                <a:latin typeface="Times New Roman"/>
                <a:ea typeface="Times New Roman"/>
                <a:cs typeface="Times New Roman"/>
                <a:sym typeface="Times New Roman"/>
              </a:rPr>
              <a:t>), </a:t>
            </a:r>
            <a:r>
              <a:rPr lang="en-US" sz="2400">
                <a:solidFill>
                  <a:srgbClr val="0000FF"/>
                </a:solidFill>
                <a:latin typeface="Times New Roman"/>
                <a:ea typeface="Times New Roman"/>
                <a:cs typeface="Times New Roman"/>
                <a:sym typeface="Times New Roman"/>
              </a:rPr>
              <a:t>NON</a:t>
            </a:r>
            <a:r>
              <a:rPr lang="en-US" sz="2400">
                <a:solidFill>
                  <a:schemeClr val="dk1"/>
                </a:solidFill>
                <a:latin typeface="Times New Roman"/>
                <a:ea typeface="Times New Roman"/>
                <a:cs typeface="Times New Roman"/>
                <a:sym typeface="Times New Roman"/>
              </a:rPr>
              <a:t>(</a:t>
            </a:r>
            <a:r>
              <a:rPr lang="en-US" sz="2400">
                <a:solidFill>
                  <a:srgbClr val="FF0000"/>
                </a:solidFill>
                <a:latin typeface="Times New Roman"/>
                <a:ea typeface="Times New Roman"/>
                <a:cs typeface="Times New Roman"/>
                <a:sym typeface="Times New Roman"/>
              </a:rPr>
              <a:t>C</a:t>
            </a:r>
            <a:r>
              <a:rPr lang="en-US" sz="2400">
                <a:solidFill>
                  <a:schemeClr val="dk1"/>
                </a:solidFill>
                <a:latin typeface="Times New Roman"/>
                <a:ea typeface="Times New Roman"/>
                <a:cs typeface="Times New Roman"/>
                <a:sym typeface="Times New Roman"/>
              </a:rPr>
              <a:t>), (</a:t>
            </a:r>
            <a:r>
              <a:rPr lang="en-US" sz="2400">
                <a:solidFill>
                  <a:srgbClr val="FF0000"/>
                </a:solidFill>
                <a:latin typeface="Times New Roman"/>
                <a:ea typeface="Times New Roman"/>
                <a:cs typeface="Times New Roman"/>
                <a:sym typeface="Times New Roman"/>
              </a:rPr>
              <a:t>expression1 = expression2</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marR="0" rtl="0" algn="l">
              <a:spcBef>
                <a:spcPts val="40"/>
              </a:spcBef>
              <a:spcAft>
                <a:spcPts val="0"/>
              </a:spcAft>
              <a:buNone/>
            </a:pPr>
            <a:r>
              <a:t/>
            </a:r>
            <a:endParaRPr sz="2400">
              <a:solidFill>
                <a:schemeClr val="dk1"/>
              </a:solidFill>
              <a:latin typeface="Times New Roman"/>
              <a:ea typeface="Times New Roman"/>
              <a:cs typeface="Times New Roman"/>
              <a:sym typeface="Times New Roman"/>
            </a:endParaRPr>
          </a:p>
          <a:p>
            <a:pPr indent="0" lvl="0" marL="12698" marR="0" rtl="0" algn="l">
              <a:spcBef>
                <a:spcPts val="0"/>
              </a:spcBef>
              <a:spcAft>
                <a:spcPts val="0"/>
              </a:spcAft>
              <a:buNone/>
            </a:pPr>
            <a:r>
              <a:rPr lang="en-US" sz="2400">
                <a:solidFill>
                  <a:srgbClr val="0000FF"/>
                </a:solidFill>
                <a:latin typeface="Times New Roman"/>
                <a:ea typeface="Times New Roman"/>
                <a:cs typeface="Times New Roman"/>
                <a:sym typeface="Times New Roman"/>
              </a:rPr>
              <a:t> Une expression possède une valeur (son interprétation) et un type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2" name="Shape 402"/>
        <p:cNvGrpSpPr/>
        <p:nvPr/>
      </p:nvGrpSpPr>
      <p:grpSpPr>
        <a:xfrm>
          <a:off x="0" y="0"/>
          <a:ext cx="0" cy="0"/>
          <a:chOff x="0" y="0"/>
          <a:chExt cx="0" cy="0"/>
        </a:xfrm>
      </p:grpSpPr>
      <p:sp>
        <p:nvSpPr>
          <p:cNvPr id="403" name="Google Shape;403;p26"/>
          <p:cNvSpPr txBox="1"/>
          <p:nvPr>
            <p:ph type="title"/>
          </p:nvPr>
        </p:nvSpPr>
        <p:spPr>
          <a:xfrm>
            <a:off x="2868487" y="349250"/>
            <a:ext cx="3011613" cy="566820"/>
          </a:xfrm>
          <a:prstGeom prst="rect">
            <a:avLst/>
          </a:prstGeom>
          <a:noFill/>
          <a:ln>
            <a:noFill/>
          </a:ln>
        </p:spPr>
        <p:txBody>
          <a:bodyPr anchorCtr="0" anchor="t" bIns="0" lIns="0" spcFirstLastPara="1" rIns="0" wrap="square" tIns="12675">
            <a:spAutoFit/>
          </a:bodyPr>
          <a:lstStyle/>
          <a:p>
            <a:pPr indent="0" lvl="0" marL="12698" rtl="0" algn="l">
              <a:spcBef>
                <a:spcPts val="0"/>
              </a:spcBef>
              <a:spcAft>
                <a:spcPts val="0"/>
              </a:spcAft>
              <a:buNone/>
            </a:pPr>
            <a:r>
              <a:rPr lang="en-US" sz="3600">
                <a:solidFill>
                  <a:srgbClr val="FF0000"/>
                </a:solidFill>
              </a:rPr>
              <a:t>Les opérateurs</a:t>
            </a:r>
            <a:endParaRPr sz="3600">
              <a:solidFill>
                <a:srgbClr val="FF0000"/>
              </a:solidFill>
            </a:endParaRPr>
          </a:p>
        </p:txBody>
      </p:sp>
      <p:sp>
        <p:nvSpPr>
          <p:cNvPr id="404" name="Google Shape;404;p26"/>
          <p:cNvSpPr/>
          <p:nvPr/>
        </p:nvSpPr>
        <p:spPr>
          <a:xfrm>
            <a:off x="774073"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6"/>
          <p:cNvSpPr txBox="1"/>
          <p:nvPr/>
        </p:nvSpPr>
        <p:spPr>
          <a:xfrm>
            <a:off x="241300" y="1111250"/>
            <a:ext cx="10058400" cy="6161936"/>
          </a:xfrm>
          <a:prstGeom prst="rect">
            <a:avLst/>
          </a:prstGeom>
          <a:noFill/>
          <a:ln>
            <a:noFill/>
          </a:ln>
        </p:spPr>
        <p:txBody>
          <a:bodyPr anchorCtr="0" anchor="t" bIns="0" lIns="0" spcFirstLastPara="1" rIns="0" wrap="square" tIns="67300">
            <a:spAutoFit/>
          </a:bodyPr>
          <a:lstStyle/>
          <a:p>
            <a:pPr indent="-342867" lvl="0" marL="354930" marR="179687" rtl="0" algn="l">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Un opérateur est associé à </a:t>
            </a:r>
            <a:r>
              <a:rPr i="1" lang="en-US" sz="2200">
                <a:solidFill>
                  <a:schemeClr val="dk1"/>
                </a:solidFill>
                <a:latin typeface="Times New Roman"/>
                <a:ea typeface="Times New Roman"/>
                <a:cs typeface="Times New Roman"/>
                <a:sym typeface="Times New Roman"/>
              </a:rPr>
              <a:t>un </a:t>
            </a:r>
            <a:r>
              <a:rPr lang="en-US" sz="2200">
                <a:solidFill>
                  <a:schemeClr val="dk1"/>
                </a:solidFill>
                <a:latin typeface="Times New Roman"/>
                <a:ea typeface="Times New Roman"/>
                <a:cs typeface="Times New Roman"/>
                <a:sym typeface="Times New Roman"/>
              </a:rPr>
              <a:t>type de donnée et ne peut être utilisé qu’avec des  variables, des constantes, ou des expressions de </a:t>
            </a:r>
            <a:r>
              <a:rPr i="1" lang="en-US" sz="2200">
                <a:solidFill>
                  <a:schemeClr val="dk1"/>
                </a:solidFill>
                <a:latin typeface="Times New Roman"/>
                <a:ea typeface="Times New Roman"/>
                <a:cs typeface="Times New Roman"/>
                <a:sym typeface="Times New Roman"/>
              </a:rPr>
              <a:t>ce </a:t>
            </a:r>
            <a:r>
              <a:rPr lang="en-US" sz="2200">
                <a:solidFill>
                  <a:schemeClr val="dk1"/>
                </a:solidFill>
                <a:latin typeface="Times New Roman"/>
                <a:ea typeface="Times New Roman"/>
                <a:cs typeface="Times New Roman"/>
                <a:sym typeface="Times New Roman"/>
              </a:rPr>
              <a:t>type</a:t>
            </a:r>
            <a:endParaRPr sz="2200">
              <a:solidFill>
                <a:schemeClr val="dk1"/>
              </a:solidFill>
              <a:latin typeface="Times New Roman"/>
              <a:ea typeface="Times New Roman"/>
              <a:cs typeface="Times New Roman"/>
              <a:sym typeface="Times New Roman"/>
            </a:endParaRPr>
          </a:p>
          <a:p>
            <a:pPr indent="0" lvl="0" marL="0" marR="0" rtl="0" algn="l">
              <a:spcBef>
                <a:spcPts val="5"/>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342867" lvl="0" marL="354930" marR="340961" rtl="0" algn="l">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Par exemple l’opérateur + ne peut être utilisé qu’avec les types arithmétiques  (naturel, entier et réel) ou (exclusif) le type chaîne de caractères</a:t>
            </a:r>
            <a:endParaRPr/>
          </a:p>
          <a:p>
            <a:pPr indent="0" lvl="0" marL="0" marR="0" rtl="0" algn="l">
              <a:spcBef>
                <a:spcPts val="3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342900" lvl="0" marL="355598" marR="0" rtl="0" algn="l">
              <a:spcBef>
                <a:spcPts val="5"/>
              </a:spcBef>
              <a:spcAft>
                <a:spcPts val="0"/>
              </a:spcAft>
              <a:buClr>
                <a:srgbClr val="0000FF"/>
              </a:buClr>
              <a:buSzPts val="2400"/>
              <a:buFont typeface="Noto Sans Symbols"/>
              <a:buChar char="⮚"/>
            </a:pPr>
            <a:r>
              <a:rPr b="1" lang="en-US" sz="2400">
                <a:solidFill>
                  <a:srgbClr val="0000FF"/>
                </a:solidFill>
                <a:latin typeface="Times New Roman"/>
                <a:ea typeface="Times New Roman"/>
                <a:cs typeface="Times New Roman"/>
                <a:sym typeface="Times New Roman"/>
              </a:rPr>
              <a:t>On ne peut pas additionner un entier et un caractère</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200">
              <a:solidFill>
                <a:schemeClr val="dk1"/>
              </a:solidFill>
              <a:latin typeface="Times New Roman"/>
              <a:ea typeface="Times New Roman"/>
              <a:cs typeface="Times New Roman"/>
              <a:sym typeface="Times New Roman"/>
            </a:endParaRPr>
          </a:p>
          <a:p>
            <a:pPr indent="-342867" lvl="0" marL="354930" marR="5079" rtl="0" algn="l">
              <a:spcBef>
                <a:spcPts val="5"/>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Toutefois </a:t>
            </a:r>
            <a:r>
              <a:rPr i="1" lang="en-US" sz="2200">
                <a:solidFill>
                  <a:srgbClr val="FF0000"/>
                </a:solidFill>
                <a:latin typeface="Times New Roman"/>
                <a:ea typeface="Times New Roman"/>
                <a:cs typeface="Times New Roman"/>
                <a:sym typeface="Times New Roman"/>
              </a:rPr>
              <a:t>exceptionnellement </a:t>
            </a:r>
            <a:r>
              <a:rPr lang="en-US" sz="2200">
                <a:solidFill>
                  <a:schemeClr val="dk1"/>
                </a:solidFill>
                <a:latin typeface="Times New Roman"/>
                <a:ea typeface="Times New Roman"/>
                <a:cs typeface="Times New Roman"/>
                <a:sym typeface="Times New Roman"/>
              </a:rPr>
              <a:t>dans certains cas on accepte d’utiliser un opérateur  avec deux opérandes de types différents, c’est par exemple le cas des types  arithmétiques comme l'addition d'un entier et d'un réel: (2 + 3.5)</a:t>
            </a:r>
            <a:endParaRPr/>
          </a:p>
          <a:p>
            <a:pPr indent="0" lvl="0" marL="0" marR="0" rtl="0" algn="l">
              <a:spcBef>
                <a:spcPts val="3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La signification d’un opérateur peut changer en fonction du type des opérandes !</a:t>
            </a:r>
            <a:endParaRPr/>
          </a:p>
          <a:p>
            <a:pPr indent="0" lvl="0" marL="0" marR="0" rtl="0" algn="l">
              <a:spcBef>
                <a:spcPts val="3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342867" lvl="0" marL="355565" marR="0" rtl="0" algn="l">
              <a:spcBef>
                <a:spcPts val="5"/>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Par exemple l’opérateur + avec des entiers aura pour sens l’addition, mais</a:t>
            </a:r>
            <a:endParaRPr sz="22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avec des chaînes de caractères aura pour sens la </a:t>
            </a:r>
            <a:r>
              <a:rPr b="1" lang="en-US" sz="2200">
                <a:solidFill>
                  <a:schemeClr val="dk1"/>
                </a:solidFill>
                <a:latin typeface="Times New Roman"/>
                <a:ea typeface="Times New Roman"/>
                <a:cs typeface="Times New Roman"/>
                <a:sym typeface="Times New Roman"/>
              </a:rPr>
              <a:t>concaténation</a:t>
            </a:r>
            <a:endParaRPr sz="2200">
              <a:solidFill>
                <a:schemeClr val="dk1"/>
              </a:solidFill>
              <a:latin typeface="Times New Roman"/>
              <a:ea typeface="Times New Roman"/>
              <a:cs typeface="Times New Roman"/>
              <a:sym typeface="Times New Roman"/>
            </a:endParaRPr>
          </a:p>
          <a:p>
            <a:pPr indent="0" lvl="0" marL="0" marR="0" rtl="0" algn="l">
              <a:spcBef>
                <a:spcPts val="3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2+3 vaut 5 et "bonjour" + " tout le monde" vaut "bonjour tout le monde"</a:t>
            </a:r>
            <a:endParaRPr sz="2200">
              <a:solidFill>
                <a:schemeClr val="dk1"/>
              </a:solidFill>
              <a:latin typeface="Times New Roman"/>
              <a:ea typeface="Times New Roman"/>
              <a:cs typeface="Times New Roman"/>
              <a:sym typeface="Times New Roman"/>
            </a:endParaRPr>
          </a:p>
        </p:txBody>
      </p:sp>
      <p:sp>
        <p:nvSpPr>
          <p:cNvPr id="406" name="Google Shape;406;p26"/>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0" name="Shape 410"/>
        <p:cNvGrpSpPr/>
        <p:nvPr/>
      </p:nvGrpSpPr>
      <p:grpSpPr>
        <a:xfrm>
          <a:off x="0" y="0"/>
          <a:ext cx="0" cy="0"/>
          <a:chOff x="0" y="0"/>
          <a:chExt cx="0" cy="0"/>
        </a:xfrm>
      </p:grpSpPr>
      <p:sp>
        <p:nvSpPr>
          <p:cNvPr id="411" name="Google Shape;411;p27"/>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412" name="Google Shape;412;p27"/>
          <p:cNvSpPr txBox="1"/>
          <p:nvPr>
            <p:ph type="title"/>
          </p:nvPr>
        </p:nvSpPr>
        <p:spPr>
          <a:xfrm>
            <a:off x="3670300" y="806450"/>
            <a:ext cx="4347579" cy="566180"/>
          </a:xfrm>
          <a:prstGeom prst="rect">
            <a:avLst/>
          </a:prstGeom>
          <a:noFill/>
          <a:ln>
            <a:noFill/>
          </a:ln>
        </p:spPr>
        <p:txBody>
          <a:bodyPr anchorCtr="0" anchor="t" bIns="0" lIns="0" spcFirstLastPara="1" rIns="0" wrap="square" tIns="12050">
            <a:spAutoFit/>
          </a:bodyPr>
          <a:lstStyle/>
          <a:p>
            <a:pPr indent="0" lvl="0" marL="12698" rtl="0" algn="l">
              <a:spcBef>
                <a:spcPts val="0"/>
              </a:spcBef>
              <a:spcAft>
                <a:spcPts val="0"/>
              </a:spcAft>
              <a:buNone/>
            </a:pPr>
            <a:r>
              <a:rPr lang="en-US" sz="3600">
                <a:solidFill>
                  <a:srgbClr val="FF0000"/>
                </a:solidFill>
              </a:rPr>
              <a:t>Les opérateurs</a:t>
            </a:r>
            <a:endParaRPr sz="3600">
              <a:solidFill>
                <a:srgbClr val="FF0000"/>
              </a:solidFill>
            </a:endParaRPr>
          </a:p>
        </p:txBody>
      </p:sp>
      <p:sp>
        <p:nvSpPr>
          <p:cNvPr id="413" name="Google Shape;413;p27"/>
          <p:cNvSpPr txBox="1"/>
          <p:nvPr/>
        </p:nvSpPr>
        <p:spPr>
          <a:xfrm>
            <a:off x="546100" y="1499107"/>
            <a:ext cx="9372600" cy="5415584"/>
          </a:xfrm>
          <a:prstGeom prst="rect">
            <a:avLst/>
          </a:prstGeom>
          <a:noFill/>
          <a:ln>
            <a:noFill/>
          </a:ln>
        </p:spPr>
        <p:txBody>
          <a:bodyPr anchorCtr="0" anchor="t" bIns="0" lIns="0" spcFirstLastPara="1" rIns="0" wrap="square" tIns="12050">
            <a:spAutoFit/>
          </a:bodyPr>
          <a:lstStyle/>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Les opérateurs booléens: NON, ET, OU, OU exclusif</a:t>
            </a:r>
            <a:endParaRPr sz="2400">
              <a:solidFill>
                <a:schemeClr val="dk1"/>
              </a:solidFill>
              <a:latin typeface="Times New Roman"/>
              <a:ea typeface="Times New Roman"/>
              <a:cs typeface="Times New Roman"/>
              <a:sym typeface="Times New Roman"/>
            </a:endParaRPr>
          </a:p>
          <a:p>
            <a:pPr indent="0" lvl="0" marL="0" marR="0" rtl="0" algn="l">
              <a:spcBef>
                <a:spcPts val="1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Les opérateurs sur les naturels, entiers et réels: </a:t>
            </a:r>
            <a:r>
              <a:rPr lang="en-US" sz="2400">
                <a:solidFill>
                  <a:srgbClr val="0000FF"/>
                </a:solidFill>
                <a:latin typeface="Times New Roman"/>
                <a:ea typeface="Times New Roman"/>
                <a:cs typeface="Times New Roman"/>
                <a:sym typeface="Times New Roman"/>
              </a:rPr>
              <a:t>(arithmétiques)</a:t>
            </a:r>
            <a:endParaRPr sz="2400">
              <a:solidFill>
                <a:schemeClr val="dk1"/>
              </a:solidFill>
              <a:latin typeface="Times New Roman"/>
              <a:ea typeface="Times New Roman"/>
              <a:cs typeface="Times New Roman"/>
              <a:sym typeface="Times New Roman"/>
            </a:endParaRPr>
          </a:p>
          <a:p>
            <a:pPr indent="0" lvl="0" marL="354930" marR="0" rtl="0" algn="l">
              <a:spcBef>
                <a:spcPts val="525"/>
              </a:spcBef>
              <a:spcAft>
                <a:spcPts val="0"/>
              </a:spcAft>
              <a:buNone/>
            </a:pPr>
            <a:r>
              <a:rPr lang="en-US" sz="2400">
                <a:solidFill>
                  <a:schemeClr val="dk1"/>
                </a:solidFill>
                <a:latin typeface="Times New Roman"/>
                <a:ea typeface="Times New Roman"/>
                <a:cs typeface="Times New Roman"/>
                <a:sym typeface="Times New Roman"/>
              </a:rPr>
              <a:t>+, -, *, /, div, et mod (division entière et le reste de cette division)</a:t>
            </a:r>
            <a:endParaRPr/>
          </a:p>
          <a:p>
            <a:pPr indent="0" lvl="0" marL="0" marR="0" rtl="0" algn="l">
              <a:spcBef>
                <a:spcPts val="15"/>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L'opérateur sur les chaînes de caractères: la concaténation (+)</a:t>
            </a:r>
            <a:endParaRPr sz="2400">
              <a:solidFill>
                <a:schemeClr val="dk1"/>
              </a:solidFill>
              <a:latin typeface="Times New Roman"/>
              <a:ea typeface="Times New Roman"/>
              <a:cs typeface="Times New Roman"/>
              <a:sym typeface="Times New Roman"/>
            </a:endParaRPr>
          </a:p>
          <a:p>
            <a:pPr indent="0" lvl="0" marL="0" marR="0" rtl="0" algn="l">
              <a:spcBef>
                <a:spcPts val="1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Les opérateurs d’égalité et d’inégalité : = et ≠</a:t>
            </a:r>
            <a:endParaRPr sz="2400">
              <a:solidFill>
                <a:schemeClr val="dk1"/>
              </a:solidFill>
              <a:latin typeface="Times New Roman"/>
              <a:ea typeface="Times New Roman"/>
              <a:cs typeface="Times New Roman"/>
              <a:sym typeface="Times New Roman"/>
            </a:endParaRPr>
          </a:p>
          <a:p>
            <a:pPr indent="0" lvl="0" marL="354930" marR="84447" rtl="0" algn="l">
              <a:lnSpc>
                <a:spcPct val="102000"/>
              </a:lnSpc>
              <a:spcBef>
                <a:spcPts val="680"/>
              </a:spcBef>
              <a:spcAft>
                <a:spcPts val="0"/>
              </a:spcAft>
              <a:buNone/>
            </a:pPr>
            <a:r>
              <a:rPr lang="en-US" sz="2400">
                <a:solidFill>
                  <a:schemeClr val="dk1"/>
                </a:solidFill>
                <a:latin typeface="Times New Roman"/>
                <a:ea typeface="Times New Roman"/>
                <a:cs typeface="Times New Roman"/>
                <a:sym typeface="Times New Roman"/>
              </a:rPr>
              <a:t> Ce sont les opérateurs que l’on retrouve chez tous les types simples qui  permettent de savoir si les deux opérandes sont égales ou non</a:t>
            </a:r>
            <a:endParaRPr sz="2400">
              <a:solidFill>
                <a:schemeClr val="dk1"/>
              </a:solidFill>
              <a:latin typeface="Times New Roman"/>
              <a:ea typeface="Times New Roman"/>
              <a:cs typeface="Times New Roman"/>
              <a:sym typeface="Times New Roman"/>
            </a:endParaRPr>
          </a:p>
          <a:p>
            <a:pPr indent="0" lvl="0" marL="354930" marR="0" rtl="0" algn="l">
              <a:spcBef>
                <a:spcPts val="520"/>
              </a:spcBef>
              <a:spcAft>
                <a:spcPts val="0"/>
              </a:spcAft>
              <a:buNone/>
            </a:pPr>
            <a:r>
              <a:rPr lang="en-US" sz="2400">
                <a:solidFill>
                  <a:schemeClr val="dk1"/>
                </a:solidFill>
                <a:latin typeface="Times New Roman"/>
                <a:ea typeface="Times New Roman"/>
                <a:cs typeface="Times New Roman"/>
                <a:sym typeface="Times New Roman"/>
              </a:rPr>
              <a:t> Une expression contenant cet opérateur est un booléen</a:t>
            </a:r>
            <a:endParaRPr sz="2400">
              <a:solidFill>
                <a:schemeClr val="dk1"/>
              </a:solidFill>
              <a:latin typeface="Times New Roman"/>
              <a:ea typeface="Times New Roman"/>
              <a:cs typeface="Times New Roman"/>
              <a:sym typeface="Times New Roman"/>
            </a:endParaRPr>
          </a:p>
          <a:p>
            <a:pPr indent="0" lvl="0" marL="0" marR="0" rtl="0" algn="l">
              <a:spcBef>
                <a:spcPts val="15"/>
              </a:spcBef>
              <a:spcAft>
                <a:spcPts val="0"/>
              </a:spcAft>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Et pour les types possédant un ordre les opérateurs de comparaison :</a:t>
            </a:r>
            <a:endParaRPr sz="2400">
              <a:solidFill>
                <a:schemeClr val="dk1"/>
              </a:solidFill>
              <a:latin typeface="Times New Roman"/>
              <a:ea typeface="Times New Roman"/>
              <a:cs typeface="Times New Roman"/>
              <a:sym typeface="Times New Roman"/>
            </a:endParaRPr>
          </a:p>
          <a:p>
            <a:pPr indent="0" lvl="0" marL="354930" marR="0" rtl="0" algn="l">
              <a:spcBef>
                <a:spcPts val="0"/>
              </a:spcBef>
              <a:spcAft>
                <a:spcPts val="0"/>
              </a:spcAft>
              <a:buNone/>
            </a:pPr>
            <a:r>
              <a:rPr lang="en-US" sz="2400">
                <a:solidFill>
                  <a:schemeClr val="dk1"/>
                </a:solidFill>
                <a:latin typeface="Times New Roman"/>
                <a:ea typeface="Times New Roman"/>
                <a:cs typeface="Times New Roman"/>
                <a:sym typeface="Times New Roman"/>
              </a:rPr>
              <a:t>&lt;, &gt;, ≤ et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7" name="Shape 417"/>
        <p:cNvGrpSpPr/>
        <p:nvPr/>
      </p:nvGrpSpPr>
      <p:grpSpPr>
        <a:xfrm>
          <a:off x="0" y="0"/>
          <a:ext cx="0" cy="0"/>
          <a:chOff x="0" y="0"/>
          <a:chExt cx="0" cy="0"/>
        </a:xfrm>
      </p:grpSpPr>
      <p:sp>
        <p:nvSpPr>
          <p:cNvPr id="418" name="Google Shape;418;p28"/>
          <p:cNvSpPr txBox="1"/>
          <p:nvPr>
            <p:ph type="title"/>
          </p:nvPr>
        </p:nvSpPr>
        <p:spPr>
          <a:xfrm>
            <a:off x="3007752" y="656336"/>
            <a:ext cx="6606147" cy="566180"/>
          </a:xfrm>
          <a:prstGeom prst="rect">
            <a:avLst/>
          </a:prstGeom>
          <a:noFill/>
          <a:ln>
            <a:noFill/>
          </a:ln>
        </p:spPr>
        <p:txBody>
          <a:bodyPr anchorCtr="0" anchor="t" bIns="0" lIns="0" spcFirstLastPara="1" rIns="0" wrap="square" tIns="12050">
            <a:spAutoFit/>
          </a:bodyPr>
          <a:lstStyle/>
          <a:p>
            <a:pPr indent="0" lvl="0" marL="12698" rtl="0" algn="l">
              <a:spcBef>
                <a:spcPts val="0"/>
              </a:spcBef>
              <a:spcAft>
                <a:spcPts val="0"/>
              </a:spcAft>
              <a:buNone/>
            </a:pPr>
            <a:r>
              <a:rPr lang="en-US" sz="3600">
                <a:solidFill>
                  <a:srgbClr val="FF0000"/>
                </a:solidFill>
              </a:rPr>
              <a:t>Les opérateurs sur les énumérés</a:t>
            </a:r>
            <a:endParaRPr sz="3600">
              <a:solidFill>
                <a:srgbClr val="FF0000"/>
              </a:solidFill>
            </a:endParaRPr>
          </a:p>
        </p:txBody>
      </p:sp>
      <p:sp>
        <p:nvSpPr>
          <p:cNvPr id="419" name="Google Shape;419;p28"/>
          <p:cNvSpPr/>
          <p:nvPr/>
        </p:nvSpPr>
        <p:spPr>
          <a:xfrm>
            <a:off x="774073"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8"/>
          <p:cNvSpPr txBox="1"/>
          <p:nvPr/>
        </p:nvSpPr>
        <p:spPr>
          <a:xfrm>
            <a:off x="1310018" y="1436623"/>
            <a:ext cx="8043545" cy="5812871"/>
          </a:xfrm>
          <a:prstGeom prst="rect">
            <a:avLst/>
          </a:prstGeom>
          <a:noFill/>
          <a:ln>
            <a:noFill/>
          </a:ln>
        </p:spPr>
        <p:txBody>
          <a:bodyPr anchorCtr="0" anchor="t" bIns="0" lIns="0" spcFirstLastPara="1" rIns="0" wrap="square" tIns="12675">
            <a:spAutoFit/>
          </a:bodyPr>
          <a:lstStyle/>
          <a:p>
            <a:pPr indent="-342867" lvl="0" marL="355565" marR="0" rtl="0" algn="l">
              <a:spcBef>
                <a:spcPts val="0"/>
              </a:spcBef>
              <a:spcAft>
                <a:spcPts val="0"/>
              </a:spcAft>
              <a:buClr>
                <a:srgbClr val="0000FF"/>
              </a:buClr>
              <a:buSzPts val="2400"/>
              <a:buFont typeface="Arial"/>
              <a:buChar char="•"/>
            </a:pPr>
            <a:r>
              <a:rPr b="1" lang="en-US" sz="2400">
                <a:solidFill>
                  <a:srgbClr val="0000FF"/>
                </a:solidFill>
                <a:latin typeface="Times New Roman"/>
                <a:ea typeface="Times New Roman"/>
                <a:cs typeface="Times New Roman"/>
                <a:sym typeface="Times New Roman"/>
              </a:rPr>
              <a:t>succ </a:t>
            </a:r>
            <a:r>
              <a:rPr lang="en-US" sz="2400">
                <a:solidFill>
                  <a:schemeClr val="dk1"/>
                </a:solidFill>
                <a:latin typeface="Times New Roman"/>
                <a:ea typeface="Times New Roman"/>
                <a:cs typeface="Times New Roman"/>
                <a:sym typeface="Times New Roman"/>
              </a:rPr>
              <a:t>permet d’obtenir le successeur,</a:t>
            </a:r>
            <a:endParaRPr sz="2400">
              <a:solidFill>
                <a:schemeClr val="dk1"/>
              </a:solidFill>
              <a:latin typeface="Times New Roman"/>
              <a:ea typeface="Times New Roman"/>
              <a:cs typeface="Times New Roman"/>
              <a:sym typeface="Times New Roman"/>
            </a:endParaRPr>
          </a:p>
          <a:p>
            <a:pPr indent="0" lvl="0" marL="354930" marR="0" rtl="0" algn="l">
              <a:spcBef>
                <a:spcPts val="0"/>
              </a:spcBef>
              <a:spcAft>
                <a:spcPts val="0"/>
              </a:spcAft>
              <a:buNone/>
            </a:pPr>
            <a:r>
              <a:rPr lang="en-US" sz="2400">
                <a:solidFill>
                  <a:schemeClr val="dk1"/>
                </a:solidFill>
                <a:latin typeface="Times New Roman"/>
                <a:ea typeface="Times New Roman"/>
                <a:cs typeface="Times New Roman"/>
                <a:sym typeface="Times New Roman"/>
              </a:rPr>
              <a:t>par exemple avec le type JourDeLaSemaine :</a:t>
            </a:r>
            <a:endParaRPr sz="2400">
              <a:solidFill>
                <a:schemeClr val="dk1"/>
              </a:solidFill>
              <a:latin typeface="Times New Roman"/>
              <a:ea typeface="Times New Roman"/>
              <a:cs typeface="Times New Roman"/>
              <a:sym typeface="Times New Roman"/>
            </a:endParaRPr>
          </a:p>
          <a:p>
            <a:pPr indent="0" lvl="0" marL="0" marR="0" rtl="0" algn="l">
              <a:spcBef>
                <a:spcPts val="50"/>
              </a:spcBef>
              <a:spcAft>
                <a:spcPts val="0"/>
              </a:spcAft>
              <a:buNone/>
            </a:pPr>
            <a:r>
              <a:t/>
            </a:r>
            <a:endParaRPr sz="2400">
              <a:solidFill>
                <a:schemeClr val="dk1"/>
              </a:solidFill>
              <a:latin typeface="Times New Roman"/>
              <a:ea typeface="Times New Roman"/>
              <a:cs typeface="Times New Roman"/>
              <a:sym typeface="Times New Roman"/>
            </a:endParaRPr>
          </a:p>
          <a:p>
            <a:pPr indent="-287626" lvl="1" marL="756212" marR="0" rtl="0" algn="l">
              <a:spcBef>
                <a:spcPts val="5"/>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succ(Lundi) vaut Mardi</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succ(Dimanche) vaut Lundi</a:t>
            </a:r>
            <a:endParaRPr b="0" i="0" sz="2400" u="none" cap="none" strike="noStrike">
              <a:solidFill>
                <a:schemeClr val="dk1"/>
              </a:solidFill>
              <a:latin typeface="Times New Roman"/>
              <a:ea typeface="Times New Roman"/>
              <a:cs typeface="Times New Roman"/>
              <a:sym typeface="Times New Roman"/>
            </a:endParaRPr>
          </a:p>
          <a:p>
            <a:pPr indent="0" lvl="1" marL="457156" marR="0" rtl="0" algn="l">
              <a:spcBef>
                <a:spcPts val="3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867" lvl="0" marL="355565" marR="0" rtl="0" algn="l">
              <a:spcBef>
                <a:spcPts val="5"/>
              </a:spcBef>
              <a:spcAft>
                <a:spcPts val="0"/>
              </a:spcAft>
              <a:buClr>
                <a:srgbClr val="0000FF"/>
              </a:buClr>
              <a:buSzPts val="2400"/>
              <a:buFont typeface="Arial"/>
              <a:buChar char="•"/>
            </a:pPr>
            <a:r>
              <a:rPr b="1" lang="en-US" sz="2400">
                <a:solidFill>
                  <a:srgbClr val="0000FF"/>
                </a:solidFill>
                <a:latin typeface="Times New Roman"/>
                <a:ea typeface="Times New Roman"/>
                <a:cs typeface="Times New Roman"/>
                <a:sym typeface="Times New Roman"/>
              </a:rPr>
              <a:t>pred </a:t>
            </a:r>
            <a:r>
              <a:rPr lang="en-US" sz="2400">
                <a:solidFill>
                  <a:schemeClr val="dk1"/>
                </a:solidFill>
                <a:latin typeface="Times New Roman"/>
                <a:ea typeface="Times New Roman"/>
                <a:cs typeface="Times New Roman"/>
                <a:sym typeface="Times New Roman"/>
              </a:rPr>
              <a:t>permet d’obtenir le prédécesseur,</a:t>
            </a:r>
            <a:endParaRPr sz="2400">
              <a:solidFill>
                <a:schemeClr val="dk1"/>
              </a:solidFill>
              <a:latin typeface="Times New Roman"/>
              <a:ea typeface="Times New Roman"/>
              <a:cs typeface="Times New Roman"/>
              <a:sym typeface="Times New Roman"/>
            </a:endParaRPr>
          </a:p>
          <a:p>
            <a:pPr indent="0" lvl="0" marL="354930" marR="0" rtl="0" algn="l">
              <a:spcBef>
                <a:spcPts val="0"/>
              </a:spcBef>
              <a:spcAft>
                <a:spcPts val="0"/>
              </a:spcAft>
              <a:buNone/>
            </a:pPr>
            <a:r>
              <a:rPr lang="en-US" sz="2400">
                <a:solidFill>
                  <a:schemeClr val="dk1"/>
                </a:solidFill>
                <a:latin typeface="Times New Roman"/>
                <a:ea typeface="Times New Roman"/>
                <a:cs typeface="Times New Roman"/>
                <a:sym typeface="Times New Roman"/>
              </a:rPr>
              <a:t>par exemple avec le type JourDeLaSemaine :</a:t>
            </a:r>
            <a:endParaRPr sz="2400">
              <a:solidFill>
                <a:schemeClr val="dk1"/>
              </a:solidFill>
              <a:latin typeface="Times New Roman"/>
              <a:ea typeface="Times New Roman"/>
              <a:cs typeface="Times New Roman"/>
              <a:sym typeface="Times New Roman"/>
            </a:endParaRPr>
          </a:p>
          <a:p>
            <a:pPr indent="0" lvl="0" marL="0" marR="0" rtl="0" algn="l">
              <a:spcBef>
                <a:spcPts val="50"/>
              </a:spcBef>
              <a:spcAft>
                <a:spcPts val="0"/>
              </a:spcAft>
              <a:buNone/>
            </a:pPr>
            <a:r>
              <a:t/>
            </a:r>
            <a:endParaRPr sz="2400">
              <a:solidFill>
                <a:schemeClr val="dk1"/>
              </a:solidFill>
              <a:latin typeface="Times New Roman"/>
              <a:ea typeface="Times New Roman"/>
              <a:cs typeface="Times New Roman"/>
              <a:sym typeface="Times New Roman"/>
            </a:endParaRPr>
          </a:p>
          <a:p>
            <a:pPr indent="-287626" lvl="1" marL="756212" marR="0" rtl="0" algn="l">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pred(Mardi) vaut Lundi</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pred(Lundi) vaut Dimanche</a:t>
            </a:r>
            <a:endParaRPr b="0" i="0" sz="2400" u="none" cap="none" strike="noStrike">
              <a:solidFill>
                <a:schemeClr val="dk1"/>
              </a:solidFill>
              <a:latin typeface="Times New Roman"/>
              <a:ea typeface="Times New Roman"/>
              <a:cs typeface="Times New Roman"/>
              <a:sym typeface="Times New Roman"/>
            </a:endParaRPr>
          </a:p>
          <a:p>
            <a:pPr indent="0" lvl="1" marL="457156" marR="0" rtl="0" algn="l">
              <a:spcBef>
                <a:spcPts val="5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867" lvl="0" marL="354930" marR="5079" rtl="0" algn="l">
              <a:lnSpc>
                <a:spcPct val="80000"/>
              </a:lnSpc>
              <a:spcBef>
                <a:spcPts val="5"/>
              </a:spcBef>
              <a:spcAft>
                <a:spcPts val="0"/>
              </a:spcAft>
              <a:buClr>
                <a:srgbClr val="0000FF"/>
              </a:buClr>
              <a:buSzPts val="2400"/>
              <a:buFont typeface="Arial"/>
              <a:buChar char="•"/>
            </a:pPr>
            <a:r>
              <a:rPr b="1" lang="en-US" sz="2400">
                <a:solidFill>
                  <a:srgbClr val="0000FF"/>
                </a:solidFill>
                <a:latin typeface="Times New Roman"/>
                <a:ea typeface="Times New Roman"/>
                <a:cs typeface="Times New Roman"/>
                <a:sym typeface="Times New Roman"/>
              </a:rPr>
              <a:t>ord </a:t>
            </a:r>
            <a:r>
              <a:rPr lang="en-US" sz="2400">
                <a:solidFill>
                  <a:schemeClr val="dk1"/>
                </a:solidFill>
                <a:latin typeface="Times New Roman"/>
                <a:ea typeface="Times New Roman"/>
                <a:cs typeface="Times New Roman"/>
                <a:sym typeface="Times New Roman"/>
              </a:rPr>
              <a:t>permet d’obtenir le numéro d'ordre de l’énuméré, par exemple avec le  type JourDeLaSemaine :</a:t>
            </a:r>
            <a:endParaRPr sz="2400">
              <a:solidFill>
                <a:schemeClr val="dk1"/>
              </a:solidFill>
              <a:latin typeface="Times New Roman"/>
              <a:ea typeface="Times New Roman"/>
              <a:cs typeface="Times New Roman"/>
              <a:sym typeface="Times New Roman"/>
            </a:endParaRPr>
          </a:p>
          <a:p>
            <a:pPr indent="-287626" lvl="1" marL="756212" marR="0" rtl="0" algn="l">
              <a:spcBef>
                <a:spcPts val="5"/>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ord(Lundi) vaut 0</a:t>
            </a:r>
            <a:endParaRPr b="0" i="0" sz="2400" u="none" cap="none" strike="noStrike">
              <a:solidFill>
                <a:schemeClr val="dk1"/>
              </a:solidFill>
              <a:latin typeface="Times New Roman"/>
              <a:ea typeface="Times New Roman"/>
              <a:cs typeface="Times New Roman"/>
              <a:sym typeface="Times New Roman"/>
            </a:endParaRPr>
          </a:p>
          <a:p>
            <a:pPr indent="-287626" lvl="1" marL="756212" marR="0" rtl="0" algn="l">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ord Dimanche vaut 6</a:t>
            </a:r>
            <a:endParaRPr b="0" i="0" sz="2400" u="none" cap="none" strike="noStrike">
              <a:solidFill>
                <a:schemeClr val="dk1"/>
              </a:solidFill>
              <a:latin typeface="Times New Roman"/>
              <a:ea typeface="Times New Roman"/>
              <a:cs typeface="Times New Roman"/>
              <a:sym typeface="Times New Roman"/>
            </a:endParaRPr>
          </a:p>
        </p:txBody>
      </p:sp>
      <p:sp>
        <p:nvSpPr>
          <p:cNvPr id="421" name="Google Shape;421;p28"/>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5" name="Shape 425"/>
        <p:cNvGrpSpPr/>
        <p:nvPr/>
      </p:nvGrpSpPr>
      <p:grpSpPr>
        <a:xfrm>
          <a:off x="0" y="0"/>
          <a:ext cx="0" cy="0"/>
          <a:chOff x="0" y="0"/>
          <a:chExt cx="0" cy="0"/>
        </a:xfrm>
      </p:grpSpPr>
      <p:sp>
        <p:nvSpPr>
          <p:cNvPr id="426" name="Google Shape;426;p29"/>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
        <p:nvSpPr>
          <p:cNvPr id="427" name="Google Shape;427;p29"/>
          <p:cNvSpPr txBox="1"/>
          <p:nvPr>
            <p:ph type="title"/>
          </p:nvPr>
        </p:nvSpPr>
        <p:spPr>
          <a:xfrm>
            <a:off x="1079501" y="763015"/>
            <a:ext cx="7772400" cy="566180"/>
          </a:xfrm>
          <a:prstGeom prst="rect">
            <a:avLst/>
          </a:prstGeom>
          <a:noFill/>
          <a:ln>
            <a:noFill/>
          </a:ln>
        </p:spPr>
        <p:txBody>
          <a:bodyPr anchorCtr="0" anchor="t" bIns="0" lIns="0" spcFirstLastPara="1" rIns="0" wrap="square" tIns="12050">
            <a:spAutoFit/>
          </a:bodyPr>
          <a:lstStyle/>
          <a:p>
            <a:pPr indent="0" lvl="0" marL="12698" rtl="0" algn="ctr">
              <a:spcBef>
                <a:spcPts val="0"/>
              </a:spcBef>
              <a:spcAft>
                <a:spcPts val="0"/>
              </a:spcAft>
              <a:buNone/>
            </a:pPr>
            <a:r>
              <a:rPr lang="en-US" sz="3600">
                <a:solidFill>
                  <a:srgbClr val="FF0000"/>
                </a:solidFill>
              </a:rPr>
              <a:t>Les opérateurs sur les caractères</a:t>
            </a:r>
            <a:endParaRPr sz="3600">
              <a:solidFill>
                <a:srgbClr val="FF0000"/>
              </a:solidFill>
            </a:endParaRPr>
          </a:p>
        </p:txBody>
      </p:sp>
      <p:sp>
        <p:nvSpPr>
          <p:cNvPr id="428" name="Google Shape;428;p29"/>
          <p:cNvSpPr txBox="1"/>
          <p:nvPr/>
        </p:nvSpPr>
        <p:spPr>
          <a:xfrm>
            <a:off x="1310018" y="1496059"/>
            <a:ext cx="7734934" cy="3961981"/>
          </a:xfrm>
          <a:prstGeom prst="rect">
            <a:avLst/>
          </a:prstGeom>
          <a:noFill/>
          <a:ln>
            <a:noFill/>
          </a:ln>
        </p:spPr>
        <p:txBody>
          <a:bodyPr anchorCtr="0" anchor="t" bIns="0" lIns="0" spcFirstLastPara="1" rIns="0" wrap="square" tIns="12050">
            <a:spAutoFit/>
          </a:bodyPr>
          <a:lstStyle/>
          <a:p>
            <a:pPr indent="-342867" lvl="0" marL="354930" marR="5079"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Pour les caractères on retrouve les trois opérateurs  des énumérés (succ, pred, ord) avec en plus un  quatrième opérateur nommé </a:t>
            </a:r>
            <a:r>
              <a:rPr lang="en-US" sz="2400">
                <a:solidFill>
                  <a:srgbClr val="0000FF"/>
                </a:solidFill>
                <a:latin typeface="Times New Roman"/>
                <a:ea typeface="Times New Roman"/>
                <a:cs typeface="Times New Roman"/>
                <a:sym typeface="Times New Roman"/>
              </a:rPr>
              <a:t>car </a:t>
            </a:r>
            <a:r>
              <a:rPr lang="en-US" sz="2400">
                <a:solidFill>
                  <a:schemeClr val="dk1"/>
                </a:solidFill>
                <a:latin typeface="Times New Roman"/>
                <a:ea typeface="Times New Roman"/>
                <a:cs typeface="Times New Roman"/>
                <a:sym typeface="Times New Roman"/>
              </a:rPr>
              <a:t>qui est le dual de  l’opérateur ord avec comme fonction de bijection la  table de correspondance de la norme ASCII</a:t>
            </a:r>
            <a:endParaRPr sz="2400">
              <a:solidFill>
                <a:schemeClr val="dk1"/>
              </a:solidFill>
              <a:latin typeface="Times New Roman"/>
              <a:ea typeface="Times New Roman"/>
              <a:cs typeface="Times New Roman"/>
              <a:sym typeface="Times New Roman"/>
            </a:endParaRPr>
          </a:p>
          <a:p>
            <a:pPr indent="0" lvl="0" marL="0" marR="0" rtl="0" algn="l">
              <a:spcBef>
                <a:spcPts val="44"/>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ord (A) vaut 65 : son code ASCII</a:t>
            </a:r>
            <a:endParaRPr sz="2400">
              <a:solidFill>
                <a:schemeClr val="dk1"/>
              </a:solidFill>
              <a:latin typeface="Times New Roman"/>
              <a:ea typeface="Times New Roman"/>
              <a:cs typeface="Times New Roman"/>
              <a:sym typeface="Times New Roman"/>
            </a:endParaRPr>
          </a:p>
          <a:p>
            <a:pPr indent="-342867" lvl="0" marL="355565" marR="0" rtl="0" algn="l">
              <a:spcBef>
                <a:spcPts val="59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car (65) vaut A : le caractère correspondant à un code ASCII</a:t>
            </a:r>
            <a:endParaRPr sz="2400">
              <a:solidFill>
                <a:schemeClr val="dk1"/>
              </a:solidFill>
              <a:latin typeface="Times New Roman"/>
              <a:ea typeface="Times New Roman"/>
              <a:cs typeface="Times New Roman"/>
              <a:sym typeface="Times New Roman"/>
            </a:endParaRPr>
          </a:p>
          <a:p>
            <a:pPr indent="-342867" lvl="0" marL="355565" marR="0" rtl="0" algn="l">
              <a:spcBef>
                <a:spcPts val="65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pred (A) vaut @</a:t>
            </a:r>
            <a:endParaRPr sz="2400">
              <a:solidFill>
                <a:schemeClr val="dk1"/>
              </a:solidFill>
              <a:latin typeface="Times New Roman"/>
              <a:ea typeface="Times New Roman"/>
              <a:cs typeface="Times New Roman"/>
              <a:sym typeface="Times New Roman"/>
            </a:endParaRPr>
          </a:p>
          <a:p>
            <a:pPr indent="-342867" lvl="0" marL="355565" marR="0" rtl="0" algn="l">
              <a:spcBef>
                <a:spcPts val="669"/>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Succ (A) vaut B</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0"/>
          <p:cNvSpPr txBox="1"/>
          <p:nvPr>
            <p:ph type="title"/>
          </p:nvPr>
        </p:nvSpPr>
        <p:spPr>
          <a:xfrm>
            <a:off x="2984647" y="577850"/>
            <a:ext cx="5368978" cy="566038"/>
          </a:xfrm>
          <a:prstGeom prst="rect">
            <a:avLst/>
          </a:prstGeom>
          <a:noFill/>
          <a:ln>
            <a:noFill/>
          </a:ln>
        </p:spPr>
        <p:txBody>
          <a:bodyPr anchorCtr="0" anchor="t" bIns="0" lIns="0" spcFirstLastPara="1" rIns="0" wrap="square" tIns="15200">
            <a:spAutoFit/>
          </a:bodyPr>
          <a:lstStyle/>
          <a:p>
            <a:pPr indent="0" lvl="0" marL="14483" rtl="0" algn="l">
              <a:spcBef>
                <a:spcPts val="0"/>
              </a:spcBef>
              <a:spcAft>
                <a:spcPts val="0"/>
              </a:spcAft>
              <a:buNone/>
            </a:pPr>
            <a:r>
              <a:rPr lang="en-US" sz="3600">
                <a:solidFill>
                  <a:srgbClr val="FF0000"/>
                </a:solidFill>
              </a:rPr>
              <a:t>Opérateurs arithmétiques</a:t>
            </a:r>
            <a:endParaRPr sz="3600">
              <a:solidFill>
                <a:srgbClr val="FF0000"/>
              </a:solidFill>
            </a:endParaRPr>
          </a:p>
        </p:txBody>
      </p:sp>
      <p:sp>
        <p:nvSpPr>
          <p:cNvPr id="434" name="Google Shape;434;p30"/>
          <p:cNvSpPr txBox="1"/>
          <p:nvPr/>
        </p:nvSpPr>
        <p:spPr>
          <a:xfrm>
            <a:off x="983555" y="1623192"/>
            <a:ext cx="8775271" cy="723242"/>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chemeClr val="dk1"/>
                </a:solidFill>
                <a:latin typeface="Times New Roman"/>
                <a:ea typeface="Times New Roman"/>
                <a:cs typeface="Times New Roman"/>
                <a:sym typeface="Times New Roman"/>
              </a:rPr>
              <a:t>Les opérateurs arithmétiques opèrent sur les données numériques</a:t>
            </a:r>
            <a:endParaRPr/>
          </a:p>
          <a:p>
            <a:pPr indent="0" lvl="0" marL="405526" marR="0" rtl="0" algn="l">
              <a:spcBef>
                <a:spcPts val="6"/>
              </a:spcBef>
              <a:spcAft>
                <a:spcPts val="0"/>
              </a:spcAft>
              <a:buNone/>
            </a:pPr>
            <a:r>
              <a:rPr lang="en-US" sz="2300">
                <a:solidFill>
                  <a:schemeClr val="dk1"/>
                </a:solidFill>
                <a:latin typeface="Times New Roman"/>
                <a:ea typeface="Times New Roman"/>
                <a:cs typeface="Times New Roman"/>
                <a:sym typeface="Times New Roman"/>
              </a:rPr>
              <a:t>(entières ou réelles)</a:t>
            </a:r>
            <a:endParaRPr/>
          </a:p>
        </p:txBody>
      </p:sp>
      <p:grpSp>
        <p:nvGrpSpPr>
          <p:cNvPr id="435" name="Google Shape;435;p30"/>
          <p:cNvGrpSpPr/>
          <p:nvPr/>
        </p:nvGrpSpPr>
        <p:grpSpPr>
          <a:xfrm>
            <a:off x="1498264" y="2503159"/>
            <a:ext cx="7162350" cy="3089769"/>
            <a:chOff x="1281175" y="2271775"/>
            <a:chExt cx="6124575" cy="2804160"/>
          </a:xfrm>
        </p:grpSpPr>
        <p:sp>
          <p:nvSpPr>
            <p:cNvPr id="436" name="Google Shape;436;p30"/>
            <p:cNvSpPr/>
            <p:nvPr/>
          </p:nvSpPr>
          <p:spPr>
            <a:xfrm>
              <a:off x="1281175" y="2271775"/>
              <a:ext cx="6124575" cy="2804160"/>
            </a:xfrm>
            <a:custGeom>
              <a:rect b="b" l="l" r="r" t="t"/>
              <a:pathLst>
                <a:path extrusionOk="0" h="2804160" w="6124575">
                  <a:moveTo>
                    <a:pt x="2046224" y="0"/>
                  </a:moveTo>
                  <a:lnTo>
                    <a:pt x="2046224" y="2803652"/>
                  </a:lnTo>
                </a:path>
                <a:path extrusionOk="0" h="2804160" w="6124575">
                  <a:moveTo>
                    <a:pt x="4078224" y="0"/>
                  </a:moveTo>
                  <a:lnTo>
                    <a:pt x="4078224" y="2803652"/>
                  </a:lnTo>
                </a:path>
                <a:path extrusionOk="0" h="2804160" w="6124575">
                  <a:moveTo>
                    <a:pt x="0" y="410463"/>
                  </a:moveTo>
                  <a:lnTo>
                    <a:pt x="6124448" y="410463"/>
                  </a:lnTo>
                </a:path>
                <a:path extrusionOk="0" h="2804160" w="6124575">
                  <a:moveTo>
                    <a:pt x="0" y="806576"/>
                  </a:moveTo>
                  <a:lnTo>
                    <a:pt x="6124448" y="806576"/>
                  </a:lnTo>
                </a:path>
                <a:path extrusionOk="0" h="2804160" w="6124575">
                  <a:moveTo>
                    <a:pt x="0" y="1235075"/>
                  </a:moveTo>
                  <a:lnTo>
                    <a:pt x="6124448" y="1235075"/>
                  </a:lnTo>
                </a:path>
                <a:path extrusionOk="0" h="2804160" w="6124575">
                  <a:moveTo>
                    <a:pt x="0" y="1631188"/>
                  </a:moveTo>
                  <a:lnTo>
                    <a:pt x="6124448" y="1631188"/>
                  </a:lnTo>
                </a:path>
                <a:path extrusionOk="0" h="2804160" w="6124575">
                  <a:moveTo>
                    <a:pt x="0" y="2027428"/>
                  </a:moveTo>
                  <a:lnTo>
                    <a:pt x="6124448" y="2027428"/>
                  </a:lnTo>
                </a:path>
              </a:pathLst>
            </a:custGeom>
            <a:noFill/>
            <a:ln cap="flat" cmpd="sng" w="12700">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30"/>
            <p:cNvSpPr/>
            <p:nvPr/>
          </p:nvSpPr>
          <p:spPr>
            <a:xfrm>
              <a:off x="1281175" y="2271775"/>
              <a:ext cx="6124575" cy="2804160"/>
            </a:xfrm>
            <a:custGeom>
              <a:rect b="b" l="l" r="r" t="t"/>
              <a:pathLst>
                <a:path extrusionOk="0" h="2804160" w="6124575">
                  <a:moveTo>
                    <a:pt x="14224" y="0"/>
                  </a:moveTo>
                  <a:lnTo>
                    <a:pt x="14224" y="2803652"/>
                  </a:lnTo>
                </a:path>
                <a:path extrusionOk="0" h="2804160" w="6124575">
                  <a:moveTo>
                    <a:pt x="6110224" y="0"/>
                  </a:moveTo>
                  <a:lnTo>
                    <a:pt x="6110224" y="2803652"/>
                  </a:lnTo>
                </a:path>
                <a:path extrusionOk="0" h="2804160" w="6124575">
                  <a:moveTo>
                    <a:pt x="0" y="14224"/>
                  </a:moveTo>
                  <a:lnTo>
                    <a:pt x="6124448" y="14224"/>
                  </a:lnTo>
                </a:path>
                <a:path extrusionOk="0" h="2804160" w="6124575">
                  <a:moveTo>
                    <a:pt x="0" y="2789428"/>
                  </a:moveTo>
                  <a:lnTo>
                    <a:pt x="6124448" y="2789428"/>
                  </a:lnTo>
                </a:path>
              </a:pathLst>
            </a:custGeom>
            <a:noFill/>
            <a:ln cap="flat" cmpd="sng" w="2857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8" name="Google Shape;438;p30"/>
          <p:cNvSpPr txBox="1"/>
          <p:nvPr/>
        </p:nvSpPr>
        <p:spPr>
          <a:xfrm>
            <a:off x="1607278" y="2554238"/>
            <a:ext cx="246542"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Tahoma"/>
                <a:ea typeface="Tahoma"/>
                <a:cs typeface="Tahoma"/>
                <a:sym typeface="Tahoma"/>
              </a:rPr>
              <a:t>+</a:t>
            </a:r>
            <a:endParaRPr sz="2300">
              <a:solidFill>
                <a:schemeClr val="dk1"/>
              </a:solidFill>
              <a:latin typeface="Tahoma"/>
              <a:ea typeface="Tahoma"/>
              <a:cs typeface="Tahoma"/>
              <a:sym typeface="Tahoma"/>
            </a:endParaRPr>
          </a:p>
        </p:txBody>
      </p:sp>
      <p:sp>
        <p:nvSpPr>
          <p:cNvPr id="439" name="Google Shape;439;p30"/>
          <p:cNvSpPr txBox="1"/>
          <p:nvPr/>
        </p:nvSpPr>
        <p:spPr>
          <a:xfrm>
            <a:off x="4528357" y="2545841"/>
            <a:ext cx="1104241"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Addition</a:t>
            </a:r>
            <a:endParaRPr sz="2300">
              <a:solidFill>
                <a:schemeClr val="dk1"/>
              </a:solidFill>
              <a:latin typeface="Arial"/>
              <a:ea typeface="Arial"/>
              <a:cs typeface="Arial"/>
              <a:sym typeface="Arial"/>
            </a:endParaRPr>
          </a:p>
        </p:txBody>
      </p:sp>
      <p:sp>
        <p:nvSpPr>
          <p:cNvPr id="440" name="Google Shape;440;p30"/>
          <p:cNvSpPr txBox="1"/>
          <p:nvPr/>
        </p:nvSpPr>
        <p:spPr>
          <a:xfrm>
            <a:off x="7156557" y="2545841"/>
            <a:ext cx="600761"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A+B</a:t>
            </a:r>
            <a:endParaRPr sz="2300">
              <a:solidFill>
                <a:schemeClr val="dk1"/>
              </a:solidFill>
              <a:latin typeface="Arial"/>
              <a:ea typeface="Arial"/>
              <a:cs typeface="Arial"/>
              <a:sym typeface="Arial"/>
            </a:endParaRPr>
          </a:p>
        </p:txBody>
      </p:sp>
      <p:sp>
        <p:nvSpPr>
          <p:cNvPr id="441" name="Google Shape;441;p30"/>
          <p:cNvSpPr txBox="1"/>
          <p:nvPr/>
        </p:nvSpPr>
        <p:spPr>
          <a:xfrm>
            <a:off x="1607277" y="2990834"/>
            <a:ext cx="138123"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Tahoma"/>
                <a:ea typeface="Tahoma"/>
                <a:cs typeface="Tahoma"/>
                <a:sym typeface="Tahoma"/>
              </a:rPr>
              <a:t>-</a:t>
            </a:r>
            <a:endParaRPr sz="2300">
              <a:solidFill>
                <a:schemeClr val="dk1"/>
              </a:solidFill>
              <a:latin typeface="Tahoma"/>
              <a:ea typeface="Tahoma"/>
              <a:cs typeface="Tahoma"/>
              <a:sym typeface="Tahoma"/>
            </a:endParaRPr>
          </a:p>
        </p:txBody>
      </p:sp>
      <p:sp>
        <p:nvSpPr>
          <p:cNvPr id="442" name="Google Shape;442;p30"/>
          <p:cNvSpPr txBox="1"/>
          <p:nvPr/>
        </p:nvSpPr>
        <p:spPr>
          <a:xfrm>
            <a:off x="3984183" y="2980759"/>
            <a:ext cx="1684953"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Soustraction</a:t>
            </a:r>
            <a:endParaRPr sz="2300">
              <a:solidFill>
                <a:schemeClr val="dk1"/>
              </a:solidFill>
              <a:latin typeface="Arial"/>
              <a:ea typeface="Arial"/>
              <a:cs typeface="Arial"/>
              <a:sym typeface="Arial"/>
            </a:endParaRPr>
          </a:p>
        </p:txBody>
      </p:sp>
      <p:sp>
        <p:nvSpPr>
          <p:cNvPr id="443" name="Google Shape;443;p30"/>
          <p:cNvSpPr txBox="1"/>
          <p:nvPr/>
        </p:nvSpPr>
        <p:spPr>
          <a:xfrm>
            <a:off x="7193986" y="2982439"/>
            <a:ext cx="526501"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A-B</a:t>
            </a:r>
            <a:endParaRPr sz="2300">
              <a:solidFill>
                <a:schemeClr val="dk1"/>
              </a:solidFill>
              <a:latin typeface="Arial"/>
              <a:ea typeface="Arial"/>
              <a:cs typeface="Arial"/>
              <a:sym typeface="Arial"/>
            </a:endParaRPr>
          </a:p>
        </p:txBody>
      </p:sp>
      <p:sp>
        <p:nvSpPr>
          <p:cNvPr id="444" name="Google Shape;444;p30"/>
          <p:cNvSpPr txBox="1"/>
          <p:nvPr/>
        </p:nvSpPr>
        <p:spPr>
          <a:xfrm>
            <a:off x="1607278" y="3427433"/>
            <a:ext cx="192333"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Tahoma"/>
                <a:ea typeface="Tahoma"/>
                <a:cs typeface="Tahoma"/>
                <a:sym typeface="Tahoma"/>
              </a:rPr>
              <a:t>*</a:t>
            </a:r>
            <a:endParaRPr sz="2300">
              <a:solidFill>
                <a:schemeClr val="dk1"/>
              </a:solidFill>
              <a:latin typeface="Tahoma"/>
              <a:ea typeface="Tahoma"/>
              <a:cs typeface="Tahoma"/>
              <a:sym typeface="Tahoma"/>
            </a:endParaRPr>
          </a:p>
        </p:txBody>
      </p:sp>
      <p:sp>
        <p:nvSpPr>
          <p:cNvPr id="445" name="Google Shape;445;p30"/>
          <p:cNvSpPr txBox="1"/>
          <p:nvPr/>
        </p:nvSpPr>
        <p:spPr>
          <a:xfrm>
            <a:off x="4205773" y="3419037"/>
            <a:ext cx="1750302"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Multiplication</a:t>
            </a:r>
            <a:endParaRPr sz="2300">
              <a:solidFill>
                <a:schemeClr val="dk1"/>
              </a:solidFill>
              <a:latin typeface="Arial"/>
              <a:ea typeface="Arial"/>
              <a:cs typeface="Arial"/>
              <a:sym typeface="Arial"/>
            </a:endParaRPr>
          </a:p>
        </p:txBody>
      </p:sp>
      <p:sp>
        <p:nvSpPr>
          <p:cNvPr id="446" name="Google Shape;446;p30"/>
          <p:cNvSpPr txBox="1"/>
          <p:nvPr/>
        </p:nvSpPr>
        <p:spPr>
          <a:xfrm>
            <a:off x="7186855" y="3419037"/>
            <a:ext cx="542837"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A*B</a:t>
            </a:r>
            <a:endParaRPr sz="2300">
              <a:solidFill>
                <a:schemeClr val="dk1"/>
              </a:solidFill>
              <a:latin typeface="Arial"/>
              <a:ea typeface="Arial"/>
              <a:cs typeface="Arial"/>
              <a:sym typeface="Arial"/>
            </a:endParaRPr>
          </a:p>
        </p:txBody>
      </p:sp>
      <p:sp>
        <p:nvSpPr>
          <p:cNvPr id="447" name="Google Shape;447;p30"/>
          <p:cNvSpPr txBox="1"/>
          <p:nvPr/>
        </p:nvSpPr>
        <p:spPr>
          <a:xfrm>
            <a:off x="1607278" y="3899574"/>
            <a:ext cx="144063"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Tahoma"/>
                <a:ea typeface="Tahoma"/>
                <a:cs typeface="Tahoma"/>
                <a:sym typeface="Tahoma"/>
              </a:rPr>
              <a:t>/</a:t>
            </a:r>
            <a:endParaRPr sz="2300">
              <a:solidFill>
                <a:schemeClr val="dk1"/>
              </a:solidFill>
              <a:latin typeface="Tahoma"/>
              <a:ea typeface="Tahoma"/>
              <a:cs typeface="Tahoma"/>
              <a:sym typeface="Tahoma"/>
            </a:endParaRPr>
          </a:p>
        </p:txBody>
      </p:sp>
      <p:sp>
        <p:nvSpPr>
          <p:cNvPr id="448" name="Google Shape;448;p30"/>
          <p:cNvSpPr txBox="1"/>
          <p:nvPr/>
        </p:nvSpPr>
        <p:spPr>
          <a:xfrm>
            <a:off x="4542615" y="3891178"/>
            <a:ext cx="1073053"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Division</a:t>
            </a:r>
            <a:endParaRPr sz="2300">
              <a:solidFill>
                <a:schemeClr val="dk1"/>
              </a:solidFill>
              <a:latin typeface="Arial"/>
              <a:ea typeface="Arial"/>
              <a:cs typeface="Arial"/>
              <a:sym typeface="Arial"/>
            </a:endParaRPr>
          </a:p>
        </p:txBody>
      </p:sp>
      <p:sp>
        <p:nvSpPr>
          <p:cNvPr id="449" name="Google Shape;449;p30"/>
          <p:cNvSpPr txBox="1"/>
          <p:nvPr/>
        </p:nvSpPr>
        <p:spPr>
          <a:xfrm>
            <a:off x="7202896" y="3891178"/>
            <a:ext cx="507937"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A/B</a:t>
            </a:r>
            <a:endParaRPr sz="2300">
              <a:solidFill>
                <a:schemeClr val="dk1"/>
              </a:solidFill>
              <a:latin typeface="Arial"/>
              <a:ea typeface="Arial"/>
              <a:cs typeface="Arial"/>
              <a:sym typeface="Arial"/>
            </a:endParaRPr>
          </a:p>
        </p:txBody>
      </p:sp>
      <p:sp>
        <p:nvSpPr>
          <p:cNvPr id="450" name="Google Shape;450;p30"/>
          <p:cNvSpPr txBox="1"/>
          <p:nvPr/>
        </p:nvSpPr>
        <p:spPr>
          <a:xfrm>
            <a:off x="1607278" y="4332814"/>
            <a:ext cx="209412" cy="368567"/>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300">
                <a:solidFill>
                  <a:srgbClr val="40458B"/>
                </a:solidFill>
                <a:latin typeface="Noto Sans Symbols"/>
                <a:ea typeface="Noto Sans Symbols"/>
                <a:cs typeface="Noto Sans Symbols"/>
                <a:sym typeface="Noto Sans Symbols"/>
              </a:rPr>
              <a:t>↑</a:t>
            </a:r>
            <a:endParaRPr sz="2300">
              <a:solidFill>
                <a:schemeClr val="dk1"/>
              </a:solidFill>
              <a:latin typeface="Noto Sans Symbols"/>
              <a:ea typeface="Noto Sans Symbols"/>
              <a:cs typeface="Noto Sans Symbols"/>
              <a:sym typeface="Noto Sans Symbols"/>
            </a:endParaRPr>
          </a:p>
        </p:txBody>
      </p:sp>
      <p:sp>
        <p:nvSpPr>
          <p:cNvPr id="451" name="Google Shape;451;p30"/>
          <p:cNvSpPr txBox="1"/>
          <p:nvPr/>
        </p:nvSpPr>
        <p:spPr>
          <a:xfrm>
            <a:off x="4376868" y="4327775"/>
            <a:ext cx="1404994" cy="368567"/>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Puissance</a:t>
            </a:r>
            <a:endParaRPr sz="2300">
              <a:solidFill>
                <a:schemeClr val="dk1"/>
              </a:solidFill>
              <a:latin typeface="Arial"/>
              <a:ea typeface="Arial"/>
              <a:cs typeface="Arial"/>
              <a:sym typeface="Arial"/>
            </a:endParaRPr>
          </a:p>
        </p:txBody>
      </p:sp>
      <p:sp>
        <p:nvSpPr>
          <p:cNvPr id="452" name="Google Shape;452;p30"/>
          <p:cNvSpPr txBox="1"/>
          <p:nvPr/>
        </p:nvSpPr>
        <p:spPr>
          <a:xfrm>
            <a:off x="7128043" y="4327775"/>
            <a:ext cx="658684" cy="368567"/>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A**B</a:t>
            </a:r>
            <a:endParaRPr sz="2300">
              <a:solidFill>
                <a:schemeClr val="dk1"/>
              </a:solidFill>
              <a:latin typeface="Arial"/>
              <a:ea typeface="Arial"/>
              <a:cs typeface="Arial"/>
              <a:sym typeface="Arial"/>
            </a:endParaRPr>
          </a:p>
        </p:txBody>
      </p:sp>
      <p:sp>
        <p:nvSpPr>
          <p:cNvPr id="453" name="Google Shape;453;p30"/>
          <p:cNvSpPr txBox="1"/>
          <p:nvPr/>
        </p:nvSpPr>
        <p:spPr>
          <a:xfrm>
            <a:off x="1607277" y="4772433"/>
            <a:ext cx="138123"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Tahoma"/>
                <a:ea typeface="Tahoma"/>
                <a:cs typeface="Tahoma"/>
                <a:sym typeface="Tahoma"/>
              </a:rPr>
              <a:t>-</a:t>
            </a:r>
            <a:endParaRPr sz="2300">
              <a:solidFill>
                <a:schemeClr val="dk1"/>
              </a:solidFill>
              <a:latin typeface="Tahoma"/>
              <a:ea typeface="Tahoma"/>
              <a:cs typeface="Tahoma"/>
              <a:sym typeface="Tahoma"/>
            </a:endParaRPr>
          </a:p>
        </p:txBody>
      </p:sp>
      <p:sp>
        <p:nvSpPr>
          <p:cNvPr id="454" name="Google Shape;454;p30"/>
          <p:cNvSpPr txBox="1"/>
          <p:nvPr/>
        </p:nvSpPr>
        <p:spPr>
          <a:xfrm>
            <a:off x="4212903" y="4762358"/>
            <a:ext cx="1733222"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Moins unaire</a:t>
            </a:r>
            <a:endParaRPr sz="2300">
              <a:solidFill>
                <a:schemeClr val="dk1"/>
              </a:solidFill>
              <a:latin typeface="Arial"/>
              <a:ea typeface="Arial"/>
              <a:cs typeface="Arial"/>
              <a:sym typeface="Arial"/>
            </a:endParaRPr>
          </a:p>
        </p:txBody>
      </p:sp>
      <p:sp>
        <p:nvSpPr>
          <p:cNvPr id="455" name="Google Shape;455;p30"/>
          <p:cNvSpPr txBox="1"/>
          <p:nvPr/>
        </p:nvSpPr>
        <p:spPr>
          <a:xfrm>
            <a:off x="4608558" y="5167806"/>
            <a:ext cx="940871" cy="368567"/>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(signe)</a:t>
            </a:r>
            <a:endParaRPr sz="2300">
              <a:solidFill>
                <a:schemeClr val="dk1"/>
              </a:solidFill>
              <a:latin typeface="Arial"/>
              <a:ea typeface="Arial"/>
              <a:cs typeface="Arial"/>
              <a:sym typeface="Arial"/>
            </a:endParaRPr>
          </a:p>
        </p:txBody>
      </p:sp>
      <p:sp>
        <p:nvSpPr>
          <p:cNvPr id="456" name="Google Shape;456;p30"/>
          <p:cNvSpPr txBox="1"/>
          <p:nvPr/>
        </p:nvSpPr>
        <p:spPr>
          <a:xfrm>
            <a:off x="7293790" y="4764036"/>
            <a:ext cx="328971"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-A</a:t>
            </a:r>
            <a:endParaRPr sz="2300">
              <a:solidFill>
                <a:schemeClr val="dk1"/>
              </a:solidFill>
              <a:latin typeface="Arial"/>
              <a:ea typeface="Arial"/>
              <a:cs typeface="Arial"/>
              <a:sym typeface="Arial"/>
            </a:endParaRPr>
          </a:p>
        </p:txBody>
      </p:sp>
      <p:sp>
        <p:nvSpPr>
          <p:cNvPr id="457" name="Google Shape;457;p30"/>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1"/>
          <p:cNvSpPr txBox="1"/>
          <p:nvPr>
            <p:ph type="title"/>
          </p:nvPr>
        </p:nvSpPr>
        <p:spPr>
          <a:xfrm>
            <a:off x="2369331" y="425450"/>
            <a:ext cx="5063770" cy="566038"/>
          </a:xfrm>
          <a:prstGeom prst="rect">
            <a:avLst/>
          </a:prstGeom>
          <a:noFill/>
          <a:ln>
            <a:noFill/>
          </a:ln>
        </p:spPr>
        <p:txBody>
          <a:bodyPr anchorCtr="0" anchor="t" bIns="0" lIns="0" spcFirstLastPara="1" rIns="0" wrap="square" tIns="15200">
            <a:spAutoFit/>
          </a:bodyPr>
          <a:lstStyle/>
          <a:p>
            <a:pPr indent="0" lvl="0" marL="14483" rtl="0" algn="ctr">
              <a:spcBef>
                <a:spcPts val="0"/>
              </a:spcBef>
              <a:spcAft>
                <a:spcPts val="0"/>
              </a:spcAft>
              <a:buNone/>
            </a:pPr>
            <a:r>
              <a:rPr lang="en-US" sz="3600">
                <a:solidFill>
                  <a:srgbClr val="FF0000"/>
                </a:solidFill>
              </a:rPr>
              <a:t>Opérateurs Logiques (1)</a:t>
            </a:r>
            <a:endParaRPr/>
          </a:p>
        </p:txBody>
      </p:sp>
      <p:sp>
        <p:nvSpPr>
          <p:cNvPr id="463" name="Google Shape;463;p31"/>
          <p:cNvSpPr txBox="1"/>
          <p:nvPr/>
        </p:nvSpPr>
        <p:spPr>
          <a:xfrm>
            <a:off x="786440" y="1361288"/>
            <a:ext cx="7051703" cy="766699"/>
          </a:xfrm>
          <a:prstGeom prst="rect">
            <a:avLst/>
          </a:prstGeom>
          <a:noFill/>
          <a:ln>
            <a:noFill/>
          </a:ln>
        </p:spPr>
        <p:txBody>
          <a:bodyPr anchorCtr="0" anchor="t" bIns="0" lIns="0" spcFirstLastPara="1" rIns="0" wrap="square" tIns="5775">
            <a:spAutoFit/>
          </a:bodyPr>
          <a:lstStyle/>
          <a:p>
            <a:pPr indent="0" lvl="0" marL="14483" marR="5793" rtl="0" algn="l">
              <a:lnSpc>
                <a:spcPct val="102600"/>
              </a:lnSpc>
              <a:spcBef>
                <a:spcPts val="0"/>
              </a:spcBef>
              <a:spcAft>
                <a:spcPts val="0"/>
              </a:spcAft>
              <a:buNone/>
            </a:pPr>
            <a:r>
              <a:rPr lang="en-US" sz="2400">
                <a:solidFill>
                  <a:schemeClr val="dk1"/>
                </a:solidFill>
                <a:latin typeface="Times New Roman"/>
                <a:ea typeface="Times New Roman"/>
                <a:cs typeface="Times New Roman"/>
                <a:sym typeface="Times New Roman"/>
              </a:rPr>
              <a:t>Les opérateurs logiques opèrent sur des données logiques:  NON - ET - OU - XOR</a:t>
            </a:r>
            <a:endParaRPr/>
          </a:p>
        </p:txBody>
      </p:sp>
      <p:grpSp>
        <p:nvGrpSpPr>
          <p:cNvPr id="464" name="Google Shape;464;p31"/>
          <p:cNvGrpSpPr/>
          <p:nvPr/>
        </p:nvGrpSpPr>
        <p:grpSpPr>
          <a:xfrm>
            <a:off x="1676487" y="4434125"/>
            <a:ext cx="6895015" cy="1880729"/>
            <a:chOff x="1433575" y="4024248"/>
            <a:chExt cx="5895975" cy="1706880"/>
          </a:xfrm>
        </p:grpSpPr>
        <p:sp>
          <p:nvSpPr>
            <p:cNvPr id="465" name="Google Shape;465;p31"/>
            <p:cNvSpPr/>
            <p:nvPr/>
          </p:nvSpPr>
          <p:spPr>
            <a:xfrm>
              <a:off x="1447800" y="4038536"/>
              <a:ext cx="1927225" cy="335915"/>
            </a:xfrm>
            <a:custGeom>
              <a:rect b="b" l="l" r="r" t="t"/>
              <a:pathLst>
                <a:path extrusionOk="0" h="335914" w="1927225">
                  <a:moveTo>
                    <a:pt x="1927225" y="0"/>
                  </a:moveTo>
                  <a:lnTo>
                    <a:pt x="965200" y="0"/>
                  </a:lnTo>
                  <a:lnTo>
                    <a:pt x="0" y="0"/>
                  </a:lnTo>
                  <a:lnTo>
                    <a:pt x="0" y="335343"/>
                  </a:lnTo>
                  <a:lnTo>
                    <a:pt x="965200" y="335343"/>
                  </a:lnTo>
                  <a:lnTo>
                    <a:pt x="1927225" y="335343"/>
                  </a:lnTo>
                  <a:lnTo>
                    <a:pt x="19272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31"/>
            <p:cNvSpPr/>
            <p:nvPr/>
          </p:nvSpPr>
          <p:spPr>
            <a:xfrm>
              <a:off x="3375025" y="4038536"/>
              <a:ext cx="3940175" cy="335915"/>
            </a:xfrm>
            <a:custGeom>
              <a:rect b="b" l="l" r="r" t="t"/>
              <a:pathLst>
                <a:path extrusionOk="0" h="335914" w="3940175">
                  <a:moveTo>
                    <a:pt x="3940175" y="0"/>
                  </a:moveTo>
                  <a:lnTo>
                    <a:pt x="2627376" y="0"/>
                  </a:lnTo>
                  <a:lnTo>
                    <a:pt x="1312926" y="0"/>
                  </a:lnTo>
                  <a:lnTo>
                    <a:pt x="0" y="0"/>
                  </a:lnTo>
                  <a:lnTo>
                    <a:pt x="0" y="335343"/>
                  </a:lnTo>
                  <a:lnTo>
                    <a:pt x="1312926" y="335343"/>
                  </a:lnTo>
                  <a:lnTo>
                    <a:pt x="2627376" y="335343"/>
                  </a:lnTo>
                  <a:lnTo>
                    <a:pt x="3940175" y="335343"/>
                  </a:lnTo>
                  <a:lnTo>
                    <a:pt x="3940175"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31"/>
            <p:cNvSpPr/>
            <p:nvPr/>
          </p:nvSpPr>
          <p:spPr>
            <a:xfrm>
              <a:off x="1447800" y="4373943"/>
              <a:ext cx="1927225" cy="335915"/>
            </a:xfrm>
            <a:custGeom>
              <a:rect b="b" l="l" r="r" t="t"/>
              <a:pathLst>
                <a:path extrusionOk="0" h="335914" w="1927225">
                  <a:moveTo>
                    <a:pt x="1927225" y="0"/>
                  </a:moveTo>
                  <a:lnTo>
                    <a:pt x="965200" y="0"/>
                  </a:lnTo>
                  <a:lnTo>
                    <a:pt x="0" y="0"/>
                  </a:lnTo>
                  <a:lnTo>
                    <a:pt x="0" y="335343"/>
                  </a:lnTo>
                  <a:lnTo>
                    <a:pt x="965200" y="335343"/>
                  </a:lnTo>
                  <a:lnTo>
                    <a:pt x="1927225" y="335343"/>
                  </a:lnTo>
                  <a:lnTo>
                    <a:pt x="19272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31"/>
            <p:cNvSpPr/>
            <p:nvPr/>
          </p:nvSpPr>
          <p:spPr>
            <a:xfrm>
              <a:off x="3375025" y="4373943"/>
              <a:ext cx="3940175" cy="335915"/>
            </a:xfrm>
            <a:custGeom>
              <a:rect b="b" l="l" r="r" t="t"/>
              <a:pathLst>
                <a:path extrusionOk="0" h="335914" w="3940175">
                  <a:moveTo>
                    <a:pt x="3940175" y="0"/>
                  </a:moveTo>
                  <a:lnTo>
                    <a:pt x="2627376" y="0"/>
                  </a:lnTo>
                  <a:lnTo>
                    <a:pt x="1312926" y="0"/>
                  </a:lnTo>
                  <a:lnTo>
                    <a:pt x="0" y="0"/>
                  </a:lnTo>
                  <a:lnTo>
                    <a:pt x="0" y="335343"/>
                  </a:lnTo>
                  <a:lnTo>
                    <a:pt x="1312926" y="335343"/>
                  </a:lnTo>
                  <a:lnTo>
                    <a:pt x="2627376" y="335343"/>
                  </a:lnTo>
                  <a:lnTo>
                    <a:pt x="3940175" y="335343"/>
                  </a:lnTo>
                  <a:lnTo>
                    <a:pt x="3940175"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31"/>
            <p:cNvSpPr/>
            <p:nvPr/>
          </p:nvSpPr>
          <p:spPr>
            <a:xfrm>
              <a:off x="1447800" y="4709350"/>
              <a:ext cx="1927225" cy="335915"/>
            </a:xfrm>
            <a:custGeom>
              <a:rect b="b" l="l" r="r" t="t"/>
              <a:pathLst>
                <a:path extrusionOk="0" h="335914" w="1927225">
                  <a:moveTo>
                    <a:pt x="1927225" y="0"/>
                  </a:moveTo>
                  <a:lnTo>
                    <a:pt x="965200" y="0"/>
                  </a:lnTo>
                  <a:lnTo>
                    <a:pt x="0" y="0"/>
                  </a:lnTo>
                  <a:lnTo>
                    <a:pt x="0" y="335343"/>
                  </a:lnTo>
                  <a:lnTo>
                    <a:pt x="965200" y="335343"/>
                  </a:lnTo>
                  <a:lnTo>
                    <a:pt x="1927225" y="335343"/>
                  </a:lnTo>
                  <a:lnTo>
                    <a:pt x="19272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31"/>
            <p:cNvSpPr/>
            <p:nvPr/>
          </p:nvSpPr>
          <p:spPr>
            <a:xfrm>
              <a:off x="3375025" y="4709350"/>
              <a:ext cx="3940175" cy="335915"/>
            </a:xfrm>
            <a:custGeom>
              <a:rect b="b" l="l" r="r" t="t"/>
              <a:pathLst>
                <a:path extrusionOk="0" h="335914" w="3940175">
                  <a:moveTo>
                    <a:pt x="3940175" y="0"/>
                  </a:moveTo>
                  <a:lnTo>
                    <a:pt x="2627376" y="0"/>
                  </a:lnTo>
                  <a:lnTo>
                    <a:pt x="1312926" y="0"/>
                  </a:lnTo>
                  <a:lnTo>
                    <a:pt x="0" y="0"/>
                  </a:lnTo>
                  <a:lnTo>
                    <a:pt x="0" y="335343"/>
                  </a:lnTo>
                  <a:lnTo>
                    <a:pt x="1312926" y="335343"/>
                  </a:lnTo>
                  <a:lnTo>
                    <a:pt x="2627376" y="335343"/>
                  </a:lnTo>
                  <a:lnTo>
                    <a:pt x="3940175" y="335343"/>
                  </a:lnTo>
                  <a:lnTo>
                    <a:pt x="3940175"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31"/>
            <p:cNvSpPr/>
            <p:nvPr/>
          </p:nvSpPr>
          <p:spPr>
            <a:xfrm>
              <a:off x="1447800" y="5044630"/>
              <a:ext cx="1927225" cy="335915"/>
            </a:xfrm>
            <a:custGeom>
              <a:rect b="b" l="l" r="r" t="t"/>
              <a:pathLst>
                <a:path extrusionOk="0" h="335914" w="1927225">
                  <a:moveTo>
                    <a:pt x="1927225" y="0"/>
                  </a:moveTo>
                  <a:lnTo>
                    <a:pt x="965200" y="0"/>
                  </a:lnTo>
                  <a:lnTo>
                    <a:pt x="0" y="0"/>
                  </a:lnTo>
                  <a:lnTo>
                    <a:pt x="0" y="335343"/>
                  </a:lnTo>
                  <a:lnTo>
                    <a:pt x="965200" y="335343"/>
                  </a:lnTo>
                  <a:lnTo>
                    <a:pt x="1927225" y="335343"/>
                  </a:lnTo>
                  <a:lnTo>
                    <a:pt x="19272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1"/>
            <p:cNvSpPr/>
            <p:nvPr/>
          </p:nvSpPr>
          <p:spPr>
            <a:xfrm>
              <a:off x="3375025" y="5044630"/>
              <a:ext cx="3940175" cy="335915"/>
            </a:xfrm>
            <a:custGeom>
              <a:rect b="b" l="l" r="r" t="t"/>
              <a:pathLst>
                <a:path extrusionOk="0" h="335914" w="3940175">
                  <a:moveTo>
                    <a:pt x="3940175" y="0"/>
                  </a:moveTo>
                  <a:lnTo>
                    <a:pt x="2627376" y="0"/>
                  </a:lnTo>
                  <a:lnTo>
                    <a:pt x="1312926" y="0"/>
                  </a:lnTo>
                  <a:lnTo>
                    <a:pt x="0" y="0"/>
                  </a:lnTo>
                  <a:lnTo>
                    <a:pt x="0" y="335343"/>
                  </a:lnTo>
                  <a:lnTo>
                    <a:pt x="1312926" y="335343"/>
                  </a:lnTo>
                  <a:lnTo>
                    <a:pt x="2627376" y="335343"/>
                  </a:lnTo>
                  <a:lnTo>
                    <a:pt x="3940175" y="335343"/>
                  </a:lnTo>
                  <a:lnTo>
                    <a:pt x="3940175"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31"/>
            <p:cNvSpPr/>
            <p:nvPr/>
          </p:nvSpPr>
          <p:spPr>
            <a:xfrm>
              <a:off x="1447800" y="5379973"/>
              <a:ext cx="1927225" cy="337185"/>
            </a:xfrm>
            <a:custGeom>
              <a:rect b="b" l="l" r="r" t="t"/>
              <a:pathLst>
                <a:path extrusionOk="0" h="337185" w="1927225">
                  <a:moveTo>
                    <a:pt x="1927225" y="0"/>
                  </a:moveTo>
                  <a:lnTo>
                    <a:pt x="965200" y="0"/>
                  </a:lnTo>
                  <a:lnTo>
                    <a:pt x="0" y="0"/>
                  </a:lnTo>
                  <a:lnTo>
                    <a:pt x="0" y="336613"/>
                  </a:lnTo>
                  <a:lnTo>
                    <a:pt x="965200" y="336613"/>
                  </a:lnTo>
                  <a:lnTo>
                    <a:pt x="1927225" y="336613"/>
                  </a:lnTo>
                  <a:lnTo>
                    <a:pt x="19272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31"/>
            <p:cNvSpPr/>
            <p:nvPr/>
          </p:nvSpPr>
          <p:spPr>
            <a:xfrm>
              <a:off x="3375025" y="5379973"/>
              <a:ext cx="3940175" cy="337185"/>
            </a:xfrm>
            <a:custGeom>
              <a:rect b="b" l="l" r="r" t="t"/>
              <a:pathLst>
                <a:path extrusionOk="0" h="337185" w="3940175">
                  <a:moveTo>
                    <a:pt x="3940175" y="0"/>
                  </a:moveTo>
                  <a:lnTo>
                    <a:pt x="2627376" y="0"/>
                  </a:lnTo>
                  <a:lnTo>
                    <a:pt x="1312926" y="0"/>
                  </a:lnTo>
                  <a:lnTo>
                    <a:pt x="0" y="0"/>
                  </a:lnTo>
                  <a:lnTo>
                    <a:pt x="0" y="336613"/>
                  </a:lnTo>
                  <a:lnTo>
                    <a:pt x="1312926" y="336613"/>
                  </a:lnTo>
                  <a:lnTo>
                    <a:pt x="2627376" y="336613"/>
                  </a:lnTo>
                  <a:lnTo>
                    <a:pt x="3940175" y="336613"/>
                  </a:lnTo>
                  <a:lnTo>
                    <a:pt x="3940175"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31"/>
            <p:cNvSpPr/>
            <p:nvPr/>
          </p:nvSpPr>
          <p:spPr>
            <a:xfrm>
              <a:off x="2413000" y="4024248"/>
              <a:ext cx="962025" cy="1706880"/>
            </a:xfrm>
            <a:custGeom>
              <a:rect b="b" l="l" r="r" t="t"/>
              <a:pathLst>
                <a:path extrusionOk="0" h="1706879" w="962025">
                  <a:moveTo>
                    <a:pt x="0" y="0"/>
                  </a:moveTo>
                  <a:lnTo>
                    <a:pt x="0" y="1706626"/>
                  </a:lnTo>
                </a:path>
                <a:path extrusionOk="0" h="1706879" w="962025">
                  <a:moveTo>
                    <a:pt x="962025" y="0"/>
                  </a:moveTo>
                  <a:lnTo>
                    <a:pt x="962025" y="1706626"/>
                  </a:lnTo>
                </a:path>
              </a:pathLst>
            </a:custGeom>
            <a:noFill/>
            <a:ln cap="flat" cmpd="sng" w="12700">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31"/>
            <p:cNvSpPr/>
            <p:nvPr/>
          </p:nvSpPr>
          <p:spPr>
            <a:xfrm>
              <a:off x="4687951" y="4024248"/>
              <a:ext cx="0" cy="356235"/>
            </a:xfrm>
            <a:custGeom>
              <a:rect b="b" l="l" r="r" t="t"/>
              <a:pathLst>
                <a:path extrusionOk="0" h="356235" w="120000">
                  <a:moveTo>
                    <a:pt x="0" y="0"/>
                  </a:moveTo>
                  <a:lnTo>
                    <a:pt x="0" y="355981"/>
                  </a:lnTo>
                </a:path>
              </a:pathLst>
            </a:custGeom>
            <a:noFill/>
            <a:ln cap="flat" cmpd="sng" w="2857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31"/>
            <p:cNvSpPr/>
            <p:nvPr/>
          </p:nvSpPr>
          <p:spPr>
            <a:xfrm>
              <a:off x="4687951" y="4380229"/>
              <a:ext cx="0" cy="993775"/>
            </a:xfrm>
            <a:custGeom>
              <a:rect b="b" l="l" r="r" t="t"/>
              <a:pathLst>
                <a:path extrusionOk="0" h="993775" w="120000">
                  <a:moveTo>
                    <a:pt x="0" y="0"/>
                  </a:moveTo>
                  <a:lnTo>
                    <a:pt x="0" y="993394"/>
                  </a:lnTo>
                </a:path>
              </a:pathLst>
            </a:custGeom>
            <a:noFill/>
            <a:ln cap="flat" cmpd="sng" w="12700">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31"/>
            <p:cNvSpPr/>
            <p:nvPr/>
          </p:nvSpPr>
          <p:spPr>
            <a:xfrm>
              <a:off x="4687951" y="4024248"/>
              <a:ext cx="1314450" cy="1706880"/>
            </a:xfrm>
            <a:custGeom>
              <a:rect b="b" l="l" r="r" t="t"/>
              <a:pathLst>
                <a:path extrusionOk="0" h="1706879" w="1314450">
                  <a:moveTo>
                    <a:pt x="0" y="1349375"/>
                  </a:moveTo>
                  <a:lnTo>
                    <a:pt x="0" y="1706626"/>
                  </a:lnTo>
                </a:path>
                <a:path extrusionOk="0" h="1706879" w="1314450">
                  <a:moveTo>
                    <a:pt x="1314450" y="0"/>
                  </a:moveTo>
                  <a:lnTo>
                    <a:pt x="1314450" y="355981"/>
                  </a:lnTo>
                </a:path>
              </a:pathLst>
            </a:custGeom>
            <a:noFill/>
            <a:ln cap="flat" cmpd="sng" w="2857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31"/>
            <p:cNvSpPr/>
            <p:nvPr/>
          </p:nvSpPr>
          <p:spPr>
            <a:xfrm>
              <a:off x="6002401" y="4380229"/>
              <a:ext cx="0" cy="993775"/>
            </a:xfrm>
            <a:custGeom>
              <a:rect b="b" l="l" r="r" t="t"/>
              <a:pathLst>
                <a:path extrusionOk="0" h="993775" w="120000">
                  <a:moveTo>
                    <a:pt x="0" y="0"/>
                  </a:moveTo>
                  <a:lnTo>
                    <a:pt x="0" y="993394"/>
                  </a:lnTo>
                </a:path>
              </a:pathLst>
            </a:custGeom>
            <a:noFill/>
            <a:ln cap="flat" cmpd="sng" w="12700">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31"/>
            <p:cNvSpPr/>
            <p:nvPr/>
          </p:nvSpPr>
          <p:spPr>
            <a:xfrm>
              <a:off x="6002401" y="5373623"/>
              <a:ext cx="0" cy="357505"/>
            </a:xfrm>
            <a:custGeom>
              <a:rect b="b" l="l" r="r" t="t"/>
              <a:pathLst>
                <a:path extrusionOk="0" h="357504" w="120000">
                  <a:moveTo>
                    <a:pt x="0" y="0"/>
                  </a:moveTo>
                  <a:lnTo>
                    <a:pt x="0" y="357250"/>
                  </a:lnTo>
                </a:path>
              </a:pathLst>
            </a:custGeom>
            <a:noFill/>
            <a:ln cap="flat" cmpd="sng" w="2857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31"/>
            <p:cNvSpPr/>
            <p:nvPr/>
          </p:nvSpPr>
          <p:spPr>
            <a:xfrm>
              <a:off x="1433575" y="4373879"/>
              <a:ext cx="5895975" cy="1006475"/>
            </a:xfrm>
            <a:custGeom>
              <a:rect b="b" l="l" r="r" t="t"/>
              <a:pathLst>
                <a:path extrusionOk="0" h="1006475" w="5895975">
                  <a:moveTo>
                    <a:pt x="0" y="0"/>
                  </a:moveTo>
                  <a:lnTo>
                    <a:pt x="5895848" y="0"/>
                  </a:lnTo>
                </a:path>
                <a:path extrusionOk="0" h="1006475" w="5895975">
                  <a:moveTo>
                    <a:pt x="0" y="335407"/>
                  </a:moveTo>
                  <a:lnTo>
                    <a:pt x="5895848" y="335407"/>
                  </a:lnTo>
                </a:path>
                <a:path extrusionOk="0" h="1006475" w="5895975">
                  <a:moveTo>
                    <a:pt x="0" y="670814"/>
                  </a:moveTo>
                  <a:lnTo>
                    <a:pt x="5895848" y="670814"/>
                  </a:lnTo>
                </a:path>
                <a:path extrusionOk="0" h="1006475" w="5895975">
                  <a:moveTo>
                    <a:pt x="0" y="1006094"/>
                  </a:moveTo>
                  <a:lnTo>
                    <a:pt x="5895848" y="1006094"/>
                  </a:lnTo>
                </a:path>
              </a:pathLst>
            </a:custGeom>
            <a:noFill/>
            <a:ln cap="flat" cmpd="sng" w="12700">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1"/>
            <p:cNvSpPr/>
            <p:nvPr/>
          </p:nvSpPr>
          <p:spPr>
            <a:xfrm>
              <a:off x="1433575" y="4024248"/>
              <a:ext cx="5895975" cy="1706880"/>
            </a:xfrm>
            <a:custGeom>
              <a:rect b="b" l="l" r="r" t="t"/>
              <a:pathLst>
                <a:path extrusionOk="0" h="1706879" w="5895975">
                  <a:moveTo>
                    <a:pt x="14224" y="0"/>
                  </a:moveTo>
                  <a:lnTo>
                    <a:pt x="14224" y="1706626"/>
                  </a:lnTo>
                </a:path>
                <a:path extrusionOk="0" h="1706879" w="5895975">
                  <a:moveTo>
                    <a:pt x="5881624" y="0"/>
                  </a:moveTo>
                  <a:lnTo>
                    <a:pt x="5881624" y="1706626"/>
                  </a:lnTo>
                </a:path>
                <a:path extrusionOk="0" h="1706879" w="5895975">
                  <a:moveTo>
                    <a:pt x="0" y="14350"/>
                  </a:moveTo>
                  <a:lnTo>
                    <a:pt x="5895848" y="14350"/>
                  </a:lnTo>
                </a:path>
                <a:path extrusionOk="0" h="1706879" w="5895975">
                  <a:moveTo>
                    <a:pt x="0" y="1692338"/>
                  </a:moveTo>
                  <a:lnTo>
                    <a:pt x="5895848" y="1692338"/>
                  </a:lnTo>
                </a:path>
              </a:pathLst>
            </a:custGeom>
            <a:noFill/>
            <a:ln cap="flat" cmpd="sng" w="2857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3" name="Google Shape;483;p31"/>
          <p:cNvSpPr txBox="1"/>
          <p:nvPr/>
        </p:nvSpPr>
        <p:spPr>
          <a:xfrm>
            <a:off x="2087441" y="4487301"/>
            <a:ext cx="34011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b="1" lang="en-US" sz="1800">
                <a:solidFill>
                  <a:srgbClr val="40458B"/>
                </a:solidFill>
                <a:latin typeface="Tahoma"/>
                <a:ea typeface="Tahoma"/>
                <a:cs typeface="Tahoma"/>
                <a:sym typeface="Tahoma"/>
              </a:rPr>
              <a:t>C1</a:t>
            </a:r>
            <a:endParaRPr sz="1800">
              <a:solidFill>
                <a:schemeClr val="dk1"/>
              </a:solidFill>
              <a:latin typeface="Tahoma"/>
              <a:ea typeface="Tahoma"/>
              <a:cs typeface="Tahoma"/>
              <a:sym typeface="Tahoma"/>
            </a:endParaRPr>
          </a:p>
        </p:txBody>
      </p:sp>
      <p:sp>
        <p:nvSpPr>
          <p:cNvPr id="484" name="Google Shape;484;p31"/>
          <p:cNvSpPr txBox="1"/>
          <p:nvPr/>
        </p:nvSpPr>
        <p:spPr>
          <a:xfrm>
            <a:off x="3214556" y="4487301"/>
            <a:ext cx="340852"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b="1" lang="en-US" sz="1800">
                <a:solidFill>
                  <a:srgbClr val="40458B"/>
                </a:solidFill>
                <a:latin typeface="Tahoma"/>
                <a:ea typeface="Tahoma"/>
                <a:cs typeface="Tahoma"/>
                <a:sym typeface="Tahoma"/>
              </a:rPr>
              <a:t>C2</a:t>
            </a:r>
            <a:endParaRPr sz="1800">
              <a:solidFill>
                <a:schemeClr val="dk1"/>
              </a:solidFill>
              <a:latin typeface="Tahoma"/>
              <a:ea typeface="Tahoma"/>
              <a:cs typeface="Tahoma"/>
              <a:sym typeface="Tahoma"/>
            </a:endParaRPr>
          </a:p>
        </p:txBody>
      </p:sp>
      <p:sp>
        <p:nvSpPr>
          <p:cNvPr id="485" name="Google Shape;485;p31"/>
          <p:cNvSpPr txBox="1"/>
          <p:nvPr/>
        </p:nvSpPr>
        <p:spPr>
          <a:xfrm>
            <a:off x="4174138" y="4487301"/>
            <a:ext cx="1081222"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b="1" lang="en-US" sz="1800">
                <a:solidFill>
                  <a:srgbClr val="40458B"/>
                </a:solidFill>
                <a:latin typeface="Tahoma"/>
                <a:ea typeface="Tahoma"/>
                <a:cs typeface="Tahoma"/>
                <a:sym typeface="Tahoma"/>
              </a:rPr>
              <a:t>C1 ET C2</a:t>
            </a:r>
            <a:endParaRPr sz="1800">
              <a:solidFill>
                <a:schemeClr val="dk1"/>
              </a:solidFill>
              <a:latin typeface="Tahoma"/>
              <a:ea typeface="Tahoma"/>
              <a:cs typeface="Tahoma"/>
              <a:sym typeface="Tahoma"/>
            </a:endParaRPr>
          </a:p>
        </p:txBody>
      </p:sp>
      <p:sp>
        <p:nvSpPr>
          <p:cNvPr id="486" name="Google Shape;486;p31"/>
          <p:cNvSpPr txBox="1"/>
          <p:nvPr/>
        </p:nvSpPr>
        <p:spPr>
          <a:xfrm>
            <a:off x="5675819" y="4487301"/>
            <a:ext cx="1148797"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b="1" lang="en-US" sz="1800">
                <a:solidFill>
                  <a:srgbClr val="40458B"/>
                </a:solidFill>
                <a:latin typeface="Tahoma"/>
                <a:ea typeface="Tahoma"/>
                <a:cs typeface="Tahoma"/>
                <a:sym typeface="Tahoma"/>
              </a:rPr>
              <a:t>C1 OU C2</a:t>
            </a:r>
            <a:endParaRPr sz="1800">
              <a:solidFill>
                <a:schemeClr val="dk1"/>
              </a:solidFill>
              <a:latin typeface="Tahoma"/>
              <a:ea typeface="Tahoma"/>
              <a:cs typeface="Tahoma"/>
              <a:sym typeface="Tahoma"/>
            </a:endParaRPr>
          </a:p>
        </p:txBody>
      </p:sp>
      <p:sp>
        <p:nvSpPr>
          <p:cNvPr id="487" name="Google Shape;487;p31"/>
          <p:cNvSpPr txBox="1"/>
          <p:nvPr/>
        </p:nvSpPr>
        <p:spPr>
          <a:xfrm>
            <a:off x="7132943" y="4487301"/>
            <a:ext cx="1312169"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b="1" lang="en-US" sz="1800">
                <a:solidFill>
                  <a:srgbClr val="40458B"/>
                </a:solidFill>
                <a:latin typeface="Tahoma"/>
                <a:ea typeface="Tahoma"/>
                <a:cs typeface="Tahoma"/>
                <a:sym typeface="Tahoma"/>
              </a:rPr>
              <a:t>C1 XOR C2</a:t>
            </a:r>
            <a:endParaRPr sz="1800">
              <a:solidFill>
                <a:schemeClr val="dk1"/>
              </a:solidFill>
              <a:latin typeface="Tahoma"/>
              <a:ea typeface="Tahoma"/>
              <a:cs typeface="Tahoma"/>
              <a:sym typeface="Tahoma"/>
            </a:endParaRPr>
          </a:p>
        </p:txBody>
      </p:sp>
      <p:sp>
        <p:nvSpPr>
          <p:cNvPr id="488" name="Google Shape;488;p31"/>
          <p:cNvSpPr txBox="1"/>
          <p:nvPr/>
        </p:nvSpPr>
        <p:spPr>
          <a:xfrm>
            <a:off x="2172987" y="4857150"/>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489" name="Google Shape;489;p31"/>
          <p:cNvSpPr txBox="1"/>
          <p:nvPr/>
        </p:nvSpPr>
        <p:spPr>
          <a:xfrm>
            <a:off x="3298320" y="4857150"/>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490" name="Google Shape;490;p31"/>
          <p:cNvSpPr txBox="1"/>
          <p:nvPr/>
        </p:nvSpPr>
        <p:spPr>
          <a:xfrm>
            <a:off x="4630390" y="4857150"/>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491" name="Google Shape;491;p31"/>
          <p:cNvSpPr txBox="1"/>
          <p:nvPr/>
        </p:nvSpPr>
        <p:spPr>
          <a:xfrm>
            <a:off x="6165934" y="4857150"/>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492" name="Google Shape;492;p31"/>
          <p:cNvSpPr txBox="1"/>
          <p:nvPr/>
        </p:nvSpPr>
        <p:spPr>
          <a:xfrm>
            <a:off x="7712614" y="4857150"/>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493" name="Google Shape;493;p31"/>
          <p:cNvSpPr txBox="1"/>
          <p:nvPr/>
        </p:nvSpPr>
        <p:spPr>
          <a:xfrm>
            <a:off x="2172987" y="5226579"/>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494" name="Google Shape;494;p31"/>
          <p:cNvSpPr txBox="1"/>
          <p:nvPr/>
        </p:nvSpPr>
        <p:spPr>
          <a:xfrm>
            <a:off x="3307527" y="5226579"/>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495" name="Google Shape;495;p31"/>
          <p:cNvSpPr txBox="1"/>
          <p:nvPr/>
        </p:nvSpPr>
        <p:spPr>
          <a:xfrm>
            <a:off x="4639301" y="5226579"/>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496" name="Google Shape;496;p31"/>
          <p:cNvSpPr txBox="1"/>
          <p:nvPr/>
        </p:nvSpPr>
        <p:spPr>
          <a:xfrm>
            <a:off x="6165934" y="5226579"/>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497" name="Google Shape;497;p31"/>
          <p:cNvSpPr txBox="1"/>
          <p:nvPr/>
        </p:nvSpPr>
        <p:spPr>
          <a:xfrm>
            <a:off x="7703704" y="5226579"/>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498" name="Google Shape;498;p31"/>
          <p:cNvSpPr txBox="1"/>
          <p:nvPr/>
        </p:nvSpPr>
        <p:spPr>
          <a:xfrm>
            <a:off x="2181900" y="5596287"/>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499" name="Google Shape;499;p31"/>
          <p:cNvSpPr txBox="1"/>
          <p:nvPr/>
        </p:nvSpPr>
        <p:spPr>
          <a:xfrm>
            <a:off x="3298320" y="5596287"/>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500" name="Google Shape;500;p31"/>
          <p:cNvSpPr txBox="1"/>
          <p:nvPr/>
        </p:nvSpPr>
        <p:spPr>
          <a:xfrm>
            <a:off x="4639301" y="5596287"/>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501" name="Google Shape;501;p31"/>
          <p:cNvSpPr txBox="1"/>
          <p:nvPr/>
        </p:nvSpPr>
        <p:spPr>
          <a:xfrm>
            <a:off x="6165934" y="5596287"/>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502" name="Google Shape;502;p31"/>
          <p:cNvSpPr txBox="1"/>
          <p:nvPr/>
        </p:nvSpPr>
        <p:spPr>
          <a:xfrm>
            <a:off x="7703704" y="5596287"/>
            <a:ext cx="171540"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V</a:t>
            </a:r>
            <a:endParaRPr sz="1800">
              <a:solidFill>
                <a:schemeClr val="dk1"/>
              </a:solidFill>
              <a:latin typeface="Tahoma"/>
              <a:ea typeface="Tahoma"/>
              <a:cs typeface="Tahoma"/>
              <a:sym typeface="Tahoma"/>
            </a:endParaRPr>
          </a:p>
        </p:txBody>
      </p:sp>
      <p:sp>
        <p:nvSpPr>
          <p:cNvPr id="503" name="Google Shape;503;p31"/>
          <p:cNvSpPr txBox="1"/>
          <p:nvPr/>
        </p:nvSpPr>
        <p:spPr>
          <a:xfrm>
            <a:off x="2181900" y="5965717"/>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504" name="Google Shape;504;p31"/>
          <p:cNvSpPr txBox="1"/>
          <p:nvPr/>
        </p:nvSpPr>
        <p:spPr>
          <a:xfrm>
            <a:off x="3307527" y="5965717"/>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505" name="Google Shape;505;p31"/>
          <p:cNvSpPr txBox="1"/>
          <p:nvPr/>
        </p:nvSpPr>
        <p:spPr>
          <a:xfrm>
            <a:off x="4639301" y="5965717"/>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506" name="Google Shape;506;p31"/>
          <p:cNvSpPr txBox="1"/>
          <p:nvPr/>
        </p:nvSpPr>
        <p:spPr>
          <a:xfrm>
            <a:off x="6174845" y="5965717"/>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sp>
        <p:nvSpPr>
          <p:cNvPr id="507" name="Google Shape;507;p31"/>
          <p:cNvSpPr txBox="1"/>
          <p:nvPr/>
        </p:nvSpPr>
        <p:spPr>
          <a:xfrm>
            <a:off x="7712614" y="5965717"/>
            <a:ext cx="153718"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Tahoma"/>
                <a:ea typeface="Tahoma"/>
                <a:cs typeface="Tahoma"/>
                <a:sym typeface="Tahoma"/>
              </a:rPr>
              <a:t>F</a:t>
            </a:r>
            <a:endParaRPr sz="1800">
              <a:solidFill>
                <a:schemeClr val="dk1"/>
              </a:solidFill>
              <a:latin typeface="Tahoma"/>
              <a:ea typeface="Tahoma"/>
              <a:cs typeface="Tahoma"/>
              <a:sym typeface="Tahoma"/>
            </a:endParaRPr>
          </a:p>
        </p:txBody>
      </p:sp>
      <p:grpSp>
        <p:nvGrpSpPr>
          <p:cNvPr id="508" name="Google Shape;508;p31"/>
          <p:cNvGrpSpPr/>
          <p:nvPr/>
        </p:nvGrpSpPr>
        <p:grpSpPr>
          <a:xfrm>
            <a:off x="3636944" y="2587120"/>
            <a:ext cx="2528544" cy="1251021"/>
            <a:chOff x="3109975" y="2347975"/>
            <a:chExt cx="2162175" cy="1135380"/>
          </a:xfrm>
        </p:grpSpPr>
        <p:sp>
          <p:nvSpPr>
            <p:cNvPr id="509" name="Google Shape;509;p31"/>
            <p:cNvSpPr/>
            <p:nvPr/>
          </p:nvSpPr>
          <p:spPr>
            <a:xfrm>
              <a:off x="3124200" y="2362149"/>
              <a:ext cx="1109980" cy="365760"/>
            </a:xfrm>
            <a:custGeom>
              <a:rect b="b" l="l" r="r" t="t"/>
              <a:pathLst>
                <a:path extrusionOk="0" h="365760" w="1109979">
                  <a:moveTo>
                    <a:pt x="1109662" y="0"/>
                  </a:moveTo>
                  <a:lnTo>
                    <a:pt x="0" y="0"/>
                  </a:lnTo>
                  <a:lnTo>
                    <a:pt x="0" y="365683"/>
                  </a:lnTo>
                  <a:lnTo>
                    <a:pt x="1109662" y="365683"/>
                  </a:lnTo>
                  <a:lnTo>
                    <a:pt x="110966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31"/>
            <p:cNvSpPr/>
            <p:nvPr/>
          </p:nvSpPr>
          <p:spPr>
            <a:xfrm>
              <a:off x="4233925" y="2362149"/>
              <a:ext cx="1024255" cy="365760"/>
            </a:xfrm>
            <a:custGeom>
              <a:rect b="b" l="l" r="r" t="t"/>
              <a:pathLst>
                <a:path extrusionOk="0" h="365760" w="1024254">
                  <a:moveTo>
                    <a:pt x="1023937" y="0"/>
                  </a:moveTo>
                  <a:lnTo>
                    <a:pt x="0" y="0"/>
                  </a:lnTo>
                  <a:lnTo>
                    <a:pt x="0" y="365683"/>
                  </a:lnTo>
                  <a:lnTo>
                    <a:pt x="1023937" y="365683"/>
                  </a:lnTo>
                  <a:lnTo>
                    <a:pt x="1023937"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31"/>
            <p:cNvSpPr/>
            <p:nvPr/>
          </p:nvSpPr>
          <p:spPr>
            <a:xfrm>
              <a:off x="3124200" y="2727921"/>
              <a:ext cx="1109980" cy="370205"/>
            </a:xfrm>
            <a:custGeom>
              <a:rect b="b" l="l" r="r" t="t"/>
              <a:pathLst>
                <a:path extrusionOk="0" h="370205" w="1109979">
                  <a:moveTo>
                    <a:pt x="1109662" y="0"/>
                  </a:moveTo>
                  <a:lnTo>
                    <a:pt x="0" y="0"/>
                  </a:lnTo>
                  <a:lnTo>
                    <a:pt x="0" y="369608"/>
                  </a:lnTo>
                  <a:lnTo>
                    <a:pt x="1109662" y="369608"/>
                  </a:lnTo>
                  <a:lnTo>
                    <a:pt x="110966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31"/>
            <p:cNvSpPr/>
            <p:nvPr/>
          </p:nvSpPr>
          <p:spPr>
            <a:xfrm>
              <a:off x="4233925" y="2727921"/>
              <a:ext cx="1024255" cy="370205"/>
            </a:xfrm>
            <a:custGeom>
              <a:rect b="b" l="l" r="r" t="t"/>
              <a:pathLst>
                <a:path extrusionOk="0" h="370205" w="1024254">
                  <a:moveTo>
                    <a:pt x="1023937" y="0"/>
                  </a:moveTo>
                  <a:lnTo>
                    <a:pt x="0" y="0"/>
                  </a:lnTo>
                  <a:lnTo>
                    <a:pt x="0" y="369608"/>
                  </a:lnTo>
                  <a:lnTo>
                    <a:pt x="1023937" y="369608"/>
                  </a:lnTo>
                  <a:lnTo>
                    <a:pt x="1023937"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31"/>
            <p:cNvSpPr/>
            <p:nvPr/>
          </p:nvSpPr>
          <p:spPr>
            <a:xfrm>
              <a:off x="3124200" y="3097555"/>
              <a:ext cx="1109980" cy="371475"/>
            </a:xfrm>
            <a:custGeom>
              <a:rect b="b" l="l" r="r" t="t"/>
              <a:pathLst>
                <a:path extrusionOk="0" h="371475" w="1109979">
                  <a:moveTo>
                    <a:pt x="1109662" y="0"/>
                  </a:moveTo>
                  <a:lnTo>
                    <a:pt x="0" y="0"/>
                  </a:lnTo>
                  <a:lnTo>
                    <a:pt x="0" y="371195"/>
                  </a:lnTo>
                  <a:lnTo>
                    <a:pt x="1109662" y="371195"/>
                  </a:lnTo>
                  <a:lnTo>
                    <a:pt x="110966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31"/>
            <p:cNvSpPr/>
            <p:nvPr/>
          </p:nvSpPr>
          <p:spPr>
            <a:xfrm>
              <a:off x="4233925" y="3097555"/>
              <a:ext cx="1024255" cy="371475"/>
            </a:xfrm>
            <a:custGeom>
              <a:rect b="b" l="l" r="r" t="t"/>
              <a:pathLst>
                <a:path extrusionOk="0" h="371475" w="1024254">
                  <a:moveTo>
                    <a:pt x="1023937" y="0"/>
                  </a:moveTo>
                  <a:lnTo>
                    <a:pt x="0" y="0"/>
                  </a:lnTo>
                  <a:lnTo>
                    <a:pt x="0" y="371195"/>
                  </a:lnTo>
                  <a:lnTo>
                    <a:pt x="1023937" y="371195"/>
                  </a:lnTo>
                  <a:lnTo>
                    <a:pt x="1023937" y="0"/>
                  </a:lnTo>
                  <a:close/>
                </a:path>
              </a:pathLst>
            </a:custGeom>
            <a:solidFill>
              <a:srgbClr val="CFDBF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31"/>
            <p:cNvSpPr/>
            <p:nvPr/>
          </p:nvSpPr>
          <p:spPr>
            <a:xfrm>
              <a:off x="3109975" y="2347975"/>
              <a:ext cx="2162175" cy="1135380"/>
            </a:xfrm>
            <a:custGeom>
              <a:rect b="b" l="l" r="r" t="t"/>
              <a:pathLst>
                <a:path extrusionOk="0" h="1135379" w="2162175">
                  <a:moveTo>
                    <a:pt x="1123950" y="0"/>
                  </a:moveTo>
                  <a:lnTo>
                    <a:pt x="1123950" y="1134999"/>
                  </a:lnTo>
                </a:path>
                <a:path extrusionOk="0" h="1135379" w="2162175">
                  <a:moveTo>
                    <a:pt x="0" y="379857"/>
                  </a:moveTo>
                  <a:lnTo>
                    <a:pt x="2162048" y="379857"/>
                  </a:lnTo>
                </a:path>
                <a:path extrusionOk="0" h="1135379" w="2162175">
                  <a:moveTo>
                    <a:pt x="0" y="749553"/>
                  </a:moveTo>
                  <a:lnTo>
                    <a:pt x="2162048" y="749553"/>
                  </a:lnTo>
                </a:path>
              </a:pathLst>
            </a:custGeom>
            <a:noFill/>
            <a:ln cap="flat" cmpd="sng" w="12700">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31"/>
            <p:cNvSpPr/>
            <p:nvPr/>
          </p:nvSpPr>
          <p:spPr>
            <a:xfrm>
              <a:off x="3109975" y="2347975"/>
              <a:ext cx="2162175" cy="1135380"/>
            </a:xfrm>
            <a:custGeom>
              <a:rect b="b" l="l" r="r" t="t"/>
              <a:pathLst>
                <a:path extrusionOk="0" h="1135379" w="2162175">
                  <a:moveTo>
                    <a:pt x="14224" y="0"/>
                  </a:moveTo>
                  <a:lnTo>
                    <a:pt x="14224" y="1134999"/>
                  </a:lnTo>
                </a:path>
                <a:path extrusionOk="0" h="1135379" w="2162175">
                  <a:moveTo>
                    <a:pt x="2147824" y="0"/>
                  </a:moveTo>
                  <a:lnTo>
                    <a:pt x="2147824" y="1134999"/>
                  </a:lnTo>
                </a:path>
                <a:path extrusionOk="0" h="1135379" w="2162175">
                  <a:moveTo>
                    <a:pt x="0" y="14224"/>
                  </a:moveTo>
                  <a:lnTo>
                    <a:pt x="2162048" y="14224"/>
                  </a:lnTo>
                </a:path>
                <a:path extrusionOk="0" h="1135379" w="2162175">
                  <a:moveTo>
                    <a:pt x="0" y="1120775"/>
                  </a:moveTo>
                  <a:lnTo>
                    <a:pt x="2162048" y="1120775"/>
                  </a:lnTo>
                </a:path>
              </a:pathLst>
            </a:custGeom>
            <a:noFill/>
            <a:ln cap="flat" cmpd="sng" w="2857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7" name="Google Shape;517;p31"/>
          <p:cNvSpPr txBox="1"/>
          <p:nvPr/>
        </p:nvSpPr>
        <p:spPr>
          <a:xfrm>
            <a:off x="4198051" y="2638197"/>
            <a:ext cx="208670"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40458B"/>
                </a:solidFill>
                <a:latin typeface="Tahoma"/>
                <a:ea typeface="Tahoma"/>
                <a:cs typeface="Tahoma"/>
                <a:sym typeface="Tahoma"/>
              </a:rPr>
              <a:t>C</a:t>
            </a:r>
            <a:endParaRPr sz="2100">
              <a:solidFill>
                <a:schemeClr val="dk1"/>
              </a:solidFill>
              <a:latin typeface="Tahoma"/>
              <a:ea typeface="Tahoma"/>
              <a:cs typeface="Tahoma"/>
              <a:sym typeface="Tahoma"/>
            </a:endParaRPr>
          </a:p>
        </p:txBody>
      </p:sp>
      <p:sp>
        <p:nvSpPr>
          <p:cNvPr id="518" name="Google Shape;518;p31"/>
          <p:cNvSpPr txBox="1"/>
          <p:nvPr/>
        </p:nvSpPr>
        <p:spPr>
          <a:xfrm>
            <a:off x="5098375" y="2638197"/>
            <a:ext cx="905226"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40458B"/>
                </a:solidFill>
                <a:latin typeface="Tahoma"/>
                <a:ea typeface="Tahoma"/>
                <a:cs typeface="Tahoma"/>
                <a:sym typeface="Tahoma"/>
              </a:rPr>
              <a:t>NON C</a:t>
            </a:r>
            <a:endParaRPr sz="2100">
              <a:solidFill>
                <a:schemeClr val="dk1"/>
              </a:solidFill>
              <a:latin typeface="Tahoma"/>
              <a:ea typeface="Tahoma"/>
              <a:cs typeface="Tahoma"/>
              <a:sym typeface="Tahoma"/>
            </a:endParaRPr>
          </a:p>
        </p:txBody>
      </p:sp>
      <p:sp>
        <p:nvSpPr>
          <p:cNvPr id="519" name="Google Shape;519;p31"/>
          <p:cNvSpPr txBox="1"/>
          <p:nvPr/>
        </p:nvSpPr>
        <p:spPr>
          <a:xfrm>
            <a:off x="4206963" y="3041210"/>
            <a:ext cx="189362"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Tahoma"/>
                <a:ea typeface="Tahoma"/>
                <a:cs typeface="Tahoma"/>
                <a:sym typeface="Tahoma"/>
              </a:rPr>
              <a:t>V</a:t>
            </a:r>
            <a:endParaRPr sz="2100">
              <a:solidFill>
                <a:schemeClr val="dk1"/>
              </a:solidFill>
              <a:latin typeface="Tahoma"/>
              <a:ea typeface="Tahoma"/>
              <a:cs typeface="Tahoma"/>
              <a:sym typeface="Tahoma"/>
            </a:endParaRPr>
          </a:p>
        </p:txBody>
      </p:sp>
      <p:sp>
        <p:nvSpPr>
          <p:cNvPr id="520" name="Google Shape;520;p31"/>
          <p:cNvSpPr txBox="1"/>
          <p:nvPr/>
        </p:nvSpPr>
        <p:spPr>
          <a:xfrm>
            <a:off x="5465516" y="3041210"/>
            <a:ext cx="169312"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Tahoma"/>
                <a:ea typeface="Tahoma"/>
                <a:cs typeface="Tahoma"/>
                <a:sym typeface="Tahoma"/>
              </a:rPr>
              <a:t>F</a:t>
            </a:r>
            <a:endParaRPr sz="2100">
              <a:solidFill>
                <a:schemeClr val="dk1"/>
              </a:solidFill>
              <a:latin typeface="Tahoma"/>
              <a:ea typeface="Tahoma"/>
              <a:cs typeface="Tahoma"/>
              <a:sym typeface="Tahoma"/>
            </a:endParaRPr>
          </a:p>
        </p:txBody>
      </p:sp>
      <p:sp>
        <p:nvSpPr>
          <p:cNvPr id="521" name="Google Shape;521;p31"/>
          <p:cNvSpPr txBox="1"/>
          <p:nvPr/>
        </p:nvSpPr>
        <p:spPr>
          <a:xfrm>
            <a:off x="4217655" y="3448563"/>
            <a:ext cx="169312"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Tahoma"/>
                <a:ea typeface="Tahoma"/>
                <a:cs typeface="Tahoma"/>
                <a:sym typeface="Tahoma"/>
              </a:rPr>
              <a:t>F</a:t>
            </a:r>
            <a:endParaRPr sz="2100">
              <a:solidFill>
                <a:schemeClr val="dk1"/>
              </a:solidFill>
              <a:latin typeface="Tahoma"/>
              <a:ea typeface="Tahoma"/>
              <a:cs typeface="Tahoma"/>
              <a:sym typeface="Tahoma"/>
            </a:endParaRPr>
          </a:p>
        </p:txBody>
      </p:sp>
      <p:sp>
        <p:nvSpPr>
          <p:cNvPr id="522" name="Google Shape;522;p31"/>
          <p:cNvSpPr txBox="1"/>
          <p:nvPr/>
        </p:nvSpPr>
        <p:spPr>
          <a:xfrm>
            <a:off x="5455119" y="3448563"/>
            <a:ext cx="189362"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Tahoma"/>
                <a:ea typeface="Tahoma"/>
                <a:cs typeface="Tahoma"/>
                <a:sym typeface="Tahoma"/>
              </a:rPr>
              <a:t>V</a:t>
            </a:r>
            <a:endParaRPr sz="2100">
              <a:solidFill>
                <a:schemeClr val="dk1"/>
              </a:solidFill>
              <a:latin typeface="Tahoma"/>
              <a:ea typeface="Tahoma"/>
              <a:cs typeface="Tahoma"/>
              <a:sym typeface="Tahoma"/>
            </a:endParaRPr>
          </a:p>
        </p:txBody>
      </p:sp>
      <p:sp>
        <p:nvSpPr>
          <p:cNvPr id="523" name="Google Shape;523;p31"/>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2"/>
          <p:cNvSpPr txBox="1"/>
          <p:nvPr>
            <p:ph type="title"/>
          </p:nvPr>
        </p:nvSpPr>
        <p:spPr>
          <a:xfrm>
            <a:off x="2070100" y="425450"/>
            <a:ext cx="5787060"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Opérateurs Logiques (2)</a:t>
            </a:r>
            <a:endParaRPr/>
          </a:p>
        </p:txBody>
      </p:sp>
      <p:sp>
        <p:nvSpPr>
          <p:cNvPr id="529" name="Google Shape;529;p32"/>
          <p:cNvSpPr txBox="1"/>
          <p:nvPr/>
        </p:nvSpPr>
        <p:spPr>
          <a:xfrm>
            <a:off x="894087" y="1396240"/>
            <a:ext cx="9411677" cy="2551433"/>
          </a:xfrm>
          <a:prstGeom prst="rect">
            <a:avLst/>
          </a:prstGeom>
          <a:noFill/>
          <a:ln>
            <a:noFill/>
          </a:ln>
        </p:spPr>
        <p:txBody>
          <a:bodyPr anchorCtr="0" anchor="t" bIns="0" lIns="0" spcFirstLastPara="1" rIns="0" wrap="square" tIns="83275">
            <a:spAutoFit/>
          </a:bodyPr>
          <a:lstStyle/>
          <a:p>
            <a:pPr indent="0" lvl="0" marL="14483" marR="0" rtl="0" algn="l">
              <a:spcBef>
                <a:spcPts val="0"/>
              </a:spcBef>
              <a:spcAft>
                <a:spcPts val="0"/>
              </a:spcAft>
              <a:buNone/>
            </a:pPr>
            <a:r>
              <a:rPr lang="en-US" sz="2300">
                <a:solidFill>
                  <a:srgbClr val="6E88F7"/>
                </a:solidFill>
                <a:latin typeface="Tahoma"/>
                <a:ea typeface="Tahoma"/>
                <a:cs typeface="Tahoma"/>
                <a:sym typeface="Tahoma"/>
              </a:rPr>
              <a:t>Exemple :</a:t>
            </a:r>
            <a:endParaRPr sz="2300">
              <a:solidFill>
                <a:schemeClr val="dk1"/>
              </a:solidFill>
              <a:latin typeface="Tahoma"/>
              <a:ea typeface="Tahoma"/>
              <a:cs typeface="Tahoma"/>
              <a:sym typeface="Tahoma"/>
            </a:endParaRPr>
          </a:p>
          <a:p>
            <a:pPr indent="0" lvl="0" marL="14483" marR="0" rtl="0" algn="l">
              <a:spcBef>
                <a:spcPts val="547"/>
              </a:spcBef>
              <a:spcAft>
                <a:spcPts val="0"/>
              </a:spcAft>
              <a:buNone/>
            </a:pPr>
            <a:r>
              <a:rPr lang="en-US" sz="2300">
                <a:solidFill>
                  <a:srgbClr val="A40020"/>
                </a:solidFill>
                <a:latin typeface="Tahoma"/>
                <a:ea typeface="Tahoma"/>
                <a:cs typeface="Tahoma"/>
                <a:sym typeface="Tahoma"/>
              </a:rPr>
              <a:t>C1 = il pleut,	C2 = il y a du vent</a:t>
            </a:r>
            <a:endParaRPr sz="2300">
              <a:solidFill>
                <a:schemeClr val="dk1"/>
              </a:solidFill>
              <a:latin typeface="Tahoma"/>
              <a:ea typeface="Tahoma"/>
              <a:cs typeface="Tahoma"/>
              <a:sym typeface="Tahoma"/>
            </a:endParaRPr>
          </a:p>
          <a:p>
            <a:pPr indent="0" lvl="0" marL="14483" marR="0" rtl="0" algn="l">
              <a:spcBef>
                <a:spcPts val="552"/>
              </a:spcBef>
              <a:spcAft>
                <a:spcPts val="0"/>
              </a:spcAft>
              <a:buNone/>
            </a:pPr>
            <a:r>
              <a:rPr lang="en-US" sz="2300">
                <a:solidFill>
                  <a:srgbClr val="A40020"/>
                </a:solidFill>
                <a:latin typeface="Tahoma"/>
                <a:ea typeface="Tahoma"/>
                <a:cs typeface="Tahoma"/>
                <a:sym typeface="Tahoma"/>
              </a:rPr>
              <a:t>On suppose que C1 est vraie et	C2 est fausse</a:t>
            </a:r>
            <a:endParaRPr sz="2300">
              <a:solidFill>
                <a:schemeClr val="dk1"/>
              </a:solidFill>
              <a:latin typeface="Tahoma"/>
              <a:ea typeface="Tahoma"/>
              <a:cs typeface="Tahoma"/>
              <a:sym typeface="Tahoma"/>
            </a:endParaRPr>
          </a:p>
          <a:p>
            <a:pPr indent="-404077" lvl="0" marL="1027575" marR="0" rtl="0" algn="l">
              <a:spcBef>
                <a:spcPts val="485"/>
              </a:spcBef>
              <a:spcAft>
                <a:spcPts val="0"/>
              </a:spcAft>
              <a:buClr>
                <a:srgbClr val="40458B"/>
              </a:buClr>
              <a:buSzPts val="1225"/>
              <a:buFont typeface="Noto Sans Symbols"/>
              <a:buChar char="■"/>
            </a:pPr>
            <a:r>
              <a:rPr b="1" lang="en-US" sz="2100">
                <a:solidFill>
                  <a:srgbClr val="40458B"/>
                </a:solidFill>
                <a:latin typeface="Tahoma"/>
                <a:ea typeface="Tahoma"/>
                <a:cs typeface="Tahoma"/>
                <a:sym typeface="Tahoma"/>
              </a:rPr>
              <a:t>'</a:t>
            </a:r>
            <a:r>
              <a:rPr lang="en-US" sz="2100">
                <a:solidFill>
                  <a:srgbClr val="40458B"/>
                </a:solidFill>
                <a:latin typeface="Tahoma"/>
                <a:ea typeface="Tahoma"/>
                <a:cs typeface="Tahoma"/>
                <a:sym typeface="Tahoma"/>
              </a:rPr>
              <a:t>'Il pleut et il y a du vent'' : </a:t>
            </a:r>
            <a:r>
              <a:rPr lang="en-US" sz="2100">
                <a:solidFill>
                  <a:srgbClr val="A40020"/>
                </a:solidFill>
                <a:latin typeface="Tahoma"/>
                <a:ea typeface="Tahoma"/>
                <a:cs typeface="Tahoma"/>
                <a:sym typeface="Tahoma"/>
              </a:rPr>
              <a:t>fausse </a:t>
            </a:r>
            <a:r>
              <a:rPr lang="en-US" sz="2100">
                <a:solidFill>
                  <a:srgbClr val="40458B"/>
                </a:solidFill>
                <a:latin typeface="Tahoma"/>
                <a:ea typeface="Tahoma"/>
                <a:cs typeface="Tahoma"/>
                <a:sym typeface="Tahoma"/>
              </a:rPr>
              <a:t>(car il n’y a pas de vent)</a:t>
            </a:r>
            <a:endParaRPr sz="2100">
              <a:solidFill>
                <a:schemeClr val="dk1"/>
              </a:solidFill>
              <a:latin typeface="Tahoma"/>
              <a:ea typeface="Tahoma"/>
              <a:cs typeface="Tahoma"/>
              <a:sym typeface="Tahoma"/>
            </a:endParaRPr>
          </a:p>
          <a:p>
            <a:pPr indent="-409147" lvl="0" marL="1032644" marR="0" rtl="0" algn="l">
              <a:spcBef>
                <a:spcPts val="495"/>
              </a:spcBef>
              <a:spcAft>
                <a:spcPts val="0"/>
              </a:spcAft>
              <a:buClr>
                <a:srgbClr val="40458B"/>
              </a:buClr>
              <a:buSzPts val="1225"/>
              <a:buFont typeface="Noto Sans Symbols"/>
              <a:buChar char="■"/>
            </a:pPr>
            <a:r>
              <a:rPr lang="en-US" sz="2100">
                <a:solidFill>
                  <a:srgbClr val="40458B"/>
                </a:solidFill>
                <a:latin typeface="Tahoma"/>
                <a:ea typeface="Tahoma"/>
                <a:cs typeface="Tahoma"/>
                <a:sym typeface="Tahoma"/>
              </a:rPr>
              <a:t>''il pleut ou il y a du vent'' : </a:t>
            </a:r>
            <a:r>
              <a:rPr lang="en-US" sz="2100">
                <a:solidFill>
                  <a:srgbClr val="A40020"/>
                </a:solidFill>
                <a:latin typeface="Tahoma"/>
                <a:ea typeface="Tahoma"/>
                <a:cs typeface="Tahoma"/>
                <a:sym typeface="Tahoma"/>
              </a:rPr>
              <a:t>vraie </a:t>
            </a:r>
            <a:r>
              <a:rPr lang="en-US" sz="2100">
                <a:solidFill>
                  <a:srgbClr val="40458B"/>
                </a:solidFill>
                <a:latin typeface="Tahoma"/>
                <a:ea typeface="Tahoma"/>
                <a:cs typeface="Tahoma"/>
                <a:sym typeface="Tahoma"/>
              </a:rPr>
              <a:t>(car il pleut)</a:t>
            </a:r>
            <a:endParaRPr sz="2100">
              <a:solidFill>
                <a:schemeClr val="dk1"/>
              </a:solidFill>
              <a:latin typeface="Tahoma"/>
              <a:ea typeface="Tahoma"/>
              <a:cs typeface="Tahoma"/>
              <a:sym typeface="Tahoma"/>
            </a:endParaRPr>
          </a:p>
          <a:p>
            <a:pPr indent="0" lvl="0" marL="0" marR="0" rtl="0" algn="l">
              <a:spcBef>
                <a:spcPts val="51"/>
              </a:spcBef>
              <a:spcAft>
                <a:spcPts val="0"/>
              </a:spcAft>
              <a:buClr>
                <a:schemeClr val="dk1"/>
              </a:buClr>
              <a:buSzPts val="3100"/>
              <a:buFont typeface="Calibri"/>
              <a:buNone/>
            </a:pPr>
            <a:r>
              <a:t/>
            </a:r>
            <a:endParaRPr sz="3100">
              <a:solidFill>
                <a:schemeClr val="dk1"/>
              </a:solidFill>
              <a:latin typeface="Tahoma"/>
              <a:ea typeface="Tahoma"/>
              <a:cs typeface="Tahoma"/>
              <a:sym typeface="Tahoma"/>
            </a:endParaRPr>
          </a:p>
        </p:txBody>
      </p:sp>
      <p:sp>
        <p:nvSpPr>
          <p:cNvPr id="530" name="Google Shape;530;p32"/>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3"/>
          <p:cNvSpPr txBox="1"/>
          <p:nvPr>
            <p:ph type="title"/>
          </p:nvPr>
        </p:nvSpPr>
        <p:spPr>
          <a:xfrm>
            <a:off x="2446116" y="349250"/>
            <a:ext cx="5524923"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Opérateurs relationnels</a:t>
            </a:r>
            <a:endParaRPr/>
          </a:p>
        </p:txBody>
      </p:sp>
      <p:sp>
        <p:nvSpPr>
          <p:cNvPr id="536" name="Google Shape;536;p33"/>
          <p:cNvSpPr txBox="1"/>
          <p:nvPr/>
        </p:nvSpPr>
        <p:spPr>
          <a:xfrm>
            <a:off x="804976" y="1200364"/>
            <a:ext cx="8568829" cy="754019"/>
          </a:xfrm>
          <a:prstGeom prst="rect">
            <a:avLst/>
          </a:prstGeom>
          <a:noFill/>
          <a:ln>
            <a:noFill/>
          </a:ln>
        </p:spPr>
        <p:txBody>
          <a:bodyPr anchorCtr="0" anchor="t" bIns="0" lIns="0" spcFirstLastPara="1" rIns="0" wrap="square" tIns="15200">
            <a:spAutoFit/>
          </a:bodyPr>
          <a:lstStyle/>
          <a:p>
            <a:pPr indent="0" lvl="0" marL="14483" marR="5793" rtl="0" algn="l">
              <a:spcBef>
                <a:spcPts val="0"/>
              </a:spcBef>
              <a:spcAft>
                <a:spcPts val="0"/>
              </a:spcAft>
              <a:buNone/>
            </a:pPr>
            <a:r>
              <a:rPr lang="en-US" sz="2400">
                <a:solidFill>
                  <a:schemeClr val="dk1"/>
                </a:solidFill>
                <a:latin typeface="Arial"/>
                <a:ea typeface="Arial"/>
                <a:cs typeface="Arial"/>
                <a:sym typeface="Arial"/>
              </a:rPr>
              <a:t>Les opérateurs relationnels servent à comparer deux variables et  à fournir un résultat vrai ou faux</a:t>
            </a:r>
            <a:endParaRPr/>
          </a:p>
        </p:txBody>
      </p:sp>
      <p:graphicFrame>
        <p:nvGraphicFramePr>
          <p:cNvPr id="537" name="Google Shape;537;p33"/>
          <p:cNvGraphicFramePr/>
          <p:nvPr/>
        </p:nvGraphicFramePr>
        <p:xfrm>
          <a:off x="2270268" y="2559050"/>
          <a:ext cx="3000000" cy="3000000"/>
        </p:xfrm>
        <a:graphic>
          <a:graphicData uri="http://schemas.openxmlformats.org/drawingml/2006/table">
            <a:tbl>
              <a:tblPr bandRow="1" firstRow="1">
                <a:noFill/>
                <a:tableStyleId>{8B72D881-2E7A-4789-B11D-E80EF5146E49}</a:tableStyleId>
              </a:tblPr>
              <a:tblGrid>
                <a:gridCol w="1535700"/>
                <a:gridCol w="3274850"/>
              </a:tblGrid>
              <a:tr h="335850">
                <a:tc>
                  <a:txBody>
                    <a:bodyPr/>
                    <a:lstStyle/>
                    <a:p>
                      <a:pPr indent="0" lvl="0" marL="8255" marR="0" rtl="0" algn="ctr">
                        <a:lnSpc>
                          <a:spcPct val="99450"/>
                        </a:lnSpc>
                        <a:spcBef>
                          <a:spcPts val="0"/>
                        </a:spcBef>
                        <a:spcAft>
                          <a:spcPts val="0"/>
                        </a:spcAft>
                        <a:buNone/>
                      </a:pPr>
                      <a:r>
                        <a:rPr lang="en-US" sz="2000" u="none" cap="none" strike="noStrike">
                          <a:solidFill>
                            <a:srgbClr val="40458B"/>
                          </a:solidFill>
                          <a:latin typeface="Arial"/>
                          <a:ea typeface="Arial"/>
                          <a:cs typeface="Arial"/>
                          <a:sym typeface="Arial"/>
                        </a:rPr>
                        <a:t>&lt;</a:t>
                      </a:r>
                      <a:endParaRPr sz="2000" u="none" cap="none" strike="noStrike">
                        <a:latin typeface="Arial"/>
                        <a:ea typeface="Arial"/>
                        <a:cs typeface="Arial"/>
                        <a:sym typeface="Arial"/>
                      </a:endParaRPr>
                    </a:p>
                  </a:txBody>
                  <a:tcPr marT="433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u="none" cap="none" strike="noStrike">
                          <a:solidFill>
                            <a:srgbClr val="40458B"/>
                          </a:solidFill>
                          <a:latin typeface="Arial"/>
                          <a:ea typeface="Arial"/>
                          <a:cs typeface="Arial"/>
                          <a:sym typeface="Arial"/>
                        </a:rPr>
                        <a:t>Inférieur à</a:t>
                      </a:r>
                      <a:endParaRPr sz="1800" u="none" cap="none" strike="noStrike">
                        <a:latin typeface="Arial"/>
                        <a:ea typeface="Arial"/>
                        <a:cs typeface="Arial"/>
                        <a:sym typeface="Arial"/>
                      </a:endParaRPr>
                    </a:p>
                  </a:txBody>
                  <a:tcPr marT="475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r>
              <a:tr h="335850">
                <a:tc>
                  <a:txBody>
                    <a:bodyPr/>
                    <a:lstStyle/>
                    <a:p>
                      <a:pPr indent="0" lvl="0" marL="8890" marR="0" rtl="0" algn="ctr">
                        <a:lnSpc>
                          <a:spcPct val="104750"/>
                        </a:lnSpc>
                        <a:spcBef>
                          <a:spcPts val="0"/>
                        </a:spcBef>
                        <a:spcAft>
                          <a:spcPts val="0"/>
                        </a:spcAft>
                        <a:buNone/>
                      </a:pPr>
                      <a:r>
                        <a:rPr lang="en-US" sz="2000" u="none" cap="none" strike="noStrike">
                          <a:solidFill>
                            <a:srgbClr val="40458B"/>
                          </a:solidFill>
                          <a:latin typeface="Arial"/>
                          <a:ea typeface="Arial"/>
                          <a:cs typeface="Arial"/>
                          <a:sym typeface="Arial"/>
                        </a:rPr>
                        <a:t>&lt;=</a:t>
                      </a:r>
                      <a:endParaRPr sz="2000" u="none" cap="none" strike="noStrike">
                        <a:latin typeface="Arial"/>
                        <a:ea typeface="Arial"/>
                        <a:cs typeface="Arial"/>
                        <a:sym typeface="Arial"/>
                      </a:endParaRPr>
                    </a:p>
                  </a:txBody>
                  <a:tcPr marT="286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u="none" cap="none" strike="noStrike">
                          <a:solidFill>
                            <a:srgbClr val="40458B"/>
                          </a:solidFill>
                          <a:latin typeface="Arial"/>
                          <a:ea typeface="Arial"/>
                          <a:cs typeface="Arial"/>
                          <a:sym typeface="Arial"/>
                        </a:rPr>
                        <a:t>Inférieur ou égal à</a:t>
                      </a:r>
                      <a:endParaRPr sz="1800" u="none" cap="none" strike="noStrike">
                        <a:latin typeface="Arial"/>
                        <a:ea typeface="Arial"/>
                        <a:cs typeface="Arial"/>
                        <a:sym typeface="Arial"/>
                      </a:endParaRPr>
                    </a:p>
                  </a:txBody>
                  <a:tcPr marT="293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r>
              <a:tr h="335850">
                <a:tc>
                  <a:txBody>
                    <a:bodyPr/>
                    <a:lstStyle/>
                    <a:p>
                      <a:pPr indent="0" lvl="0" marL="8255" marR="0" rtl="0" algn="ctr">
                        <a:lnSpc>
                          <a:spcPct val="100000"/>
                        </a:lnSpc>
                        <a:spcBef>
                          <a:spcPts val="0"/>
                        </a:spcBef>
                        <a:spcAft>
                          <a:spcPts val="0"/>
                        </a:spcAft>
                        <a:buNone/>
                      </a:pPr>
                      <a:r>
                        <a:rPr lang="en-US" sz="2000" u="none" cap="none" strike="noStrike">
                          <a:solidFill>
                            <a:srgbClr val="40458B"/>
                          </a:solidFill>
                          <a:latin typeface="Arial"/>
                          <a:ea typeface="Arial"/>
                          <a:cs typeface="Arial"/>
                          <a:sym typeface="Arial"/>
                        </a:rPr>
                        <a:t>&gt;</a:t>
                      </a:r>
                      <a:endParaRPr sz="2000" u="none" cap="none" strike="noStrike">
                        <a:latin typeface="Arial"/>
                        <a:ea typeface="Arial"/>
                        <a:cs typeface="Arial"/>
                        <a:sym typeface="Arial"/>
                      </a:endParaRPr>
                    </a:p>
                  </a:txBody>
                  <a:tcPr marT="13300"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800" u="none" cap="none" strike="noStrike">
                          <a:solidFill>
                            <a:srgbClr val="40458B"/>
                          </a:solidFill>
                          <a:latin typeface="Arial"/>
                          <a:ea typeface="Arial"/>
                          <a:cs typeface="Arial"/>
                          <a:sym typeface="Arial"/>
                        </a:rPr>
                        <a:t>Supérieur à</a:t>
                      </a:r>
                      <a:endParaRPr sz="1800" u="none" cap="none" strike="noStrike">
                        <a:latin typeface="Arial"/>
                        <a:ea typeface="Arial"/>
                        <a:cs typeface="Arial"/>
                        <a:sym typeface="Arial"/>
                      </a:endParaRPr>
                    </a:p>
                  </a:txBody>
                  <a:tcPr marT="14700"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r>
              <a:tr h="279600">
                <a:tc>
                  <a:txBody>
                    <a:bodyPr/>
                    <a:lstStyle/>
                    <a:p>
                      <a:pPr indent="0" lvl="0" marL="8890" marR="0" rtl="0" algn="ctr">
                        <a:lnSpc>
                          <a:spcPct val="95000"/>
                        </a:lnSpc>
                        <a:spcBef>
                          <a:spcPts val="0"/>
                        </a:spcBef>
                        <a:spcAft>
                          <a:spcPts val="0"/>
                        </a:spcAft>
                        <a:buNone/>
                      </a:pPr>
                      <a:r>
                        <a:rPr lang="en-US" sz="2000" u="none" cap="none" strike="noStrike">
                          <a:solidFill>
                            <a:srgbClr val="40458B"/>
                          </a:solidFill>
                          <a:latin typeface="Arial"/>
                          <a:ea typeface="Arial"/>
                          <a:cs typeface="Arial"/>
                          <a:sym typeface="Arial"/>
                        </a:rPr>
                        <a:t>&gt;=</a:t>
                      </a:r>
                      <a:endParaRPr sz="2000" u="none" cap="none" strike="noStrike">
                        <a:latin typeface="Arial"/>
                        <a:ea typeface="Arial"/>
                        <a:cs typeface="Arial"/>
                        <a:sym typeface="Arial"/>
                      </a:endParaRPr>
                    </a:p>
                  </a:txBody>
                  <a:tcPr marT="0"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c>
                  <a:txBody>
                    <a:bodyPr/>
                    <a:lstStyle/>
                    <a:p>
                      <a:pPr indent="0" lvl="0" marL="0" marR="0" rtl="0" algn="ctr">
                        <a:lnSpc>
                          <a:spcPct val="105277"/>
                        </a:lnSpc>
                        <a:spcBef>
                          <a:spcPts val="0"/>
                        </a:spcBef>
                        <a:spcAft>
                          <a:spcPts val="0"/>
                        </a:spcAft>
                        <a:buNone/>
                      </a:pPr>
                      <a:r>
                        <a:rPr lang="en-US" sz="1800" u="none" cap="none" strike="noStrike">
                          <a:solidFill>
                            <a:srgbClr val="40458B"/>
                          </a:solidFill>
                          <a:latin typeface="Arial"/>
                          <a:ea typeface="Arial"/>
                          <a:cs typeface="Arial"/>
                          <a:sym typeface="Arial"/>
                        </a:rPr>
                        <a:t>Supérieur ou égal à</a:t>
                      </a:r>
                      <a:endParaRPr sz="1800" u="none" cap="none" strike="noStrike">
                        <a:latin typeface="Arial"/>
                        <a:ea typeface="Arial"/>
                        <a:cs typeface="Arial"/>
                        <a:sym typeface="Arial"/>
                      </a:endParaRPr>
                    </a:p>
                  </a:txBody>
                  <a:tcPr marT="0"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r>
              <a:tr h="320725">
                <a:tc>
                  <a:txBody>
                    <a:bodyPr/>
                    <a:lstStyle/>
                    <a:p>
                      <a:pPr indent="0" lvl="0" marL="8255" marR="0" rtl="0" algn="ctr">
                        <a:lnSpc>
                          <a:spcPct val="95250"/>
                        </a:lnSpc>
                        <a:spcBef>
                          <a:spcPts val="0"/>
                        </a:spcBef>
                        <a:spcAft>
                          <a:spcPts val="0"/>
                        </a:spcAft>
                        <a:buNone/>
                      </a:pPr>
                      <a:r>
                        <a:rPr lang="en-US" sz="2000" u="none" cap="none" strike="noStrike">
                          <a:solidFill>
                            <a:srgbClr val="40458B"/>
                          </a:solidFill>
                          <a:latin typeface="Arial"/>
                          <a:ea typeface="Arial"/>
                          <a:cs typeface="Arial"/>
                          <a:sym typeface="Arial"/>
                        </a:rPr>
                        <a:t>=</a:t>
                      </a:r>
                      <a:endParaRPr sz="2000" u="none" cap="none" strike="noStrike">
                        <a:latin typeface="Arial"/>
                        <a:ea typeface="Arial"/>
                        <a:cs typeface="Arial"/>
                        <a:sym typeface="Arial"/>
                      </a:endParaRPr>
                    </a:p>
                  </a:txBody>
                  <a:tcPr marT="398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c>
                  <a:txBody>
                    <a:bodyPr/>
                    <a:lstStyle/>
                    <a:p>
                      <a:pPr indent="0" lvl="0" marL="0" marR="0" rtl="0" algn="ctr">
                        <a:lnSpc>
                          <a:spcPct val="105277"/>
                        </a:lnSpc>
                        <a:spcBef>
                          <a:spcPts val="0"/>
                        </a:spcBef>
                        <a:spcAft>
                          <a:spcPts val="0"/>
                        </a:spcAft>
                        <a:buNone/>
                      </a:pPr>
                      <a:r>
                        <a:rPr lang="en-US" sz="1800" u="none" cap="none" strike="noStrike">
                          <a:solidFill>
                            <a:srgbClr val="40458B"/>
                          </a:solidFill>
                          <a:latin typeface="Arial"/>
                          <a:ea typeface="Arial"/>
                          <a:cs typeface="Arial"/>
                          <a:sym typeface="Arial"/>
                        </a:rPr>
                        <a:t>égal à</a:t>
                      </a:r>
                      <a:endParaRPr sz="1800" u="none" cap="none" strike="noStrike">
                        <a:latin typeface="Arial"/>
                        <a:ea typeface="Arial"/>
                        <a:cs typeface="Arial"/>
                        <a:sym typeface="Arial"/>
                      </a:endParaRPr>
                    </a:p>
                  </a:txBody>
                  <a:tcPr marT="412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r>
              <a:tr h="323250">
                <a:tc>
                  <a:txBody>
                    <a:bodyPr/>
                    <a:lstStyle/>
                    <a:p>
                      <a:pPr indent="0" lvl="0" marL="8890" marR="0" rtl="0" algn="ctr">
                        <a:lnSpc>
                          <a:spcPct val="95700"/>
                        </a:lnSpc>
                        <a:spcBef>
                          <a:spcPts val="0"/>
                        </a:spcBef>
                        <a:spcAft>
                          <a:spcPts val="0"/>
                        </a:spcAft>
                        <a:buNone/>
                      </a:pPr>
                      <a:r>
                        <a:rPr lang="en-US" sz="2000" u="none" cap="none" strike="noStrike">
                          <a:solidFill>
                            <a:srgbClr val="40458B"/>
                          </a:solidFill>
                          <a:latin typeface="Arial"/>
                          <a:ea typeface="Arial"/>
                          <a:cs typeface="Arial"/>
                          <a:sym typeface="Arial"/>
                        </a:rPr>
                        <a:t>&lt;&gt;</a:t>
                      </a:r>
                      <a:endParaRPr sz="2000" u="none" cap="none" strike="noStrike">
                        <a:latin typeface="Arial"/>
                        <a:ea typeface="Arial"/>
                        <a:cs typeface="Arial"/>
                        <a:sym typeface="Arial"/>
                      </a:endParaRPr>
                    </a:p>
                  </a:txBody>
                  <a:tcPr marT="405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c>
                  <a:txBody>
                    <a:bodyPr/>
                    <a:lstStyle/>
                    <a:p>
                      <a:pPr indent="0" lvl="0" marL="0" marR="0" rtl="0" algn="ctr">
                        <a:lnSpc>
                          <a:spcPct val="106111"/>
                        </a:lnSpc>
                        <a:spcBef>
                          <a:spcPts val="0"/>
                        </a:spcBef>
                        <a:spcAft>
                          <a:spcPts val="0"/>
                        </a:spcAft>
                        <a:buNone/>
                      </a:pPr>
                      <a:r>
                        <a:rPr lang="en-US" sz="1800" u="none" cap="none" strike="noStrike">
                          <a:solidFill>
                            <a:srgbClr val="40458B"/>
                          </a:solidFill>
                          <a:latin typeface="Arial"/>
                          <a:ea typeface="Arial"/>
                          <a:cs typeface="Arial"/>
                          <a:sym typeface="Arial"/>
                        </a:rPr>
                        <a:t>Différent de</a:t>
                      </a:r>
                      <a:endParaRPr sz="1800" u="none" cap="none" strike="noStrike">
                        <a:latin typeface="Arial"/>
                        <a:ea typeface="Arial"/>
                        <a:cs typeface="Arial"/>
                        <a:sym typeface="Arial"/>
                      </a:endParaRPr>
                    </a:p>
                  </a:txBody>
                  <a:tcPr marT="41975" marB="0" marR="0" marL="0">
                    <a:lnL cap="flat" cmpd="sng" w="9525">
                      <a:solidFill>
                        <a:srgbClr val="9F9F9F"/>
                      </a:solidFill>
                      <a:prstDash val="solid"/>
                      <a:round/>
                      <a:headEnd len="sm" w="sm" type="none"/>
                      <a:tailEnd len="sm" w="sm" type="none"/>
                    </a:lnL>
                    <a:lnR cap="flat" cmpd="sng" w="9525">
                      <a:solidFill>
                        <a:srgbClr val="9F9F9F"/>
                      </a:solidFill>
                      <a:prstDash val="solid"/>
                      <a:round/>
                      <a:headEnd len="sm" w="sm" type="none"/>
                      <a:tailEnd len="sm" w="sm" type="none"/>
                    </a:lnR>
                    <a:lnT cap="flat" cmpd="sng" w="9525">
                      <a:solidFill>
                        <a:srgbClr val="9F9F9F"/>
                      </a:solidFill>
                      <a:prstDash val="solid"/>
                      <a:round/>
                      <a:headEnd len="sm" w="sm" type="none"/>
                      <a:tailEnd len="sm" w="sm" type="none"/>
                    </a:lnT>
                    <a:lnB cap="flat" cmpd="sng" w="9525">
                      <a:solidFill>
                        <a:srgbClr val="9F9F9F"/>
                      </a:solidFill>
                      <a:prstDash val="solid"/>
                      <a:round/>
                      <a:headEnd len="sm" w="sm" type="none"/>
                      <a:tailEnd len="sm" w="sm" type="none"/>
                    </a:lnB>
                  </a:tcPr>
                </a:tc>
              </a:tr>
            </a:tbl>
          </a:graphicData>
        </a:graphic>
      </p:graphicFrame>
      <p:sp>
        <p:nvSpPr>
          <p:cNvPr id="538" name="Google Shape;538;p33"/>
          <p:cNvSpPr txBox="1"/>
          <p:nvPr/>
        </p:nvSpPr>
        <p:spPr>
          <a:xfrm>
            <a:off x="760420" y="5040855"/>
            <a:ext cx="1350784" cy="660955"/>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A40020"/>
                </a:solidFill>
                <a:latin typeface="Arial"/>
                <a:ea typeface="Arial"/>
                <a:cs typeface="Arial"/>
                <a:sym typeface="Arial"/>
              </a:rPr>
              <a:t>Remarque</a:t>
            </a:r>
            <a:r>
              <a:rPr b="1" lang="en-US" sz="2100">
                <a:solidFill>
                  <a:srgbClr val="40458B"/>
                </a:solidFill>
                <a:latin typeface="Arial"/>
                <a:ea typeface="Arial"/>
                <a:cs typeface="Arial"/>
                <a:sym typeface="Arial"/>
              </a:rPr>
              <a:t>:</a:t>
            </a:r>
            <a:endParaRPr b="1" sz="2100">
              <a:solidFill>
                <a:schemeClr val="dk1"/>
              </a:solidFill>
              <a:latin typeface="Arial"/>
              <a:ea typeface="Arial"/>
              <a:cs typeface="Arial"/>
              <a:sym typeface="Arial"/>
            </a:endParaRPr>
          </a:p>
        </p:txBody>
      </p:sp>
      <p:sp>
        <p:nvSpPr>
          <p:cNvPr id="539" name="Google Shape;539;p33"/>
          <p:cNvSpPr txBox="1"/>
          <p:nvPr/>
        </p:nvSpPr>
        <p:spPr>
          <a:xfrm>
            <a:off x="2270268" y="5040855"/>
            <a:ext cx="7974009"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Les 4 premiers opérateurs ne peuvent être appliqués que sur des</a:t>
            </a:r>
            <a:endParaRPr sz="2100">
              <a:solidFill>
                <a:schemeClr val="dk1"/>
              </a:solidFill>
              <a:latin typeface="Arial"/>
              <a:ea typeface="Arial"/>
              <a:cs typeface="Arial"/>
              <a:sym typeface="Arial"/>
            </a:endParaRPr>
          </a:p>
        </p:txBody>
      </p:sp>
      <p:sp>
        <p:nvSpPr>
          <p:cNvPr id="540" name="Google Shape;540;p33"/>
          <p:cNvSpPr txBox="1"/>
          <p:nvPr/>
        </p:nvSpPr>
        <p:spPr>
          <a:xfrm>
            <a:off x="760420" y="5343114"/>
            <a:ext cx="7053188"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valeurs	ordonnées	(entier,	réel,	caractère).	Quant	aux</a:t>
            </a:r>
            <a:endParaRPr sz="2100">
              <a:solidFill>
                <a:schemeClr val="dk1"/>
              </a:solidFill>
              <a:latin typeface="Arial"/>
              <a:ea typeface="Arial"/>
              <a:cs typeface="Arial"/>
              <a:sym typeface="Arial"/>
            </a:endParaRPr>
          </a:p>
        </p:txBody>
      </p:sp>
      <p:sp>
        <p:nvSpPr>
          <p:cNvPr id="541" name="Google Shape;541;p33"/>
          <p:cNvSpPr txBox="1"/>
          <p:nvPr/>
        </p:nvSpPr>
        <p:spPr>
          <a:xfrm>
            <a:off x="7971039" y="5343114"/>
            <a:ext cx="2275317"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deux	derniers,	ils</a:t>
            </a:r>
            <a:endParaRPr sz="2100">
              <a:solidFill>
                <a:schemeClr val="dk1"/>
              </a:solidFill>
              <a:latin typeface="Arial"/>
              <a:ea typeface="Arial"/>
              <a:cs typeface="Arial"/>
              <a:sym typeface="Arial"/>
            </a:endParaRPr>
          </a:p>
        </p:txBody>
      </p:sp>
      <p:sp>
        <p:nvSpPr>
          <p:cNvPr id="542" name="Google Shape;542;p33"/>
          <p:cNvSpPr txBox="1"/>
          <p:nvPr/>
        </p:nvSpPr>
        <p:spPr>
          <a:xfrm>
            <a:off x="760419" y="5645795"/>
            <a:ext cx="9484452" cy="799455"/>
          </a:xfrm>
          <a:prstGeom prst="rect">
            <a:avLst/>
          </a:prstGeom>
          <a:noFill/>
          <a:ln>
            <a:noFill/>
          </a:ln>
        </p:spPr>
        <p:txBody>
          <a:bodyPr anchorCtr="0" anchor="t" bIns="0" lIns="0" spcFirstLastPara="1" rIns="0" wrap="square" tIns="14475">
            <a:spAutoFit/>
          </a:bodyPr>
          <a:lstStyle/>
          <a:p>
            <a:pPr indent="0" lvl="0" marL="14483" marR="0" rtl="0" algn="just">
              <a:spcBef>
                <a:spcPts val="0"/>
              </a:spcBef>
              <a:spcAft>
                <a:spcPts val="0"/>
              </a:spcAft>
              <a:buNone/>
            </a:pPr>
            <a:r>
              <a:rPr lang="en-US" sz="2100">
                <a:solidFill>
                  <a:srgbClr val="40458B"/>
                </a:solidFill>
                <a:latin typeface="Arial"/>
                <a:ea typeface="Arial"/>
                <a:cs typeface="Arial"/>
                <a:sym typeface="Arial"/>
              </a:rPr>
              <a:t>peuvent être appliqués sur n’importe quel type de données.</a:t>
            </a:r>
            <a:endParaRPr sz="2100">
              <a:solidFill>
                <a:schemeClr val="dk1"/>
              </a:solidFill>
              <a:latin typeface="Arial"/>
              <a:ea typeface="Arial"/>
              <a:cs typeface="Arial"/>
              <a:sym typeface="Arial"/>
            </a:endParaRPr>
          </a:p>
          <a:p>
            <a:pPr indent="0" lvl="0" marL="0" marR="0" rtl="0" algn="l">
              <a:spcBef>
                <a:spcPts val="34"/>
              </a:spcBef>
              <a:spcAft>
                <a:spcPts val="0"/>
              </a:spcAft>
              <a:buNone/>
            </a:pPr>
            <a:r>
              <a:t/>
            </a:r>
            <a:endParaRPr sz="3000">
              <a:solidFill>
                <a:schemeClr val="dk1"/>
              </a:solidFill>
              <a:latin typeface="Arial"/>
              <a:ea typeface="Arial"/>
              <a:cs typeface="Arial"/>
              <a:sym typeface="Arial"/>
            </a:endParaRPr>
          </a:p>
        </p:txBody>
      </p:sp>
      <p:sp>
        <p:nvSpPr>
          <p:cNvPr id="543" name="Google Shape;543;p33"/>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4"/>
          <p:cNvSpPr txBox="1"/>
          <p:nvPr>
            <p:ph type="title"/>
          </p:nvPr>
        </p:nvSpPr>
        <p:spPr>
          <a:xfrm>
            <a:off x="2070101" y="706627"/>
            <a:ext cx="5118874" cy="566820"/>
          </a:xfrm>
          <a:prstGeom prst="rect">
            <a:avLst/>
          </a:prstGeom>
          <a:noFill/>
          <a:ln>
            <a:noFill/>
          </a:ln>
        </p:spPr>
        <p:txBody>
          <a:bodyPr anchorCtr="0" anchor="t" bIns="0" lIns="0" spcFirstLastPara="1" rIns="0" wrap="square" tIns="12675">
            <a:spAutoFit/>
          </a:bodyPr>
          <a:lstStyle/>
          <a:p>
            <a:pPr indent="0" lvl="0" marL="12698" rtl="0" algn="ctr">
              <a:spcBef>
                <a:spcPts val="0"/>
              </a:spcBef>
              <a:spcAft>
                <a:spcPts val="0"/>
              </a:spcAft>
              <a:buNone/>
            </a:pPr>
            <a:r>
              <a:rPr lang="en-US" sz="3600">
                <a:solidFill>
                  <a:srgbClr val="FF0000"/>
                </a:solidFill>
                <a:latin typeface="Arial"/>
                <a:ea typeface="Arial"/>
                <a:cs typeface="Arial"/>
                <a:sym typeface="Arial"/>
              </a:rPr>
              <a:t>Priorité des opérateurs</a:t>
            </a:r>
            <a:endParaRPr/>
          </a:p>
        </p:txBody>
      </p:sp>
      <p:sp>
        <p:nvSpPr>
          <p:cNvPr id="549" name="Google Shape;549;p34"/>
          <p:cNvSpPr/>
          <p:nvPr/>
        </p:nvSpPr>
        <p:spPr>
          <a:xfrm>
            <a:off x="763917" y="3777996"/>
            <a:ext cx="9144000" cy="3429000"/>
          </a:xfrm>
          <a:custGeom>
            <a:rect b="b" l="l" r="r" t="t"/>
            <a:pathLst>
              <a:path extrusionOk="0" h="3429000" w="9144000">
                <a:moveTo>
                  <a:pt x="0" y="0"/>
                </a:moveTo>
                <a:lnTo>
                  <a:pt x="0" y="3428999"/>
                </a:lnTo>
                <a:lnTo>
                  <a:pt x="9143999" y="3428999"/>
                </a:lnTo>
                <a:lnTo>
                  <a:pt x="9143999"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34"/>
          <p:cNvSpPr txBox="1"/>
          <p:nvPr/>
        </p:nvSpPr>
        <p:spPr>
          <a:xfrm>
            <a:off x="1310017" y="1942592"/>
            <a:ext cx="8051800" cy="4349222"/>
          </a:xfrm>
          <a:prstGeom prst="rect">
            <a:avLst/>
          </a:prstGeom>
          <a:noFill/>
          <a:ln>
            <a:noFill/>
          </a:ln>
        </p:spPr>
        <p:txBody>
          <a:bodyPr anchorCtr="0" anchor="t" bIns="0" lIns="0" spcFirstLastPara="1" rIns="0" wrap="square" tIns="12675">
            <a:spAutoFit/>
          </a:bodyPr>
          <a:lstStyle/>
          <a:p>
            <a:pPr indent="-342867" lvl="0" marL="355565"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Tout comme en arithmétique les opérateurs ont des priorités</a:t>
            </a:r>
            <a:endParaRPr sz="2400">
              <a:solidFill>
                <a:schemeClr val="dk1"/>
              </a:solidFill>
              <a:latin typeface="Times New Roman"/>
              <a:ea typeface="Times New Roman"/>
              <a:cs typeface="Times New Roman"/>
              <a:sym typeface="Times New Roman"/>
            </a:endParaRPr>
          </a:p>
          <a:p>
            <a:pPr indent="0" lvl="0" marL="0" marR="0" rtl="0" algn="l">
              <a:spcBef>
                <a:spcPts val="5"/>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5565" marR="0" rtl="0" algn="l">
              <a:spcBef>
                <a:spcPts val="5"/>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Par exemple * et / sont prioritaires sur + et –</a:t>
            </a:r>
            <a:endParaRPr/>
          </a:p>
          <a:p>
            <a:pPr indent="0" lvl="0" marL="0" marR="0" rtl="0" algn="l">
              <a:spcBef>
                <a:spcPts val="44"/>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867" lvl="0" marL="354930" marR="729544" rtl="0" algn="l">
              <a:lnSpc>
                <a:spcPct val="9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la fonction ET (multiplication logique) est prioritaire par rapport à la  fonction OU (somme logique) ;</a:t>
            </a:r>
            <a:endParaRPr/>
          </a:p>
          <a:p>
            <a:pPr indent="0" lvl="0" marL="0" marR="0" rtl="0" algn="l">
              <a:spcBef>
                <a:spcPts val="21"/>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54930" lvl="0" marL="354930" marR="1522582" rtl="0" algn="l">
              <a:lnSpc>
                <a:spcPct val="11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Pour les booléens, l’ordre de priorité entre les opérateurs est:  NON, ET, OUExclusif, OU</a:t>
            </a:r>
            <a:endParaRPr sz="2400">
              <a:solidFill>
                <a:schemeClr val="dk1"/>
              </a:solidFill>
              <a:latin typeface="Times New Roman"/>
              <a:ea typeface="Times New Roman"/>
              <a:cs typeface="Times New Roman"/>
              <a:sym typeface="Times New Roman"/>
            </a:endParaRPr>
          </a:p>
          <a:p>
            <a:pPr indent="0" lvl="0" marL="0" marR="0" rtl="0" algn="l">
              <a:spcBef>
                <a:spcPts val="21"/>
              </a:spcBef>
              <a:spcAft>
                <a:spcPts val="0"/>
              </a:spcAft>
              <a:buNone/>
            </a:pPr>
            <a:r>
              <a:t/>
            </a:r>
            <a:endParaRPr sz="2400">
              <a:solidFill>
                <a:schemeClr val="dk1"/>
              </a:solidFill>
              <a:latin typeface="Times New Roman"/>
              <a:ea typeface="Times New Roman"/>
              <a:cs typeface="Times New Roman"/>
              <a:sym typeface="Times New Roman"/>
            </a:endParaRPr>
          </a:p>
          <a:p>
            <a:pPr indent="-1115586" lvl="0" marL="1144794" marR="5079" rtl="0" algn="l">
              <a:lnSpc>
                <a:spcPct val="107916"/>
              </a:lnSpc>
              <a:spcBef>
                <a:spcPts val="0"/>
              </a:spcBef>
              <a:spcAft>
                <a:spcPts val="0"/>
              </a:spcAft>
              <a:buNone/>
            </a:pPr>
            <a:r>
              <a:rPr lang="en-US" sz="2400">
                <a:solidFill>
                  <a:srgbClr val="FF0000"/>
                </a:solidFill>
                <a:latin typeface="Times New Roman"/>
                <a:ea typeface="Times New Roman"/>
                <a:cs typeface="Times New Roman"/>
                <a:sym typeface="Times New Roman"/>
              </a:rPr>
              <a:t>🡪Pour clarifier les choses (ou pour, dans certains cas, supprimer  toutes ambiguïtés) on peut utiliser des parenthèses</a:t>
            </a:r>
            <a:endParaRPr sz="2400">
              <a:solidFill>
                <a:schemeClr val="dk1"/>
              </a:solidFill>
              <a:latin typeface="Times New Roman"/>
              <a:ea typeface="Times New Roman"/>
              <a:cs typeface="Times New Roman"/>
              <a:sym typeface="Times New Roman"/>
            </a:endParaRPr>
          </a:p>
        </p:txBody>
      </p:sp>
      <p:sp>
        <p:nvSpPr>
          <p:cNvPr id="551" name="Google Shape;551;p34"/>
          <p:cNvSpPr txBox="1"/>
          <p:nvPr>
            <p:ph idx="12" type="sldNum"/>
          </p:nvPr>
        </p:nvSpPr>
        <p:spPr>
          <a:xfrm>
            <a:off x="9174362" y="6813293"/>
            <a:ext cx="231775" cy="155432"/>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5"/>
          <p:cNvSpPr txBox="1"/>
          <p:nvPr>
            <p:ph type="title"/>
          </p:nvPr>
        </p:nvSpPr>
        <p:spPr>
          <a:xfrm>
            <a:off x="944438" y="806450"/>
            <a:ext cx="8663882"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Opérateurs de chaînes de caractères</a:t>
            </a:r>
            <a:endParaRPr/>
          </a:p>
        </p:txBody>
      </p:sp>
      <p:sp>
        <p:nvSpPr>
          <p:cNvPr id="557" name="Google Shape;557;p35"/>
          <p:cNvSpPr txBox="1"/>
          <p:nvPr/>
        </p:nvSpPr>
        <p:spPr>
          <a:xfrm>
            <a:off x="980229" y="1931105"/>
            <a:ext cx="3920913" cy="517804"/>
          </a:xfrm>
          <a:prstGeom prst="rect">
            <a:avLst/>
          </a:prstGeom>
          <a:noFill/>
          <a:ln cap="flat" cmpd="sng" w="9525">
            <a:solidFill>
              <a:srgbClr val="40458B"/>
            </a:solidFill>
            <a:prstDash val="solid"/>
            <a:round/>
            <a:headEnd len="sm" w="sm" type="none"/>
            <a:tailEnd len="sm" w="sm" type="none"/>
          </a:ln>
        </p:spPr>
        <p:txBody>
          <a:bodyPr anchorCtr="0" anchor="t" bIns="0" lIns="0" spcFirstLastPara="1" rIns="0" wrap="square" tIns="131775">
            <a:spAutoFit/>
          </a:bodyPr>
          <a:lstStyle/>
          <a:p>
            <a:pPr indent="0" lvl="0" marL="86174" marR="0" rtl="0" algn="l">
              <a:spcBef>
                <a:spcPts val="0"/>
              </a:spcBef>
              <a:spcAft>
                <a:spcPts val="0"/>
              </a:spcAft>
              <a:buNone/>
            </a:pPr>
            <a:r>
              <a:rPr lang="en-US" sz="1800">
                <a:solidFill>
                  <a:srgbClr val="40458B"/>
                </a:solidFill>
                <a:latin typeface="Tahoma"/>
                <a:ea typeface="Tahoma"/>
                <a:cs typeface="Tahoma"/>
                <a:sym typeface="Tahoma"/>
              </a:rPr>
              <a:t>&lt;Chaine1&gt; </a:t>
            </a:r>
            <a:r>
              <a:rPr lang="en-US" sz="2500">
                <a:solidFill>
                  <a:srgbClr val="A40020"/>
                </a:solidFill>
                <a:latin typeface="Tahoma"/>
                <a:ea typeface="Tahoma"/>
                <a:cs typeface="Tahoma"/>
                <a:sym typeface="Tahoma"/>
              </a:rPr>
              <a:t>Concat </a:t>
            </a:r>
            <a:r>
              <a:rPr lang="en-US" sz="1800">
                <a:solidFill>
                  <a:srgbClr val="40458B"/>
                </a:solidFill>
                <a:latin typeface="Tahoma"/>
                <a:ea typeface="Tahoma"/>
                <a:cs typeface="Tahoma"/>
                <a:sym typeface="Tahoma"/>
              </a:rPr>
              <a:t>&lt;chaine2&gt;</a:t>
            </a:r>
            <a:endParaRPr sz="1800">
              <a:solidFill>
                <a:schemeClr val="dk1"/>
              </a:solidFill>
              <a:latin typeface="Tahoma"/>
              <a:ea typeface="Tahoma"/>
              <a:cs typeface="Tahoma"/>
              <a:sym typeface="Tahoma"/>
            </a:endParaRPr>
          </a:p>
        </p:txBody>
      </p:sp>
      <p:sp>
        <p:nvSpPr>
          <p:cNvPr id="558" name="Google Shape;558;p35"/>
          <p:cNvSpPr txBox="1"/>
          <p:nvPr/>
        </p:nvSpPr>
        <p:spPr>
          <a:xfrm>
            <a:off x="1053775" y="2682781"/>
            <a:ext cx="8992110" cy="1304721"/>
          </a:xfrm>
          <a:prstGeom prst="rect">
            <a:avLst/>
          </a:prstGeom>
          <a:noFill/>
          <a:ln>
            <a:noFill/>
          </a:ln>
        </p:spPr>
        <p:txBody>
          <a:bodyPr anchorCtr="0" anchor="t" bIns="0" lIns="0" spcFirstLastPara="1" rIns="0" wrap="square" tIns="14475">
            <a:spAutoFit/>
          </a:bodyPr>
          <a:lstStyle/>
          <a:p>
            <a:pPr indent="0" lvl="0" marL="87623" marR="0" rtl="0" algn="l">
              <a:spcBef>
                <a:spcPts val="0"/>
              </a:spcBef>
              <a:spcAft>
                <a:spcPts val="0"/>
              </a:spcAft>
              <a:buNone/>
            </a:pPr>
            <a:r>
              <a:rPr lang="en-US" sz="2100">
                <a:solidFill>
                  <a:srgbClr val="40458B"/>
                </a:solidFill>
                <a:latin typeface="Tahoma"/>
                <a:ea typeface="Tahoma"/>
                <a:cs typeface="Tahoma"/>
                <a:sym typeface="Tahoma"/>
              </a:rPr>
              <a:t>La concaténation de deux chaînes de caractères revoie une nouvelle chaîne</a:t>
            </a:r>
            <a:endParaRPr sz="2100">
              <a:solidFill>
                <a:schemeClr val="dk1"/>
              </a:solidFill>
              <a:latin typeface="Tahoma"/>
              <a:ea typeface="Tahoma"/>
              <a:cs typeface="Tahoma"/>
              <a:sym typeface="Tahoma"/>
            </a:endParaRPr>
          </a:p>
          <a:p>
            <a:pPr indent="0" lvl="0" marL="14483" marR="0" rtl="0" algn="l">
              <a:spcBef>
                <a:spcPts val="6"/>
              </a:spcBef>
              <a:spcAft>
                <a:spcPts val="0"/>
              </a:spcAft>
              <a:buNone/>
            </a:pPr>
            <a:r>
              <a:rPr lang="en-US" sz="2100">
                <a:solidFill>
                  <a:srgbClr val="40458B"/>
                </a:solidFill>
                <a:latin typeface="Tahoma"/>
                <a:ea typeface="Tahoma"/>
                <a:cs typeface="Tahoma"/>
                <a:sym typeface="Tahoma"/>
              </a:rPr>
              <a:t>obtenue en juxtaposant ces deux chaînes</a:t>
            </a:r>
            <a:endParaRPr sz="2100">
              <a:solidFill>
                <a:schemeClr val="dk1"/>
              </a:solidFill>
              <a:latin typeface="Tahoma"/>
              <a:ea typeface="Tahoma"/>
              <a:cs typeface="Tahoma"/>
              <a:sym typeface="Tahoma"/>
            </a:endParaRPr>
          </a:p>
          <a:p>
            <a:pPr indent="0" lvl="0" marL="0" marR="0" rtl="0" algn="l">
              <a:spcBef>
                <a:spcPts val="51"/>
              </a:spcBef>
              <a:spcAft>
                <a:spcPts val="0"/>
              </a:spcAft>
              <a:buNone/>
            </a:pPr>
            <a:r>
              <a:t/>
            </a:r>
            <a:endParaRPr sz="2000">
              <a:solidFill>
                <a:schemeClr val="dk1"/>
              </a:solidFill>
              <a:latin typeface="Tahoma"/>
              <a:ea typeface="Tahoma"/>
              <a:cs typeface="Tahoma"/>
              <a:sym typeface="Tahoma"/>
            </a:endParaRPr>
          </a:p>
          <a:p>
            <a:pPr indent="0" lvl="0" marL="14483" marR="0" rtl="0" algn="l">
              <a:spcBef>
                <a:spcPts val="0"/>
              </a:spcBef>
              <a:spcAft>
                <a:spcPts val="0"/>
              </a:spcAft>
              <a:buNone/>
            </a:pPr>
            <a:r>
              <a:rPr lang="en-US" sz="2100">
                <a:solidFill>
                  <a:srgbClr val="660066"/>
                </a:solidFill>
                <a:latin typeface="Tahoma"/>
                <a:ea typeface="Tahoma"/>
                <a:cs typeface="Tahoma"/>
                <a:sym typeface="Tahoma"/>
              </a:rPr>
              <a:t>Exemple:	</a:t>
            </a:r>
            <a:r>
              <a:rPr lang="en-US" sz="2100">
                <a:solidFill>
                  <a:srgbClr val="40458B"/>
                </a:solidFill>
                <a:latin typeface="Tahoma"/>
                <a:ea typeface="Tahoma"/>
                <a:cs typeface="Tahoma"/>
                <a:sym typeface="Tahoma"/>
              </a:rPr>
              <a:t>"ordinateur" concat "portable" = "ordinateurportable"</a:t>
            </a:r>
            <a:endParaRPr sz="2100">
              <a:solidFill>
                <a:schemeClr val="dk1"/>
              </a:solidFill>
              <a:latin typeface="Tahoma"/>
              <a:ea typeface="Tahoma"/>
              <a:cs typeface="Tahoma"/>
              <a:sym typeface="Tahoma"/>
            </a:endParaRPr>
          </a:p>
        </p:txBody>
      </p:sp>
      <p:sp>
        <p:nvSpPr>
          <p:cNvPr id="559" name="Google Shape;559;p35"/>
          <p:cNvSpPr txBox="1"/>
          <p:nvPr/>
        </p:nvSpPr>
        <p:spPr>
          <a:xfrm>
            <a:off x="980228" y="4213167"/>
            <a:ext cx="2940685" cy="436638"/>
          </a:xfrm>
          <a:prstGeom prst="rect">
            <a:avLst/>
          </a:prstGeom>
          <a:noFill/>
          <a:ln cap="flat" cmpd="sng" w="9525">
            <a:solidFill>
              <a:srgbClr val="40458B"/>
            </a:solidFill>
            <a:prstDash val="solid"/>
            <a:round/>
            <a:headEnd len="sm" w="sm" type="none"/>
            <a:tailEnd len="sm" w="sm" type="none"/>
          </a:ln>
        </p:spPr>
        <p:txBody>
          <a:bodyPr anchorCtr="0" anchor="t" bIns="0" lIns="0" spcFirstLastPara="1" rIns="0" wrap="square" tIns="51400">
            <a:spAutoFit/>
          </a:bodyPr>
          <a:lstStyle/>
          <a:p>
            <a:pPr indent="0" lvl="0" marL="104278" marR="0" rtl="0" algn="l">
              <a:spcBef>
                <a:spcPts val="0"/>
              </a:spcBef>
              <a:spcAft>
                <a:spcPts val="0"/>
              </a:spcAft>
              <a:buNone/>
            </a:pPr>
            <a:r>
              <a:rPr lang="en-US" sz="2500">
                <a:solidFill>
                  <a:srgbClr val="A40020"/>
                </a:solidFill>
                <a:latin typeface="Tahoma"/>
                <a:ea typeface="Tahoma"/>
                <a:cs typeface="Tahoma"/>
                <a:sym typeface="Tahoma"/>
              </a:rPr>
              <a:t>Longueur</a:t>
            </a:r>
            <a:r>
              <a:rPr lang="en-US" sz="2500">
                <a:solidFill>
                  <a:srgbClr val="40458B"/>
                </a:solidFill>
                <a:latin typeface="Tahoma"/>
                <a:ea typeface="Tahoma"/>
                <a:cs typeface="Tahoma"/>
                <a:sym typeface="Tahoma"/>
              </a:rPr>
              <a:t>(</a:t>
            </a:r>
            <a:r>
              <a:rPr lang="en-US" sz="1800">
                <a:solidFill>
                  <a:srgbClr val="40458B"/>
                </a:solidFill>
                <a:latin typeface="Tahoma"/>
                <a:ea typeface="Tahoma"/>
                <a:cs typeface="Tahoma"/>
                <a:sym typeface="Tahoma"/>
              </a:rPr>
              <a:t>&lt;chaîne&gt;</a:t>
            </a:r>
            <a:r>
              <a:rPr lang="en-US" sz="2500">
                <a:solidFill>
                  <a:srgbClr val="40458B"/>
                </a:solidFill>
                <a:latin typeface="Tahoma"/>
                <a:ea typeface="Tahoma"/>
                <a:cs typeface="Tahoma"/>
                <a:sym typeface="Tahoma"/>
              </a:rPr>
              <a:t>)</a:t>
            </a:r>
            <a:endParaRPr sz="2500">
              <a:solidFill>
                <a:schemeClr val="dk1"/>
              </a:solidFill>
              <a:latin typeface="Tahoma"/>
              <a:ea typeface="Tahoma"/>
              <a:cs typeface="Tahoma"/>
              <a:sym typeface="Tahoma"/>
            </a:endParaRPr>
          </a:p>
        </p:txBody>
      </p:sp>
      <p:sp>
        <p:nvSpPr>
          <p:cNvPr id="560" name="Google Shape;560;p35"/>
          <p:cNvSpPr txBox="1"/>
          <p:nvPr/>
        </p:nvSpPr>
        <p:spPr>
          <a:xfrm>
            <a:off x="1072666" y="4988073"/>
            <a:ext cx="6747238" cy="981556"/>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Tahoma"/>
                <a:ea typeface="Tahoma"/>
                <a:cs typeface="Tahoma"/>
                <a:sym typeface="Tahoma"/>
              </a:rPr>
              <a:t>renvoie le nombre de caractères contenus dans la chaîne</a:t>
            </a:r>
            <a:endParaRPr sz="2100">
              <a:solidFill>
                <a:schemeClr val="dk1"/>
              </a:solidFill>
              <a:latin typeface="Tahoma"/>
              <a:ea typeface="Tahoma"/>
              <a:cs typeface="Tahoma"/>
              <a:sym typeface="Tahoma"/>
            </a:endParaRPr>
          </a:p>
          <a:p>
            <a:pPr indent="0" lvl="0" marL="0" marR="0" rtl="0" algn="l">
              <a:spcBef>
                <a:spcPts val="57"/>
              </a:spcBef>
              <a:spcAft>
                <a:spcPts val="0"/>
              </a:spcAft>
              <a:buNone/>
            </a:pPr>
            <a:r>
              <a:t/>
            </a:r>
            <a:endParaRPr sz="2000">
              <a:solidFill>
                <a:schemeClr val="dk1"/>
              </a:solidFill>
              <a:latin typeface="Tahoma"/>
              <a:ea typeface="Tahoma"/>
              <a:cs typeface="Tahoma"/>
              <a:sym typeface="Tahoma"/>
            </a:endParaRPr>
          </a:p>
          <a:p>
            <a:pPr indent="0" lvl="0" marL="14483" marR="0" rtl="0" algn="l">
              <a:spcBef>
                <a:spcPts val="0"/>
              </a:spcBef>
              <a:spcAft>
                <a:spcPts val="0"/>
              </a:spcAft>
              <a:buNone/>
            </a:pPr>
            <a:r>
              <a:rPr lang="en-US" sz="2100">
                <a:solidFill>
                  <a:srgbClr val="660066"/>
                </a:solidFill>
                <a:latin typeface="Tahoma"/>
                <a:ea typeface="Tahoma"/>
                <a:cs typeface="Tahoma"/>
                <a:sym typeface="Tahoma"/>
              </a:rPr>
              <a:t>Remarque: </a:t>
            </a:r>
            <a:r>
              <a:rPr lang="en-US" sz="2100">
                <a:solidFill>
                  <a:srgbClr val="40458B"/>
                </a:solidFill>
                <a:latin typeface="Tahoma"/>
                <a:ea typeface="Tahoma"/>
                <a:cs typeface="Tahoma"/>
                <a:sym typeface="Tahoma"/>
              </a:rPr>
              <a:t>il ne faut pas oublier le caractère ESPACE</a:t>
            </a:r>
            <a:endParaRPr sz="2100">
              <a:solidFill>
                <a:schemeClr val="dk1"/>
              </a:solidFill>
              <a:latin typeface="Tahoma"/>
              <a:ea typeface="Tahoma"/>
              <a:cs typeface="Tahoma"/>
              <a:sym typeface="Tahoma"/>
            </a:endParaRPr>
          </a:p>
        </p:txBody>
      </p:sp>
      <p:sp>
        <p:nvSpPr>
          <p:cNvPr id="561" name="Google Shape;561;p35"/>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6"/>
          <p:cNvSpPr txBox="1"/>
          <p:nvPr>
            <p:ph type="title"/>
          </p:nvPr>
        </p:nvSpPr>
        <p:spPr>
          <a:xfrm>
            <a:off x="2146300" y="501650"/>
            <a:ext cx="5743990" cy="566038"/>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Instruction d'affectation </a:t>
            </a:r>
            <a:r>
              <a:rPr b="1" lang="en-US" sz="3600">
                <a:solidFill>
                  <a:srgbClr val="FF0000"/>
                </a:solidFill>
              </a:rPr>
              <a:t>(1)</a:t>
            </a:r>
            <a:endParaRPr sz="3600">
              <a:solidFill>
                <a:srgbClr val="FF0000"/>
              </a:solidFill>
            </a:endParaRPr>
          </a:p>
        </p:txBody>
      </p:sp>
      <p:sp>
        <p:nvSpPr>
          <p:cNvPr id="567" name="Google Shape;567;p36"/>
          <p:cNvSpPr txBox="1"/>
          <p:nvPr/>
        </p:nvSpPr>
        <p:spPr>
          <a:xfrm>
            <a:off x="1295445" y="1539566"/>
            <a:ext cx="8594820"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L'opération d’affectation consiste à affecter une valeur à un objet.</a:t>
            </a:r>
            <a:endParaRPr sz="2300">
              <a:solidFill>
                <a:schemeClr val="dk1"/>
              </a:solidFill>
              <a:latin typeface="Arial"/>
              <a:ea typeface="Arial"/>
              <a:cs typeface="Arial"/>
              <a:sym typeface="Arial"/>
            </a:endParaRPr>
          </a:p>
        </p:txBody>
      </p:sp>
      <p:pic>
        <p:nvPicPr>
          <p:cNvPr id="568" name="Google Shape;568;p36"/>
          <p:cNvPicPr preferRelativeResize="0"/>
          <p:nvPr/>
        </p:nvPicPr>
        <p:blipFill rotWithShape="1">
          <a:blip r:embed="rId3">
            <a:alphaModFix/>
          </a:blip>
          <a:srcRect b="0" l="0" r="0" t="0"/>
          <a:stretch/>
        </p:blipFill>
        <p:spPr>
          <a:xfrm>
            <a:off x="908939" y="1620450"/>
            <a:ext cx="222779" cy="214940"/>
          </a:xfrm>
          <a:prstGeom prst="rect">
            <a:avLst/>
          </a:prstGeom>
          <a:noFill/>
          <a:ln>
            <a:noFill/>
          </a:ln>
        </p:spPr>
      </p:pic>
      <p:sp>
        <p:nvSpPr>
          <p:cNvPr id="569" name="Google Shape;569;p36"/>
          <p:cNvSpPr txBox="1"/>
          <p:nvPr/>
        </p:nvSpPr>
        <p:spPr>
          <a:xfrm>
            <a:off x="2851573" y="2015067"/>
            <a:ext cx="5346700" cy="433647"/>
          </a:xfrm>
          <a:prstGeom prst="rect">
            <a:avLst/>
          </a:prstGeom>
          <a:noFill/>
          <a:ln cap="flat" cmpd="sng" w="9525">
            <a:solidFill>
              <a:srgbClr val="40458B"/>
            </a:solidFill>
            <a:prstDash val="solid"/>
            <a:round/>
            <a:headEnd len="sm" w="sm" type="none"/>
            <a:tailEnd len="sm" w="sm" type="none"/>
          </a:ln>
        </p:spPr>
        <p:txBody>
          <a:bodyPr anchorCtr="0" anchor="t" bIns="0" lIns="0" spcFirstLastPara="1" rIns="0" wrap="square" tIns="78925">
            <a:spAutoFit/>
          </a:bodyPr>
          <a:lstStyle/>
          <a:p>
            <a:pPr indent="0" lvl="0" marL="0" marR="0" rtl="0" algn="ctr">
              <a:spcBef>
                <a:spcPts val="0"/>
              </a:spcBef>
              <a:spcAft>
                <a:spcPts val="0"/>
              </a:spcAft>
              <a:buNone/>
            </a:pPr>
            <a:r>
              <a:rPr lang="en-US" sz="2300">
                <a:solidFill>
                  <a:srgbClr val="A40020"/>
                </a:solidFill>
                <a:latin typeface="Arial"/>
                <a:ea typeface="Arial"/>
                <a:cs typeface="Arial"/>
                <a:sym typeface="Arial"/>
              </a:rPr>
              <a:t>&lt;identificateur&gt; </a:t>
            </a:r>
            <a:r>
              <a:rPr lang="en-US" sz="2300">
                <a:solidFill>
                  <a:srgbClr val="A40020"/>
                </a:solidFill>
                <a:latin typeface="Noto Sans Symbols"/>
                <a:ea typeface="Noto Sans Symbols"/>
                <a:cs typeface="Noto Sans Symbols"/>
                <a:sym typeface="Noto Sans Symbols"/>
              </a:rPr>
              <a:t>←</a:t>
            </a:r>
            <a:r>
              <a:rPr lang="en-US" sz="2300">
                <a:solidFill>
                  <a:srgbClr val="A40020"/>
                </a:solidFill>
                <a:latin typeface="Times New Roman"/>
                <a:ea typeface="Times New Roman"/>
                <a:cs typeface="Times New Roman"/>
                <a:sym typeface="Times New Roman"/>
              </a:rPr>
              <a:t> </a:t>
            </a:r>
            <a:r>
              <a:rPr lang="en-US" sz="2300">
                <a:solidFill>
                  <a:srgbClr val="A40020"/>
                </a:solidFill>
                <a:latin typeface="Arial"/>
                <a:ea typeface="Arial"/>
                <a:cs typeface="Arial"/>
                <a:sym typeface="Arial"/>
              </a:rPr>
              <a:t>&lt;valeur&gt;</a:t>
            </a:r>
            <a:endParaRPr sz="2300">
              <a:solidFill>
                <a:schemeClr val="dk1"/>
              </a:solidFill>
              <a:latin typeface="Arial"/>
              <a:ea typeface="Arial"/>
              <a:cs typeface="Arial"/>
              <a:sym typeface="Arial"/>
            </a:endParaRPr>
          </a:p>
        </p:txBody>
      </p:sp>
      <p:pic>
        <p:nvPicPr>
          <p:cNvPr id="570" name="Google Shape;570;p36"/>
          <p:cNvPicPr preferRelativeResize="0"/>
          <p:nvPr/>
        </p:nvPicPr>
        <p:blipFill rotWithShape="1">
          <a:blip r:embed="rId3">
            <a:alphaModFix/>
          </a:blip>
          <a:srcRect b="0" l="0" r="0" t="0"/>
          <a:stretch/>
        </p:blipFill>
        <p:spPr>
          <a:xfrm>
            <a:off x="908939" y="2695152"/>
            <a:ext cx="222779" cy="214940"/>
          </a:xfrm>
          <a:prstGeom prst="rect">
            <a:avLst/>
          </a:prstGeom>
          <a:noFill/>
          <a:ln>
            <a:noFill/>
          </a:ln>
        </p:spPr>
      </p:pic>
      <p:pic>
        <p:nvPicPr>
          <p:cNvPr id="571" name="Google Shape;571;p36"/>
          <p:cNvPicPr preferRelativeResize="0"/>
          <p:nvPr/>
        </p:nvPicPr>
        <p:blipFill rotWithShape="1">
          <a:blip r:embed="rId3">
            <a:alphaModFix/>
          </a:blip>
          <a:srcRect b="0" l="0" r="0" t="0"/>
          <a:stretch/>
        </p:blipFill>
        <p:spPr>
          <a:xfrm>
            <a:off x="908939" y="4985610"/>
            <a:ext cx="222779" cy="214940"/>
          </a:xfrm>
          <a:prstGeom prst="rect">
            <a:avLst/>
          </a:prstGeom>
          <a:noFill/>
          <a:ln>
            <a:noFill/>
          </a:ln>
        </p:spPr>
      </p:pic>
      <p:sp>
        <p:nvSpPr>
          <p:cNvPr id="572" name="Google Shape;572;p36"/>
          <p:cNvSpPr txBox="1"/>
          <p:nvPr/>
        </p:nvSpPr>
        <p:spPr>
          <a:xfrm>
            <a:off x="1295445" y="2614689"/>
            <a:ext cx="8850274" cy="4488375"/>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où valeur peut désigner :</a:t>
            </a:r>
            <a:endParaRPr sz="2300">
              <a:solidFill>
                <a:schemeClr val="dk1"/>
              </a:solidFill>
              <a:latin typeface="Arial"/>
              <a:ea typeface="Arial"/>
              <a:cs typeface="Arial"/>
              <a:sym typeface="Arial"/>
            </a:endParaRPr>
          </a:p>
          <a:p>
            <a:pPr indent="-327318" lvl="0" marL="471423" marR="0" rtl="0" algn="l">
              <a:spcBef>
                <a:spcPts val="1597"/>
              </a:spcBef>
              <a:spcAft>
                <a:spcPts val="0"/>
              </a:spcAft>
              <a:buClr>
                <a:srgbClr val="40458B"/>
              </a:buClr>
              <a:buSzPts val="1225"/>
              <a:buFont typeface="Noto Sans Symbols"/>
              <a:buChar char="■"/>
            </a:pPr>
            <a:r>
              <a:rPr lang="en-US" sz="2100">
                <a:solidFill>
                  <a:srgbClr val="40458B"/>
                </a:solidFill>
                <a:latin typeface="Arial"/>
                <a:ea typeface="Arial"/>
                <a:cs typeface="Arial"/>
                <a:sym typeface="Arial"/>
              </a:rPr>
              <a:t>Une </a:t>
            </a:r>
            <a:r>
              <a:rPr lang="en-US" sz="2100">
                <a:solidFill>
                  <a:srgbClr val="A40020"/>
                </a:solidFill>
                <a:latin typeface="Arial"/>
                <a:ea typeface="Arial"/>
                <a:cs typeface="Arial"/>
                <a:sym typeface="Arial"/>
              </a:rPr>
              <a:t>constante </a:t>
            </a:r>
            <a:r>
              <a:rPr lang="en-US" sz="2100">
                <a:solidFill>
                  <a:srgbClr val="40458B"/>
                </a:solidFill>
                <a:latin typeface="Arial"/>
                <a:ea typeface="Arial"/>
                <a:cs typeface="Arial"/>
                <a:sym typeface="Arial"/>
              </a:rPr>
              <a:t>: mais qui a le même type que l'identificateur.</a:t>
            </a:r>
            <a:endParaRPr sz="2100">
              <a:solidFill>
                <a:schemeClr val="dk1"/>
              </a:solidFill>
              <a:latin typeface="Arial"/>
              <a:ea typeface="Arial"/>
              <a:cs typeface="Arial"/>
              <a:sym typeface="Arial"/>
            </a:endParaRPr>
          </a:p>
          <a:p>
            <a:pPr indent="-327318" lvl="0" marL="471423" marR="0" rtl="0" algn="l">
              <a:spcBef>
                <a:spcPts val="1477"/>
              </a:spcBef>
              <a:spcAft>
                <a:spcPts val="0"/>
              </a:spcAft>
              <a:buClr>
                <a:srgbClr val="40458B"/>
              </a:buClr>
              <a:buSzPts val="1225"/>
              <a:buFont typeface="Noto Sans Symbols"/>
              <a:buChar char="■"/>
            </a:pPr>
            <a:r>
              <a:rPr lang="en-US" sz="2100">
                <a:solidFill>
                  <a:srgbClr val="40458B"/>
                </a:solidFill>
                <a:latin typeface="Arial"/>
                <a:ea typeface="Arial"/>
                <a:cs typeface="Arial"/>
                <a:sym typeface="Arial"/>
              </a:rPr>
              <a:t>Une </a:t>
            </a:r>
            <a:r>
              <a:rPr lang="en-US" sz="2100">
                <a:solidFill>
                  <a:srgbClr val="A40020"/>
                </a:solidFill>
                <a:latin typeface="Arial"/>
                <a:ea typeface="Arial"/>
                <a:cs typeface="Arial"/>
                <a:sym typeface="Arial"/>
              </a:rPr>
              <a:t>variable </a:t>
            </a:r>
            <a:r>
              <a:rPr lang="en-US" sz="2100">
                <a:solidFill>
                  <a:srgbClr val="40458B"/>
                </a:solidFill>
                <a:latin typeface="Arial"/>
                <a:ea typeface="Arial"/>
                <a:cs typeface="Arial"/>
                <a:sym typeface="Arial"/>
              </a:rPr>
              <a:t>: Exemple:	Montant </a:t>
            </a:r>
            <a:r>
              <a:rPr lang="en-US" sz="2100">
                <a:solidFill>
                  <a:srgbClr val="40458B"/>
                </a:solidFill>
                <a:latin typeface="Noto Sans Symbols"/>
                <a:ea typeface="Noto Sans Symbols"/>
                <a:cs typeface="Noto Sans Symbols"/>
                <a:sym typeface="Noto Sans Symbols"/>
              </a:rPr>
              <a:t>←</a:t>
            </a:r>
            <a:r>
              <a:rPr lang="en-US" sz="2100">
                <a:solidFill>
                  <a:srgbClr val="40458B"/>
                </a:solidFill>
                <a:latin typeface="Times New Roman"/>
                <a:ea typeface="Times New Roman"/>
                <a:cs typeface="Times New Roman"/>
                <a:sym typeface="Times New Roman"/>
              </a:rPr>
              <a:t> </a:t>
            </a:r>
            <a:r>
              <a:rPr lang="en-US" sz="2100">
                <a:solidFill>
                  <a:srgbClr val="40458B"/>
                </a:solidFill>
                <a:latin typeface="Arial"/>
                <a:ea typeface="Arial"/>
                <a:cs typeface="Arial"/>
                <a:sym typeface="Arial"/>
              </a:rPr>
              <a:t>Montant_Initial</a:t>
            </a:r>
            <a:endParaRPr sz="2100">
              <a:solidFill>
                <a:schemeClr val="dk1"/>
              </a:solidFill>
              <a:latin typeface="Arial"/>
              <a:ea typeface="Arial"/>
              <a:cs typeface="Arial"/>
              <a:sym typeface="Arial"/>
            </a:endParaRPr>
          </a:p>
          <a:p>
            <a:pPr indent="-327318" lvl="0" marL="471423" marR="159314" rtl="0" algn="l">
              <a:spcBef>
                <a:spcPts val="1477"/>
              </a:spcBef>
              <a:spcAft>
                <a:spcPts val="0"/>
              </a:spcAft>
              <a:buClr>
                <a:srgbClr val="40458B"/>
              </a:buClr>
              <a:buSzPts val="1225"/>
              <a:buFont typeface="Noto Sans Symbols"/>
              <a:buChar char="■"/>
            </a:pPr>
            <a:r>
              <a:rPr lang="en-US" sz="2100">
                <a:solidFill>
                  <a:srgbClr val="40458B"/>
                </a:solidFill>
                <a:latin typeface="Arial"/>
                <a:ea typeface="Arial"/>
                <a:cs typeface="Arial"/>
                <a:sym typeface="Arial"/>
              </a:rPr>
              <a:t>Une </a:t>
            </a:r>
            <a:r>
              <a:rPr lang="en-US" sz="2100">
                <a:solidFill>
                  <a:srgbClr val="A40020"/>
                </a:solidFill>
                <a:latin typeface="Arial"/>
                <a:ea typeface="Arial"/>
                <a:cs typeface="Arial"/>
                <a:sym typeface="Arial"/>
              </a:rPr>
              <a:t>expression </a:t>
            </a:r>
            <a:r>
              <a:rPr lang="en-US" sz="2100">
                <a:solidFill>
                  <a:srgbClr val="40458B"/>
                </a:solidFill>
                <a:latin typeface="Arial"/>
                <a:ea typeface="Arial"/>
                <a:cs typeface="Arial"/>
                <a:sym typeface="Arial"/>
              </a:rPr>
              <a:t>: Dont l'expression d'évaluation produit un résultat de  même type que l'identificateur. Exemple :	Somme </a:t>
            </a:r>
            <a:r>
              <a:rPr lang="en-US" sz="2100">
                <a:solidFill>
                  <a:srgbClr val="40458B"/>
                </a:solidFill>
                <a:latin typeface="Noto Sans Symbols"/>
                <a:ea typeface="Noto Sans Symbols"/>
                <a:cs typeface="Noto Sans Symbols"/>
                <a:sym typeface="Noto Sans Symbols"/>
              </a:rPr>
              <a:t>←</a:t>
            </a:r>
            <a:r>
              <a:rPr lang="en-US" sz="2100">
                <a:solidFill>
                  <a:srgbClr val="40458B"/>
                </a:solidFill>
                <a:latin typeface="Times New Roman"/>
                <a:ea typeface="Times New Roman"/>
                <a:cs typeface="Times New Roman"/>
                <a:sym typeface="Times New Roman"/>
              </a:rPr>
              <a:t> </a:t>
            </a:r>
            <a:r>
              <a:rPr lang="en-US" sz="2100">
                <a:solidFill>
                  <a:srgbClr val="40458B"/>
                </a:solidFill>
                <a:latin typeface="Arial"/>
                <a:ea typeface="Arial"/>
                <a:cs typeface="Arial"/>
                <a:sym typeface="Arial"/>
              </a:rPr>
              <a:t>5 + 10</a:t>
            </a:r>
            <a:endParaRPr sz="2100">
              <a:solidFill>
                <a:schemeClr val="dk1"/>
              </a:solidFill>
              <a:latin typeface="Arial"/>
              <a:ea typeface="Arial"/>
              <a:cs typeface="Arial"/>
              <a:sym typeface="Arial"/>
            </a:endParaRPr>
          </a:p>
          <a:p>
            <a:pPr indent="0" lvl="0" marL="14483" marR="0" rtl="0" algn="l">
              <a:spcBef>
                <a:spcPts val="1528"/>
              </a:spcBef>
              <a:spcAft>
                <a:spcPts val="0"/>
              </a:spcAft>
              <a:buNone/>
            </a:pPr>
            <a:r>
              <a:rPr lang="en-US" sz="2300">
                <a:solidFill>
                  <a:srgbClr val="A40020"/>
                </a:solidFill>
                <a:latin typeface="Arial"/>
                <a:ea typeface="Arial"/>
                <a:cs typeface="Arial"/>
                <a:sym typeface="Arial"/>
              </a:rPr>
              <a:t>Exemple</a:t>
            </a:r>
            <a:r>
              <a:rPr lang="en-US" sz="2300">
                <a:solidFill>
                  <a:srgbClr val="40458B"/>
                </a:solidFill>
                <a:latin typeface="Arial"/>
                <a:ea typeface="Arial"/>
                <a:cs typeface="Arial"/>
                <a:sym typeface="Arial"/>
              </a:rPr>
              <a:t>:	Nom </a:t>
            </a:r>
            <a:r>
              <a:rPr lang="en-US" sz="2300">
                <a:solidFill>
                  <a:srgbClr val="40458B"/>
                </a:solidFill>
                <a:latin typeface="Noto Sans Symbols"/>
                <a:ea typeface="Noto Sans Symbols"/>
                <a:cs typeface="Noto Sans Symbols"/>
                <a:sym typeface="Noto Sans Symbols"/>
              </a:rPr>
              <a:t>←</a:t>
            </a:r>
            <a:r>
              <a:rPr lang="en-US" sz="2300">
                <a:solidFill>
                  <a:srgbClr val="40458B"/>
                </a:solidFill>
                <a:latin typeface="Times New Roman"/>
                <a:ea typeface="Times New Roman"/>
                <a:cs typeface="Times New Roman"/>
                <a:sym typeface="Times New Roman"/>
              </a:rPr>
              <a:t> </a:t>
            </a:r>
            <a:r>
              <a:rPr lang="en-US" sz="2300">
                <a:solidFill>
                  <a:srgbClr val="40458B"/>
                </a:solidFill>
                <a:latin typeface="Arial"/>
                <a:ea typeface="Arial"/>
                <a:cs typeface="Arial"/>
                <a:sym typeface="Arial"/>
              </a:rPr>
              <a:t>"ALKHAWARISMI"</a:t>
            </a:r>
            <a:endParaRPr sz="2300">
              <a:solidFill>
                <a:schemeClr val="dk1"/>
              </a:solidFill>
              <a:latin typeface="Arial"/>
              <a:ea typeface="Arial"/>
              <a:cs typeface="Arial"/>
              <a:sym typeface="Arial"/>
            </a:endParaRPr>
          </a:p>
          <a:p>
            <a:pPr indent="-327318" lvl="0" marL="471423" marR="5793" rtl="0" algn="l">
              <a:spcBef>
                <a:spcPts val="1597"/>
              </a:spcBef>
              <a:spcAft>
                <a:spcPts val="0"/>
              </a:spcAft>
              <a:buClr>
                <a:srgbClr val="40458B"/>
              </a:buClr>
              <a:buSzPts val="1225"/>
              <a:buFont typeface="Noto Sans Symbols"/>
              <a:buChar char="■"/>
            </a:pPr>
            <a:r>
              <a:rPr lang="en-US" sz="2100">
                <a:solidFill>
                  <a:srgbClr val="40458B"/>
                </a:solidFill>
                <a:latin typeface="Arial"/>
                <a:ea typeface="Arial"/>
                <a:cs typeface="Arial"/>
                <a:sym typeface="Arial"/>
              </a:rPr>
              <a:t>Avant l'exécution de cette opération, la valeur de la variable nom est la  chaîne vide</a:t>
            </a:r>
            <a:endParaRPr sz="2100">
              <a:solidFill>
                <a:schemeClr val="dk1"/>
              </a:solidFill>
              <a:latin typeface="Arial"/>
              <a:ea typeface="Arial"/>
              <a:cs typeface="Arial"/>
              <a:sym typeface="Arial"/>
            </a:endParaRPr>
          </a:p>
          <a:p>
            <a:pPr indent="-327318" lvl="0" marL="471423" marR="0" rtl="0" algn="l">
              <a:spcBef>
                <a:spcPts val="1477"/>
              </a:spcBef>
              <a:spcAft>
                <a:spcPts val="0"/>
              </a:spcAft>
              <a:buClr>
                <a:srgbClr val="40458B"/>
              </a:buClr>
              <a:buSzPts val="1225"/>
              <a:buFont typeface="Noto Sans Symbols"/>
              <a:buChar char="■"/>
            </a:pPr>
            <a:r>
              <a:rPr lang="en-US" sz="2100">
                <a:solidFill>
                  <a:srgbClr val="40458B"/>
                </a:solidFill>
                <a:latin typeface="Arial"/>
                <a:ea typeface="Arial"/>
                <a:cs typeface="Arial"/>
                <a:sym typeface="Arial"/>
              </a:rPr>
              <a:t>après l'exécution de cette instruction la valeur de la variable nom</a:t>
            </a:r>
            <a:endParaRPr sz="2100">
              <a:solidFill>
                <a:schemeClr val="dk1"/>
              </a:solidFill>
              <a:latin typeface="Arial"/>
              <a:ea typeface="Arial"/>
              <a:cs typeface="Arial"/>
              <a:sym typeface="Arial"/>
            </a:endParaRPr>
          </a:p>
          <a:p>
            <a:pPr indent="0" lvl="0" marL="471423" marR="0" rtl="0" algn="l">
              <a:spcBef>
                <a:spcPts val="6"/>
              </a:spcBef>
              <a:spcAft>
                <a:spcPts val="0"/>
              </a:spcAft>
              <a:buNone/>
            </a:pPr>
            <a:r>
              <a:rPr lang="en-US" sz="2100">
                <a:solidFill>
                  <a:srgbClr val="40458B"/>
                </a:solidFill>
                <a:latin typeface="Arial"/>
                <a:ea typeface="Arial"/>
                <a:cs typeface="Arial"/>
                <a:sym typeface="Arial"/>
              </a:rPr>
              <a:t>devient "ALKHAWARISMI".</a:t>
            </a:r>
            <a:endParaRPr sz="2100">
              <a:solidFill>
                <a:schemeClr val="dk1"/>
              </a:solidFill>
              <a:latin typeface="Arial"/>
              <a:ea typeface="Arial"/>
              <a:cs typeface="Arial"/>
              <a:sym typeface="Arial"/>
            </a:endParaRPr>
          </a:p>
        </p:txBody>
      </p:sp>
      <p:sp>
        <p:nvSpPr>
          <p:cNvPr id="573" name="Google Shape;573;p36"/>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7"/>
          <p:cNvSpPr txBox="1"/>
          <p:nvPr>
            <p:ph type="title"/>
          </p:nvPr>
        </p:nvSpPr>
        <p:spPr>
          <a:xfrm>
            <a:off x="2179639" y="501650"/>
            <a:ext cx="5786318" cy="566038"/>
          </a:xfrm>
          <a:prstGeom prst="rect">
            <a:avLst/>
          </a:prstGeom>
          <a:noFill/>
          <a:ln>
            <a:noFill/>
          </a:ln>
        </p:spPr>
        <p:txBody>
          <a:bodyPr anchorCtr="0" anchor="t" bIns="0" lIns="0" spcFirstLastPara="1" rIns="0" wrap="square" tIns="15200">
            <a:spAutoFit/>
          </a:bodyPr>
          <a:lstStyle/>
          <a:p>
            <a:pPr indent="0" lvl="0" marL="14483" rtl="0" algn="l">
              <a:spcBef>
                <a:spcPts val="0"/>
              </a:spcBef>
              <a:spcAft>
                <a:spcPts val="0"/>
              </a:spcAft>
              <a:buNone/>
            </a:pPr>
            <a:r>
              <a:rPr lang="en-US" sz="3600">
                <a:solidFill>
                  <a:srgbClr val="FF0000"/>
                </a:solidFill>
              </a:rPr>
              <a:t>Instruction d'affectation (2)</a:t>
            </a:r>
            <a:endParaRPr/>
          </a:p>
        </p:txBody>
      </p:sp>
      <p:sp>
        <p:nvSpPr>
          <p:cNvPr id="579" name="Google Shape;579;p37"/>
          <p:cNvSpPr txBox="1"/>
          <p:nvPr/>
        </p:nvSpPr>
        <p:spPr>
          <a:xfrm>
            <a:off x="1072666" y="1625208"/>
            <a:ext cx="9174789" cy="1307286"/>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A40020"/>
                </a:solidFill>
                <a:latin typeface="Arial"/>
                <a:ea typeface="Arial"/>
                <a:cs typeface="Arial"/>
                <a:sym typeface="Arial"/>
              </a:rPr>
              <a:t>Exemple </a:t>
            </a:r>
            <a:r>
              <a:rPr b="1" lang="en-US" sz="2100">
                <a:solidFill>
                  <a:srgbClr val="6E88F7"/>
                </a:solidFill>
                <a:latin typeface="Arial"/>
                <a:ea typeface="Arial"/>
                <a:cs typeface="Arial"/>
                <a:sym typeface="Arial"/>
              </a:rPr>
              <a:t>:</a:t>
            </a:r>
            <a:endParaRPr sz="2100">
              <a:solidFill>
                <a:schemeClr val="dk1"/>
              </a:solidFill>
              <a:latin typeface="Arial"/>
              <a:ea typeface="Arial"/>
              <a:cs typeface="Arial"/>
              <a:sym typeface="Arial"/>
            </a:endParaRPr>
          </a:p>
          <a:p>
            <a:pPr indent="0" lvl="0" marL="14483" marR="5793" rtl="0" algn="l">
              <a:spcBef>
                <a:spcPts val="0"/>
              </a:spcBef>
              <a:spcAft>
                <a:spcPts val="0"/>
              </a:spcAft>
              <a:buNone/>
            </a:pPr>
            <a:r>
              <a:rPr lang="en-US" sz="2100">
                <a:solidFill>
                  <a:srgbClr val="40458B"/>
                </a:solidFill>
                <a:latin typeface="Arial"/>
                <a:ea typeface="Arial"/>
                <a:cs typeface="Arial"/>
                <a:sym typeface="Arial"/>
              </a:rPr>
              <a:t>Écrire un algorithme permettant de calculer le nombre de caractères d'un  mot donné</a:t>
            </a:r>
            <a:endParaRPr sz="2100">
              <a:solidFill>
                <a:schemeClr val="dk1"/>
              </a:solidFill>
              <a:latin typeface="Arial"/>
              <a:ea typeface="Arial"/>
              <a:cs typeface="Arial"/>
              <a:sym typeface="Arial"/>
            </a:endParaRPr>
          </a:p>
          <a:p>
            <a:pPr indent="0" lvl="0" marL="14483" marR="0" rtl="0" algn="l">
              <a:spcBef>
                <a:spcPts val="0"/>
              </a:spcBef>
              <a:spcAft>
                <a:spcPts val="0"/>
              </a:spcAft>
              <a:buNone/>
            </a:pPr>
            <a:r>
              <a:rPr b="1" lang="en-US" sz="2100">
                <a:solidFill>
                  <a:srgbClr val="A40020"/>
                </a:solidFill>
                <a:latin typeface="Arial"/>
                <a:ea typeface="Arial"/>
                <a:cs typeface="Arial"/>
                <a:sym typeface="Arial"/>
              </a:rPr>
              <a:t>Solution</a:t>
            </a:r>
            <a:r>
              <a:rPr lang="en-US" sz="2100">
                <a:solidFill>
                  <a:srgbClr val="40458B"/>
                </a:solidFill>
                <a:latin typeface="Arial"/>
                <a:ea typeface="Arial"/>
                <a:cs typeface="Arial"/>
                <a:sym typeface="Arial"/>
              </a:rPr>
              <a:t>:</a:t>
            </a:r>
            <a:endParaRPr sz="2100">
              <a:solidFill>
                <a:schemeClr val="dk1"/>
              </a:solidFill>
              <a:latin typeface="Arial"/>
              <a:ea typeface="Arial"/>
              <a:cs typeface="Arial"/>
              <a:sym typeface="Arial"/>
            </a:endParaRPr>
          </a:p>
        </p:txBody>
      </p:sp>
      <p:sp>
        <p:nvSpPr>
          <p:cNvPr id="580" name="Google Shape;580;p37"/>
          <p:cNvSpPr txBox="1"/>
          <p:nvPr/>
        </p:nvSpPr>
        <p:spPr>
          <a:xfrm>
            <a:off x="1961346" y="2855517"/>
            <a:ext cx="6000186" cy="2562600"/>
          </a:xfrm>
          <a:prstGeom prst="rect">
            <a:avLst/>
          </a:prstGeom>
          <a:noFill/>
          <a:ln cap="flat" cmpd="sng" w="19800">
            <a:solidFill>
              <a:srgbClr val="40458B"/>
            </a:solidFill>
            <a:prstDash val="solid"/>
            <a:round/>
            <a:headEnd len="sm" w="sm" type="none"/>
            <a:tailEnd len="sm" w="sm" type="none"/>
          </a:ln>
        </p:spPr>
        <p:txBody>
          <a:bodyPr anchorCtr="0" anchor="t" bIns="0" lIns="0" spcFirstLastPara="1" rIns="0" wrap="square" tIns="2875">
            <a:spAutoFit/>
          </a:bodyPr>
          <a:lstStyle/>
          <a:p>
            <a:pPr indent="-73140" lvl="0" marL="262867" marR="0" rtl="0" algn="l">
              <a:lnSpc>
                <a:spcPct val="117285"/>
              </a:lnSpc>
              <a:spcBef>
                <a:spcPts val="0"/>
              </a:spcBef>
              <a:spcAft>
                <a:spcPts val="0"/>
              </a:spcAft>
              <a:buNone/>
            </a:pPr>
            <a:r>
              <a:rPr b="1" lang="en-US" sz="2100">
                <a:solidFill>
                  <a:srgbClr val="660066"/>
                </a:solidFill>
                <a:latin typeface="Arial"/>
                <a:ea typeface="Arial"/>
                <a:cs typeface="Arial"/>
                <a:sym typeface="Arial"/>
              </a:rPr>
              <a:t>Algorithme calcul_du_nombre_de_caractères  Var</a:t>
            </a:r>
            <a:endParaRPr sz="2100">
              <a:solidFill>
                <a:schemeClr val="dk1"/>
              </a:solidFill>
              <a:latin typeface="Arial"/>
              <a:ea typeface="Arial"/>
              <a:cs typeface="Arial"/>
              <a:sym typeface="Arial"/>
            </a:endParaRPr>
          </a:p>
          <a:p>
            <a:pPr indent="0" lvl="0" marL="407699" marR="2198532" rtl="0" algn="l">
              <a:lnSpc>
                <a:spcPct val="117285"/>
              </a:lnSpc>
              <a:spcBef>
                <a:spcPts val="6"/>
              </a:spcBef>
              <a:spcAft>
                <a:spcPts val="0"/>
              </a:spcAft>
              <a:buNone/>
            </a:pPr>
            <a:r>
              <a:rPr i="1" lang="en-US" sz="2100">
                <a:solidFill>
                  <a:srgbClr val="660066"/>
                </a:solidFill>
                <a:latin typeface="Arial"/>
                <a:ea typeface="Arial"/>
                <a:cs typeface="Arial"/>
                <a:sym typeface="Arial"/>
              </a:rPr>
              <a:t>Nom (chaîne de caractères)  Nbcar (entier)</a:t>
            </a:r>
            <a:endParaRPr sz="2100">
              <a:solidFill>
                <a:schemeClr val="dk1"/>
              </a:solidFill>
              <a:latin typeface="Arial"/>
              <a:ea typeface="Arial"/>
              <a:cs typeface="Arial"/>
              <a:sym typeface="Arial"/>
            </a:endParaRPr>
          </a:p>
          <a:p>
            <a:pPr indent="0" lvl="0" marL="190453" marR="13759" rtl="0" algn="l">
              <a:lnSpc>
                <a:spcPct val="113476"/>
              </a:lnSpc>
              <a:spcBef>
                <a:spcPts val="0"/>
              </a:spcBef>
              <a:spcAft>
                <a:spcPts val="0"/>
              </a:spcAft>
              <a:buNone/>
            </a:pPr>
            <a:r>
              <a:rPr b="1" lang="en-US" sz="2100">
                <a:solidFill>
                  <a:srgbClr val="660066"/>
                </a:solidFill>
                <a:latin typeface="Arial"/>
                <a:ea typeface="Arial"/>
                <a:cs typeface="Arial"/>
                <a:sym typeface="Arial"/>
              </a:rPr>
              <a:t>Debut</a:t>
            </a:r>
            <a:endParaRPr sz="2100">
              <a:solidFill>
                <a:schemeClr val="dk1"/>
              </a:solidFill>
              <a:latin typeface="Arial"/>
              <a:ea typeface="Arial"/>
              <a:cs typeface="Arial"/>
              <a:sym typeface="Arial"/>
            </a:endParaRPr>
          </a:p>
          <a:p>
            <a:pPr indent="0" lvl="0" marL="334559" marR="13759" rtl="0" algn="l">
              <a:spcBef>
                <a:spcPts val="0"/>
              </a:spcBef>
              <a:spcAft>
                <a:spcPts val="0"/>
              </a:spcAft>
              <a:buNone/>
            </a:pPr>
            <a:r>
              <a:rPr i="1" lang="en-US" sz="2100">
                <a:solidFill>
                  <a:srgbClr val="660066"/>
                </a:solidFill>
                <a:latin typeface="Arial"/>
                <a:ea typeface="Arial"/>
                <a:cs typeface="Arial"/>
                <a:sym typeface="Arial"/>
              </a:rPr>
              <a:t>Nom </a:t>
            </a:r>
            <a:r>
              <a:rPr lang="en-US" sz="2100">
                <a:solidFill>
                  <a:srgbClr val="660066"/>
                </a:solidFill>
                <a:latin typeface="Noto Sans Symbols"/>
                <a:ea typeface="Noto Sans Symbols"/>
                <a:cs typeface="Noto Sans Symbols"/>
                <a:sym typeface="Noto Sans Symbols"/>
              </a:rPr>
              <a:t>←</a:t>
            </a:r>
            <a:r>
              <a:rPr lang="en-US" sz="2100">
                <a:solidFill>
                  <a:srgbClr val="660066"/>
                </a:solidFill>
                <a:latin typeface="Times New Roman"/>
                <a:ea typeface="Times New Roman"/>
                <a:cs typeface="Times New Roman"/>
                <a:sym typeface="Times New Roman"/>
              </a:rPr>
              <a:t> </a:t>
            </a:r>
            <a:r>
              <a:rPr i="1" lang="en-US" sz="2100">
                <a:solidFill>
                  <a:srgbClr val="660066"/>
                </a:solidFill>
                <a:latin typeface="Arial"/>
                <a:ea typeface="Arial"/>
                <a:cs typeface="Arial"/>
                <a:sym typeface="Arial"/>
              </a:rPr>
              <a:t>'"Mourad"</a:t>
            </a:r>
            <a:endParaRPr sz="2100">
              <a:solidFill>
                <a:schemeClr val="dk1"/>
              </a:solidFill>
              <a:latin typeface="Arial"/>
              <a:ea typeface="Arial"/>
              <a:cs typeface="Arial"/>
              <a:sym typeface="Arial"/>
            </a:endParaRPr>
          </a:p>
          <a:p>
            <a:pPr indent="0" lvl="0" marL="334559" marR="13759" rtl="0" algn="l">
              <a:spcBef>
                <a:spcPts val="0"/>
              </a:spcBef>
              <a:spcAft>
                <a:spcPts val="0"/>
              </a:spcAft>
              <a:buNone/>
            </a:pPr>
            <a:r>
              <a:rPr i="1" lang="en-US" sz="2100">
                <a:solidFill>
                  <a:srgbClr val="660066"/>
                </a:solidFill>
                <a:latin typeface="Arial"/>
                <a:ea typeface="Arial"/>
                <a:cs typeface="Arial"/>
                <a:sym typeface="Arial"/>
              </a:rPr>
              <a:t>Nb_car </a:t>
            </a:r>
            <a:r>
              <a:rPr lang="en-US" sz="2100">
                <a:solidFill>
                  <a:srgbClr val="660066"/>
                </a:solidFill>
                <a:latin typeface="Noto Sans Symbols"/>
                <a:ea typeface="Noto Sans Symbols"/>
                <a:cs typeface="Noto Sans Symbols"/>
                <a:sym typeface="Noto Sans Symbols"/>
              </a:rPr>
              <a:t>←</a:t>
            </a:r>
            <a:r>
              <a:rPr lang="en-US" sz="2100">
                <a:solidFill>
                  <a:srgbClr val="660066"/>
                </a:solidFill>
                <a:latin typeface="Times New Roman"/>
                <a:ea typeface="Times New Roman"/>
                <a:cs typeface="Times New Roman"/>
                <a:sym typeface="Times New Roman"/>
              </a:rPr>
              <a:t> </a:t>
            </a:r>
            <a:r>
              <a:rPr i="1" lang="en-US" sz="2100">
                <a:solidFill>
                  <a:srgbClr val="660066"/>
                </a:solidFill>
                <a:latin typeface="Arial"/>
                <a:ea typeface="Arial"/>
                <a:cs typeface="Arial"/>
                <a:sym typeface="Arial"/>
              </a:rPr>
              <a:t>Longueur (Nom)</a:t>
            </a:r>
            <a:endParaRPr sz="2100">
              <a:solidFill>
                <a:schemeClr val="dk1"/>
              </a:solidFill>
              <a:latin typeface="Arial"/>
              <a:ea typeface="Arial"/>
              <a:cs typeface="Arial"/>
              <a:sym typeface="Arial"/>
            </a:endParaRPr>
          </a:p>
          <a:p>
            <a:pPr indent="0" lvl="0" marL="190453" marR="13759" rtl="0" algn="l">
              <a:spcBef>
                <a:spcPts val="0"/>
              </a:spcBef>
              <a:spcAft>
                <a:spcPts val="0"/>
              </a:spcAft>
              <a:buNone/>
            </a:pPr>
            <a:r>
              <a:rPr b="1" lang="en-US" sz="2100">
                <a:solidFill>
                  <a:srgbClr val="660066"/>
                </a:solidFill>
                <a:latin typeface="Arial"/>
                <a:ea typeface="Arial"/>
                <a:cs typeface="Arial"/>
                <a:sym typeface="Arial"/>
              </a:rPr>
              <a:t>Fin</a:t>
            </a:r>
            <a:endParaRPr sz="2100">
              <a:solidFill>
                <a:schemeClr val="dk1"/>
              </a:solidFill>
              <a:latin typeface="Arial"/>
              <a:ea typeface="Arial"/>
              <a:cs typeface="Arial"/>
              <a:sym typeface="Arial"/>
            </a:endParaRPr>
          </a:p>
        </p:txBody>
      </p:sp>
      <p:grpSp>
        <p:nvGrpSpPr>
          <p:cNvPr id="581" name="Google Shape;581;p37"/>
          <p:cNvGrpSpPr/>
          <p:nvPr/>
        </p:nvGrpSpPr>
        <p:grpSpPr>
          <a:xfrm>
            <a:off x="891116" y="6617814"/>
            <a:ext cx="534670" cy="419806"/>
            <a:chOff x="761999" y="6006083"/>
            <a:chExt cx="457200" cy="381000"/>
          </a:xfrm>
        </p:grpSpPr>
        <p:sp>
          <p:nvSpPr>
            <p:cNvPr id="582" name="Google Shape;582;p37"/>
            <p:cNvSpPr/>
            <p:nvPr/>
          </p:nvSpPr>
          <p:spPr>
            <a:xfrm>
              <a:off x="761999" y="6006083"/>
              <a:ext cx="457200" cy="381000"/>
            </a:xfrm>
            <a:custGeom>
              <a:rect b="b" l="l" r="r" t="t"/>
              <a:pathLst>
                <a:path extrusionOk="0" h="381000" w="457200">
                  <a:moveTo>
                    <a:pt x="342900" y="0"/>
                  </a:moveTo>
                  <a:lnTo>
                    <a:pt x="342900" y="95249"/>
                  </a:lnTo>
                  <a:lnTo>
                    <a:pt x="0" y="95249"/>
                  </a:lnTo>
                  <a:lnTo>
                    <a:pt x="57150" y="190499"/>
                  </a:lnTo>
                  <a:lnTo>
                    <a:pt x="0" y="285749"/>
                  </a:lnTo>
                  <a:lnTo>
                    <a:pt x="342900" y="285749"/>
                  </a:lnTo>
                  <a:lnTo>
                    <a:pt x="342900" y="380999"/>
                  </a:lnTo>
                  <a:lnTo>
                    <a:pt x="457200" y="190499"/>
                  </a:lnTo>
                  <a:lnTo>
                    <a:pt x="342900" y="0"/>
                  </a:lnTo>
                  <a:close/>
                </a:path>
              </a:pathLst>
            </a:custGeom>
            <a:solidFill>
              <a:srgbClr val="EBD78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37"/>
            <p:cNvSpPr/>
            <p:nvPr/>
          </p:nvSpPr>
          <p:spPr>
            <a:xfrm>
              <a:off x="761999" y="6006083"/>
              <a:ext cx="457200" cy="381000"/>
            </a:xfrm>
            <a:custGeom>
              <a:rect b="b" l="l" r="r" t="t"/>
              <a:pathLst>
                <a:path extrusionOk="0" h="381000" w="457200">
                  <a:moveTo>
                    <a:pt x="0" y="95249"/>
                  </a:moveTo>
                  <a:lnTo>
                    <a:pt x="342900" y="95249"/>
                  </a:lnTo>
                  <a:lnTo>
                    <a:pt x="342900" y="0"/>
                  </a:lnTo>
                  <a:lnTo>
                    <a:pt x="457200" y="190499"/>
                  </a:lnTo>
                  <a:lnTo>
                    <a:pt x="342900" y="380999"/>
                  </a:lnTo>
                  <a:lnTo>
                    <a:pt x="342900" y="285749"/>
                  </a:lnTo>
                  <a:lnTo>
                    <a:pt x="0" y="285749"/>
                  </a:lnTo>
                  <a:lnTo>
                    <a:pt x="57150" y="190499"/>
                  </a:lnTo>
                  <a:lnTo>
                    <a:pt x="0" y="95249"/>
                  </a:lnTo>
                  <a:close/>
                </a:path>
              </a:pathLst>
            </a:custGeom>
            <a:noFill/>
            <a:ln cap="flat" cmpd="sng" w="952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4" name="Google Shape;584;p37"/>
          <p:cNvSpPr txBox="1"/>
          <p:nvPr/>
        </p:nvSpPr>
        <p:spPr>
          <a:xfrm>
            <a:off x="1072667" y="5440796"/>
            <a:ext cx="9346327" cy="1559114"/>
          </a:xfrm>
          <a:prstGeom prst="rect">
            <a:avLst/>
          </a:prstGeom>
          <a:noFill/>
          <a:ln>
            <a:noFill/>
          </a:ln>
        </p:spPr>
        <p:txBody>
          <a:bodyPr anchorCtr="0" anchor="t" bIns="0" lIns="0" spcFirstLastPara="1" rIns="0" wrap="square" tIns="131775">
            <a:spAutoFit/>
          </a:bodyPr>
          <a:lstStyle/>
          <a:p>
            <a:pPr indent="0" lvl="0" marL="14483" marR="0" rtl="0" algn="l">
              <a:spcBef>
                <a:spcPts val="0"/>
              </a:spcBef>
              <a:spcAft>
                <a:spcPts val="0"/>
              </a:spcAft>
              <a:buNone/>
            </a:pPr>
            <a:r>
              <a:rPr lang="en-US" sz="2300">
                <a:solidFill>
                  <a:srgbClr val="A40020"/>
                </a:solidFill>
                <a:latin typeface="Arial"/>
                <a:ea typeface="Arial"/>
                <a:cs typeface="Arial"/>
                <a:sym typeface="Arial"/>
              </a:rPr>
              <a:t>Pourquoi cet Algorithme est limité ?</a:t>
            </a:r>
            <a:endParaRPr sz="2300">
              <a:solidFill>
                <a:schemeClr val="dk1"/>
              </a:solidFill>
              <a:latin typeface="Arial"/>
              <a:ea typeface="Arial"/>
              <a:cs typeface="Arial"/>
              <a:sym typeface="Arial"/>
            </a:endParaRPr>
          </a:p>
          <a:p>
            <a:pPr indent="-163659" lvl="0" marL="264316" marR="0" rtl="0" algn="l">
              <a:spcBef>
                <a:spcPts val="832"/>
              </a:spcBef>
              <a:spcAft>
                <a:spcPts val="0"/>
              </a:spcAft>
              <a:buClr>
                <a:srgbClr val="40458B"/>
              </a:buClr>
              <a:buSzPts val="2100"/>
              <a:buFont typeface="Arial"/>
              <a:buChar char="•"/>
            </a:pPr>
            <a:r>
              <a:rPr lang="en-US" sz="2100">
                <a:solidFill>
                  <a:srgbClr val="40458B"/>
                </a:solidFill>
                <a:latin typeface="Arial"/>
                <a:ea typeface="Arial"/>
                <a:cs typeface="Arial"/>
                <a:sym typeface="Arial"/>
              </a:rPr>
              <a:t>Il travaille toujours sur le même nom.</a:t>
            </a:r>
            <a:endParaRPr sz="2100">
              <a:solidFill>
                <a:schemeClr val="dk1"/>
              </a:solidFill>
              <a:latin typeface="Arial"/>
              <a:ea typeface="Arial"/>
              <a:cs typeface="Arial"/>
              <a:sym typeface="Arial"/>
            </a:endParaRPr>
          </a:p>
          <a:p>
            <a:pPr indent="-163659" lvl="0" marL="264316" marR="0" rtl="0" algn="l">
              <a:spcBef>
                <a:spcPts val="0"/>
              </a:spcBef>
              <a:spcAft>
                <a:spcPts val="0"/>
              </a:spcAft>
              <a:buClr>
                <a:srgbClr val="40458B"/>
              </a:buClr>
              <a:buSzPts val="2100"/>
              <a:buFont typeface="Arial"/>
              <a:buChar char="•"/>
            </a:pPr>
            <a:r>
              <a:rPr lang="en-US" sz="2100">
                <a:solidFill>
                  <a:srgbClr val="40458B"/>
                </a:solidFill>
                <a:latin typeface="Arial"/>
                <a:ea typeface="Arial"/>
                <a:cs typeface="Arial"/>
                <a:sym typeface="Arial"/>
              </a:rPr>
              <a:t>Le résultat n'est pas affiché sur l'écran.</a:t>
            </a:r>
            <a:endParaRPr sz="2100">
              <a:solidFill>
                <a:schemeClr val="dk1"/>
              </a:solidFill>
              <a:latin typeface="Arial"/>
              <a:ea typeface="Arial"/>
              <a:cs typeface="Arial"/>
              <a:sym typeface="Arial"/>
            </a:endParaRPr>
          </a:p>
          <a:p>
            <a:pPr indent="0" lvl="0" marL="608289" marR="0" rtl="0" algn="l">
              <a:spcBef>
                <a:spcPts val="0"/>
              </a:spcBef>
              <a:spcAft>
                <a:spcPts val="0"/>
              </a:spcAft>
              <a:buNone/>
            </a:pPr>
            <a:r>
              <a:rPr lang="en-US" sz="2100">
                <a:solidFill>
                  <a:srgbClr val="40458B"/>
                </a:solidFill>
                <a:latin typeface="Arial"/>
                <a:ea typeface="Arial"/>
                <a:cs typeface="Arial"/>
                <a:sym typeface="Arial"/>
              </a:rPr>
              <a:t>On a donc besoin d'instructions de saisie et d'affichage (Lecture/Écriture).</a:t>
            </a:r>
            <a:endParaRPr sz="2100">
              <a:solidFill>
                <a:schemeClr val="dk1"/>
              </a:solidFill>
              <a:latin typeface="Arial"/>
              <a:ea typeface="Arial"/>
              <a:cs typeface="Arial"/>
              <a:sym typeface="Arial"/>
            </a:endParaRPr>
          </a:p>
        </p:txBody>
      </p:sp>
      <p:sp>
        <p:nvSpPr>
          <p:cNvPr id="585" name="Google Shape;585;p37"/>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38"/>
          <p:cNvSpPr txBox="1"/>
          <p:nvPr>
            <p:ph type="title"/>
          </p:nvPr>
        </p:nvSpPr>
        <p:spPr>
          <a:xfrm>
            <a:off x="1670770" y="501650"/>
            <a:ext cx="6896500" cy="566038"/>
          </a:xfrm>
          <a:prstGeom prst="rect">
            <a:avLst/>
          </a:prstGeom>
          <a:noFill/>
          <a:ln>
            <a:noFill/>
          </a:ln>
        </p:spPr>
        <p:txBody>
          <a:bodyPr anchorCtr="0" anchor="t" bIns="0" lIns="0" spcFirstLastPara="1" rIns="0" wrap="square" tIns="15200">
            <a:spAutoFit/>
          </a:bodyPr>
          <a:lstStyle/>
          <a:p>
            <a:pPr indent="0" lvl="0" marL="14483" rtl="0" algn="l">
              <a:spcBef>
                <a:spcPts val="0"/>
              </a:spcBef>
              <a:spcAft>
                <a:spcPts val="0"/>
              </a:spcAft>
              <a:buNone/>
            </a:pPr>
            <a:r>
              <a:rPr lang="en-US" sz="3600">
                <a:solidFill>
                  <a:srgbClr val="FF0000"/>
                </a:solidFill>
              </a:rPr>
              <a:t>Instructions d'entrée et de sortie</a:t>
            </a:r>
            <a:endParaRPr sz="3600">
              <a:solidFill>
                <a:srgbClr val="FF0000"/>
              </a:solidFill>
            </a:endParaRPr>
          </a:p>
        </p:txBody>
      </p:sp>
      <p:pic>
        <p:nvPicPr>
          <p:cNvPr id="591" name="Google Shape;591;p38"/>
          <p:cNvPicPr preferRelativeResize="0"/>
          <p:nvPr/>
        </p:nvPicPr>
        <p:blipFill rotWithShape="1">
          <a:blip r:embed="rId3">
            <a:alphaModFix/>
          </a:blip>
          <a:srcRect b="0" l="0" r="0" t="0"/>
          <a:stretch/>
        </p:blipFill>
        <p:spPr>
          <a:xfrm>
            <a:off x="1087161" y="2022763"/>
            <a:ext cx="222779" cy="214940"/>
          </a:xfrm>
          <a:prstGeom prst="rect">
            <a:avLst/>
          </a:prstGeom>
          <a:noFill/>
          <a:ln>
            <a:noFill/>
          </a:ln>
        </p:spPr>
      </p:pic>
      <p:sp>
        <p:nvSpPr>
          <p:cNvPr id="592" name="Google Shape;592;p38"/>
          <p:cNvSpPr txBox="1"/>
          <p:nvPr/>
        </p:nvSpPr>
        <p:spPr>
          <a:xfrm>
            <a:off x="1473610" y="1941685"/>
            <a:ext cx="7290820" cy="723242"/>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b="1" lang="en-US" sz="2300">
                <a:solidFill>
                  <a:srgbClr val="A40020"/>
                </a:solidFill>
                <a:latin typeface="Arial"/>
                <a:ea typeface="Arial"/>
                <a:cs typeface="Arial"/>
                <a:sym typeface="Arial"/>
              </a:rPr>
              <a:t>Instruction de saisie </a:t>
            </a:r>
            <a:r>
              <a:rPr lang="en-US" sz="2300">
                <a:solidFill>
                  <a:srgbClr val="40458B"/>
                </a:solidFill>
                <a:latin typeface="Arial"/>
                <a:ea typeface="Arial"/>
                <a:cs typeface="Arial"/>
                <a:sym typeface="Arial"/>
              </a:rPr>
              <a:t>(entrée d'information): permet de</a:t>
            </a:r>
            <a:endParaRPr sz="2300">
              <a:solidFill>
                <a:schemeClr val="dk1"/>
              </a:solidFill>
              <a:latin typeface="Arial"/>
              <a:ea typeface="Arial"/>
              <a:cs typeface="Arial"/>
              <a:sym typeface="Arial"/>
            </a:endParaRPr>
          </a:p>
          <a:p>
            <a:pPr indent="0" lvl="0" marL="14483" marR="0" rtl="0" algn="l">
              <a:spcBef>
                <a:spcPts val="0"/>
              </a:spcBef>
              <a:spcAft>
                <a:spcPts val="0"/>
              </a:spcAft>
              <a:buNone/>
            </a:pPr>
            <a:r>
              <a:rPr lang="en-US" sz="2300">
                <a:solidFill>
                  <a:srgbClr val="40458B"/>
                </a:solidFill>
                <a:latin typeface="Arial"/>
                <a:ea typeface="Arial"/>
                <a:cs typeface="Arial"/>
                <a:sym typeface="Arial"/>
              </a:rPr>
              <a:t>récupérer une valeur sur un périphérique (clavier)</a:t>
            </a:r>
            <a:endParaRPr sz="2300">
              <a:solidFill>
                <a:schemeClr val="dk1"/>
              </a:solidFill>
              <a:latin typeface="Arial"/>
              <a:ea typeface="Arial"/>
              <a:cs typeface="Arial"/>
              <a:sym typeface="Arial"/>
            </a:endParaRPr>
          </a:p>
        </p:txBody>
      </p:sp>
      <p:pic>
        <p:nvPicPr>
          <p:cNvPr id="593" name="Google Shape;593;p38"/>
          <p:cNvPicPr preferRelativeResize="0"/>
          <p:nvPr/>
        </p:nvPicPr>
        <p:blipFill rotWithShape="1">
          <a:blip r:embed="rId3">
            <a:alphaModFix/>
          </a:blip>
          <a:srcRect b="0" l="0" r="0" t="0"/>
          <a:stretch/>
        </p:blipFill>
        <p:spPr>
          <a:xfrm>
            <a:off x="1087161" y="3567647"/>
            <a:ext cx="222779" cy="214940"/>
          </a:xfrm>
          <a:prstGeom prst="rect">
            <a:avLst/>
          </a:prstGeom>
          <a:noFill/>
          <a:ln>
            <a:noFill/>
          </a:ln>
        </p:spPr>
      </p:pic>
      <p:sp>
        <p:nvSpPr>
          <p:cNvPr id="594" name="Google Shape;594;p38"/>
          <p:cNvSpPr txBox="1"/>
          <p:nvPr/>
        </p:nvSpPr>
        <p:spPr>
          <a:xfrm>
            <a:off x="8666594" y="3486849"/>
            <a:ext cx="856957"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sur un</a:t>
            </a:r>
            <a:endParaRPr sz="2300">
              <a:solidFill>
                <a:schemeClr val="dk1"/>
              </a:solidFill>
              <a:latin typeface="Arial"/>
              <a:ea typeface="Arial"/>
              <a:cs typeface="Arial"/>
              <a:sym typeface="Arial"/>
            </a:endParaRPr>
          </a:p>
        </p:txBody>
      </p:sp>
      <p:sp>
        <p:nvSpPr>
          <p:cNvPr id="595" name="Google Shape;595;p38"/>
          <p:cNvSpPr txBox="1"/>
          <p:nvPr/>
        </p:nvSpPr>
        <p:spPr>
          <a:xfrm>
            <a:off x="1473610" y="3486849"/>
            <a:ext cx="1387172" cy="723242"/>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b="1" lang="en-US" sz="2300">
                <a:solidFill>
                  <a:srgbClr val="A40020"/>
                </a:solidFill>
                <a:latin typeface="Arial"/>
                <a:ea typeface="Arial"/>
                <a:cs typeface="Arial"/>
                <a:sym typeface="Arial"/>
              </a:rPr>
              <a:t>Instructio</a:t>
            </a:r>
            <a:endParaRPr sz="2300">
              <a:solidFill>
                <a:schemeClr val="dk1"/>
              </a:solidFill>
              <a:latin typeface="Arial"/>
              <a:ea typeface="Arial"/>
              <a:cs typeface="Arial"/>
              <a:sym typeface="Arial"/>
            </a:endParaRPr>
          </a:p>
          <a:p>
            <a:pPr indent="0" lvl="0" marL="14483" marR="0" rtl="0" algn="l">
              <a:spcBef>
                <a:spcPts val="0"/>
              </a:spcBef>
              <a:spcAft>
                <a:spcPts val="0"/>
              </a:spcAft>
              <a:buNone/>
            </a:pPr>
            <a:r>
              <a:rPr lang="en-US" sz="2300">
                <a:solidFill>
                  <a:srgbClr val="40458B"/>
                </a:solidFill>
                <a:latin typeface="Arial"/>
                <a:ea typeface="Arial"/>
                <a:cs typeface="Arial"/>
                <a:sym typeface="Arial"/>
              </a:rPr>
              <a:t>périphériq</a:t>
            </a:r>
            <a:endParaRPr sz="2300">
              <a:solidFill>
                <a:schemeClr val="dk1"/>
              </a:solidFill>
              <a:latin typeface="Arial"/>
              <a:ea typeface="Arial"/>
              <a:cs typeface="Arial"/>
              <a:sym typeface="Arial"/>
            </a:endParaRPr>
          </a:p>
        </p:txBody>
      </p:sp>
      <p:graphicFrame>
        <p:nvGraphicFramePr>
          <p:cNvPr id="596" name="Google Shape;596;p38"/>
          <p:cNvGraphicFramePr/>
          <p:nvPr/>
        </p:nvGraphicFramePr>
        <p:xfrm>
          <a:off x="2846225" y="2849639"/>
          <a:ext cx="3000000" cy="3000000"/>
        </p:xfrm>
        <a:graphic>
          <a:graphicData uri="http://schemas.openxmlformats.org/drawingml/2006/table">
            <a:tbl>
              <a:tblPr bandRow="1" firstRow="1">
                <a:noFill/>
                <a:tableStyleId>{8B72D881-2E7A-4789-B11D-E80EF5146E49}</a:tableStyleId>
              </a:tblPr>
              <a:tblGrid>
                <a:gridCol w="5756625"/>
              </a:tblGrid>
              <a:tr h="503775">
                <a:tc>
                  <a:txBody>
                    <a:bodyPr/>
                    <a:lstStyle/>
                    <a:p>
                      <a:pPr indent="0" lvl="0" marL="170815" marR="39370" rtl="0" algn="l">
                        <a:lnSpc>
                          <a:spcPct val="100000"/>
                        </a:lnSpc>
                        <a:spcBef>
                          <a:spcPts val="0"/>
                        </a:spcBef>
                        <a:spcAft>
                          <a:spcPts val="0"/>
                        </a:spcAft>
                        <a:buNone/>
                      </a:pPr>
                      <a:r>
                        <a:rPr lang="en-US" sz="2200" u="none" cap="none" strike="noStrike">
                          <a:solidFill>
                            <a:srgbClr val="A40020"/>
                          </a:solidFill>
                          <a:latin typeface="Arial"/>
                          <a:ea typeface="Arial"/>
                          <a:cs typeface="Arial"/>
                          <a:sym typeface="Arial"/>
                        </a:rPr>
                        <a:t>Lire &lt;identificateur1, identificateur2,..&gt;</a:t>
                      </a:r>
                      <a:endParaRPr sz="2200" u="none" cap="none" strike="noStrike">
                        <a:latin typeface="Arial"/>
                        <a:ea typeface="Arial"/>
                        <a:cs typeface="Arial"/>
                        <a:sym typeface="Arial"/>
                      </a:endParaRPr>
                    </a:p>
                  </a:txBody>
                  <a:tcPr marT="42675" marB="0" marR="0" marL="0">
                    <a:lnL cap="flat" cmpd="sng" w="9525">
                      <a:solidFill>
                        <a:srgbClr val="40458B"/>
                      </a:solidFill>
                      <a:prstDash val="solid"/>
                      <a:round/>
                      <a:headEnd len="sm" w="sm" type="none"/>
                      <a:tailEnd len="sm" w="sm" type="none"/>
                    </a:lnL>
                    <a:lnR cap="flat" cmpd="sng" w="9525">
                      <a:solidFill>
                        <a:srgbClr val="40458B"/>
                      </a:solidFill>
                      <a:prstDash val="solid"/>
                      <a:round/>
                      <a:headEnd len="sm" w="sm" type="none"/>
                      <a:tailEnd len="sm" w="sm" type="none"/>
                    </a:lnR>
                    <a:lnT cap="flat" cmpd="sng" w="9525">
                      <a:solidFill>
                        <a:srgbClr val="40458B"/>
                      </a:solidFill>
                      <a:prstDash val="solid"/>
                      <a:round/>
                      <a:headEnd len="sm" w="sm" type="none"/>
                      <a:tailEnd len="sm" w="sm" type="none"/>
                    </a:lnT>
                    <a:lnB cap="flat" cmpd="sng" w="9525">
                      <a:solidFill>
                        <a:srgbClr val="40458B"/>
                      </a:solidFill>
                      <a:prstDash val="solid"/>
                      <a:round/>
                      <a:headEnd len="sm" w="sm" type="none"/>
                      <a:tailEnd len="sm" w="sm" type="none"/>
                    </a:lnB>
                  </a:tcPr>
                </a:tc>
              </a:tr>
              <a:tr h="1007525">
                <a:tc>
                  <a:txBody>
                    <a:bodyPr/>
                    <a:lstStyle/>
                    <a:p>
                      <a:pPr indent="0" lvl="0" marL="0" marR="0" rtl="0" algn="l">
                        <a:lnSpc>
                          <a:spcPct val="100000"/>
                        </a:lnSpc>
                        <a:spcBef>
                          <a:spcPts val="0"/>
                        </a:spcBef>
                        <a:spcAft>
                          <a:spcPts val="0"/>
                        </a:spcAft>
                        <a:buNone/>
                      </a:pPr>
                      <a:r>
                        <a:rPr b="1" lang="en-US" sz="2200" u="none" cap="none" strike="noStrike">
                          <a:solidFill>
                            <a:srgbClr val="A40020"/>
                          </a:solidFill>
                          <a:latin typeface="Arial"/>
                          <a:ea typeface="Arial"/>
                          <a:cs typeface="Arial"/>
                          <a:sym typeface="Arial"/>
                        </a:rPr>
                        <a:t>n d'affichage</a:t>
                      </a:r>
                      <a:r>
                        <a:rPr lang="en-US" sz="2200" u="none" cap="none" strike="noStrike">
                          <a:solidFill>
                            <a:srgbClr val="40458B"/>
                          </a:solidFill>
                          <a:latin typeface="Arial"/>
                          <a:ea typeface="Arial"/>
                          <a:cs typeface="Arial"/>
                          <a:sym typeface="Arial"/>
                        </a:rPr>
                        <a:t>:	permet l'édition d'une valeur</a:t>
                      </a:r>
                      <a:endParaRPr sz="2200" u="none" cap="none" strike="noStrike">
                        <a:latin typeface="Arial"/>
                        <a:ea typeface="Arial"/>
                        <a:cs typeface="Arial"/>
                        <a:sym typeface="Arial"/>
                      </a:endParaRPr>
                    </a:p>
                    <a:p>
                      <a:pPr indent="0" lvl="0" marL="0" marR="39370" rtl="0" algn="l">
                        <a:lnSpc>
                          <a:spcPct val="100000"/>
                        </a:lnSpc>
                        <a:spcBef>
                          <a:spcPts val="5"/>
                        </a:spcBef>
                        <a:spcAft>
                          <a:spcPts val="0"/>
                        </a:spcAft>
                        <a:buNone/>
                      </a:pPr>
                      <a:r>
                        <a:rPr lang="en-US" sz="2200" u="none" cap="none" strike="noStrike">
                          <a:solidFill>
                            <a:srgbClr val="40458B"/>
                          </a:solidFill>
                          <a:latin typeface="Arial"/>
                          <a:ea typeface="Arial"/>
                          <a:cs typeface="Arial"/>
                          <a:sym typeface="Arial"/>
                        </a:rPr>
                        <a:t>ue de sortie (l'écran, l'imprimante).</a:t>
                      </a:r>
                      <a:endParaRPr sz="2200" u="none" cap="none" strike="noStrike">
                        <a:latin typeface="Arial"/>
                        <a:ea typeface="Arial"/>
                        <a:cs typeface="Arial"/>
                        <a:sym typeface="Arial"/>
                      </a:endParaRPr>
                    </a:p>
                  </a:txBody>
                  <a:tcPr marT="142725" marB="0" marR="0" marL="0">
                    <a:lnT cap="flat" cmpd="sng" w="9525">
                      <a:solidFill>
                        <a:srgbClr val="40458B"/>
                      </a:solidFill>
                      <a:prstDash val="solid"/>
                      <a:round/>
                      <a:headEnd len="sm" w="sm" type="none"/>
                      <a:tailEnd len="sm" w="sm" type="none"/>
                    </a:lnT>
                    <a:lnB cap="flat" cmpd="sng" w="9525">
                      <a:solidFill>
                        <a:srgbClr val="40458B"/>
                      </a:solidFill>
                      <a:prstDash val="solid"/>
                      <a:round/>
                      <a:headEnd len="sm" w="sm" type="none"/>
                      <a:tailEnd len="sm" w="sm" type="none"/>
                    </a:lnB>
                  </a:tcPr>
                </a:tc>
              </a:tr>
              <a:tr h="503775">
                <a:tc>
                  <a:txBody>
                    <a:bodyPr/>
                    <a:lstStyle/>
                    <a:p>
                      <a:pPr indent="0" lvl="0" marL="227329" marR="39370" rtl="0" algn="l">
                        <a:lnSpc>
                          <a:spcPct val="100000"/>
                        </a:lnSpc>
                        <a:spcBef>
                          <a:spcPts val="0"/>
                        </a:spcBef>
                        <a:spcAft>
                          <a:spcPts val="0"/>
                        </a:spcAft>
                        <a:buNone/>
                      </a:pPr>
                      <a:r>
                        <a:rPr lang="en-US" sz="2200" u="none" cap="none" strike="noStrike">
                          <a:solidFill>
                            <a:srgbClr val="A40020"/>
                          </a:solidFill>
                          <a:latin typeface="Arial"/>
                          <a:ea typeface="Arial"/>
                          <a:cs typeface="Arial"/>
                          <a:sym typeface="Arial"/>
                        </a:rPr>
                        <a:t>Ecrire &lt;expression1, expression2,...&gt;</a:t>
                      </a:r>
                      <a:endParaRPr sz="2200" u="none" cap="none" strike="noStrike">
                        <a:latin typeface="Arial"/>
                        <a:ea typeface="Arial"/>
                        <a:cs typeface="Arial"/>
                        <a:sym typeface="Arial"/>
                      </a:endParaRPr>
                    </a:p>
                  </a:txBody>
                  <a:tcPr marT="76275" marB="0" marR="0" marL="0">
                    <a:lnL cap="flat" cmpd="sng" w="9525">
                      <a:solidFill>
                        <a:srgbClr val="40458B"/>
                      </a:solidFill>
                      <a:prstDash val="solid"/>
                      <a:round/>
                      <a:headEnd len="sm" w="sm" type="none"/>
                      <a:tailEnd len="sm" w="sm" type="none"/>
                    </a:lnL>
                    <a:lnR cap="flat" cmpd="sng" w="9525">
                      <a:solidFill>
                        <a:srgbClr val="40458B"/>
                      </a:solidFill>
                      <a:prstDash val="solid"/>
                      <a:round/>
                      <a:headEnd len="sm" w="sm" type="none"/>
                      <a:tailEnd len="sm" w="sm" type="none"/>
                    </a:lnR>
                    <a:lnT cap="flat" cmpd="sng" w="9525">
                      <a:solidFill>
                        <a:srgbClr val="40458B"/>
                      </a:solidFill>
                      <a:prstDash val="solid"/>
                      <a:round/>
                      <a:headEnd len="sm" w="sm" type="none"/>
                      <a:tailEnd len="sm" w="sm" type="none"/>
                    </a:lnT>
                    <a:lnB cap="flat" cmpd="sng" w="9525">
                      <a:solidFill>
                        <a:srgbClr val="40458B"/>
                      </a:solidFill>
                      <a:prstDash val="solid"/>
                      <a:round/>
                      <a:headEnd len="sm" w="sm" type="none"/>
                      <a:tailEnd len="sm" w="sm" type="none"/>
                    </a:lnB>
                  </a:tcPr>
                </a:tc>
              </a:tr>
            </a:tbl>
          </a:graphicData>
        </a:graphic>
      </p:graphicFrame>
      <p:sp>
        <p:nvSpPr>
          <p:cNvPr id="597" name="Google Shape;597;p38"/>
          <p:cNvSpPr txBox="1"/>
          <p:nvPr/>
        </p:nvSpPr>
        <p:spPr>
          <a:xfrm>
            <a:off x="448529" y="5151015"/>
            <a:ext cx="1781491" cy="722511"/>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300">
                <a:solidFill>
                  <a:srgbClr val="A40020"/>
                </a:solidFill>
                <a:latin typeface="Arial"/>
                <a:ea typeface="Arial"/>
                <a:cs typeface="Arial"/>
                <a:sym typeface="Arial"/>
              </a:rPr>
              <a:t>Exemples</a:t>
            </a:r>
            <a:endParaRPr sz="2300">
              <a:solidFill>
                <a:schemeClr val="dk1"/>
              </a:solidFill>
              <a:latin typeface="Arial"/>
              <a:ea typeface="Arial"/>
              <a:cs typeface="Arial"/>
              <a:sym typeface="Arial"/>
            </a:endParaRPr>
          </a:p>
          <a:p>
            <a:pPr indent="-181039" lvl="0" marL="194797" marR="0" rtl="0" algn="l">
              <a:spcBef>
                <a:spcPts val="0"/>
              </a:spcBef>
              <a:spcAft>
                <a:spcPts val="0"/>
              </a:spcAft>
              <a:buClr>
                <a:srgbClr val="40458B"/>
              </a:buClr>
              <a:buSzPts val="2300"/>
              <a:buFont typeface="Arial"/>
              <a:buChar char="•"/>
            </a:pPr>
            <a:r>
              <a:rPr lang="en-US" sz="2300">
                <a:solidFill>
                  <a:srgbClr val="40458B"/>
                </a:solidFill>
                <a:latin typeface="Arial"/>
                <a:ea typeface="Arial"/>
                <a:cs typeface="Arial"/>
                <a:sym typeface="Arial"/>
              </a:rPr>
              <a:t>Lire (Nom) :</a:t>
            </a:r>
            <a:endParaRPr sz="2300">
              <a:solidFill>
                <a:schemeClr val="dk1"/>
              </a:solidFill>
              <a:latin typeface="Arial"/>
              <a:ea typeface="Arial"/>
              <a:cs typeface="Arial"/>
              <a:sym typeface="Arial"/>
            </a:endParaRPr>
          </a:p>
        </p:txBody>
      </p:sp>
      <p:sp>
        <p:nvSpPr>
          <p:cNvPr id="598" name="Google Shape;598;p38"/>
          <p:cNvSpPr txBox="1"/>
          <p:nvPr/>
        </p:nvSpPr>
        <p:spPr>
          <a:xfrm>
            <a:off x="2443146" y="5486859"/>
            <a:ext cx="7042049" cy="368567"/>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L'ordinateur attend l'entrée du nom à partir du clavier.</a:t>
            </a:r>
            <a:endParaRPr sz="2300">
              <a:solidFill>
                <a:schemeClr val="dk1"/>
              </a:solidFill>
              <a:latin typeface="Arial"/>
              <a:ea typeface="Arial"/>
              <a:cs typeface="Arial"/>
              <a:sym typeface="Arial"/>
            </a:endParaRPr>
          </a:p>
        </p:txBody>
      </p:sp>
      <p:sp>
        <p:nvSpPr>
          <p:cNvPr id="599" name="Google Shape;599;p38"/>
          <p:cNvSpPr txBox="1"/>
          <p:nvPr/>
        </p:nvSpPr>
        <p:spPr>
          <a:xfrm>
            <a:off x="448529" y="5822704"/>
            <a:ext cx="9478511" cy="368567"/>
          </a:xfrm>
          <a:prstGeom prst="rect">
            <a:avLst/>
          </a:prstGeom>
          <a:noFill/>
          <a:ln>
            <a:noFill/>
          </a:ln>
        </p:spPr>
        <p:txBody>
          <a:bodyPr anchorCtr="0" anchor="t" bIns="0" lIns="0" spcFirstLastPara="1" rIns="0" wrap="square" tIns="14475">
            <a:spAutoFit/>
          </a:bodyPr>
          <a:lstStyle/>
          <a:p>
            <a:pPr indent="-181039" lvl="0" marL="194797" marR="0" rtl="0" algn="l">
              <a:spcBef>
                <a:spcPts val="0"/>
              </a:spcBef>
              <a:spcAft>
                <a:spcPts val="0"/>
              </a:spcAft>
              <a:buClr>
                <a:srgbClr val="40458B"/>
              </a:buClr>
              <a:buSzPts val="2300"/>
              <a:buFont typeface="Arial"/>
              <a:buChar char="•"/>
            </a:pPr>
            <a:r>
              <a:rPr lang="en-US" sz="2300">
                <a:solidFill>
                  <a:srgbClr val="40458B"/>
                </a:solidFill>
                <a:latin typeface="Arial"/>
                <a:ea typeface="Arial"/>
                <a:cs typeface="Arial"/>
                <a:sym typeface="Arial"/>
              </a:rPr>
              <a:t>Ecrire (Nb_car):	L'ordinateur affiche le contenu de la variable Nb_car.</a:t>
            </a:r>
            <a:endParaRPr sz="2300">
              <a:solidFill>
                <a:schemeClr val="dk1"/>
              </a:solidFill>
              <a:latin typeface="Arial"/>
              <a:ea typeface="Arial"/>
              <a:cs typeface="Arial"/>
              <a:sym typeface="Arial"/>
            </a:endParaRPr>
          </a:p>
        </p:txBody>
      </p:sp>
      <p:sp>
        <p:nvSpPr>
          <p:cNvPr id="600" name="Google Shape;600;p38"/>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9"/>
          <p:cNvSpPr txBox="1"/>
          <p:nvPr>
            <p:ph type="title"/>
          </p:nvPr>
        </p:nvSpPr>
        <p:spPr>
          <a:xfrm>
            <a:off x="804976" y="419526"/>
            <a:ext cx="5108326" cy="383956"/>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a:solidFill>
                  <a:srgbClr val="FF0000"/>
                </a:solidFill>
              </a:rPr>
              <a:t>Exemple Récapitulatif</a:t>
            </a:r>
            <a:endParaRPr/>
          </a:p>
        </p:txBody>
      </p:sp>
      <p:sp>
        <p:nvSpPr>
          <p:cNvPr id="606" name="Google Shape;606;p39"/>
          <p:cNvSpPr txBox="1"/>
          <p:nvPr/>
        </p:nvSpPr>
        <p:spPr>
          <a:xfrm>
            <a:off x="983555" y="1457285"/>
            <a:ext cx="9081221" cy="660955"/>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A partir de la saisie de 3 nombres écrire l'algorithme permettant de calculer</a:t>
            </a:r>
            <a:endParaRPr sz="2100">
              <a:solidFill>
                <a:schemeClr val="dk1"/>
              </a:solidFill>
              <a:latin typeface="Arial"/>
              <a:ea typeface="Arial"/>
              <a:cs typeface="Arial"/>
              <a:sym typeface="Arial"/>
            </a:endParaRPr>
          </a:p>
          <a:p>
            <a:pPr indent="0" lvl="0" marL="14483" marR="0" rtl="0" algn="l">
              <a:spcBef>
                <a:spcPts val="0"/>
              </a:spcBef>
              <a:spcAft>
                <a:spcPts val="0"/>
              </a:spcAft>
              <a:buNone/>
            </a:pPr>
            <a:r>
              <a:rPr lang="en-US" sz="2100">
                <a:solidFill>
                  <a:srgbClr val="40458B"/>
                </a:solidFill>
                <a:latin typeface="Arial"/>
                <a:ea typeface="Arial"/>
                <a:cs typeface="Arial"/>
                <a:sym typeface="Arial"/>
              </a:rPr>
              <a:t>leur somme, leur produit et leur moyenne.</a:t>
            </a:r>
            <a:endParaRPr sz="2100">
              <a:solidFill>
                <a:schemeClr val="dk1"/>
              </a:solidFill>
              <a:latin typeface="Arial"/>
              <a:ea typeface="Arial"/>
              <a:cs typeface="Arial"/>
              <a:sym typeface="Arial"/>
            </a:endParaRPr>
          </a:p>
        </p:txBody>
      </p:sp>
      <p:sp>
        <p:nvSpPr>
          <p:cNvPr id="607" name="Google Shape;607;p39"/>
          <p:cNvSpPr/>
          <p:nvPr/>
        </p:nvSpPr>
        <p:spPr>
          <a:xfrm>
            <a:off x="1783123" y="2267788"/>
            <a:ext cx="6416040" cy="5037667"/>
          </a:xfrm>
          <a:custGeom>
            <a:rect b="b" l="l" r="r" t="t"/>
            <a:pathLst>
              <a:path extrusionOk="0" h="4572000" w="5486400">
                <a:moveTo>
                  <a:pt x="0" y="4572000"/>
                </a:moveTo>
                <a:lnTo>
                  <a:pt x="5486399" y="4572000"/>
                </a:lnTo>
                <a:lnTo>
                  <a:pt x="5486399" y="0"/>
                </a:lnTo>
                <a:lnTo>
                  <a:pt x="0" y="0"/>
                </a:lnTo>
                <a:lnTo>
                  <a:pt x="0" y="4572000"/>
                </a:lnTo>
                <a:close/>
              </a:path>
            </a:pathLst>
          </a:custGeom>
          <a:noFill/>
          <a:ln cap="flat" cmpd="sng" w="19800">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39"/>
          <p:cNvSpPr txBox="1"/>
          <p:nvPr/>
        </p:nvSpPr>
        <p:spPr>
          <a:xfrm>
            <a:off x="1963724" y="2357712"/>
            <a:ext cx="5994245" cy="5052632"/>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b="1" lang="en-US" sz="1900">
                <a:solidFill>
                  <a:srgbClr val="660066"/>
                </a:solidFill>
                <a:latin typeface="Tahoma"/>
                <a:ea typeface="Tahoma"/>
                <a:cs typeface="Tahoma"/>
                <a:sym typeface="Tahoma"/>
              </a:rPr>
              <a:t>Algorithme Math</a:t>
            </a:r>
            <a:endParaRPr sz="1900">
              <a:solidFill>
                <a:schemeClr val="dk1"/>
              </a:solidFill>
              <a:latin typeface="Tahoma"/>
              <a:ea typeface="Tahoma"/>
              <a:cs typeface="Tahoma"/>
              <a:sym typeface="Tahoma"/>
            </a:endParaRPr>
          </a:p>
          <a:p>
            <a:pPr indent="0" lvl="0" marL="14483" marR="0" rtl="0" algn="l">
              <a:lnSpc>
                <a:spcPct val="119368"/>
              </a:lnSpc>
              <a:spcBef>
                <a:spcPts val="6"/>
              </a:spcBef>
              <a:spcAft>
                <a:spcPts val="0"/>
              </a:spcAft>
              <a:buNone/>
            </a:pPr>
            <a:r>
              <a:rPr b="1" lang="en-US" sz="1900">
                <a:solidFill>
                  <a:srgbClr val="660066"/>
                </a:solidFill>
                <a:latin typeface="Tahoma"/>
                <a:ea typeface="Tahoma"/>
                <a:cs typeface="Tahoma"/>
                <a:sym typeface="Tahoma"/>
              </a:rPr>
              <a:t>Var</a:t>
            </a:r>
            <a:endParaRPr sz="1900">
              <a:solidFill>
                <a:schemeClr val="dk1"/>
              </a:solidFill>
              <a:latin typeface="Tahoma"/>
              <a:ea typeface="Tahoma"/>
              <a:cs typeface="Tahoma"/>
              <a:sym typeface="Tahoma"/>
            </a:endParaRPr>
          </a:p>
          <a:p>
            <a:pPr indent="0" lvl="0" marL="535874" marR="0" rtl="0" algn="l">
              <a:lnSpc>
                <a:spcPct val="114047"/>
              </a:lnSpc>
              <a:spcBef>
                <a:spcPts val="0"/>
              </a:spcBef>
              <a:spcAft>
                <a:spcPts val="0"/>
              </a:spcAft>
              <a:buNone/>
            </a:pPr>
            <a:r>
              <a:rPr lang="en-US" sz="2100">
                <a:solidFill>
                  <a:srgbClr val="660066"/>
                </a:solidFill>
                <a:latin typeface="Tahoma"/>
                <a:ea typeface="Tahoma"/>
                <a:cs typeface="Tahoma"/>
                <a:sym typeface="Tahoma"/>
              </a:rPr>
              <a:t>N1, N2, N3, Som, Pro, Moy (Réel)</a:t>
            </a:r>
            <a:endParaRPr sz="2100">
              <a:solidFill>
                <a:schemeClr val="dk1"/>
              </a:solidFill>
              <a:latin typeface="Tahoma"/>
              <a:ea typeface="Tahoma"/>
              <a:cs typeface="Tahoma"/>
              <a:sym typeface="Tahoma"/>
            </a:endParaRPr>
          </a:p>
          <a:p>
            <a:pPr indent="0" lvl="0" marL="14483" marR="0" rtl="0" algn="l">
              <a:lnSpc>
                <a:spcPct val="118842"/>
              </a:lnSpc>
              <a:spcBef>
                <a:spcPts val="0"/>
              </a:spcBef>
              <a:spcAft>
                <a:spcPts val="0"/>
              </a:spcAft>
              <a:buNone/>
            </a:pPr>
            <a:r>
              <a:rPr b="1" lang="en-US" sz="1900">
                <a:solidFill>
                  <a:srgbClr val="660066"/>
                </a:solidFill>
                <a:latin typeface="Tahoma"/>
                <a:ea typeface="Tahoma"/>
                <a:cs typeface="Tahoma"/>
                <a:sym typeface="Tahoma"/>
              </a:rPr>
              <a:t>Début</a:t>
            </a:r>
            <a:endParaRPr sz="1900">
              <a:solidFill>
                <a:schemeClr val="dk1"/>
              </a:solidFill>
              <a:latin typeface="Tahoma"/>
              <a:ea typeface="Tahoma"/>
              <a:cs typeface="Tahoma"/>
              <a:sym typeface="Tahoma"/>
            </a:endParaRPr>
          </a:p>
          <a:p>
            <a:pPr indent="0" lvl="0" marL="613358" marR="0" rtl="0" algn="l">
              <a:lnSpc>
                <a:spcPct val="111333"/>
              </a:lnSpc>
              <a:spcBef>
                <a:spcPts val="0"/>
              </a:spcBef>
              <a:spcAft>
                <a:spcPts val="0"/>
              </a:spcAft>
              <a:buNone/>
            </a:pPr>
            <a:r>
              <a:rPr lang="en-US" sz="2100">
                <a:solidFill>
                  <a:srgbClr val="660066"/>
                </a:solidFill>
                <a:latin typeface="Tahoma"/>
                <a:ea typeface="Tahoma"/>
                <a:cs typeface="Tahoma"/>
                <a:sym typeface="Tahoma"/>
              </a:rPr>
              <a:t>écrire (''Entrer le premier nombre'')</a:t>
            </a:r>
            <a:endParaRPr sz="2100">
              <a:solidFill>
                <a:schemeClr val="dk1"/>
              </a:solidFill>
              <a:latin typeface="Tahoma"/>
              <a:ea typeface="Tahoma"/>
              <a:cs typeface="Tahoma"/>
              <a:sym typeface="Tahoma"/>
            </a:endParaRPr>
          </a:p>
          <a:p>
            <a:pPr indent="0" lvl="0" marL="613358" marR="0" rtl="0" algn="l">
              <a:lnSpc>
                <a:spcPct val="110714"/>
              </a:lnSpc>
              <a:spcBef>
                <a:spcPts val="0"/>
              </a:spcBef>
              <a:spcAft>
                <a:spcPts val="0"/>
              </a:spcAft>
              <a:buNone/>
            </a:pPr>
            <a:r>
              <a:rPr lang="en-US" sz="2100">
                <a:solidFill>
                  <a:srgbClr val="660066"/>
                </a:solidFill>
                <a:latin typeface="Tahoma"/>
                <a:ea typeface="Tahoma"/>
                <a:cs typeface="Tahoma"/>
                <a:sym typeface="Tahoma"/>
              </a:rPr>
              <a:t>lire (N1)</a:t>
            </a:r>
            <a:endParaRPr sz="2100">
              <a:solidFill>
                <a:schemeClr val="dk1"/>
              </a:solidFill>
              <a:latin typeface="Tahoma"/>
              <a:ea typeface="Tahoma"/>
              <a:cs typeface="Tahoma"/>
              <a:sym typeface="Tahoma"/>
            </a:endParaRPr>
          </a:p>
          <a:p>
            <a:pPr indent="0" lvl="0" marL="613358" marR="1180371" rtl="0" algn="l">
              <a:lnSpc>
                <a:spcPct val="110714"/>
              </a:lnSpc>
              <a:spcBef>
                <a:spcPts val="120"/>
              </a:spcBef>
              <a:spcAft>
                <a:spcPts val="0"/>
              </a:spcAft>
              <a:buNone/>
            </a:pPr>
            <a:r>
              <a:rPr lang="en-US" sz="2100">
                <a:solidFill>
                  <a:srgbClr val="660066"/>
                </a:solidFill>
                <a:latin typeface="Tahoma"/>
                <a:ea typeface="Tahoma"/>
                <a:cs typeface="Tahoma"/>
                <a:sym typeface="Tahoma"/>
              </a:rPr>
              <a:t>écrire (''Entrer le deuxième nombre'')  lire (N2)</a:t>
            </a:r>
            <a:endParaRPr sz="2100">
              <a:solidFill>
                <a:schemeClr val="dk1"/>
              </a:solidFill>
              <a:latin typeface="Tahoma"/>
              <a:ea typeface="Tahoma"/>
              <a:cs typeface="Tahoma"/>
              <a:sym typeface="Tahoma"/>
            </a:endParaRPr>
          </a:p>
          <a:p>
            <a:pPr indent="0" lvl="0" marL="613358" marR="1236131" rtl="0" algn="l">
              <a:lnSpc>
                <a:spcPct val="110714"/>
              </a:lnSpc>
              <a:spcBef>
                <a:spcPts val="0"/>
              </a:spcBef>
              <a:spcAft>
                <a:spcPts val="0"/>
              </a:spcAft>
              <a:buNone/>
            </a:pPr>
            <a:r>
              <a:rPr lang="en-US" sz="2100">
                <a:solidFill>
                  <a:srgbClr val="660066"/>
                </a:solidFill>
                <a:latin typeface="Tahoma"/>
                <a:ea typeface="Tahoma"/>
                <a:cs typeface="Tahoma"/>
                <a:sym typeface="Tahoma"/>
              </a:rPr>
              <a:t>écrire (''Entrer le troisième nombre'')  lire (N3)</a:t>
            </a:r>
            <a:endParaRPr sz="2100">
              <a:solidFill>
                <a:schemeClr val="dk1"/>
              </a:solidFill>
              <a:latin typeface="Tahoma"/>
              <a:ea typeface="Tahoma"/>
              <a:cs typeface="Tahoma"/>
              <a:sym typeface="Tahoma"/>
            </a:endParaRPr>
          </a:p>
          <a:p>
            <a:pPr indent="0" lvl="0" marL="613358" marR="0" rtl="0" algn="l">
              <a:lnSpc>
                <a:spcPct val="104285"/>
              </a:lnSpc>
              <a:spcBef>
                <a:spcPts val="0"/>
              </a:spcBef>
              <a:spcAft>
                <a:spcPts val="0"/>
              </a:spcAft>
              <a:buNone/>
            </a:pPr>
            <a:r>
              <a:rPr lang="en-US" sz="2100">
                <a:solidFill>
                  <a:srgbClr val="660066"/>
                </a:solidFill>
                <a:latin typeface="Tahoma"/>
                <a:ea typeface="Tahoma"/>
                <a:cs typeface="Tahoma"/>
                <a:sym typeface="Tahoma"/>
              </a:rPr>
              <a:t>Som </a:t>
            </a:r>
            <a:r>
              <a:rPr lang="en-US" sz="1900">
                <a:solidFill>
                  <a:srgbClr val="660066"/>
                </a:solidFill>
                <a:latin typeface="Noto Sans Symbols"/>
                <a:ea typeface="Noto Sans Symbols"/>
                <a:cs typeface="Noto Sans Symbols"/>
                <a:sym typeface="Noto Sans Symbols"/>
              </a:rPr>
              <a:t>←</a:t>
            </a:r>
            <a:r>
              <a:rPr lang="en-US" sz="1900">
                <a:solidFill>
                  <a:srgbClr val="660066"/>
                </a:solidFill>
                <a:latin typeface="Times New Roman"/>
                <a:ea typeface="Times New Roman"/>
                <a:cs typeface="Times New Roman"/>
                <a:sym typeface="Times New Roman"/>
              </a:rPr>
              <a:t> </a:t>
            </a:r>
            <a:r>
              <a:rPr lang="en-US" sz="2100">
                <a:solidFill>
                  <a:srgbClr val="660066"/>
                </a:solidFill>
                <a:latin typeface="Tahoma"/>
                <a:ea typeface="Tahoma"/>
                <a:cs typeface="Tahoma"/>
                <a:sym typeface="Tahoma"/>
              </a:rPr>
              <a:t>N1 + N2 + N3</a:t>
            </a:r>
            <a:endParaRPr sz="2100">
              <a:solidFill>
                <a:schemeClr val="dk1"/>
              </a:solidFill>
              <a:latin typeface="Tahoma"/>
              <a:ea typeface="Tahoma"/>
              <a:cs typeface="Tahoma"/>
              <a:sym typeface="Tahoma"/>
            </a:endParaRPr>
          </a:p>
          <a:p>
            <a:pPr indent="0" lvl="0" marL="613358" marR="0" rtl="0" algn="l">
              <a:lnSpc>
                <a:spcPct val="110714"/>
              </a:lnSpc>
              <a:spcBef>
                <a:spcPts val="0"/>
              </a:spcBef>
              <a:spcAft>
                <a:spcPts val="0"/>
              </a:spcAft>
              <a:buNone/>
            </a:pPr>
            <a:r>
              <a:rPr lang="en-US" sz="2100">
                <a:solidFill>
                  <a:srgbClr val="660066"/>
                </a:solidFill>
                <a:latin typeface="Tahoma"/>
                <a:ea typeface="Tahoma"/>
                <a:cs typeface="Tahoma"/>
                <a:sym typeface="Tahoma"/>
              </a:rPr>
              <a:t>Pro </a:t>
            </a:r>
            <a:r>
              <a:rPr lang="en-US" sz="1900">
                <a:solidFill>
                  <a:srgbClr val="660066"/>
                </a:solidFill>
                <a:latin typeface="Noto Sans Symbols"/>
                <a:ea typeface="Noto Sans Symbols"/>
                <a:cs typeface="Noto Sans Symbols"/>
                <a:sym typeface="Noto Sans Symbols"/>
              </a:rPr>
              <a:t>←</a:t>
            </a:r>
            <a:r>
              <a:rPr lang="en-US" sz="1900">
                <a:solidFill>
                  <a:srgbClr val="660066"/>
                </a:solidFill>
                <a:latin typeface="Times New Roman"/>
                <a:ea typeface="Times New Roman"/>
                <a:cs typeface="Times New Roman"/>
                <a:sym typeface="Times New Roman"/>
              </a:rPr>
              <a:t> </a:t>
            </a:r>
            <a:r>
              <a:rPr lang="en-US" sz="2100">
                <a:solidFill>
                  <a:srgbClr val="660066"/>
                </a:solidFill>
                <a:latin typeface="Tahoma"/>
                <a:ea typeface="Tahoma"/>
                <a:cs typeface="Tahoma"/>
                <a:sym typeface="Tahoma"/>
              </a:rPr>
              <a:t>N1 * N2 * N3</a:t>
            </a:r>
            <a:endParaRPr sz="2100">
              <a:solidFill>
                <a:schemeClr val="dk1"/>
              </a:solidFill>
              <a:latin typeface="Tahoma"/>
              <a:ea typeface="Tahoma"/>
              <a:cs typeface="Tahoma"/>
              <a:sym typeface="Tahoma"/>
            </a:endParaRPr>
          </a:p>
          <a:p>
            <a:pPr indent="0" lvl="0" marL="613358" marR="5793" rtl="0" algn="l">
              <a:lnSpc>
                <a:spcPct val="111333"/>
              </a:lnSpc>
              <a:spcBef>
                <a:spcPts val="114"/>
              </a:spcBef>
              <a:spcAft>
                <a:spcPts val="0"/>
              </a:spcAft>
              <a:buNone/>
            </a:pPr>
            <a:r>
              <a:rPr lang="en-US" sz="2100">
                <a:solidFill>
                  <a:srgbClr val="660066"/>
                </a:solidFill>
                <a:latin typeface="Tahoma"/>
                <a:ea typeface="Tahoma"/>
                <a:cs typeface="Tahoma"/>
                <a:sym typeface="Tahoma"/>
              </a:rPr>
              <a:t>Moy </a:t>
            </a:r>
            <a:r>
              <a:rPr lang="en-US" sz="1900">
                <a:solidFill>
                  <a:srgbClr val="660066"/>
                </a:solidFill>
                <a:latin typeface="Noto Sans Symbols"/>
                <a:ea typeface="Noto Sans Symbols"/>
                <a:cs typeface="Noto Sans Symbols"/>
                <a:sym typeface="Noto Sans Symbols"/>
              </a:rPr>
              <a:t>←</a:t>
            </a:r>
            <a:r>
              <a:rPr lang="en-US" sz="1900">
                <a:solidFill>
                  <a:srgbClr val="660066"/>
                </a:solidFill>
                <a:latin typeface="Times New Roman"/>
                <a:ea typeface="Times New Roman"/>
                <a:cs typeface="Times New Roman"/>
                <a:sym typeface="Times New Roman"/>
              </a:rPr>
              <a:t> </a:t>
            </a:r>
            <a:r>
              <a:rPr lang="en-US" sz="2100">
                <a:solidFill>
                  <a:srgbClr val="660066"/>
                </a:solidFill>
                <a:latin typeface="Tahoma"/>
                <a:ea typeface="Tahoma"/>
                <a:cs typeface="Tahoma"/>
                <a:sym typeface="Tahoma"/>
              </a:rPr>
              <a:t>Som / 3	-- ou Moy </a:t>
            </a:r>
            <a:r>
              <a:rPr lang="en-US" sz="1900">
                <a:solidFill>
                  <a:srgbClr val="660066"/>
                </a:solidFill>
                <a:latin typeface="Noto Sans Symbols"/>
                <a:ea typeface="Noto Sans Symbols"/>
                <a:cs typeface="Noto Sans Symbols"/>
                <a:sym typeface="Noto Sans Symbols"/>
              </a:rPr>
              <a:t>←</a:t>
            </a:r>
            <a:r>
              <a:rPr lang="en-US" sz="1900">
                <a:solidFill>
                  <a:srgbClr val="660066"/>
                </a:solidFill>
                <a:latin typeface="Times New Roman"/>
                <a:ea typeface="Times New Roman"/>
                <a:cs typeface="Times New Roman"/>
                <a:sym typeface="Times New Roman"/>
              </a:rPr>
              <a:t> </a:t>
            </a:r>
            <a:r>
              <a:rPr lang="en-US" sz="2100">
                <a:solidFill>
                  <a:srgbClr val="660066"/>
                </a:solidFill>
                <a:latin typeface="Tahoma"/>
                <a:ea typeface="Tahoma"/>
                <a:cs typeface="Tahoma"/>
                <a:sym typeface="Tahoma"/>
              </a:rPr>
              <a:t>(N1+N2+N3) /3  écrire ('' La somme est: '',Som)</a:t>
            </a:r>
            <a:endParaRPr sz="2100">
              <a:solidFill>
                <a:schemeClr val="dk1"/>
              </a:solidFill>
              <a:latin typeface="Tahoma"/>
              <a:ea typeface="Tahoma"/>
              <a:cs typeface="Tahoma"/>
              <a:sym typeface="Tahoma"/>
            </a:endParaRPr>
          </a:p>
          <a:p>
            <a:pPr indent="0" lvl="0" marL="613358" marR="1564897" rtl="0" algn="l">
              <a:lnSpc>
                <a:spcPct val="110714"/>
              </a:lnSpc>
              <a:spcBef>
                <a:spcPts val="0"/>
              </a:spcBef>
              <a:spcAft>
                <a:spcPts val="0"/>
              </a:spcAft>
              <a:buNone/>
            </a:pPr>
            <a:r>
              <a:rPr lang="en-US" sz="2100">
                <a:solidFill>
                  <a:srgbClr val="660066"/>
                </a:solidFill>
                <a:latin typeface="Tahoma"/>
                <a:ea typeface="Tahoma"/>
                <a:cs typeface="Tahoma"/>
                <a:sym typeface="Tahoma"/>
              </a:rPr>
              <a:t>écrire ('' Le produit est : '', Pro)  écrire ('' la moyenne est : '', Moy)</a:t>
            </a:r>
            <a:endParaRPr sz="2100">
              <a:solidFill>
                <a:schemeClr val="dk1"/>
              </a:solidFill>
              <a:latin typeface="Tahoma"/>
              <a:ea typeface="Tahoma"/>
              <a:cs typeface="Tahoma"/>
              <a:sym typeface="Tahoma"/>
            </a:endParaRPr>
          </a:p>
          <a:p>
            <a:pPr indent="0" lvl="0" marL="14483" marR="0" rtl="0" algn="l">
              <a:lnSpc>
                <a:spcPct val="118526"/>
              </a:lnSpc>
              <a:spcBef>
                <a:spcPts val="0"/>
              </a:spcBef>
              <a:spcAft>
                <a:spcPts val="0"/>
              </a:spcAft>
              <a:buNone/>
            </a:pPr>
            <a:r>
              <a:rPr b="1" lang="en-US" sz="1900">
                <a:solidFill>
                  <a:srgbClr val="660066"/>
                </a:solidFill>
                <a:latin typeface="Tahoma"/>
                <a:ea typeface="Tahoma"/>
                <a:cs typeface="Tahoma"/>
                <a:sym typeface="Tahoma"/>
              </a:rPr>
              <a:t>Fin</a:t>
            </a:r>
            <a:endParaRPr sz="1900">
              <a:solidFill>
                <a:schemeClr val="dk1"/>
              </a:solidFill>
              <a:latin typeface="Tahoma"/>
              <a:ea typeface="Tahoma"/>
              <a:cs typeface="Tahoma"/>
              <a:sym typeface="Tahoma"/>
            </a:endParaRPr>
          </a:p>
        </p:txBody>
      </p:sp>
      <p:sp>
        <p:nvSpPr>
          <p:cNvPr id="609" name="Google Shape;609;p39"/>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0"/>
          <p:cNvSpPr txBox="1"/>
          <p:nvPr>
            <p:ph type="title"/>
          </p:nvPr>
        </p:nvSpPr>
        <p:spPr>
          <a:xfrm>
            <a:off x="2222500" y="0"/>
            <a:ext cx="6058108" cy="568622"/>
          </a:xfrm>
          <a:prstGeom prst="rect">
            <a:avLst/>
          </a:prstGeom>
          <a:noFill/>
          <a:ln>
            <a:noFill/>
          </a:ln>
        </p:spPr>
        <p:txBody>
          <a:bodyPr anchorCtr="0" anchor="t" bIns="0" lIns="0" spcFirstLastPara="1" rIns="0" wrap="square" tIns="14475">
            <a:spAutoFit/>
          </a:bodyPr>
          <a:lstStyle/>
          <a:p>
            <a:pPr indent="0" lvl="0" marL="14483" rtl="0" algn="ctr">
              <a:spcBef>
                <a:spcPts val="0"/>
              </a:spcBef>
              <a:spcAft>
                <a:spcPts val="0"/>
              </a:spcAft>
              <a:buNone/>
            </a:pPr>
            <a:r>
              <a:rPr lang="en-US" sz="3600">
                <a:solidFill>
                  <a:srgbClr val="FF0000"/>
                </a:solidFill>
              </a:rPr>
              <a:t>Les objets algorithmiques</a:t>
            </a:r>
            <a:endParaRPr/>
          </a:p>
        </p:txBody>
      </p:sp>
      <p:sp>
        <p:nvSpPr>
          <p:cNvPr id="615" name="Google Shape;615;p40"/>
          <p:cNvSpPr txBox="1"/>
          <p:nvPr/>
        </p:nvSpPr>
        <p:spPr>
          <a:xfrm>
            <a:off x="276773" y="770791"/>
            <a:ext cx="10452100" cy="6785709"/>
          </a:xfrm>
          <a:prstGeom prst="rect">
            <a:avLst/>
          </a:prstGeom>
          <a:noFill/>
          <a:ln>
            <a:noFill/>
          </a:ln>
        </p:spPr>
        <p:txBody>
          <a:bodyPr anchorCtr="0" anchor="t" bIns="0" lIns="0" spcFirstLastPara="1" rIns="0" wrap="square" tIns="14475">
            <a:spAutoFit/>
          </a:bodyPr>
          <a:lstStyle/>
          <a:p>
            <a:pPr indent="-152400" lvl="0" marL="14483" marR="50691" rtl="0" algn="l">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Pour chaque algorithme, on a besoin de données pour fournir des résultats.  Données et résultats sont appelés des objets algorithmiques.	On distingue :</a:t>
            </a:r>
            <a:endParaRPr/>
          </a:p>
          <a:p>
            <a:pPr indent="-280248" lvl="1" marL="815397" marR="0" rtl="0" algn="l">
              <a:spcBef>
                <a:spcPts val="1232"/>
              </a:spcBef>
              <a:spcAft>
                <a:spcPts val="0"/>
              </a:spcAft>
              <a:buClr>
                <a:srgbClr val="40458B"/>
              </a:buClr>
              <a:buSzPts val="2400"/>
              <a:buFont typeface="Noto Sans Symbols"/>
              <a:buChar char="⮚"/>
            </a:pPr>
            <a:r>
              <a:rPr b="1" i="0" lang="en-US" sz="2400" u="none" cap="none" strike="noStrike">
                <a:solidFill>
                  <a:srgbClr val="A40020"/>
                </a:solidFill>
                <a:latin typeface="Times New Roman"/>
                <a:ea typeface="Times New Roman"/>
                <a:cs typeface="Times New Roman"/>
                <a:sym typeface="Times New Roman"/>
              </a:rPr>
              <a:t>Les objets en entrée </a:t>
            </a:r>
            <a:r>
              <a:rPr b="0" i="0" lang="en-US" sz="2400" u="none" cap="none" strike="noStrike">
                <a:solidFill>
                  <a:srgbClr val="40458B"/>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Ce sont les données fournies à l'algorithme.</a:t>
            </a:r>
            <a:endParaRPr b="0" i="0" sz="2400" u="none" cap="none" strike="noStrike">
              <a:solidFill>
                <a:schemeClr val="dk1"/>
              </a:solidFill>
              <a:latin typeface="Times New Roman"/>
              <a:ea typeface="Times New Roman"/>
              <a:cs typeface="Times New Roman"/>
              <a:sym typeface="Times New Roman"/>
            </a:endParaRPr>
          </a:p>
          <a:p>
            <a:pPr indent="-280248" lvl="1" marL="815397" marR="0" rtl="0" algn="l">
              <a:spcBef>
                <a:spcPts val="1232"/>
              </a:spcBef>
              <a:spcAft>
                <a:spcPts val="0"/>
              </a:spcAft>
              <a:buClr>
                <a:srgbClr val="40458B"/>
              </a:buClr>
              <a:buSzPts val="2400"/>
              <a:buFont typeface="Noto Sans Symbols"/>
              <a:buChar char="⮚"/>
            </a:pPr>
            <a:r>
              <a:rPr b="1" i="0" lang="en-US" sz="2400" u="none" cap="none" strike="noStrike">
                <a:solidFill>
                  <a:srgbClr val="A40020"/>
                </a:solidFill>
                <a:latin typeface="Times New Roman"/>
                <a:ea typeface="Times New Roman"/>
                <a:cs typeface="Times New Roman"/>
                <a:sym typeface="Times New Roman"/>
              </a:rPr>
              <a:t>Les objets en sortie </a:t>
            </a:r>
            <a:r>
              <a:rPr b="0" i="0" lang="en-US" sz="2400" u="none" cap="none" strike="noStrike">
                <a:solidFill>
                  <a:srgbClr val="40458B"/>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Ce sont les résultats produits par l'algorithme</a:t>
            </a:r>
            <a:r>
              <a:rPr b="0" i="0" lang="en-US" sz="2400" u="none" cap="none" strike="noStrike">
                <a:solidFill>
                  <a:srgbClr val="40458B"/>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152400" lvl="1" marL="535874" marR="5793" rtl="0" algn="l">
              <a:spcBef>
                <a:spcPts val="1232"/>
              </a:spcBef>
              <a:spcAft>
                <a:spcPts val="0"/>
              </a:spcAft>
              <a:buClr>
                <a:srgbClr val="40458B"/>
              </a:buClr>
              <a:buSzPts val="2400"/>
              <a:buFont typeface="Noto Sans Symbols"/>
              <a:buChar char="⮚"/>
            </a:pPr>
            <a:r>
              <a:rPr b="1" i="0" lang="en-US" sz="2400" u="none" cap="none" strike="noStrike">
                <a:solidFill>
                  <a:srgbClr val="A40020"/>
                </a:solidFill>
                <a:latin typeface="Times New Roman"/>
                <a:ea typeface="Times New Roman"/>
                <a:cs typeface="Times New Roman"/>
                <a:sym typeface="Times New Roman"/>
              </a:rPr>
              <a:t>Les objets internes ou intermédiaires </a:t>
            </a:r>
            <a:r>
              <a:rPr b="0" i="0" lang="en-US" sz="2400" u="none" cap="none" strike="noStrike">
                <a:solidFill>
                  <a:srgbClr val="40458B"/>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Ce sont les objets de manœuvre  de l'algorithme servant aux manipulations internes (compteurs, objets  intermédiaires de stockage,...).</a:t>
            </a:r>
            <a:endParaRPr b="0" i="0" sz="2400" u="none" cap="none" strike="noStrike">
              <a:solidFill>
                <a:schemeClr val="dk1"/>
              </a:solidFill>
              <a:latin typeface="Times New Roman"/>
              <a:ea typeface="Times New Roman"/>
              <a:cs typeface="Times New Roman"/>
              <a:sym typeface="Times New Roman"/>
            </a:endParaRPr>
          </a:p>
          <a:p>
            <a:pPr indent="-152400" lvl="0" marL="14483" marR="455492" rtl="0" algn="just">
              <a:spcBef>
                <a:spcPts val="1237"/>
              </a:spcBef>
              <a:spcAft>
                <a:spcPts val="0"/>
              </a:spcAft>
              <a:buClr>
                <a:srgbClr val="40458B"/>
              </a:buClr>
              <a:buSzPts val="2400"/>
              <a:buFont typeface="Noto Sans Symbols"/>
              <a:buChar char="⮚"/>
            </a:pPr>
            <a:r>
              <a:rPr b="1" lang="en-US" sz="2400">
                <a:solidFill>
                  <a:srgbClr val="A40020"/>
                </a:solidFill>
                <a:latin typeface="Times New Roman"/>
                <a:ea typeface="Times New Roman"/>
                <a:cs typeface="Times New Roman"/>
                <a:sym typeface="Times New Roman"/>
              </a:rPr>
              <a:t>Exemple </a:t>
            </a:r>
            <a:r>
              <a:rPr lang="en-US" sz="2400">
                <a:solidFill>
                  <a:srgbClr val="40458B"/>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On se propose de permuter le contenu de deux objets A et B.  Pour ce faire, on aura besoin des objets A et B en entrée et d'un troisième  objet intermédiaire C puis on procédera comme suit :</a:t>
            </a:r>
            <a:endParaRPr/>
          </a:p>
          <a:p>
            <a:pPr indent="-280248" lvl="1" marL="815397" marR="0" rtl="0" algn="l">
              <a:spcBef>
                <a:spcPts val="1232"/>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On met le contenu de A dans C.</a:t>
            </a:r>
            <a:endParaRPr b="0" i="0" sz="2400" u="none" cap="none" strike="noStrike">
              <a:solidFill>
                <a:schemeClr val="dk1"/>
              </a:solidFill>
              <a:latin typeface="Times New Roman"/>
              <a:ea typeface="Times New Roman"/>
              <a:cs typeface="Times New Roman"/>
              <a:sym typeface="Times New Roman"/>
            </a:endParaRPr>
          </a:p>
          <a:p>
            <a:pPr indent="-280248" lvl="1" marL="815397" marR="0" rtl="0" algn="l">
              <a:spcBef>
                <a:spcPts val="1232"/>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On met le contenu de B dans A.</a:t>
            </a:r>
            <a:endParaRPr/>
          </a:p>
          <a:p>
            <a:pPr indent="-280248" lvl="1" marL="815397" marR="0" rtl="0" algn="l">
              <a:spcBef>
                <a:spcPts val="1232"/>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On met le contenu de C dans B.</a:t>
            </a:r>
            <a:endParaRPr/>
          </a:p>
          <a:p>
            <a:pPr indent="-280248" lvl="0" marL="294007" marR="0" rtl="0" algn="just">
              <a:spcBef>
                <a:spcPts val="1237"/>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Les objets A et B serviront aussi pour objets de sortie.</a:t>
            </a:r>
            <a:endParaRPr sz="2400">
              <a:solidFill>
                <a:schemeClr val="dk1"/>
              </a:solidFill>
              <a:latin typeface="Times New Roman"/>
              <a:ea typeface="Times New Roman"/>
              <a:cs typeface="Times New Roman"/>
              <a:sym typeface="Times New Roman"/>
            </a:endParaRPr>
          </a:p>
        </p:txBody>
      </p:sp>
      <p:sp>
        <p:nvSpPr>
          <p:cNvPr id="616" name="Google Shape;616;p40"/>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41"/>
          <p:cNvSpPr txBox="1"/>
          <p:nvPr>
            <p:ph type="title"/>
          </p:nvPr>
        </p:nvSpPr>
        <p:spPr>
          <a:xfrm>
            <a:off x="1917700" y="577850"/>
            <a:ext cx="6058851" cy="568622"/>
          </a:xfrm>
          <a:prstGeom prst="rect">
            <a:avLst/>
          </a:prstGeom>
          <a:noFill/>
          <a:ln>
            <a:noFill/>
          </a:ln>
        </p:spPr>
        <p:txBody>
          <a:bodyPr anchorCtr="0" anchor="t" bIns="0" lIns="0" spcFirstLastPara="1" rIns="0" wrap="square" tIns="14475">
            <a:spAutoFit/>
          </a:bodyPr>
          <a:lstStyle/>
          <a:p>
            <a:pPr indent="0" lvl="0" marL="14483" rtl="0" algn="ctr">
              <a:spcBef>
                <a:spcPts val="0"/>
              </a:spcBef>
              <a:spcAft>
                <a:spcPts val="0"/>
              </a:spcAft>
              <a:buNone/>
            </a:pPr>
            <a:r>
              <a:rPr lang="en-US" sz="3600">
                <a:solidFill>
                  <a:srgbClr val="FF0000"/>
                </a:solidFill>
              </a:rPr>
              <a:t>Les objets algorithmiques</a:t>
            </a:r>
            <a:endParaRPr/>
          </a:p>
        </p:txBody>
      </p:sp>
      <p:sp>
        <p:nvSpPr>
          <p:cNvPr id="622" name="Google Shape;622;p41"/>
          <p:cNvSpPr txBox="1"/>
          <p:nvPr/>
        </p:nvSpPr>
        <p:spPr>
          <a:xfrm>
            <a:off x="1028110" y="1502875"/>
            <a:ext cx="9081964" cy="4705652"/>
          </a:xfrm>
          <a:prstGeom prst="rect">
            <a:avLst/>
          </a:prstGeom>
          <a:noFill/>
          <a:ln>
            <a:noFill/>
          </a:ln>
        </p:spPr>
        <p:txBody>
          <a:bodyPr anchorCtr="0" anchor="t" bIns="0" lIns="0" spcFirstLastPara="1" rIns="0" wrap="square" tIns="14475">
            <a:spAutoFit/>
          </a:bodyPr>
          <a:lstStyle/>
          <a:p>
            <a:pPr indent="-342900" lvl="0" marL="357383" marR="118037" rtl="0" algn="l">
              <a:lnSpc>
                <a:spcPct val="1201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Les objets algorithmiques, traités par l’ordinateur, sont stockés dans  des cases mémoires dont la gestion est prise en charge par  l’ordinateur.</a:t>
            </a:r>
            <a:endParaRPr sz="2400">
              <a:solidFill>
                <a:schemeClr val="dk1"/>
              </a:solidFill>
              <a:latin typeface="Times New Roman"/>
              <a:ea typeface="Times New Roman"/>
              <a:cs typeface="Times New Roman"/>
              <a:sym typeface="Times New Roman"/>
            </a:endParaRPr>
          </a:p>
          <a:p>
            <a:pPr indent="-342900" lvl="0" marL="357383" marR="0" rtl="0" algn="l">
              <a:spcBef>
                <a:spcPts val="821"/>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En mémoire, les cases sont reconnues à l’aide de leurs adresses, on</a:t>
            </a:r>
            <a:endParaRPr sz="2400">
              <a:solidFill>
                <a:schemeClr val="dk1"/>
              </a:solidFill>
              <a:latin typeface="Times New Roman"/>
              <a:ea typeface="Times New Roman"/>
              <a:cs typeface="Times New Roman"/>
              <a:sym typeface="Times New Roman"/>
            </a:endParaRPr>
          </a:p>
          <a:p>
            <a:pPr indent="0" lvl="0" marL="14483" marR="0" rtl="0" algn="l">
              <a:spcBef>
                <a:spcPts val="547"/>
              </a:spcBef>
              <a:spcAft>
                <a:spcPts val="0"/>
              </a:spcAft>
              <a:buNone/>
            </a:pPr>
            <a:r>
              <a:rPr lang="en-US" sz="2400">
                <a:solidFill>
                  <a:schemeClr val="dk1"/>
                </a:solidFill>
                <a:latin typeface="Times New Roman"/>
                <a:ea typeface="Times New Roman"/>
                <a:cs typeface="Times New Roman"/>
                <a:sym typeface="Times New Roman"/>
              </a:rPr>
              <a:t>parle d’adresse mémoire.</a:t>
            </a:r>
            <a:endParaRPr sz="2400">
              <a:solidFill>
                <a:schemeClr val="dk1"/>
              </a:solidFill>
              <a:latin typeface="Times New Roman"/>
              <a:ea typeface="Times New Roman"/>
              <a:cs typeface="Times New Roman"/>
              <a:sym typeface="Times New Roman"/>
            </a:endParaRPr>
          </a:p>
          <a:p>
            <a:pPr indent="0" lvl="0" marL="14483" marR="0" rtl="0" algn="l">
              <a:spcBef>
                <a:spcPts val="1095"/>
              </a:spcBef>
              <a:spcAft>
                <a:spcPts val="0"/>
              </a:spcAft>
              <a:buNone/>
            </a:pPr>
            <a:r>
              <a:rPr lang="en-US" sz="2400">
                <a:solidFill>
                  <a:schemeClr val="dk1"/>
                </a:solidFill>
                <a:latin typeface="Times New Roman"/>
                <a:ea typeface="Times New Roman"/>
                <a:cs typeface="Times New Roman"/>
                <a:sym typeface="Times New Roman"/>
              </a:rPr>
              <a:t>Pour définir un objet algorithmique, on doit préciser son:</a:t>
            </a:r>
            <a:endParaRPr/>
          </a:p>
          <a:p>
            <a:pPr indent="-327318" lvl="0" marL="471423" marR="0" rtl="0" algn="l">
              <a:spcBef>
                <a:spcPts val="1020"/>
              </a:spcBef>
              <a:spcAft>
                <a:spcPts val="0"/>
              </a:spcAft>
              <a:buClr>
                <a:schemeClr val="dk1"/>
              </a:buClr>
              <a:buSzPts val="1400"/>
              <a:buFont typeface="Noto Sans Symbols"/>
              <a:buChar char="■"/>
            </a:pPr>
            <a:r>
              <a:rPr lang="en-US" sz="2400">
                <a:solidFill>
                  <a:schemeClr val="dk1"/>
                </a:solidFill>
                <a:latin typeface="Times New Roman"/>
                <a:ea typeface="Times New Roman"/>
                <a:cs typeface="Times New Roman"/>
                <a:sym typeface="Times New Roman"/>
              </a:rPr>
              <a:t>Son</a:t>
            </a:r>
            <a:r>
              <a:rPr lang="en-US" sz="2400">
                <a:solidFill>
                  <a:srgbClr val="40458B"/>
                </a:solidFill>
                <a:latin typeface="Times New Roman"/>
                <a:ea typeface="Times New Roman"/>
                <a:cs typeface="Times New Roman"/>
                <a:sym typeface="Times New Roman"/>
              </a:rPr>
              <a:t> </a:t>
            </a:r>
            <a:r>
              <a:rPr b="1" lang="en-US" sz="2400">
                <a:solidFill>
                  <a:srgbClr val="A40020"/>
                </a:solidFill>
                <a:latin typeface="Times New Roman"/>
                <a:ea typeface="Times New Roman"/>
                <a:cs typeface="Times New Roman"/>
                <a:sym typeface="Times New Roman"/>
              </a:rPr>
              <a:t>nom (identificateur)</a:t>
            </a:r>
            <a:r>
              <a:rPr b="1" lang="en-US" sz="2400">
                <a:solidFill>
                  <a:srgbClr val="40458B"/>
                </a:solidFill>
                <a:latin typeface="Times New Roman"/>
                <a:ea typeface="Times New Roman"/>
                <a:cs typeface="Times New Roman"/>
                <a:sym typeface="Times New Roman"/>
              </a:rPr>
              <a:t>,</a:t>
            </a:r>
            <a:endParaRPr b="1" sz="2400">
              <a:solidFill>
                <a:schemeClr val="dk1"/>
              </a:solidFill>
              <a:latin typeface="Times New Roman"/>
              <a:ea typeface="Times New Roman"/>
              <a:cs typeface="Times New Roman"/>
              <a:sym typeface="Times New Roman"/>
            </a:endParaRPr>
          </a:p>
          <a:p>
            <a:pPr indent="-327318" lvl="0" marL="471423" marR="200591" rtl="0" algn="l">
              <a:lnSpc>
                <a:spcPct val="120100"/>
              </a:lnSpc>
              <a:spcBef>
                <a:spcPts val="490"/>
              </a:spcBef>
              <a:spcAft>
                <a:spcPts val="0"/>
              </a:spcAft>
              <a:buClr>
                <a:schemeClr val="dk1"/>
              </a:buClr>
              <a:buSzPts val="1400"/>
              <a:buFont typeface="Noto Sans Symbols"/>
              <a:buChar char="■"/>
            </a:pPr>
            <a:r>
              <a:rPr lang="en-US" sz="2400">
                <a:solidFill>
                  <a:schemeClr val="dk1"/>
                </a:solidFill>
                <a:latin typeface="Times New Roman"/>
                <a:ea typeface="Times New Roman"/>
                <a:cs typeface="Times New Roman"/>
                <a:sym typeface="Times New Roman"/>
              </a:rPr>
              <a:t>Sa</a:t>
            </a:r>
            <a:r>
              <a:rPr lang="en-US" sz="2400">
                <a:solidFill>
                  <a:srgbClr val="40458B"/>
                </a:solidFill>
                <a:latin typeface="Times New Roman"/>
                <a:ea typeface="Times New Roman"/>
                <a:cs typeface="Times New Roman"/>
                <a:sym typeface="Times New Roman"/>
              </a:rPr>
              <a:t> </a:t>
            </a:r>
            <a:r>
              <a:rPr b="1" lang="en-US" sz="2400">
                <a:solidFill>
                  <a:srgbClr val="A40020"/>
                </a:solidFill>
                <a:latin typeface="Times New Roman"/>
                <a:ea typeface="Times New Roman"/>
                <a:cs typeface="Times New Roman"/>
                <a:sym typeface="Times New Roman"/>
              </a:rPr>
              <a:t>nature</a:t>
            </a:r>
            <a:r>
              <a:rPr b="1" lang="en-US" sz="2400">
                <a:solidFill>
                  <a:srgbClr val="40458B"/>
                </a:solidFill>
                <a:latin typeface="Times New Roman"/>
                <a:ea typeface="Times New Roman"/>
                <a:cs typeface="Times New Roman"/>
                <a:sym typeface="Times New Roman"/>
              </a:rPr>
              <a:t>:</a:t>
            </a:r>
            <a:r>
              <a:rPr lang="en-US" sz="2400">
                <a:solidFill>
                  <a:srgbClr val="40458B"/>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Il s'agit de préciser si un objet est une constante (</a:t>
            </a:r>
            <a:r>
              <a:rPr b="1" lang="en-US" sz="2400">
                <a:solidFill>
                  <a:schemeClr val="dk1"/>
                </a:solidFill>
                <a:latin typeface="Times New Roman"/>
                <a:ea typeface="Times New Roman"/>
                <a:cs typeface="Times New Roman"/>
                <a:sym typeface="Times New Roman"/>
              </a:rPr>
              <a:t>Const</a:t>
            </a:r>
            <a:r>
              <a:rPr lang="en-US" sz="2400">
                <a:solidFill>
                  <a:schemeClr val="dk1"/>
                </a:solidFill>
                <a:latin typeface="Times New Roman"/>
                <a:ea typeface="Times New Roman"/>
                <a:cs typeface="Times New Roman"/>
                <a:sym typeface="Times New Roman"/>
              </a:rPr>
              <a:t>) ou  une variable (</a:t>
            </a:r>
            <a:r>
              <a:rPr b="1" lang="en-US" sz="2400">
                <a:solidFill>
                  <a:schemeClr val="dk1"/>
                </a:solidFill>
                <a:latin typeface="Times New Roman"/>
                <a:ea typeface="Times New Roman"/>
                <a:cs typeface="Times New Roman"/>
                <a:sym typeface="Times New Roman"/>
              </a:rPr>
              <a:t>Var</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27318" lvl="0" marL="471423" marR="0" rtl="0" algn="l">
              <a:spcBef>
                <a:spcPts val="986"/>
              </a:spcBef>
              <a:spcAft>
                <a:spcPts val="0"/>
              </a:spcAft>
              <a:buClr>
                <a:schemeClr val="dk1"/>
              </a:buClr>
              <a:buSzPts val="1400"/>
              <a:buFont typeface="Noto Sans Symbols"/>
              <a:buChar char="■"/>
            </a:pPr>
            <a:r>
              <a:rPr lang="en-US" sz="2400">
                <a:solidFill>
                  <a:schemeClr val="dk1"/>
                </a:solidFill>
                <a:latin typeface="Times New Roman"/>
                <a:ea typeface="Times New Roman"/>
                <a:cs typeface="Times New Roman"/>
                <a:sym typeface="Times New Roman"/>
              </a:rPr>
              <a:t>Son </a:t>
            </a:r>
            <a:r>
              <a:rPr b="1" lang="en-US" sz="2400">
                <a:solidFill>
                  <a:srgbClr val="A40020"/>
                </a:solidFill>
                <a:latin typeface="Times New Roman"/>
                <a:ea typeface="Times New Roman"/>
                <a:cs typeface="Times New Roman"/>
                <a:sym typeface="Times New Roman"/>
              </a:rPr>
              <a:t>type</a:t>
            </a:r>
            <a:endParaRPr b="1" sz="2400">
              <a:solidFill>
                <a:schemeClr val="dk1"/>
              </a:solidFill>
              <a:latin typeface="Times New Roman"/>
              <a:ea typeface="Times New Roman"/>
              <a:cs typeface="Times New Roman"/>
              <a:sym typeface="Times New Roman"/>
            </a:endParaRPr>
          </a:p>
        </p:txBody>
      </p:sp>
      <p:sp>
        <p:nvSpPr>
          <p:cNvPr id="623" name="Google Shape;623;p41"/>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2"/>
          <p:cNvSpPr txBox="1"/>
          <p:nvPr>
            <p:ph type="title"/>
          </p:nvPr>
        </p:nvSpPr>
        <p:spPr>
          <a:xfrm>
            <a:off x="1740602" y="577850"/>
            <a:ext cx="7674742"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Exemple d’objets algorithmiques</a:t>
            </a:r>
            <a:endParaRPr/>
          </a:p>
        </p:txBody>
      </p:sp>
      <p:sp>
        <p:nvSpPr>
          <p:cNvPr id="629" name="Google Shape;629;p42"/>
          <p:cNvSpPr txBox="1"/>
          <p:nvPr/>
        </p:nvSpPr>
        <p:spPr>
          <a:xfrm>
            <a:off x="1206333" y="1966508"/>
            <a:ext cx="8770815" cy="753288"/>
          </a:xfrm>
          <a:prstGeom prst="rect">
            <a:avLst/>
          </a:prstGeom>
          <a:noFill/>
          <a:ln>
            <a:noFill/>
          </a:ln>
        </p:spPr>
        <p:txBody>
          <a:bodyPr anchorCtr="0" anchor="t" bIns="0" lIns="0" spcFirstLastPara="1" rIns="0" wrap="square" tIns="14475">
            <a:spAutoFit/>
          </a:bodyPr>
          <a:lstStyle/>
          <a:p>
            <a:pPr indent="0" lvl="0" marL="14483" marR="5793" rtl="0" algn="l">
              <a:spcBef>
                <a:spcPts val="0"/>
              </a:spcBef>
              <a:spcAft>
                <a:spcPts val="0"/>
              </a:spcAft>
              <a:buNone/>
            </a:pPr>
            <a:r>
              <a:rPr lang="en-US" sz="2400">
                <a:solidFill>
                  <a:schemeClr val="dk1"/>
                </a:solidFill>
                <a:latin typeface="Times New Roman"/>
                <a:ea typeface="Times New Roman"/>
                <a:cs typeface="Times New Roman"/>
                <a:sym typeface="Times New Roman"/>
              </a:rPr>
              <a:t>les objets algorithmiques utilisés dans un problème de  résolution d'une équation du premier degré à une seule  inconnue: ax + b =0.</a:t>
            </a:r>
            <a:endParaRPr/>
          </a:p>
        </p:txBody>
      </p:sp>
      <p:grpSp>
        <p:nvGrpSpPr>
          <p:cNvPr id="630" name="Google Shape;630;p42"/>
          <p:cNvGrpSpPr/>
          <p:nvPr/>
        </p:nvGrpSpPr>
        <p:grpSpPr>
          <a:xfrm>
            <a:off x="603237" y="3939175"/>
            <a:ext cx="9549800" cy="2951233"/>
            <a:chOff x="527050" y="3575050"/>
            <a:chExt cx="8166100" cy="2678430"/>
          </a:xfrm>
        </p:grpSpPr>
        <p:sp>
          <p:nvSpPr>
            <p:cNvPr id="631" name="Google Shape;631;p42"/>
            <p:cNvSpPr/>
            <p:nvPr/>
          </p:nvSpPr>
          <p:spPr>
            <a:xfrm>
              <a:off x="533400" y="3581399"/>
              <a:ext cx="8153400" cy="2665730"/>
            </a:xfrm>
            <a:custGeom>
              <a:rect b="b" l="l" r="r" t="t"/>
              <a:pathLst>
                <a:path extrusionOk="0" h="2665729" w="8153400">
                  <a:moveTo>
                    <a:pt x="8153400" y="0"/>
                  </a:moveTo>
                  <a:lnTo>
                    <a:pt x="8153400" y="0"/>
                  </a:lnTo>
                  <a:lnTo>
                    <a:pt x="0" y="0"/>
                  </a:lnTo>
                  <a:lnTo>
                    <a:pt x="0" y="746125"/>
                  </a:lnTo>
                  <a:lnTo>
                    <a:pt x="0" y="1492250"/>
                  </a:lnTo>
                  <a:lnTo>
                    <a:pt x="0" y="2239962"/>
                  </a:lnTo>
                  <a:lnTo>
                    <a:pt x="0" y="2665412"/>
                  </a:lnTo>
                  <a:lnTo>
                    <a:pt x="752475" y="2665412"/>
                  </a:lnTo>
                  <a:lnTo>
                    <a:pt x="752475" y="2239962"/>
                  </a:lnTo>
                  <a:lnTo>
                    <a:pt x="752475" y="1492250"/>
                  </a:lnTo>
                  <a:lnTo>
                    <a:pt x="752475" y="746125"/>
                  </a:lnTo>
                  <a:lnTo>
                    <a:pt x="4314825" y="746125"/>
                  </a:lnTo>
                  <a:lnTo>
                    <a:pt x="5802376" y="746125"/>
                  </a:lnTo>
                  <a:lnTo>
                    <a:pt x="7121525" y="746125"/>
                  </a:lnTo>
                  <a:lnTo>
                    <a:pt x="8153400" y="746125"/>
                  </a:lnTo>
                  <a:lnTo>
                    <a:pt x="8153400" y="0"/>
                  </a:lnTo>
                  <a:close/>
                </a:path>
              </a:pathLst>
            </a:custGeom>
            <a:solidFill>
              <a:srgbClr val="F1F1F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42"/>
            <p:cNvSpPr/>
            <p:nvPr/>
          </p:nvSpPr>
          <p:spPr>
            <a:xfrm>
              <a:off x="527050" y="3575050"/>
              <a:ext cx="8166100" cy="2678430"/>
            </a:xfrm>
            <a:custGeom>
              <a:rect b="b" l="l" r="r" t="t"/>
              <a:pathLst>
                <a:path extrusionOk="0" h="2678429" w="8166100">
                  <a:moveTo>
                    <a:pt x="758825" y="0"/>
                  </a:moveTo>
                  <a:lnTo>
                    <a:pt x="758825" y="2678112"/>
                  </a:lnTo>
                </a:path>
                <a:path extrusionOk="0" h="2678429" w="8166100">
                  <a:moveTo>
                    <a:pt x="4321175" y="0"/>
                  </a:moveTo>
                  <a:lnTo>
                    <a:pt x="4321175" y="2678112"/>
                  </a:lnTo>
                </a:path>
                <a:path extrusionOk="0" h="2678429" w="8166100">
                  <a:moveTo>
                    <a:pt x="5808726" y="0"/>
                  </a:moveTo>
                  <a:lnTo>
                    <a:pt x="5808726" y="2678112"/>
                  </a:lnTo>
                </a:path>
                <a:path extrusionOk="0" h="2678429" w="8166100">
                  <a:moveTo>
                    <a:pt x="7127875" y="0"/>
                  </a:moveTo>
                  <a:lnTo>
                    <a:pt x="7127875" y="2678112"/>
                  </a:lnTo>
                </a:path>
                <a:path extrusionOk="0" h="2678429" w="8166100">
                  <a:moveTo>
                    <a:pt x="0" y="752475"/>
                  </a:moveTo>
                  <a:lnTo>
                    <a:pt x="8166100" y="752475"/>
                  </a:lnTo>
                </a:path>
                <a:path extrusionOk="0" h="2678429" w="8166100">
                  <a:moveTo>
                    <a:pt x="0" y="1498600"/>
                  </a:moveTo>
                  <a:lnTo>
                    <a:pt x="8166100" y="1498600"/>
                  </a:lnTo>
                </a:path>
                <a:path extrusionOk="0" h="2678429" w="8166100">
                  <a:moveTo>
                    <a:pt x="0" y="2246312"/>
                  </a:moveTo>
                  <a:lnTo>
                    <a:pt x="8166100" y="2246312"/>
                  </a:lnTo>
                </a:path>
                <a:path extrusionOk="0" h="2678429" w="8166100">
                  <a:moveTo>
                    <a:pt x="6350" y="0"/>
                  </a:moveTo>
                  <a:lnTo>
                    <a:pt x="6350" y="2678112"/>
                  </a:lnTo>
                </a:path>
                <a:path extrusionOk="0" h="2678429" w="8166100">
                  <a:moveTo>
                    <a:pt x="8159750" y="0"/>
                  </a:moveTo>
                  <a:lnTo>
                    <a:pt x="8159750" y="2678112"/>
                  </a:lnTo>
                </a:path>
                <a:path extrusionOk="0" h="2678429" w="8166100">
                  <a:moveTo>
                    <a:pt x="0" y="6350"/>
                  </a:moveTo>
                  <a:lnTo>
                    <a:pt x="8166100" y="6350"/>
                  </a:lnTo>
                </a:path>
                <a:path extrusionOk="0" h="2678429" w="8166100">
                  <a:moveTo>
                    <a:pt x="0" y="2671762"/>
                  </a:moveTo>
                  <a:lnTo>
                    <a:pt x="8166100" y="2671762"/>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3" name="Google Shape;633;p42"/>
          <p:cNvSpPr txBox="1"/>
          <p:nvPr/>
        </p:nvSpPr>
        <p:spPr>
          <a:xfrm>
            <a:off x="752221" y="4186440"/>
            <a:ext cx="624524"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40458B"/>
                </a:solidFill>
                <a:latin typeface="Arial"/>
                <a:ea typeface="Arial"/>
                <a:cs typeface="Arial"/>
                <a:sym typeface="Arial"/>
              </a:rPr>
              <a:t>Nom</a:t>
            </a:r>
            <a:endParaRPr sz="2100">
              <a:solidFill>
                <a:schemeClr val="dk1"/>
              </a:solidFill>
              <a:latin typeface="Arial"/>
              <a:ea typeface="Arial"/>
              <a:cs typeface="Arial"/>
              <a:sym typeface="Arial"/>
            </a:endParaRPr>
          </a:p>
        </p:txBody>
      </p:sp>
      <p:sp>
        <p:nvSpPr>
          <p:cNvPr id="634" name="Google Shape;634;p42"/>
          <p:cNvSpPr txBox="1"/>
          <p:nvPr>
            <p:ph idx="12" type="sldNum"/>
          </p:nvPr>
        </p:nvSpPr>
        <p:spPr>
          <a:xfrm>
            <a:off x="9045724" y="7054850"/>
            <a:ext cx="570708" cy="215410"/>
          </a:xfrm>
          <a:prstGeom prst="rect">
            <a:avLst/>
          </a:prstGeom>
          <a:noFill/>
          <a:ln>
            <a:noFill/>
          </a:ln>
        </p:spPr>
        <p:txBody>
          <a:bodyPr anchorCtr="0" anchor="t" bIns="0" lIns="0" spcFirstLastPara="1" rIns="0" wrap="square" tIns="15200">
            <a:spAutoFit/>
          </a:bodyPr>
          <a:lstStyle/>
          <a:p>
            <a:pPr indent="0" lvl="0" marL="105725" rtl="0" algn="l">
              <a:spcBef>
                <a:spcPts val="0"/>
              </a:spcBef>
              <a:spcAft>
                <a:spcPts val="0"/>
              </a:spcAft>
              <a:buNone/>
            </a:pPr>
            <a:fld id="{00000000-1234-1234-1234-123412341234}" type="slidenum">
              <a:rPr lang="en-US"/>
              <a:t>‹#›</a:t>
            </a:fld>
            <a:endParaRPr/>
          </a:p>
        </p:txBody>
      </p:sp>
      <p:sp>
        <p:nvSpPr>
          <p:cNvPr id="635" name="Google Shape;635;p42"/>
          <p:cNvSpPr txBox="1"/>
          <p:nvPr/>
        </p:nvSpPr>
        <p:spPr>
          <a:xfrm>
            <a:off x="3252723" y="4186440"/>
            <a:ext cx="669823"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40458B"/>
                </a:solidFill>
                <a:latin typeface="Arial"/>
                <a:ea typeface="Arial"/>
                <a:cs typeface="Arial"/>
                <a:sym typeface="Arial"/>
              </a:rPr>
              <a:t>Sens</a:t>
            </a:r>
            <a:endParaRPr sz="2100">
              <a:solidFill>
                <a:schemeClr val="dk1"/>
              </a:solidFill>
              <a:latin typeface="Arial"/>
              <a:ea typeface="Arial"/>
              <a:cs typeface="Arial"/>
              <a:sym typeface="Arial"/>
            </a:endParaRPr>
          </a:p>
        </p:txBody>
      </p:sp>
      <p:sp>
        <p:nvSpPr>
          <p:cNvPr id="636" name="Google Shape;636;p42"/>
          <p:cNvSpPr txBox="1"/>
          <p:nvPr/>
        </p:nvSpPr>
        <p:spPr>
          <a:xfrm>
            <a:off x="6223261" y="4186440"/>
            <a:ext cx="634178"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40458B"/>
                </a:solidFill>
                <a:latin typeface="Arial"/>
                <a:ea typeface="Arial"/>
                <a:cs typeface="Arial"/>
                <a:sym typeface="Arial"/>
              </a:rPr>
              <a:t>Type</a:t>
            </a:r>
            <a:endParaRPr sz="2100">
              <a:solidFill>
                <a:schemeClr val="dk1"/>
              </a:solidFill>
              <a:latin typeface="Arial"/>
              <a:ea typeface="Arial"/>
              <a:cs typeface="Arial"/>
              <a:sym typeface="Arial"/>
            </a:endParaRPr>
          </a:p>
        </p:txBody>
      </p:sp>
      <p:sp>
        <p:nvSpPr>
          <p:cNvPr id="637" name="Google Shape;637;p42"/>
          <p:cNvSpPr txBox="1"/>
          <p:nvPr/>
        </p:nvSpPr>
        <p:spPr>
          <a:xfrm>
            <a:off x="7519391" y="4186440"/>
            <a:ext cx="1322566"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40458B"/>
                </a:solidFill>
                <a:latin typeface="Arial"/>
                <a:ea typeface="Arial"/>
                <a:cs typeface="Arial"/>
                <a:sym typeface="Arial"/>
              </a:rPr>
              <a:t>Utilisation</a:t>
            </a:r>
            <a:endParaRPr sz="2100">
              <a:solidFill>
                <a:schemeClr val="dk1"/>
              </a:solidFill>
              <a:latin typeface="Arial"/>
              <a:ea typeface="Arial"/>
              <a:cs typeface="Arial"/>
              <a:sym typeface="Arial"/>
            </a:endParaRPr>
          </a:p>
        </p:txBody>
      </p:sp>
      <p:sp>
        <p:nvSpPr>
          <p:cNvPr id="638" name="Google Shape;638;p42"/>
          <p:cNvSpPr txBox="1"/>
          <p:nvPr/>
        </p:nvSpPr>
        <p:spPr>
          <a:xfrm>
            <a:off x="9119392" y="4186440"/>
            <a:ext cx="875522"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lang="en-US" sz="2100">
                <a:solidFill>
                  <a:srgbClr val="40458B"/>
                </a:solidFill>
                <a:latin typeface="Arial"/>
                <a:ea typeface="Arial"/>
                <a:cs typeface="Arial"/>
                <a:sym typeface="Arial"/>
              </a:rPr>
              <a:t>Nature</a:t>
            </a:r>
            <a:endParaRPr sz="2100">
              <a:solidFill>
                <a:schemeClr val="dk1"/>
              </a:solidFill>
              <a:latin typeface="Arial"/>
              <a:ea typeface="Arial"/>
              <a:cs typeface="Arial"/>
              <a:sym typeface="Arial"/>
            </a:endParaRPr>
          </a:p>
        </p:txBody>
      </p:sp>
      <p:sp>
        <p:nvSpPr>
          <p:cNvPr id="639" name="Google Shape;639;p42"/>
          <p:cNvSpPr txBox="1"/>
          <p:nvPr/>
        </p:nvSpPr>
        <p:spPr>
          <a:xfrm>
            <a:off x="5762851" y="5008224"/>
            <a:ext cx="1529008"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Réel non nul</a:t>
            </a:r>
            <a:endParaRPr sz="2100">
              <a:solidFill>
                <a:schemeClr val="dk1"/>
              </a:solidFill>
              <a:latin typeface="Arial"/>
              <a:ea typeface="Arial"/>
              <a:cs typeface="Arial"/>
              <a:sym typeface="Arial"/>
            </a:endParaRPr>
          </a:p>
        </p:txBody>
      </p:sp>
      <p:sp>
        <p:nvSpPr>
          <p:cNvPr id="640" name="Google Shape;640;p42"/>
          <p:cNvSpPr txBox="1"/>
          <p:nvPr/>
        </p:nvSpPr>
        <p:spPr>
          <a:xfrm>
            <a:off x="8077526" y="5008224"/>
            <a:ext cx="208670"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E</a:t>
            </a:r>
            <a:endParaRPr sz="2100">
              <a:solidFill>
                <a:schemeClr val="dk1"/>
              </a:solidFill>
              <a:latin typeface="Arial"/>
              <a:ea typeface="Arial"/>
              <a:cs typeface="Arial"/>
              <a:sym typeface="Arial"/>
            </a:endParaRPr>
          </a:p>
        </p:txBody>
      </p:sp>
      <p:sp>
        <p:nvSpPr>
          <p:cNvPr id="641" name="Google Shape;641;p42"/>
          <p:cNvSpPr txBox="1"/>
          <p:nvPr/>
        </p:nvSpPr>
        <p:spPr>
          <a:xfrm>
            <a:off x="9045724" y="5008224"/>
            <a:ext cx="426251"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Var</a:t>
            </a:r>
            <a:endParaRPr sz="2100">
              <a:solidFill>
                <a:schemeClr val="dk1"/>
              </a:solidFill>
              <a:latin typeface="Arial"/>
              <a:ea typeface="Arial"/>
              <a:cs typeface="Arial"/>
              <a:sym typeface="Arial"/>
            </a:endParaRPr>
          </a:p>
        </p:txBody>
      </p:sp>
      <p:sp>
        <p:nvSpPr>
          <p:cNvPr id="642" name="Google Shape;642;p42"/>
          <p:cNvSpPr txBox="1"/>
          <p:nvPr/>
        </p:nvSpPr>
        <p:spPr>
          <a:xfrm>
            <a:off x="975357" y="5832078"/>
            <a:ext cx="178966"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b</a:t>
            </a:r>
            <a:endParaRPr sz="2100">
              <a:solidFill>
                <a:schemeClr val="dk1"/>
              </a:solidFill>
              <a:latin typeface="Arial"/>
              <a:ea typeface="Arial"/>
              <a:cs typeface="Arial"/>
              <a:sym typeface="Arial"/>
            </a:endParaRPr>
          </a:p>
        </p:txBody>
      </p:sp>
      <p:sp>
        <p:nvSpPr>
          <p:cNvPr id="643" name="Google Shape;643;p42"/>
          <p:cNvSpPr txBox="1"/>
          <p:nvPr/>
        </p:nvSpPr>
        <p:spPr>
          <a:xfrm>
            <a:off x="975357" y="5008224"/>
            <a:ext cx="4602616" cy="1397054"/>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a	Premier coefficient de l'équation</a:t>
            </a:r>
            <a:endParaRPr sz="2100">
              <a:solidFill>
                <a:schemeClr val="dk1"/>
              </a:solidFill>
              <a:latin typeface="Arial"/>
              <a:ea typeface="Arial"/>
              <a:cs typeface="Arial"/>
              <a:sym typeface="Arial"/>
            </a:endParaRPr>
          </a:p>
          <a:p>
            <a:pPr indent="0" lvl="0" marL="0" marR="0" rtl="0" algn="l">
              <a:spcBef>
                <a:spcPts val="63"/>
              </a:spcBef>
              <a:spcAft>
                <a:spcPts val="0"/>
              </a:spcAft>
              <a:buNone/>
            </a:pPr>
            <a:r>
              <a:t/>
            </a:r>
            <a:endParaRPr sz="2600">
              <a:solidFill>
                <a:schemeClr val="dk1"/>
              </a:solidFill>
              <a:latin typeface="Arial"/>
              <a:ea typeface="Arial"/>
              <a:cs typeface="Arial"/>
              <a:sym typeface="Arial"/>
            </a:endParaRPr>
          </a:p>
          <a:p>
            <a:pPr indent="0" lvl="0" marL="619876" marR="0" rtl="0" algn="l">
              <a:spcBef>
                <a:spcPts val="0"/>
              </a:spcBef>
              <a:spcAft>
                <a:spcPts val="0"/>
              </a:spcAft>
              <a:buNone/>
            </a:pPr>
            <a:r>
              <a:rPr lang="en-US" sz="2100">
                <a:solidFill>
                  <a:srgbClr val="40458B"/>
                </a:solidFill>
                <a:latin typeface="Arial"/>
                <a:ea typeface="Arial"/>
                <a:cs typeface="Arial"/>
                <a:sym typeface="Arial"/>
              </a:rPr>
              <a:t>Deuxième	coefficient	de</a:t>
            </a:r>
            <a:endParaRPr sz="2100">
              <a:solidFill>
                <a:schemeClr val="dk1"/>
              </a:solidFill>
              <a:latin typeface="Arial"/>
              <a:ea typeface="Arial"/>
              <a:cs typeface="Arial"/>
              <a:sym typeface="Arial"/>
            </a:endParaRPr>
          </a:p>
          <a:p>
            <a:pPr indent="0" lvl="0" marL="619876" marR="0" rtl="0" algn="l">
              <a:spcBef>
                <a:spcPts val="6"/>
              </a:spcBef>
              <a:spcAft>
                <a:spcPts val="0"/>
              </a:spcAft>
              <a:buNone/>
            </a:pPr>
            <a:r>
              <a:rPr lang="en-US" sz="2100">
                <a:solidFill>
                  <a:srgbClr val="40458B"/>
                </a:solidFill>
                <a:latin typeface="Arial"/>
                <a:ea typeface="Arial"/>
                <a:cs typeface="Arial"/>
                <a:sym typeface="Arial"/>
              </a:rPr>
              <a:t>l'équation</a:t>
            </a:r>
            <a:endParaRPr sz="2100">
              <a:solidFill>
                <a:schemeClr val="dk1"/>
              </a:solidFill>
              <a:latin typeface="Arial"/>
              <a:ea typeface="Arial"/>
              <a:cs typeface="Arial"/>
              <a:sym typeface="Arial"/>
            </a:endParaRPr>
          </a:p>
        </p:txBody>
      </p:sp>
      <p:sp>
        <p:nvSpPr>
          <p:cNvPr id="644" name="Google Shape;644;p42"/>
          <p:cNvSpPr txBox="1"/>
          <p:nvPr/>
        </p:nvSpPr>
        <p:spPr>
          <a:xfrm>
            <a:off x="5762851" y="5832078"/>
            <a:ext cx="578483"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Réel</a:t>
            </a:r>
            <a:endParaRPr sz="2100">
              <a:solidFill>
                <a:schemeClr val="dk1"/>
              </a:solidFill>
              <a:latin typeface="Arial"/>
              <a:ea typeface="Arial"/>
              <a:cs typeface="Arial"/>
              <a:sym typeface="Arial"/>
            </a:endParaRPr>
          </a:p>
        </p:txBody>
      </p:sp>
      <p:sp>
        <p:nvSpPr>
          <p:cNvPr id="645" name="Google Shape;645;p42"/>
          <p:cNvSpPr txBox="1"/>
          <p:nvPr/>
        </p:nvSpPr>
        <p:spPr>
          <a:xfrm>
            <a:off x="8077526" y="5832078"/>
            <a:ext cx="208670"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E</a:t>
            </a:r>
            <a:endParaRPr sz="2100">
              <a:solidFill>
                <a:schemeClr val="dk1"/>
              </a:solidFill>
              <a:latin typeface="Arial"/>
              <a:ea typeface="Arial"/>
              <a:cs typeface="Arial"/>
              <a:sym typeface="Arial"/>
            </a:endParaRPr>
          </a:p>
        </p:txBody>
      </p:sp>
      <p:sp>
        <p:nvSpPr>
          <p:cNvPr id="646" name="Google Shape;646;p42"/>
          <p:cNvSpPr txBox="1"/>
          <p:nvPr/>
        </p:nvSpPr>
        <p:spPr>
          <a:xfrm>
            <a:off x="9045724" y="5832078"/>
            <a:ext cx="426251"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Var</a:t>
            </a:r>
            <a:endParaRPr sz="2100">
              <a:solidFill>
                <a:schemeClr val="dk1"/>
              </a:solidFill>
              <a:latin typeface="Arial"/>
              <a:ea typeface="Arial"/>
              <a:cs typeface="Arial"/>
              <a:sym typeface="Arial"/>
            </a:endParaRPr>
          </a:p>
        </p:txBody>
      </p:sp>
      <p:sp>
        <p:nvSpPr>
          <p:cNvPr id="647" name="Google Shape;647;p42"/>
          <p:cNvSpPr txBox="1"/>
          <p:nvPr/>
        </p:nvSpPr>
        <p:spPr>
          <a:xfrm>
            <a:off x="982486" y="6477880"/>
            <a:ext cx="3187970"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x	Solution de l'équation</a:t>
            </a:r>
            <a:endParaRPr sz="2100">
              <a:solidFill>
                <a:schemeClr val="dk1"/>
              </a:solidFill>
              <a:latin typeface="Arial"/>
              <a:ea typeface="Arial"/>
              <a:cs typeface="Arial"/>
              <a:sym typeface="Arial"/>
            </a:endParaRPr>
          </a:p>
        </p:txBody>
      </p:sp>
      <p:sp>
        <p:nvSpPr>
          <p:cNvPr id="648" name="Google Shape;648;p42"/>
          <p:cNvSpPr txBox="1"/>
          <p:nvPr/>
        </p:nvSpPr>
        <p:spPr>
          <a:xfrm>
            <a:off x="5762851" y="6477880"/>
            <a:ext cx="576998"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Réel</a:t>
            </a:r>
            <a:endParaRPr sz="2100">
              <a:solidFill>
                <a:schemeClr val="dk1"/>
              </a:solidFill>
              <a:latin typeface="Arial"/>
              <a:ea typeface="Arial"/>
              <a:cs typeface="Arial"/>
              <a:sym typeface="Arial"/>
            </a:endParaRPr>
          </a:p>
        </p:txBody>
      </p:sp>
      <p:sp>
        <p:nvSpPr>
          <p:cNvPr id="649" name="Google Shape;649;p42"/>
          <p:cNvSpPr txBox="1"/>
          <p:nvPr/>
        </p:nvSpPr>
        <p:spPr>
          <a:xfrm>
            <a:off x="8077526" y="6477880"/>
            <a:ext cx="208670"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S</a:t>
            </a:r>
            <a:endParaRPr sz="2100">
              <a:solidFill>
                <a:schemeClr val="dk1"/>
              </a:solidFill>
              <a:latin typeface="Arial"/>
              <a:ea typeface="Arial"/>
              <a:cs typeface="Arial"/>
              <a:sym typeface="Arial"/>
            </a:endParaRPr>
          </a:p>
        </p:txBody>
      </p:sp>
      <p:sp>
        <p:nvSpPr>
          <p:cNvPr id="650" name="Google Shape;650;p42"/>
          <p:cNvSpPr txBox="1"/>
          <p:nvPr/>
        </p:nvSpPr>
        <p:spPr>
          <a:xfrm>
            <a:off x="9045724" y="6477880"/>
            <a:ext cx="426251"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lang="en-US" sz="2100">
                <a:solidFill>
                  <a:srgbClr val="40458B"/>
                </a:solidFill>
                <a:latin typeface="Arial"/>
                <a:ea typeface="Arial"/>
                <a:cs typeface="Arial"/>
                <a:sym typeface="Arial"/>
              </a:rPr>
              <a:t>Var</a:t>
            </a:r>
            <a:endParaRPr sz="210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3"/>
          <p:cNvSpPr txBox="1"/>
          <p:nvPr>
            <p:ph type="title"/>
          </p:nvPr>
        </p:nvSpPr>
        <p:spPr>
          <a:xfrm>
            <a:off x="3582644" y="654050"/>
            <a:ext cx="4063492"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Identificateurs	(1)</a:t>
            </a:r>
            <a:endParaRPr/>
          </a:p>
        </p:txBody>
      </p:sp>
      <p:sp>
        <p:nvSpPr>
          <p:cNvPr id="656" name="Google Shape;656;p43"/>
          <p:cNvSpPr txBox="1"/>
          <p:nvPr/>
        </p:nvSpPr>
        <p:spPr>
          <a:xfrm>
            <a:off x="1072666" y="1623193"/>
            <a:ext cx="9083449" cy="5155224"/>
          </a:xfrm>
          <a:prstGeom prst="rect">
            <a:avLst/>
          </a:prstGeom>
          <a:noFill/>
          <a:ln>
            <a:noFill/>
          </a:ln>
        </p:spPr>
        <p:txBody>
          <a:bodyPr anchorCtr="0" anchor="t" bIns="0" lIns="0" spcFirstLastPara="1" rIns="0" wrap="square" tIns="15200">
            <a:spAutoFit/>
          </a:bodyPr>
          <a:lstStyle/>
          <a:p>
            <a:pPr indent="-389595" lvl="0" marL="403354" marR="0" rtl="0" algn="l">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Un identificateur est un mot constitué d’un nombre quelconque de</a:t>
            </a:r>
            <a:endParaRPr sz="2400">
              <a:solidFill>
                <a:schemeClr val="dk1"/>
              </a:solidFill>
              <a:latin typeface="Times New Roman"/>
              <a:ea typeface="Times New Roman"/>
              <a:cs typeface="Times New Roman"/>
              <a:sym typeface="Times New Roman"/>
            </a:endParaRPr>
          </a:p>
          <a:p>
            <a:pPr indent="0" lvl="0" marL="14483" marR="0" rtl="0" algn="l">
              <a:spcBef>
                <a:spcPts val="6"/>
              </a:spcBef>
              <a:spcAft>
                <a:spcPts val="0"/>
              </a:spcAft>
              <a:buNone/>
            </a:pPr>
            <a:r>
              <a:rPr lang="en-US" sz="2400">
                <a:solidFill>
                  <a:schemeClr val="dk1"/>
                </a:solidFill>
                <a:latin typeface="Times New Roman"/>
                <a:ea typeface="Times New Roman"/>
                <a:cs typeface="Times New Roman"/>
                <a:sym typeface="Times New Roman"/>
              </a:rPr>
              <a:t>caractères pris dans la liste suivante :</a:t>
            </a:r>
            <a:endParaRPr/>
          </a:p>
          <a:p>
            <a:pPr indent="-212901" lvl="1" marL="747327" marR="0" rtl="0" algn="l">
              <a:spcBef>
                <a:spcPts val="1368"/>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tous les caractères minuscules de </a:t>
            </a:r>
            <a:r>
              <a:rPr b="0" i="0" lang="en-US" sz="2400" u="none" cap="none" strike="noStrike">
                <a:solidFill>
                  <a:srgbClr val="A40020"/>
                </a:solidFill>
                <a:latin typeface="Times New Roman"/>
                <a:ea typeface="Times New Roman"/>
                <a:cs typeface="Times New Roman"/>
                <a:sym typeface="Times New Roman"/>
              </a:rPr>
              <a:t>a à z</a:t>
            </a:r>
            <a:endParaRPr b="0" i="0" sz="2400" u="none" cap="none" strike="noStrike">
              <a:solidFill>
                <a:schemeClr val="dk1"/>
              </a:solidFill>
              <a:latin typeface="Times New Roman"/>
              <a:ea typeface="Times New Roman"/>
              <a:cs typeface="Times New Roman"/>
              <a:sym typeface="Times New Roman"/>
            </a:endParaRPr>
          </a:p>
          <a:p>
            <a:pPr indent="-212901" lvl="1" marL="747327" marR="0" rtl="0" algn="l">
              <a:spcBef>
                <a:spcPts val="1368"/>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tous les caractères majuscules de </a:t>
            </a:r>
            <a:r>
              <a:rPr b="0" i="0" lang="en-US" sz="2400" u="none" cap="none" strike="noStrike">
                <a:solidFill>
                  <a:srgbClr val="A40020"/>
                </a:solidFill>
                <a:latin typeface="Times New Roman"/>
                <a:ea typeface="Times New Roman"/>
                <a:cs typeface="Times New Roman"/>
                <a:sym typeface="Times New Roman"/>
              </a:rPr>
              <a:t>A à Z</a:t>
            </a:r>
            <a:endParaRPr b="0" i="0" sz="2400" u="none" cap="none" strike="noStrike">
              <a:solidFill>
                <a:schemeClr val="dk1"/>
              </a:solidFill>
              <a:latin typeface="Times New Roman"/>
              <a:ea typeface="Times New Roman"/>
              <a:cs typeface="Times New Roman"/>
              <a:sym typeface="Times New Roman"/>
            </a:endParaRPr>
          </a:p>
          <a:p>
            <a:pPr indent="-212901" lvl="1" marL="747327" marR="0" rtl="0" algn="l">
              <a:spcBef>
                <a:spcPts val="1368"/>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tous les chiffres</a:t>
            </a:r>
            <a:r>
              <a:rPr b="0" i="0" lang="en-US" sz="2400" u="none" cap="none" strike="noStrike">
                <a:solidFill>
                  <a:srgbClr val="40458B"/>
                </a:solidFill>
                <a:latin typeface="Times New Roman"/>
                <a:ea typeface="Times New Roman"/>
                <a:cs typeface="Times New Roman"/>
                <a:sym typeface="Times New Roman"/>
              </a:rPr>
              <a:t> </a:t>
            </a:r>
            <a:r>
              <a:rPr b="0" i="0" lang="en-US" sz="2400" u="none" cap="none" strike="noStrike">
                <a:solidFill>
                  <a:srgbClr val="A40020"/>
                </a:solidFill>
                <a:latin typeface="Times New Roman"/>
                <a:ea typeface="Times New Roman"/>
                <a:cs typeface="Times New Roman"/>
                <a:sym typeface="Times New Roman"/>
              </a:rPr>
              <a:t>de 0 à 9</a:t>
            </a:r>
            <a:endParaRPr b="0" i="0" sz="2400" u="none" cap="none" strike="noStrike">
              <a:solidFill>
                <a:schemeClr val="dk1"/>
              </a:solidFill>
              <a:latin typeface="Times New Roman"/>
              <a:ea typeface="Times New Roman"/>
              <a:cs typeface="Times New Roman"/>
              <a:sym typeface="Times New Roman"/>
            </a:endParaRPr>
          </a:p>
          <a:p>
            <a:pPr indent="-212901" lvl="1" marL="747327" marR="0" rtl="0" algn="l">
              <a:spcBef>
                <a:spcPts val="1368"/>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le caractère </a:t>
            </a:r>
            <a:r>
              <a:rPr b="0" i="0" lang="en-US" sz="2400" u="none" cap="none" strike="noStrike">
                <a:solidFill>
                  <a:srgbClr val="A40020"/>
                </a:solidFill>
                <a:latin typeface="Times New Roman"/>
                <a:ea typeface="Times New Roman"/>
                <a:cs typeface="Times New Roman"/>
                <a:sym typeface="Times New Roman"/>
              </a:rPr>
              <a:t>_</a:t>
            </a:r>
            <a:endParaRPr b="0" i="0" sz="2400" u="none" cap="none" strike="noStrike">
              <a:solidFill>
                <a:schemeClr val="dk1"/>
              </a:solidFill>
              <a:latin typeface="Times New Roman"/>
              <a:ea typeface="Times New Roman"/>
              <a:cs typeface="Times New Roman"/>
              <a:sym typeface="Times New Roman"/>
            </a:endParaRPr>
          </a:p>
          <a:p>
            <a:pPr indent="-309938" lvl="0" marL="323697" marR="0" rtl="0" algn="l">
              <a:spcBef>
                <a:spcPts val="1368"/>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Pour être valable, un identificateur ne doit pas contenir d’autres</a:t>
            </a:r>
            <a:endParaRPr sz="2400">
              <a:solidFill>
                <a:schemeClr val="dk1"/>
              </a:solidFill>
              <a:latin typeface="Times New Roman"/>
              <a:ea typeface="Times New Roman"/>
              <a:cs typeface="Times New Roman"/>
              <a:sym typeface="Times New Roman"/>
            </a:endParaRPr>
          </a:p>
          <a:p>
            <a:pPr indent="0" lvl="0" marL="14483" marR="0" rtl="0" algn="l">
              <a:spcBef>
                <a:spcPts val="0"/>
              </a:spcBef>
              <a:spcAft>
                <a:spcPts val="0"/>
              </a:spcAft>
              <a:buNone/>
            </a:pPr>
            <a:r>
              <a:rPr lang="en-US" sz="2400">
                <a:solidFill>
                  <a:schemeClr val="dk1"/>
                </a:solidFill>
                <a:latin typeface="Times New Roman"/>
                <a:ea typeface="Times New Roman"/>
                <a:cs typeface="Times New Roman"/>
                <a:sym typeface="Times New Roman"/>
              </a:rPr>
              <a:t>caractères que cette liste, et </a:t>
            </a:r>
            <a:r>
              <a:rPr lang="en-US" sz="2400">
                <a:solidFill>
                  <a:srgbClr val="A40020"/>
                </a:solidFill>
                <a:latin typeface="Times New Roman"/>
                <a:ea typeface="Times New Roman"/>
                <a:cs typeface="Times New Roman"/>
                <a:sym typeface="Times New Roman"/>
              </a:rPr>
              <a:t>ne doit commencer par un chiffre</a:t>
            </a:r>
            <a:r>
              <a:rPr lang="en-US" sz="2400">
                <a:solidFill>
                  <a:srgbClr val="40458B"/>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152400" lvl="0" marL="14483" marR="299800" rtl="0" algn="l">
              <a:spcBef>
                <a:spcPts val="1374"/>
              </a:spcBef>
              <a:spcAft>
                <a:spcPts val="0"/>
              </a:spcAft>
              <a:buClr>
                <a:srgbClr val="FF0000"/>
              </a:buClr>
              <a:buSzPts val="2400"/>
              <a:buFont typeface="Noto Sans Symbols"/>
              <a:buChar char="⮚"/>
            </a:pPr>
            <a:r>
              <a:rPr b="1" lang="en-US" sz="2400">
                <a:solidFill>
                  <a:srgbClr val="FF0000"/>
                </a:solidFill>
                <a:latin typeface="Times New Roman"/>
                <a:ea typeface="Times New Roman"/>
                <a:cs typeface="Times New Roman"/>
                <a:sym typeface="Times New Roman"/>
              </a:rPr>
              <a:t>Remarqu</a:t>
            </a:r>
            <a:r>
              <a:rPr b="1" lang="en-US" sz="2400">
                <a:solidFill>
                  <a:schemeClr val="dk1"/>
                </a:solidFill>
                <a:latin typeface="Times New Roman"/>
                <a:ea typeface="Times New Roman"/>
                <a:cs typeface="Times New Roman"/>
                <a:sym typeface="Times New Roman"/>
              </a:rPr>
              <a:t>e </a:t>
            </a:r>
            <a:r>
              <a:rPr lang="en-US" sz="2400">
                <a:solidFill>
                  <a:schemeClr val="dk1"/>
                </a:solidFill>
                <a:latin typeface="Times New Roman"/>
                <a:ea typeface="Times New Roman"/>
                <a:cs typeface="Times New Roman"/>
                <a:sym typeface="Times New Roman"/>
              </a:rPr>
              <a:t>: Pour la lisibilité des programmes, il faut opter à des  choix qui doivent être simples et significatifs. Ainsi, MONT est un  meilleur choix que X pour désigner le montant d’une facture.</a:t>
            </a:r>
            <a:endParaRPr/>
          </a:p>
        </p:txBody>
      </p:sp>
      <p:sp>
        <p:nvSpPr>
          <p:cNvPr id="657" name="Google Shape;657;p43"/>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44"/>
          <p:cNvSpPr txBox="1"/>
          <p:nvPr>
            <p:ph type="title"/>
          </p:nvPr>
        </p:nvSpPr>
        <p:spPr>
          <a:xfrm>
            <a:off x="2968372" y="654050"/>
            <a:ext cx="4045668" cy="568622"/>
          </a:xfrm>
          <a:prstGeom prst="rect">
            <a:avLst/>
          </a:prstGeom>
          <a:noFill/>
          <a:ln>
            <a:noFill/>
          </a:ln>
        </p:spPr>
        <p:txBody>
          <a:bodyPr anchorCtr="0" anchor="t" bIns="0" lIns="0" spcFirstLastPara="1" rIns="0" wrap="square" tIns="14475">
            <a:spAutoFit/>
          </a:bodyPr>
          <a:lstStyle/>
          <a:p>
            <a:pPr indent="0" lvl="0" marL="14483" rtl="0" algn="ctr">
              <a:spcBef>
                <a:spcPts val="0"/>
              </a:spcBef>
              <a:spcAft>
                <a:spcPts val="0"/>
              </a:spcAft>
              <a:buNone/>
            </a:pPr>
            <a:r>
              <a:rPr lang="en-US" sz="3600">
                <a:solidFill>
                  <a:srgbClr val="FF0000"/>
                </a:solidFill>
                <a:latin typeface="Arial"/>
                <a:ea typeface="Arial"/>
                <a:cs typeface="Arial"/>
                <a:sym typeface="Arial"/>
              </a:rPr>
              <a:t>Identificateurs	(2)</a:t>
            </a:r>
            <a:endParaRPr/>
          </a:p>
        </p:txBody>
      </p:sp>
      <p:sp>
        <p:nvSpPr>
          <p:cNvPr id="663" name="Google Shape;663;p44"/>
          <p:cNvSpPr txBox="1"/>
          <p:nvPr/>
        </p:nvSpPr>
        <p:spPr>
          <a:xfrm>
            <a:off x="1161778" y="1432955"/>
            <a:ext cx="5888053" cy="4925544"/>
          </a:xfrm>
          <a:prstGeom prst="rect">
            <a:avLst/>
          </a:prstGeom>
          <a:noFill/>
          <a:ln>
            <a:noFill/>
          </a:ln>
        </p:spPr>
        <p:txBody>
          <a:bodyPr anchorCtr="0" anchor="t" bIns="0" lIns="0" spcFirstLastPara="1" rIns="0" wrap="square" tIns="226650">
            <a:spAutoFit/>
          </a:bodyPr>
          <a:lstStyle/>
          <a:p>
            <a:pPr indent="0" lvl="0" marL="14483" marR="0" rtl="0" algn="l">
              <a:spcBef>
                <a:spcPts val="0"/>
              </a:spcBef>
              <a:spcAft>
                <a:spcPts val="0"/>
              </a:spcAft>
              <a:buNone/>
            </a:pPr>
            <a:r>
              <a:rPr lang="en-US" sz="2700">
                <a:solidFill>
                  <a:srgbClr val="6E88F7"/>
                </a:solidFill>
                <a:latin typeface="Arial"/>
                <a:ea typeface="Arial"/>
                <a:cs typeface="Arial"/>
                <a:sym typeface="Arial"/>
              </a:rPr>
              <a:t>Exemples :</a:t>
            </a:r>
            <a:endParaRPr sz="2700">
              <a:solidFill>
                <a:schemeClr val="dk1"/>
              </a:solidFill>
              <a:latin typeface="Arial"/>
              <a:ea typeface="Arial"/>
              <a:cs typeface="Arial"/>
              <a:sym typeface="Arial"/>
            </a:endParaRPr>
          </a:p>
          <a:p>
            <a:pPr indent="-324421" lvl="0" marL="324421" marR="5793" rtl="0" algn="l">
              <a:lnSpc>
                <a:spcPct val="150100"/>
              </a:lnSpc>
              <a:spcBef>
                <a:spcPts val="29"/>
              </a:spcBef>
              <a:spcAft>
                <a:spcPts val="0"/>
              </a:spcAft>
              <a:buClr>
                <a:srgbClr val="660066"/>
              </a:buClr>
              <a:buSzPts val="2300"/>
              <a:buFont typeface="Noto Sans Symbols"/>
              <a:buChar char="⮚"/>
            </a:pPr>
            <a:r>
              <a:rPr lang="en-US" sz="2300">
                <a:solidFill>
                  <a:srgbClr val="660066"/>
                </a:solidFill>
                <a:latin typeface="Arial"/>
                <a:ea typeface="Arial"/>
                <a:cs typeface="Arial"/>
                <a:sym typeface="Arial"/>
              </a:rPr>
              <a:t>Les identificateurs suivants sont valables :  </a:t>
            </a:r>
            <a:r>
              <a:rPr lang="en-US" sz="2300">
                <a:solidFill>
                  <a:srgbClr val="40458B"/>
                </a:solidFill>
                <a:latin typeface="Arial"/>
                <a:ea typeface="Arial"/>
                <a:cs typeface="Arial"/>
                <a:sym typeface="Arial"/>
              </a:rPr>
              <a:t>Hellow , Ma_Procedure, _1, Numero2</a:t>
            </a:r>
            <a:endParaRPr sz="2300">
              <a:solidFill>
                <a:schemeClr val="dk1"/>
              </a:solidFill>
              <a:latin typeface="Arial"/>
              <a:ea typeface="Arial"/>
              <a:cs typeface="Arial"/>
              <a:sym typeface="Arial"/>
            </a:endParaRPr>
          </a:p>
          <a:p>
            <a:pPr indent="-309938" lvl="0" marL="323697" marR="0" rtl="0" algn="l">
              <a:spcBef>
                <a:spcPts val="1368"/>
              </a:spcBef>
              <a:spcAft>
                <a:spcPts val="0"/>
              </a:spcAft>
              <a:buClr>
                <a:srgbClr val="660066"/>
              </a:buClr>
              <a:buSzPts val="2300"/>
              <a:buFont typeface="Noto Sans Symbols"/>
              <a:buChar char="⮚"/>
            </a:pPr>
            <a:r>
              <a:rPr lang="en-US" sz="2300">
                <a:solidFill>
                  <a:srgbClr val="660066"/>
                </a:solidFill>
                <a:latin typeface="Arial"/>
                <a:ea typeface="Arial"/>
                <a:cs typeface="Arial"/>
                <a:sym typeface="Arial"/>
              </a:rPr>
              <a:t>Ceux-ci ne le sont pas :</a:t>
            </a:r>
            <a:endParaRPr sz="2300">
              <a:solidFill>
                <a:schemeClr val="dk1"/>
              </a:solidFill>
              <a:latin typeface="Arial"/>
              <a:ea typeface="Arial"/>
              <a:cs typeface="Arial"/>
              <a:sym typeface="Arial"/>
            </a:endParaRPr>
          </a:p>
          <a:p>
            <a:pPr indent="0" lvl="0" marL="535150" marR="0" rtl="0" algn="l">
              <a:spcBef>
                <a:spcPts val="1380"/>
              </a:spcBef>
              <a:spcAft>
                <a:spcPts val="0"/>
              </a:spcAft>
              <a:buNone/>
            </a:pPr>
            <a:r>
              <a:rPr lang="en-US" sz="2300">
                <a:solidFill>
                  <a:srgbClr val="40458B"/>
                </a:solidFill>
                <a:latin typeface="Arial"/>
                <a:ea typeface="Arial"/>
                <a:cs typeface="Arial"/>
                <a:sym typeface="Arial"/>
              </a:rPr>
              <a:t>1var </a:t>
            </a:r>
            <a:r>
              <a:rPr lang="en-US" sz="2300">
                <a:solidFill>
                  <a:srgbClr val="A40020"/>
                </a:solidFill>
                <a:latin typeface="Tahoma"/>
                <a:ea typeface="Tahoma"/>
                <a:cs typeface="Tahoma"/>
                <a:sym typeface="Tahoma"/>
              </a:rPr>
              <a:t>(commence par un chiffre)</a:t>
            </a:r>
            <a:endParaRPr sz="2300">
              <a:solidFill>
                <a:schemeClr val="dk1"/>
              </a:solidFill>
              <a:latin typeface="Tahoma"/>
              <a:ea typeface="Tahoma"/>
              <a:cs typeface="Tahoma"/>
              <a:sym typeface="Tahoma"/>
            </a:endParaRPr>
          </a:p>
          <a:p>
            <a:pPr indent="0" lvl="0" marL="535150" marR="0" rtl="0" algn="l">
              <a:spcBef>
                <a:spcPts val="1374"/>
              </a:spcBef>
              <a:spcAft>
                <a:spcPts val="0"/>
              </a:spcAft>
              <a:buNone/>
            </a:pPr>
            <a:r>
              <a:rPr lang="en-US" sz="2300">
                <a:solidFill>
                  <a:srgbClr val="40458B"/>
                </a:solidFill>
                <a:latin typeface="Arial"/>
                <a:ea typeface="Arial"/>
                <a:cs typeface="Arial"/>
                <a:sym typeface="Arial"/>
              </a:rPr>
              <a:t>Question ? </a:t>
            </a:r>
            <a:r>
              <a:rPr lang="en-US" sz="2300">
                <a:solidFill>
                  <a:srgbClr val="A40020"/>
                </a:solidFill>
                <a:latin typeface="Tahoma"/>
                <a:ea typeface="Tahoma"/>
                <a:cs typeface="Tahoma"/>
                <a:sym typeface="Tahoma"/>
              </a:rPr>
              <a:t>(caractère ? interdit)</a:t>
            </a:r>
            <a:endParaRPr sz="2300">
              <a:solidFill>
                <a:schemeClr val="dk1"/>
              </a:solidFill>
              <a:latin typeface="Tahoma"/>
              <a:ea typeface="Tahoma"/>
              <a:cs typeface="Tahoma"/>
              <a:sym typeface="Tahoma"/>
            </a:endParaRPr>
          </a:p>
          <a:p>
            <a:pPr indent="0" lvl="0" marL="535150" marR="1273063" rtl="0" algn="l">
              <a:lnSpc>
                <a:spcPct val="147300"/>
              </a:lnSpc>
              <a:spcBef>
                <a:spcPts val="114"/>
              </a:spcBef>
              <a:spcAft>
                <a:spcPts val="0"/>
              </a:spcAft>
              <a:buNone/>
            </a:pPr>
            <a:r>
              <a:rPr lang="en-US" sz="2300">
                <a:solidFill>
                  <a:srgbClr val="40458B"/>
                </a:solidFill>
                <a:latin typeface="Arial"/>
                <a:ea typeface="Arial"/>
                <a:cs typeface="Arial"/>
                <a:sym typeface="Arial"/>
              </a:rPr>
              <a:t>Arrêt </a:t>
            </a:r>
            <a:r>
              <a:rPr lang="en-US" sz="2300">
                <a:solidFill>
                  <a:srgbClr val="A40020"/>
                </a:solidFill>
                <a:latin typeface="Tahoma"/>
                <a:ea typeface="Tahoma"/>
                <a:cs typeface="Tahoma"/>
                <a:sym typeface="Tahoma"/>
              </a:rPr>
              <a:t>(commence ê </a:t>
            </a:r>
            <a:r>
              <a:rPr lang="en-US" sz="2500">
                <a:solidFill>
                  <a:srgbClr val="A40020"/>
                </a:solidFill>
                <a:latin typeface="Tahoma"/>
                <a:ea typeface="Tahoma"/>
                <a:cs typeface="Tahoma"/>
                <a:sym typeface="Tahoma"/>
              </a:rPr>
              <a:t>interdit</a:t>
            </a:r>
            <a:r>
              <a:rPr lang="en-US" sz="2300">
                <a:solidFill>
                  <a:srgbClr val="A40020"/>
                </a:solidFill>
                <a:latin typeface="Tahoma"/>
                <a:ea typeface="Tahoma"/>
                <a:cs typeface="Tahoma"/>
                <a:sym typeface="Tahoma"/>
              </a:rPr>
              <a:t>)  </a:t>
            </a:r>
            <a:r>
              <a:rPr lang="en-US" sz="2300">
                <a:solidFill>
                  <a:srgbClr val="40458B"/>
                </a:solidFill>
                <a:latin typeface="Arial"/>
                <a:ea typeface="Arial"/>
                <a:cs typeface="Arial"/>
                <a:sym typeface="Arial"/>
              </a:rPr>
              <a:t>Demi-mot </a:t>
            </a:r>
            <a:r>
              <a:rPr lang="en-US" sz="2300">
                <a:solidFill>
                  <a:srgbClr val="A40020"/>
                </a:solidFill>
                <a:latin typeface="Tahoma"/>
                <a:ea typeface="Tahoma"/>
                <a:cs typeface="Tahoma"/>
                <a:sym typeface="Tahoma"/>
              </a:rPr>
              <a:t>(caractère - interdit)  </a:t>
            </a:r>
            <a:r>
              <a:rPr lang="en-US" sz="2300">
                <a:solidFill>
                  <a:srgbClr val="40458B"/>
                </a:solidFill>
                <a:latin typeface="Arial"/>
                <a:ea typeface="Arial"/>
                <a:cs typeface="Arial"/>
                <a:sym typeface="Arial"/>
              </a:rPr>
              <a:t>Deux mots </a:t>
            </a:r>
            <a:r>
              <a:rPr lang="en-US" sz="2300">
                <a:solidFill>
                  <a:srgbClr val="A40020"/>
                </a:solidFill>
                <a:latin typeface="Tahoma"/>
                <a:ea typeface="Tahoma"/>
                <a:cs typeface="Tahoma"/>
                <a:sym typeface="Tahoma"/>
              </a:rPr>
              <a:t>(espace interdit)</a:t>
            </a:r>
            <a:endParaRPr sz="2300">
              <a:solidFill>
                <a:schemeClr val="dk1"/>
              </a:solidFill>
              <a:latin typeface="Tahoma"/>
              <a:ea typeface="Tahoma"/>
              <a:cs typeface="Tahoma"/>
              <a:sym typeface="Tahoma"/>
            </a:endParaRPr>
          </a:p>
        </p:txBody>
      </p:sp>
      <p:sp>
        <p:nvSpPr>
          <p:cNvPr id="664" name="Google Shape;664;p44"/>
          <p:cNvSpPr txBox="1"/>
          <p:nvPr>
            <p:ph idx="12" type="sldNum"/>
          </p:nvPr>
        </p:nvSpPr>
        <p:spPr>
          <a:xfrm>
            <a:off x="9174362" y="6813294"/>
            <a:ext cx="231775" cy="310864"/>
          </a:xfrm>
          <a:prstGeom prst="rect">
            <a:avLst/>
          </a:prstGeom>
          <a:noFill/>
          <a:ln>
            <a:noFill/>
          </a:ln>
        </p:spPr>
        <p:txBody>
          <a:bodyPr anchorCtr="0" anchor="t" bIns="0" lIns="0" spcFirstLastPara="1" rIns="0" wrap="square" tIns="0">
            <a:spAutoFit/>
          </a:bodyPr>
          <a:lstStyle/>
          <a:p>
            <a:pPr indent="0" lvl="0" marL="38096" rtl="0" algn="l">
              <a:lnSpc>
                <a:spcPct val="95384"/>
              </a:lnSpc>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5"/>
          <p:cNvSpPr txBox="1"/>
          <p:nvPr>
            <p:ph type="title"/>
          </p:nvPr>
        </p:nvSpPr>
        <p:spPr>
          <a:xfrm>
            <a:off x="4432300" y="730250"/>
            <a:ext cx="1441381" cy="566038"/>
          </a:xfrm>
          <a:prstGeom prst="rect">
            <a:avLst/>
          </a:prstGeom>
          <a:noFill/>
          <a:ln>
            <a:noFill/>
          </a:ln>
        </p:spPr>
        <p:txBody>
          <a:bodyPr anchorCtr="0" anchor="t" bIns="0" lIns="0" spcFirstLastPara="1" rIns="0" wrap="square" tIns="15200">
            <a:spAutoFit/>
          </a:bodyPr>
          <a:lstStyle/>
          <a:p>
            <a:pPr indent="0" lvl="0" marL="14483" rtl="0" algn="ctr">
              <a:spcBef>
                <a:spcPts val="0"/>
              </a:spcBef>
              <a:spcAft>
                <a:spcPts val="0"/>
              </a:spcAft>
              <a:buNone/>
            </a:pPr>
            <a:r>
              <a:rPr lang="en-US" sz="3600">
                <a:solidFill>
                  <a:srgbClr val="FF0000"/>
                </a:solidFill>
              </a:rPr>
              <a:t>Nature</a:t>
            </a:r>
            <a:endParaRPr sz="3600">
              <a:solidFill>
                <a:srgbClr val="FF0000"/>
              </a:solidFill>
            </a:endParaRPr>
          </a:p>
        </p:txBody>
      </p:sp>
      <p:sp>
        <p:nvSpPr>
          <p:cNvPr id="670" name="Google Shape;670;p45"/>
          <p:cNvSpPr txBox="1"/>
          <p:nvPr>
            <p:ph idx="1" type="body"/>
          </p:nvPr>
        </p:nvSpPr>
        <p:spPr>
          <a:xfrm>
            <a:off x="241300" y="1844039"/>
            <a:ext cx="10287000" cy="4604906"/>
          </a:xfrm>
          <a:prstGeom prst="rect">
            <a:avLst/>
          </a:prstGeom>
          <a:noFill/>
          <a:ln>
            <a:noFill/>
          </a:ln>
        </p:spPr>
        <p:txBody>
          <a:bodyPr anchorCtr="0" anchor="t" bIns="0" lIns="0" spcFirstLastPara="1" rIns="0" wrap="square" tIns="84000">
            <a:spAutoFit/>
          </a:bodyPr>
          <a:lstStyle/>
          <a:p>
            <a:pPr indent="0" lvl="0" marL="695188" rtl="0" algn="l">
              <a:spcBef>
                <a:spcPts val="0"/>
              </a:spcBef>
              <a:spcAft>
                <a:spcPts val="0"/>
              </a:spcAft>
              <a:buNone/>
            </a:pPr>
            <a:r>
              <a:rPr b="1" lang="en-US" sz="2400" u="sng">
                <a:solidFill>
                  <a:srgbClr val="FF0000"/>
                </a:solidFill>
                <a:latin typeface="Times New Roman"/>
                <a:ea typeface="Times New Roman"/>
                <a:cs typeface="Times New Roman"/>
                <a:sym typeface="Times New Roman"/>
              </a:rPr>
              <a:t>Constante</a:t>
            </a:r>
            <a:endParaRPr/>
          </a:p>
          <a:p>
            <a:pPr indent="-327318" lvl="0" marL="1152129" rtl="0" algn="l">
              <a:spcBef>
                <a:spcPts val="485"/>
              </a:spcBef>
              <a:spcAft>
                <a:spcPts val="0"/>
              </a:spcAft>
              <a:buClr>
                <a:schemeClr val="dk1"/>
              </a:buClr>
              <a:buSzPts val="1400"/>
              <a:buFont typeface="Noto Sans Symbols"/>
              <a:buChar char="■"/>
            </a:pPr>
            <a:r>
              <a:rPr lang="en-US" sz="2400">
                <a:latin typeface="Times New Roman"/>
                <a:ea typeface="Times New Roman"/>
                <a:cs typeface="Times New Roman"/>
                <a:sym typeface="Times New Roman"/>
              </a:rPr>
              <a:t>Une constante est une donnée dont la valeur ne peut pas varier.</a:t>
            </a:r>
            <a:endParaRPr sz="2400">
              <a:latin typeface="Times New Roman"/>
              <a:ea typeface="Times New Roman"/>
              <a:cs typeface="Times New Roman"/>
              <a:sym typeface="Times New Roman"/>
            </a:endParaRPr>
          </a:p>
          <a:p>
            <a:pPr indent="-327318" lvl="0" marL="1152129" rtl="0" algn="l">
              <a:spcBef>
                <a:spcPts val="495"/>
              </a:spcBef>
              <a:spcAft>
                <a:spcPts val="0"/>
              </a:spcAft>
              <a:buClr>
                <a:schemeClr val="dk1"/>
              </a:buClr>
              <a:buSzPts val="1400"/>
              <a:buFont typeface="Noto Sans Symbols"/>
              <a:buChar char="■"/>
            </a:pPr>
            <a:r>
              <a:rPr lang="en-US" sz="2400">
                <a:latin typeface="Times New Roman"/>
                <a:ea typeface="Times New Roman"/>
                <a:cs typeface="Times New Roman"/>
                <a:sym typeface="Times New Roman"/>
              </a:rPr>
              <a:t>Une constante ne peut être initialisée qu’à la déclaration.</a:t>
            </a:r>
            <a:endParaRPr sz="2400">
              <a:latin typeface="Times New Roman"/>
              <a:ea typeface="Times New Roman"/>
              <a:cs typeface="Times New Roman"/>
              <a:sym typeface="Times New Roman"/>
            </a:endParaRPr>
          </a:p>
          <a:p>
            <a:pPr indent="0" lvl="0" marL="680705" rtl="0" algn="l">
              <a:spcBef>
                <a:spcPts val="68"/>
              </a:spcBef>
              <a:spcAft>
                <a:spcPts val="0"/>
              </a:spcAft>
              <a:buClr>
                <a:srgbClr val="40458B"/>
              </a:buClr>
              <a:buSzPts val="2400"/>
              <a:buFont typeface="Noto Sans Symbols"/>
              <a:buNone/>
            </a:pPr>
            <a:r>
              <a:t/>
            </a:r>
            <a:endParaRPr sz="2400">
              <a:latin typeface="Times New Roman"/>
              <a:ea typeface="Times New Roman"/>
              <a:cs typeface="Times New Roman"/>
              <a:sym typeface="Times New Roman"/>
            </a:endParaRPr>
          </a:p>
          <a:p>
            <a:pPr indent="0" lvl="0" marL="695188" rtl="0" algn="l">
              <a:spcBef>
                <a:spcPts val="0"/>
              </a:spcBef>
              <a:spcAft>
                <a:spcPts val="0"/>
              </a:spcAft>
              <a:buNone/>
            </a:pPr>
            <a:r>
              <a:rPr b="1" lang="en-US" sz="2400" u="sng">
                <a:solidFill>
                  <a:srgbClr val="FF0000"/>
                </a:solidFill>
                <a:latin typeface="Times New Roman"/>
                <a:ea typeface="Times New Roman"/>
                <a:cs typeface="Times New Roman"/>
                <a:sym typeface="Times New Roman"/>
              </a:rPr>
              <a:t>Variables</a:t>
            </a:r>
            <a:endParaRPr b="1" sz="2400" u="sng">
              <a:solidFill>
                <a:srgbClr val="FF0000"/>
              </a:solidFill>
              <a:latin typeface="Times New Roman"/>
              <a:ea typeface="Times New Roman"/>
              <a:cs typeface="Times New Roman"/>
              <a:sym typeface="Times New Roman"/>
            </a:endParaRPr>
          </a:p>
          <a:p>
            <a:pPr indent="-327318" lvl="0" marL="1152129" marR="755293" rtl="0" algn="l">
              <a:spcBef>
                <a:spcPts val="485"/>
              </a:spcBef>
              <a:spcAft>
                <a:spcPts val="0"/>
              </a:spcAft>
              <a:buClr>
                <a:schemeClr val="dk1"/>
              </a:buClr>
              <a:buSzPts val="1400"/>
              <a:buFont typeface="Noto Sans Symbols"/>
              <a:buChar char="■"/>
            </a:pPr>
            <a:r>
              <a:rPr lang="en-US" sz="2400">
                <a:latin typeface="Times New Roman"/>
                <a:ea typeface="Times New Roman"/>
                <a:cs typeface="Times New Roman"/>
                <a:sym typeface="Times New Roman"/>
              </a:rPr>
              <a:t>Les variables contiennent les données, les résultats et, en cours de  programme, certaines valeurs intermédiaires.</a:t>
            </a:r>
            <a:endParaRPr sz="2400">
              <a:latin typeface="Times New Roman"/>
              <a:ea typeface="Times New Roman"/>
              <a:cs typeface="Times New Roman"/>
              <a:sym typeface="Times New Roman"/>
            </a:endParaRPr>
          </a:p>
          <a:p>
            <a:pPr indent="-327318" lvl="0" marL="1152129" rtl="0" algn="l">
              <a:spcBef>
                <a:spcPts val="495"/>
              </a:spcBef>
              <a:spcAft>
                <a:spcPts val="0"/>
              </a:spcAft>
              <a:buClr>
                <a:schemeClr val="dk1"/>
              </a:buClr>
              <a:buSzPts val="1400"/>
              <a:buFont typeface="Noto Sans Symbols"/>
              <a:buChar char="■"/>
            </a:pPr>
            <a:r>
              <a:rPr lang="en-US" sz="2400">
                <a:latin typeface="Times New Roman"/>
                <a:ea typeface="Times New Roman"/>
                <a:cs typeface="Times New Roman"/>
                <a:sym typeface="Times New Roman"/>
              </a:rPr>
              <a:t>Comme son nom l'indique, le contenu d'une variable peut être modifié au</a:t>
            </a:r>
            <a:endParaRPr/>
          </a:p>
          <a:p>
            <a:pPr indent="0" lvl="0" marL="1152129" rtl="0" algn="l">
              <a:spcBef>
                <a:spcPts val="0"/>
              </a:spcBef>
              <a:spcAft>
                <a:spcPts val="0"/>
              </a:spcAft>
              <a:buNone/>
            </a:pPr>
            <a:r>
              <a:rPr lang="en-US" sz="2400">
                <a:latin typeface="Times New Roman"/>
                <a:ea typeface="Times New Roman"/>
                <a:cs typeface="Times New Roman"/>
                <a:sym typeface="Times New Roman"/>
              </a:rPr>
              <a:t>cours d'un même programme.</a:t>
            </a:r>
            <a:endParaRPr sz="2400">
              <a:latin typeface="Times New Roman"/>
              <a:ea typeface="Times New Roman"/>
              <a:cs typeface="Times New Roman"/>
              <a:sym typeface="Times New Roman"/>
            </a:endParaRPr>
          </a:p>
          <a:p>
            <a:pPr indent="-521391" lvl="0" marL="1346202" marR="2838684" rtl="0" algn="l">
              <a:lnSpc>
                <a:spcPct val="121700"/>
              </a:lnSpc>
              <a:spcBef>
                <a:spcPts val="245"/>
              </a:spcBef>
              <a:spcAft>
                <a:spcPts val="0"/>
              </a:spcAft>
              <a:buClr>
                <a:schemeClr val="dk1"/>
              </a:buClr>
              <a:buSzPts val="1400"/>
              <a:buFont typeface="Noto Sans Symbols"/>
              <a:buChar char="■"/>
            </a:pPr>
            <a:r>
              <a:rPr lang="en-US" sz="2400">
                <a:latin typeface="Times New Roman"/>
                <a:ea typeface="Times New Roman"/>
                <a:cs typeface="Times New Roman"/>
                <a:sym typeface="Times New Roman"/>
              </a:rPr>
              <a:t>Une variable est une zone mémoire qui possède:  un nom (identificateur) +	un type</a:t>
            </a:r>
            <a:endParaRPr sz="2400">
              <a:latin typeface="Times New Roman"/>
              <a:ea typeface="Times New Roman"/>
              <a:cs typeface="Times New Roman"/>
              <a:sym typeface="Times New Roman"/>
            </a:endParaRPr>
          </a:p>
        </p:txBody>
      </p:sp>
      <p:sp>
        <p:nvSpPr>
          <p:cNvPr id="671" name="Google Shape;671;p45"/>
          <p:cNvSpPr txBox="1"/>
          <p:nvPr>
            <p:ph idx="12" type="sldNum"/>
          </p:nvPr>
        </p:nvSpPr>
        <p:spPr>
          <a:xfrm>
            <a:off x="9174362" y="6813294"/>
            <a:ext cx="363338" cy="215410"/>
          </a:xfrm>
          <a:prstGeom prst="rect">
            <a:avLst/>
          </a:prstGeom>
          <a:noFill/>
          <a:ln>
            <a:noFill/>
          </a:ln>
        </p:spPr>
        <p:txBody>
          <a:bodyPr anchorCtr="0" anchor="t" bIns="0" lIns="0" spcFirstLastPara="1" rIns="0" wrap="square" tIns="15200">
            <a:spAutoFit/>
          </a:bodyPr>
          <a:lstStyle/>
          <a:p>
            <a:pPr indent="0" lvl="0" marL="105725" rtl="0" algn="l">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6"/>
          <p:cNvSpPr txBox="1"/>
          <p:nvPr>
            <p:ph type="title"/>
          </p:nvPr>
        </p:nvSpPr>
        <p:spPr>
          <a:xfrm>
            <a:off x="1243403" y="501650"/>
            <a:ext cx="8431449" cy="566038"/>
          </a:xfrm>
          <a:prstGeom prst="rect">
            <a:avLst/>
          </a:prstGeom>
          <a:noFill/>
          <a:ln>
            <a:noFill/>
          </a:ln>
        </p:spPr>
        <p:txBody>
          <a:bodyPr anchorCtr="0" anchor="t" bIns="0" lIns="0" spcFirstLastPara="1" rIns="0" wrap="square" tIns="15200">
            <a:spAutoFit/>
          </a:bodyPr>
          <a:lstStyle/>
          <a:p>
            <a:pPr indent="0" lvl="0" marL="14483" rtl="0" algn="l">
              <a:spcBef>
                <a:spcPts val="0"/>
              </a:spcBef>
              <a:spcAft>
                <a:spcPts val="0"/>
              </a:spcAft>
              <a:buNone/>
            </a:pPr>
            <a:r>
              <a:rPr lang="en-US" sz="3600">
                <a:solidFill>
                  <a:srgbClr val="FF0000"/>
                </a:solidFill>
                <a:latin typeface="Tahoma"/>
                <a:ea typeface="Tahoma"/>
                <a:cs typeface="Tahoma"/>
                <a:sym typeface="Tahoma"/>
              </a:rPr>
              <a:t>Structure générale d’un algorithme</a:t>
            </a:r>
            <a:endParaRPr/>
          </a:p>
        </p:txBody>
      </p:sp>
      <p:grpSp>
        <p:nvGrpSpPr>
          <p:cNvPr id="677" name="Google Shape;677;p46"/>
          <p:cNvGrpSpPr/>
          <p:nvPr/>
        </p:nvGrpSpPr>
        <p:grpSpPr>
          <a:xfrm>
            <a:off x="267335" y="1259416"/>
            <a:ext cx="7788359" cy="6297083"/>
            <a:chOff x="228600" y="1143000"/>
            <a:chExt cx="6659879" cy="5715000"/>
          </a:xfrm>
        </p:grpSpPr>
        <p:pic>
          <p:nvPicPr>
            <p:cNvPr id="678" name="Google Shape;678;p46"/>
            <p:cNvPicPr preferRelativeResize="0"/>
            <p:nvPr/>
          </p:nvPicPr>
          <p:blipFill rotWithShape="1">
            <a:blip r:embed="rId3">
              <a:alphaModFix/>
            </a:blip>
            <a:srcRect b="0" l="0" r="0" t="0"/>
            <a:stretch/>
          </p:blipFill>
          <p:spPr>
            <a:xfrm>
              <a:off x="249935" y="1164334"/>
              <a:ext cx="6638544" cy="5693664"/>
            </a:xfrm>
            <a:prstGeom prst="rect">
              <a:avLst/>
            </a:prstGeom>
            <a:noFill/>
            <a:ln>
              <a:noFill/>
            </a:ln>
          </p:spPr>
        </p:pic>
        <p:sp>
          <p:nvSpPr>
            <p:cNvPr id="679" name="Google Shape;679;p46"/>
            <p:cNvSpPr/>
            <p:nvPr/>
          </p:nvSpPr>
          <p:spPr>
            <a:xfrm>
              <a:off x="228600" y="1143000"/>
              <a:ext cx="6629400" cy="5715000"/>
            </a:xfrm>
            <a:custGeom>
              <a:rect b="b" l="l" r="r" t="t"/>
              <a:pathLst>
                <a:path extrusionOk="0" h="5715000" w="6629400">
                  <a:moveTo>
                    <a:pt x="5676900" y="0"/>
                  </a:moveTo>
                  <a:lnTo>
                    <a:pt x="952525" y="0"/>
                  </a:lnTo>
                  <a:lnTo>
                    <a:pt x="904984" y="1165"/>
                  </a:lnTo>
                  <a:lnTo>
                    <a:pt x="858046" y="4626"/>
                  </a:lnTo>
                  <a:lnTo>
                    <a:pt x="811766" y="10327"/>
                  </a:lnTo>
                  <a:lnTo>
                    <a:pt x="766199" y="18215"/>
                  </a:lnTo>
                  <a:lnTo>
                    <a:pt x="721399" y="28233"/>
                  </a:lnTo>
                  <a:lnTo>
                    <a:pt x="677420" y="40329"/>
                  </a:lnTo>
                  <a:lnTo>
                    <a:pt x="634318" y="54446"/>
                  </a:lnTo>
                  <a:lnTo>
                    <a:pt x="592147" y="70532"/>
                  </a:lnTo>
                  <a:lnTo>
                    <a:pt x="550961" y="88530"/>
                  </a:lnTo>
                  <a:lnTo>
                    <a:pt x="510815" y="108387"/>
                  </a:lnTo>
                  <a:lnTo>
                    <a:pt x="471764" y="130047"/>
                  </a:lnTo>
                  <a:lnTo>
                    <a:pt x="433862" y="153457"/>
                  </a:lnTo>
                  <a:lnTo>
                    <a:pt x="397163" y="178562"/>
                  </a:lnTo>
                  <a:lnTo>
                    <a:pt x="361723" y="205307"/>
                  </a:lnTo>
                  <a:lnTo>
                    <a:pt x="327595" y="233638"/>
                  </a:lnTo>
                  <a:lnTo>
                    <a:pt x="294835" y="263499"/>
                  </a:lnTo>
                  <a:lnTo>
                    <a:pt x="263497" y="294837"/>
                  </a:lnTo>
                  <a:lnTo>
                    <a:pt x="233636" y="327597"/>
                  </a:lnTo>
                  <a:lnTo>
                    <a:pt x="205305" y="361723"/>
                  </a:lnTo>
                  <a:lnTo>
                    <a:pt x="178560" y="397163"/>
                  </a:lnTo>
                  <a:lnTo>
                    <a:pt x="153455" y="433861"/>
                  </a:lnTo>
                  <a:lnTo>
                    <a:pt x="130046" y="471762"/>
                  </a:lnTo>
                  <a:lnTo>
                    <a:pt x="108385" y="510812"/>
                  </a:lnTo>
                  <a:lnTo>
                    <a:pt x="88528" y="550957"/>
                  </a:lnTo>
                  <a:lnTo>
                    <a:pt x="70530" y="592141"/>
                  </a:lnTo>
                  <a:lnTo>
                    <a:pt x="54445" y="634311"/>
                  </a:lnTo>
                  <a:lnTo>
                    <a:pt x="40328" y="677411"/>
                  </a:lnTo>
                  <a:lnTo>
                    <a:pt x="28233" y="721387"/>
                  </a:lnTo>
                  <a:lnTo>
                    <a:pt x="18214" y="766185"/>
                  </a:lnTo>
                  <a:lnTo>
                    <a:pt x="10327" y="811750"/>
                  </a:lnTo>
                  <a:lnTo>
                    <a:pt x="4626" y="858027"/>
                  </a:lnTo>
                  <a:lnTo>
                    <a:pt x="1165" y="904962"/>
                  </a:lnTo>
                  <a:lnTo>
                    <a:pt x="0" y="952500"/>
                  </a:lnTo>
                  <a:lnTo>
                    <a:pt x="0" y="4762474"/>
                  </a:lnTo>
                  <a:lnTo>
                    <a:pt x="1165" y="4810015"/>
                  </a:lnTo>
                  <a:lnTo>
                    <a:pt x="4626" y="4856953"/>
                  </a:lnTo>
                  <a:lnTo>
                    <a:pt x="10327" y="4903233"/>
                  </a:lnTo>
                  <a:lnTo>
                    <a:pt x="18214" y="4948800"/>
                  </a:lnTo>
                  <a:lnTo>
                    <a:pt x="28233" y="4993600"/>
                  </a:lnTo>
                  <a:lnTo>
                    <a:pt x="40328" y="5037578"/>
                  </a:lnTo>
                  <a:lnTo>
                    <a:pt x="54445" y="5080681"/>
                  </a:lnTo>
                  <a:lnTo>
                    <a:pt x="70530" y="5122852"/>
                  </a:lnTo>
                  <a:lnTo>
                    <a:pt x="88528" y="5164038"/>
                  </a:lnTo>
                  <a:lnTo>
                    <a:pt x="108385" y="5204183"/>
                  </a:lnTo>
                  <a:lnTo>
                    <a:pt x="130046" y="5243235"/>
                  </a:lnTo>
                  <a:lnTo>
                    <a:pt x="153455" y="5281137"/>
                  </a:lnTo>
                  <a:lnTo>
                    <a:pt x="178560" y="5317835"/>
                  </a:lnTo>
                  <a:lnTo>
                    <a:pt x="205305" y="5353276"/>
                  </a:lnTo>
                  <a:lnTo>
                    <a:pt x="233636" y="5387403"/>
                  </a:lnTo>
                  <a:lnTo>
                    <a:pt x="263497" y="5420163"/>
                  </a:lnTo>
                  <a:lnTo>
                    <a:pt x="294835" y="5451501"/>
                  </a:lnTo>
                  <a:lnTo>
                    <a:pt x="327595" y="5481363"/>
                  </a:lnTo>
                  <a:lnTo>
                    <a:pt x="361723" y="5509693"/>
                  </a:lnTo>
                  <a:lnTo>
                    <a:pt x="397163" y="5536438"/>
                  </a:lnTo>
                  <a:lnTo>
                    <a:pt x="433862" y="5561543"/>
                  </a:lnTo>
                  <a:lnTo>
                    <a:pt x="471764" y="5584953"/>
                  </a:lnTo>
                  <a:lnTo>
                    <a:pt x="510815" y="5606613"/>
                  </a:lnTo>
                  <a:lnTo>
                    <a:pt x="550961" y="5626470"/>
                  </a:lnTo>
                  <a:lnTo>
                    <a:pt x="592147" y="5644468"/>
                  </a:lnTo>
                  <a:lnTo>
                    <a:pt x="634318" y="5660553"/>
                  </a:lnTo>
                  <a:lnTo>
                    <a:pt x="677420" y="5674670"/>
                  </a:lnTo>
                  <a:lnTo>
                    <a:pt x="721399" y="5686766"/>
                  </a:lnTo>
                  <a:lnTo>
                    <a:pt x="766199" y="5696784"/>
                  </a:lnTo>
                  <a:lnTo>
                    <a:pt x="811766" y="5704671"/>
                  </a:lnTo>
                  <a:lnTo>
                    <a:pt x="858046" y="5710372"/>
                  </a:lnTo>
                  <a:lnTo>
                    <a:pt x="904984" y="5713833"/>
                  </a:lnTo>
                  <a:lnTo>
                    <a:pt x="952525" y="5714999"/>
                  </a:lnTo>
                  <a:lnTo>
                    <a:pt x="5676900" y="5714999"/>
                  </a:lnTo>
                  <a:lnTo>
                    <a:pt x="5724437" y="5713833"/>
                  </a:lnTo>
                  <a:lnTo>
                    <a:pt x="5771372" y="5710372"/>
                  </a:lnTo>
                  <a:lnTo>
                    <a:pt x="5817649" y="5704671"/>
                  </a:lnTo>
                  <a:lnTo>
                    <a:pt x="5863214" y="5696784"/>
                  </a:lnTo>
                  <a:lnTo>
                    <a:pt x="5908012" y="5686766"/>
                  </a:lnTo>
                  <a:lnTo>
                    <a:pt x="5951988" y="5674670"/>
                  </a:lnTo>
                  <a:lnTo>
                    <a:pt x="5995088" y="5660553"/>
                  </a:lnTo>
                  <a:lnTo>
                    <a:pt x="6037258" y="5644468"/>
                  </a:lnTo>
                  <a:lnTo>
                    <a:pt x="6078442" y="5626470"/>
                  </a:lnTo>
                  <a:lnTo>
                    <a:pt x="6118587" y="5606613"/>
                  </a:lnTo>
                  <a:lnTo>
                    <a:pt x="6157637" y="5584953"/>
                  </a:lnTo>
                  <a:lnTo>
                    <a:pt x="6195538" y="5561543"/>
                  </a:lnTo>
                  <a:lnTo>
                    <a:pt x="6232236" y="5536438"/>
                  </a:lnTo>
                  <a:lnTo>
                    <a:pt x="6267676" y="5509693"/>
                  </a:lnTo>
                  <a:lnTo>
                    <a:pt x="6301802" y="5481363"/>
                  </a:lnTo>
                  <a:lnTo>
                    <a:pt x="6334562" y="5451501"/>
                  </a:lnTo>
                  <a:lnTo>
                    <a:pt x="6365900" y="5420163"/>
                  </a:lnTo>
                  <a:lnTo>
                    <a:pt x="6395761" y="5387403"/>
                  </a:lnTo>
                  <a:lnTo>
                    <a:pt x="6424092" y="5353276"/>
                  </a:lnTo>
                  <a:lnTo>
                    <a:pt x="6450837" y="5317835"/>
                  </a:lnTo>
                  <a:lnTo>
                    <a:pt x="6475942" y="5281137"/>
                  </a:lnTo>
                  <a:lnTo>
                    <a:pt x="6499352" y="5243235"/>
                  </a:lnTo>
                  <a:lnTo>
                    <a:pt x="6521012" y="5204183"/>
                  </a:lnTo>
                  <a:lnTo>
                    <a:pt x="6540869" y="5164038"/>
                  </a:lnTo>
                  <a:lnTo>
                    <a:pt x="6558867" y="5122852"/>
                  </a:lnTo>
                  <a:lnTo>
                    <a:pt x="6574953" y="5080681"/>
                  </a:lnTo>
                  <a:lnTo>
                    <a:pt x="6589070" y="5037578"/>
                  </a:lnTo>
                  <a:lnTo>
                    <a:pt x="6601166" y="4993600"/>
                  </a:lnTo>
                  <a:lnTo>
                    <a:pt x="6611184" y="4948800"/>
                  </a:lnTo>
                  <a:lnTo>
                    <a:pt x="6619072" y="4903233"/>
                  </a:lnTo>
                  <a:lnTo>
                    <a:pt x="6624773" y="4856953"/>
                  </a:lnTo>
                  <a:lnTo>
                    <a:pt x="6628234" y="4810015"/>
                  </a:lnTo>
                  <a:lnTo>
                    <a:pt x="6629400" y="4762474"/>
                  </a:lnTo>
                  <a:lnTo>
                    <a:pt x="6629400" y="952500"/>
                  </a:lnTo>
                  <a:lnTo>
                    <a:pt x="6628234" y="904962"/>
                  </a:lnTo>
                  <a:lnTo>
                    <a:pt x="6624773" y="858027"/>
                  </a:lnTo>
                  <a:lnTo>
                    <a:pt x="6619072" y="811750"/>
                  </a:lnTo>
                  <a:lnTo>
                    <a:pt x="6611184" y="766185"/>
                  </a:lnTo>
                  <a:lnTo>
                    <a:pt x="6601166" y="721387"/>
                  </a:lnTo>
                  <a:lnTo>
                    <a:pt x="6589070" y="677411"/>
                  </a:lnTo>
                  <a:lnTo>
                    <a:pt x="6574953" y="634311"/>
                  </a:lnTo>
                  <a:lnTo>
                    <a:pt x="6558867" y="592141"/>
                  </a:lnTo>
                  <a:lnTo>
                    <a:pt x="6540869" y="550957"/>
                  </a:lnTo>
                  <a:lnTo>
                    <a:pt x="6521012" y="510812"/>
                  </a:lnTo>
                  <a:lnTo>
                    <a:pt x="6499352" y="471762"/>
                  </a:lnTo>
                  <a:lnTo>
                    <a:pt x="6475942" y="433861"/>
                  </a:lnTo>
                  <a:lnTo>
                    <a:pt x="6450837" y="397163"/>
                  </a:lnTo>
                  <a:lnTo>
                    <a:pt x="6424092" y="361723"/>
                  </a:lnTo>
                  <a:lnTo>
                    <a:pt x="6395761" y="327597"/>
                  </a:lnTo>
                  <a:lnTo>
                    <a:pt x="6365900" y="294837"/>
                  </a:lnTo>
                  <a:lnTo>
                    <a:pt x="6334562" y="263499"/>
                  </a:lnTo>
                  <a:lnTo>
                    <a:pt x="6301802" y="233638"/>
                  </a:lnTo>
                  <a:lnTo>
                    <a:pt x="6267676" y="205307"/>
                  </a:lnTo>
                  <a:lnTo>
                    <a:pt x="6232236" y="178562"/>
                  </a:lnTo>
                  <a:lnTo>
                    <a:pt x="6195538" y="153457"/>
                  </a:lnTo>
                  <a:lnTo>
                    <a:pt x="6157637" y="130048"/>
                  </a:lnTo>
                  <a:lnTo>
                    <a:pt x="6118587" y="108387"/>
                  </a:lnTo>
                  <a:lnTo>
                    <a:pt x="6078442" y="88530"/>
                  </a:lnTo>
                  <a:lnTo>
                    <a:pt x="6037258" y="70532"/>
                  </a:lnTo>
                  <a:lnTo>
                    <a:pt x="5995088" y="54446"/>
                  </a:lnTo>
                  <a:lnTo>
                    <a:pt x="5951988" y="40329"/>
                  </a:lnTo>
                  <a:lnTo>
                    <a:pt x="5908012" y="28233"/>
                  </a:lnTo>
                  <a:lnTo>
                    <a:pt x="5863214" y="18215"/>
                  </a:lnTo>
                  <a:lnTo>
                    <a:pt x="5817649" y="10327"/>
                  </a:lnTo>
                  <a:lnTo>
                    <a:pt x="5771372" y="4626"/>
                  </a:lnTo>
                  <a:lnTo>
                    <a:pt x="5724437" y="1165"/>
                  </a:lnTo>
                  <a:lnTo>
                    <a:pt x="5676900" y="0"/>
                  </a:lnTo>
                  <a:close/>
                </a:path>
              </a:pathLst>
            </a:custGeom>
            <a:solidFill>
              <a:srgbClr val="F1F1F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46"/>
            <p:cNvSpPr/>
            <p:nvPr/>
          </p:nvSpPr>
          <p:spPr>
            <a:xfrm>
              <a:off x="228600" y="1143000"/>
              <a:ext cx="6629400" cy="5715000"/>
            </a:xfrm>
            <a:custGeom>
              <a:rect b="b" l="l" r="r" t="t"/>
              <a:pathLst>
                <a:path extrusionOk="0" h="5715000" w="6629400">
                  <a:moveTo>
                    <a:pt x="0" y="952500"/>
                  </a:moveTo>
                  <a:lnTo>
                    <a:pt x="1165" y="904962"/>
                  </a:lnTo>
                  <a:lnTo>
                    <a:pt x="4626" y="858027"/>
                  </a:lnTo>
                  <a:lnTo>
                    <a:pt x="10327" y="811750"/>
                  </a:lnTo>
                  <a:lnTo>
                    <a:pt x="18214" y="766185"/>
                  </a:lnTo>
                  <a:lnTo>
                    <a:pt x="28233" y="721387"/>
                  </a:lnTo>
                  <a:lnTo>
                    <a:pt x="40328" y="677411"/>
                  </a:lnTo>
                  <a:lnTo>
                    <a:pt x="54445" y="634311"/>
                  </a:lnTo>
                  <a:lnTo>
                    <a:pt x="70530" y="592141"/>
                  </a:lnTo>
                  <a:lnTo>
                    <a:pt x="88528" y="550957"/>
                  </a:lnTo>
                  <a:lnTo>
                    <a:pt x="108385" y="510812"/>
                  </a:lnTo>
                  <a:lnTo>
                    <a:pt x="130046" y="471762"/>
                  </a:lnTo>
                  <a:lnTo>
                    <a:pt x="153455" y="433861"/>
                  </a:lnTo>
                  <a:lnTo>
                    <a:pt x="178560" y="397163"/>
                  </a:lnTo>
                  <a:lnTo>
                    <a:pt x="205305" y="361723"/>
                  </a:lnTo>
                  <a:lnTo>
                    <a:pt x="233636" y="327597"/>
                  </a:lnTo>
                  <a:lnTo>
                    <a:pt x="263497" y="294837"/>
                  </a:lnTo>
                  <a:lnTo>
                    <a:pt x="294835" y="263499"/>
                  </a:lnTo>
                  <a:lnTo>
                    <a:pt x="327595" y="233638"/>
                  </a:lnTo>
                  <a:lnTo>
                    <a:pt x="361723" y="205307"/>
                  </a:lnTo>
                  <a:lnTo>
                    <a:pt x="397163" y="178562"/>
                  </a:lnTo>
                  <a:lnTo>
                    <a:pt x="433862" y="153457"/>
                  </a:lnTo>
                  <a:lnTo>
                    <a:pt x="471764" y="130047"/>
                  </a:lnTo>
                  <a:lnTo>
                    <a:pt x="510815" y="108387"/>
                  </a:lnTo>
                  <a:lnTo>
                    <a:pt x="550961" y="88530"/>
                  </a:lnTo>
                  <a:lnTo>
                    <a:pt x="592147" y="70532"/>
                  </a:lnTo>
                  <a:lnTo>
                    <a:pt x="634318" y="54446"/>
                  </a:lnTo>
                  <a:lnTo>
                    <a:pt x="677420" y="40329"/>
                  </a:lnTo>
                  <a:lnTo>
                    <a:pt x="721399" y="28233"/>
                  </a:lnTo>
                  <a:lnTo>
                    <a:pt x="766199" y="18215"/>
                  </a:lnTo>
                  <a:lnTo>
                    <a:pt x="811766" y="10327"/>
                  </a:lnTo>
                  <a:lnTo>
                    <a:pt x="858046" y="4626"/>
                  </a:lnTo>
                  <a:lnTo>
                    <a:pt x="904984" y="1165"/>
                  </a:lnTo>
                  <a:lnTo>
                    <a:pt x="952525" y="0"/>
                  </a:lnTo>
                  <a:lnTo>
                    <a:pt x="5676900" y="0"/>
                  </a:lnTo>
                  <a:lnTo>
                    <a:pt x="5724437" y="1165"/>
                  </a:lnTo>
                  <a:lnTo>
                    <a:pt x="5771372" y="4626"/>
                  </a:lnTo>
                  <a:lnTo>
                    <a:pt x="5817649" y="10327"/>
                  </a:lnTo>
                  <a:lnTo>
                    <a:pt x="5863214" y="18215"/>
                  </a:lnTo>
                  <a:lnTo>
                    <a:pt x="5908012" y="28233"/>
                  </a:lnTo>
                  <a:lnTo>
                    <a:pt x="5951988" y="40329"/>
                  </a:lnTo>
                  <a:lnTo>
                    <a:pt x="5995088" y="54446"/>
                  </a:lnTo>
                  <a:lnTo>
                    <a:pt x="6037258" y="70532"/>
                  </a:lnTo>
                  <a:lnTo>
                    <a:pt x="6078442" y="88530"/>
                  </a:lnTo>
                  <a:lnTo>
                    <a:pt x="6118587" y="108387"/>
                  </a:lnTo>
                  <a:lnTo>
                    <a:pt x="6157637" y="130048"/>
                  </a:lnTo>
                  <a:lnTo>
                    <a:pt x="6195538" y="153457"/>
                  </a:lnTo>
                  <a:lnTo>
                    <a:pt x="6232236" y="178562"/>
                  </a:lnTo>
                  <a:lnTo>
                    <a:pt x="6267676" y="205307"/>
                  </a:lnTo>
                  <a:lnTo>
                    <a:pt x="6301802" y="233638"/>
                  </a:lnTo>
                  <a:lnTo>
                    <a:pt x="6334562" y="263499"/>
                  </a:lnTo>
                  <a:lnTo>
                    <a:pt x="6365900" y="294837"/>
                  </a:lnTo>
                  <a:lnTo>
                    <a:pt x="6395761" y="327597"/>
                  </a:lnTo>
                  <a:lnTo>
                    <a:pt x="6424092" y="361723"/>
                  </a:lnTo>
                  <a:lnTo>
                    <a:pt x="6450837" y="397163"/>
                  </a:lnTo>
                  <a:lnTo>
                    <a:pt x="6475942" y="433861"/>
                  </a:lnTo>
                  <a:lnTo>
                    <a:pt x="6499352" y="471762"/>
                  </a:lnTo>
                  <a:lnTo>
                    <a:pt x="6521012" y="510812"/>
                  </a:lnTo>
                  <a:lnTo>
                    <a:pt x="6540869" y="550957"/>
                  </a:lnTo>
                  <a:lnTo>
                    <a:pt x="6558867" y="592141"/>
                  </a:lnTo>
                  <a:lnTo>
                    <a:pt x="6574953" y="634311"/>
                  </a:lnTo>
                  <a:lnTo>
                    <a:pt x="6589070" y="677411"/>
                  </a:lnTo>
                  <a:lnTo>
                    <a:pt x="6601166" y="721387"/>
                  </a:lnTo>
                  <a:lnTo>
                    <a:pt x="6611184" y="766185"/>
                  </a:lnTo>
                  <a:lnTo>
                    <a:pt x="6619072" y="811750"/>
                  </a:lnTo>
                  <a:lnTo>
                    <a:pt x="6624773" y="858027"/>
                  </a:lnTo>
                  <a:lnTo>
                    <a:pt x="6628234" y="904962"/>
                  </a:lnTo>
                  <a:lnTo>
                    <a:pt x="6629400" y="952500"/>
                  </a:lnTo>
                  <a:lnTo>
                    <a:pt x="6629400" y="4762474"/>
                  </a:lnTo>
                  <a:lnTo>
                    <a:pt x="6628234" y="4810015"/>
                  </a:lnTo>
                  <a:lnTo>
                    <a:pt x="6624773" y="4856953"/>
                  </a:lnTo>
                  <a:lnTo>
                    <a:pt x="6619072" y="4903233"/>
                  </a:lnTo>
                  <a:lnTo>
                    <a:pt x="6611184" y="4948800"/>
                  </a:lnTo>
                  <a:lnTo>
                    <a:pt x="6601166" y="4993600"/>
                  </a:lnTo>
                  <a:lnTo>
                    <a:pt x="6589070" y="5037578"/>
                  </a:lnTo>
                  <a:lnTo>
                    <a:pt x="6574953" y="5080681"/>
                  </a:lnTo>
                  <a:lnTo>
                    <a:pt x="6558867" y="5122852"/>
                  </a:lnTo>
                  <a:lnTo>
                    <a:pt x="6540869" y="5164038"/>
                  </a:lnTo>
                  <a:lnTo>
                    <a:pt x="6521012" y="5204183"/>
                  </a:lnTo>
                  <a:lnTo>
                    <a:pt x="6499352" y="5243235"/>
                  </a:lnTo>
                  <a:lnTo>
                    <a:pt x="6475942" y="5281137"/>
                  </a:lnTo>
                  <a:lnTo>
                    <a:pt x="6450837" y="5317835"/>
                  </a:lnTo>
                  <a:lnTo>
                    <a:pt x="6424092" y="5353276"/>
                  </a:lnTo>
                  <a:lnTo>
                    <a:pt x="6395761" y="5387403"/>
                  </a:lnTo>
                  <a:lnTo>
                    <a:pt x="6365900" y="5420163"/>
                  </a:lnTo>
                  <a:lnTo>
                    <a:pt x="6334562" y="5451501"/>
                  </a:lnTo>
                  <a:lnTo>
                    <a:pt x="6301802" y="5481363"/>
                  </a:lnTo>
                  <a:lnTo>
                    <a:pt x="6267676" y="5509693"/>
                  </a:lnTo>
                  <a:lnTo>
                    <a:pt x="6232236" y="5536438"/>
                  </a:lnTo>
                  <a:lnTo>
                    <a:pt x="6195538" y="5561543"/>
                  </a:lnTo>
                  <a:lnTo>
                    <a:pt x="6157637" y="5584953"/>
                  </a:lnTo>
                  <a:lnTo>
                    <a:pt x="6118587" y="5606613"/>
                  </a:lnTo>
                  <a:lnTo>
                    <a:pt x="6078442" y="5626470"/>
                  </a:lnTo>
                  <a:lnTo>
                    <a:pt x="6037258" y="5644468"/>
                  </a:lnTo>
                  <a:lnTo>
                    <a:pt x="5995088" y="5660553"/>
                  </a:lnTo>
                  <a:lnTo>
                    <a:pt x="5951988" y="5674670"/>
                  </a:lnTo>
                  <a:lnTo>
                    <a:pt x="5908012" y="5686766"/>
                  </a:lnTo>
                  <a:lnTo>
                    <a:pt x="5863214" y="5696784"/>
                  </a:lnTo>
                  <a:lnTo>
                    <a:pt x="5817649" y="5704671"/>
                  </a:lnTo>
                  <a:lnTo>
                    <a:pt x="5771372" y="5710372"/>
                  </a:lnTo>
                  <a:lnTo>
                    <a:pt x="5724437" y="5713833"/>
                  </a:lnTo>
                  <a:lnTo>
                    <a:pt x="5676900" y="5714999"/>
                  </a:lnTo>
                  <a:lnTo>
                    <a:pt x="952525" y="5714999"/>
                  </a:lnTo>
                  <a:lnTo>
                    <a:pt x="904984" y="5713833"/>
                  </a:lnTo>
                  <a:lnTo>
                    <a:pt x="858046" y="5710372"/>
                  </a:lnTo>
                  <a:lnTo>
                    <a:pt x="811766" y="5704671"/>
                  </a:lnTo>
                  <a:lnTo>
                    <a:pt x="766199" y="5696784"/>
                  </a:lnTo>
                  <a:lnTo>
                    <a:pt x="721399" y="5686766"/>
                  </a:lnTo>
                  <a:lnTo>
                    <a:pt x="677420" y="5674670"/>
                  </a:lnTo>
                  <a:lnTo>
                    <a:pt x="634318" y="5660553"/>
                  </a:lnTo>
                  <a:lnTo>
                    <a:pt x="592147" y="5644468"/>
                  </a:lnTo>
                  <a:lnTo>
                    <a:pt x="550961" y="5626470"/>
                  </a:lnTo>
                  <a:lnTo>
                    <a:pt x="510815" y="5606613"/>
                  </a:lnTo>
                  <a:lnTo>
                    <a:pt x="471764" y="5584953"/>
                  </a:lnTo>
                  <a:lnTo>
                    <a:pt x="433862" y="5561543"/>
                  </a:lnTo>
                  <a:lnTo>
                    <a:pt x="397163" y="5536438"/>
                  </a:lnTo>
                  <a:lnTo>
                    <a:pt x="361723" y="5509693"/>
                  </a:lnTo>
                  <a:lnTo>
                    <a:pt x="327595" y="5481363"/>
                  </a:lnTo>
                  <a:lnTo>
                    <a:pt x="294835" y="5451501"/>
                  </a:lnTo>
                  <a:lnTo>
                    <a:pt x="263497" y="5420163"/>
                  </a:lnTo>
                  <a:lnTo>
                    <a:pt x="233636" y="5387403"/>
                  </a:lnTo>
                  <a:lnTo>
                    <a:pt x="205305" y="5353276"/>
                  </a:lnTo>
                  <a:lnTo>
                    <a:pt x="178560" y="5317835"/>
                  </a:lnTo>
                  <a:lnTo>
                    <a:pt x="153455" y="5281137"/>
                  </a:lnTo>
                  <a:lnTo>
                    <a:pt x="130046" y="5243235"/>
                  </a:lnTo>
                  <a:lnTo>
                    <a:pt x="108385" y="5204183"/>
                  </a:lnTo>
                  <a:lnTo>
                    <a:pt x="88528" y="5164038"/>
                  </a:lnTo>
                  <a:lnTo>
                    <a:pt x="70530" y="5122852"/>
                  </a:lnTo>
                  <a:lnTo>
                    <a:pt x="54445" y="5080681"/>
                  </a:lnTo>
                  <a:lnTo>
                    <a:pt x="40328" y="5037578"/>
                  </a:lnTo>
                  <a:lnTo>
                    <a:pt x="28233" y="4993600"/>
                  </a:lnTo>
                  <a:lnTo>
                    <a:pt x="18214" y="4948800"/>
                  </a:lnTo>
                  <a:lnTo>
                    <a:pt x="10327" y="4903233"/>
                  </a:lnTo>
                  <a:lnTo>
                    <a:pt x="4626" y="4856953"/>
                  </a:lnTo>
                  <a:lnTo>
                    <a:pt x="1165" y="4810015"/>
                  </a:lnTo>
                  <a:lnTo>
                    <a:pt x="0" y="4762474"/>
                  </a:lnTo>
                  <a:lnTo>
                    <a:pt x="0" y="952500"/>
                  </a:lnTo>
                  <a:close/>
                </a:path>
              </a:pathLst>
            </a:custGeom>
            <a:noFill/>
            <a:ln cap="flat" cmpd="sng" w="9525">
              <a:solidFill>
                <a:srgbClr val="000000"/>
              </a:solidFill>
              <a:prstDash val="dash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1" name="Google Shape;681;p46"/>
          <p:cNvSpPr txBox="1"/>
          <p:nvPr/>
        </p:nvSpPr>
        <p:spPr>
          <a:xfrm>
            <a:off x="1331803" y="1562095"/>
            <a:ext cx="1801541" cy="844890"/>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b="1" lang="en-US" sz="1800">
                <a:solidFill>
                  <a:srgbClr val="40458B"/>
                </a:solidFill>
                <a:latin typeface="Arial"/>
                <a:ea typeface="Arial"/>
                <a:cs typeface="Arial"/>
                <a:sym typeface="Arial"/>
              </a:rPr>
              <a:t>-- </a:t>
            </a:r>
            <a:r>
              <a:rPr lang="en-US" sz="1800">
                <a:solidFill>
                  <a:srgbClr val="40458B"/>
                </a:solidFill>
                <a:latin typeface="Arial"/>
                <a:ea typeface="Arial"/>
                <a:cs typeface="Arial"/>
                <a:sym typeface="Arial"/>
              </a:rPr>
              <a:t>Auteur</a:t>
            </a:r>
            <a:endParaRPr sz="1800">
              <a:solidFill>
                <a:schemeClr val="dk1"/>
              </a:solidFill>
              <a:latin typeface="Arial"/>
              <a:ea typeface="Arial"/>
              <a:cs typeface="Arial"/>
              <a:sym typeface="Arial"/>
            </a:endParaRPr>
          </a:p>
          <a:p>
            <a:pPr indent="0" lvl="0" marL="14483" marR="0" rtl="0" algn="l">
              <a:spcBef>
                <a:spcPts val="0"/>
              </a:spcBef>
              <a:spcAft>
                <a:spcPts val="0"/>
              </a:spcAft>
              <a:buNone/>
            </a:pPr>
            <a:r>
              <a:rPr b="1" lang="en-US" sz="1800">
                <a:solidFill>
                  <a:srgbClr val="40458B"/>
                </a:solidFill>
                <a:latin typeface="Arial"/>
                <a:ea typeface="Arial"/>
                <a:cs typeface="Arial"/>
                <a:sym typeface="Arial"/>
              </a:rPr>
              <a:t>-- </a:t>
            </a:r>
            <a:r>
              <a:rPr lang="en-US" sz="1800">
                <a:solidFill>
                  <a:srgbClr val="40458B"/>
                </a:solidFill>
                <a:latin typeface="Arial"/>
                <a:ea typeface="Arial"/>
                <a:cs typeface="Arial"/>
                <a:sym typeface="Arial"/>
              </a:rPr>
              <a:t>Date d’écriture</a:t>
            </a:r>
            <a:endParaRPr sz="1800">
              <a:solidFill>
                <a:schemeClr val="dk1"/>
              </a:solidFill>
              <a:latin typeface="Arial"/>
              <a:ea typeface="Arial"/>
              <a:cs typeface="Arial"/>
              <a:sym typeface="Arial"/>
            </a:endParaRPr>
          </a:p>
          <a:p>
            <a:pPr indent="0" lvl="0" marL="14483" marR="0" rtl="0" algn="l">
              <a:spcBef>
                <a:spcPts val="0"/>
              </a:spcBef>
              <a:spcAft>
                <a:spcPts val="0"/>
              </a:spcAft>
              <a:buNone/>
            </a:pPr>
            <a:r>
              <a:rPr b="1" lang="en-US" sz="1800">
                <a:solidFill>
                  <a:srgbClr val="40458B"/>
                </a:solidFill>
                <a:latin typeface="Arial"/>
                <a:ea typeface="Arial"/>
                <a:cs typeface="Arial"/>
                <a:sym typeface="Arial"/>
              </a:rPr>
              <a:t>-- </a:t>
            </a:r>
            <a:r>
              <a:rPr lang="en-US" sz="1800">
                <a:solidFill>
                  <a:srgbClr val="40458B"/>
                </a:solidFill>
                <a:latin typeface="Arial"/>
                <a:ea typeface="Arial"/>
                <a:cs typeface="Arial"/>
                <a:sym typeface="Arial"/>
              </a:rPr>
              <a:t>Fonction</a:t>
            </a:r>
            <a:endParaRPr sz="1800">
              <a:solidFill>
                <a:schemeClr val="dk1"/>
              </a:solidFill>
              <a:latin typeface="Arial"/>
              <a:ea typeface="Arial"/>
              <a:cs typeface="Arial"/>
              <a:sym typeface="Arial"/>
            </a:endParaRPr>
          </a:p>
        </p:txBody>
      </p:sp>
      <p:sp>
        <p:nvSpPr>
          <p:cNvPr id="682" name="Google Shape;682;p46"/>
          <p:cNvSpPr txBox="1"/>
          <p:nvPr/>
        </p:nvSpPr>
        <p:spPr>
          <a:xfrm>
            <a:off x="3802394" y="1562095"/>
            <a:ext cx="3313469" cy="844890"/>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1800">
                <a:solidFill>
                  <a:srgbClr val="40458B"/>
                </a:solidFill>
                <a:latin typeface="Arial"/>
                <a:ea typeface="Arial"/>
                <a:cs typeface="Arial"/>
                <a:sym typeface="Arial"/>
              </a:rPr>
              <a:t>: </a:t>
            </a:r>
            <a:r>
              <a:rPr i="1" lang="en-US" sz="1800">
                <a:solidFill>
                  <a:srgbClr val="40458B"/>
                </a:solidFill>
                <a:latin typeface="Arial"/>
                <a:ea typeface="Arial"/>
                <a:cs typeface="Arial"/>
                <a:sym typeface="Arial"/>
              </a:rPr>
              <a:t>Nom de l’auteur</a:t>
            </a:r>
            <a:endParaRPr sz="1800">
              <a:solidFill>
                <a:schemeClr val="dk1"/>
              </a:solidFill>
              <a:latin typeface="Arial"/>
              <a:ea typeface="Arial"/>
              <a:cs typeface="Arial"/>
              <a:sym typeface="Arial"/>
            </a:endParaRPr>
          </a:p>
          <a:p>
            <a:pPr indent="0" lvl="0" marL="14483" marR="0" rtl="0" algn="l">
              <a:spcBef>
                <a:spcPts val="0"/>
              </a:spcBef>
              <a:spcAft>
                <a:spcPts val="0"/>
              </a:spcAft>
              <a:buNone/>
            </a:pPr>
            <a:r>
              <a:rPr lang="en-US" sz="1800">
                <a:solidFill>
                  <a:srgbClr val="40458B"/>
                </a:solidFill>
                <a:latin typeface="Arial"/>
                <a:ea typeface="Arial"/>
                <a:cs typeface="Arial"/>
                <a:sym typeface="Arial"/>
              </a:rPr>
              <a:t>: </a:t>
            </a:r>
            <a:r>
              <a:rPr i="1" lang="en-US" sz="1800">
                <a:solidFill>
                  <a:srgbClr val="40458B"/>
                </a:solidFill>
                <a:latin typeface="Arial"/>
                <a:ea typeface="Arial"/>
                <a:cs typeface="Arial"/>
                <a:sym typeface="Arial"/>
              </a:rPr>
              <a:t>Date d’écriture de l’algorithme</a:t>
            </a:r>
            <a:endParaRPr sz="1800">
              <a:solidFill>
                <a:schemeClr val="dk1"/>
              </a:solidFill>
              <a:latin typeface="Arial"/>
              <a:ea typeface="Arial"/>
              <a:cs typeface="Arial"/>
              <a:sym typeface="Arial"/>
            </a:endParaRPr>
          </a:p>
          <a:p>
            <a:pPr indent="0" lvl="0" marL="14483" marR="0" rtl="0" algn="l">
              <a:spcBef>
                <a:spcPts val="0"/>
              </a:spcBef>
              <a:spcAft>
                <a:spcPts val="0"/>
              </a:spcAft>
              <a:buNone/>
            </a:pPr>
            <a:r>
              <a:rPr lang="en-US" sz="1800">
                <a:solidFill>
                  <a:srgbClr val="40458B"/>
                </a:solidFill>
                <a:latin typeface="Arial"/>
                <a:ea typeface="Arial"/>
                <a:cs typeface="Arial"/>
                <a:sym typeface="Arial"/>
              </a:rPr>
              <a:t>: </a:t>
            </a:r>
            <a:r>
              <a:rPr i="1" lang="en-US" sz="1800">
                <a:solidFill>
                  <a:srgbClr val="40458B"/>
                </a:solidFill>
                <a:latin typeface="Arial"/>
                <a:ea typeface="Arial"/>
                <a:cs typeface="Arial"/>
                <a:sym typeface="Arial"/>
              </a:rPr>
              <a:t>Ce que doit faire l’algorithme</a:t>
            </a:r>
            <a:endParaRPr sz="1800">
              <a:solidFill>
                <a:schemeClr val="dk1"/>
              </a:solidFill>
              <a:latin typeface="Arial"/>
              <a:ea typeface="Arial"/>
              <a:cs typeface="Arial"/>
              <a:sym typeface="Arial"/>
            </a:endParaRPr>
          </a:p>
        </p:txBody>
      </p:sp>
      <p:sp>
        <p:nvSpPr>
          <p:cNvPr id="683" name="Google Shape;683;p46"/>
          <p:cNvSpPr/>
          <p:nvPr/>
        </p:nvSpPr>
        <p:spPr>
          <a:xfrm>
            <a:off x="1346283" y="2897358"/>
            <a:ext cx="1246078" cy="22390"/>
          </a:xfrm>
          <a:custGeom>
            <a:rect b="b" l="l" r="r" t="t"/>
            <a:pathLst>
              <a:path extrusionOk="0" h="20319" w="1065530">
                <a:moveTo>
                  <a:pt x="1065275" y="0"/>
                </a:moveTo>
                <a:lnTo>
                  <a:pt x="0" y="0"/>
                </a:lnTo>
                <a:lnTo>
                  <a:pt x="0" y="19812"/>
                </a:lnTo>
                <a:lnTo>
                  <a:pt x="1065275" y="19812"/>
                </a:lnTo>
                <a:lnTo>
                  <a:pt x="1065275" y="0"/>
                </a:lnTo>
                <a:close/>
              </a:path>
            </a:pathLst>
          </a:custGeom>
          <a:solidFill>
            <a:srgbClr val="A400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46"/>
          <p:cNvSpPr txBox="1"/>
          <p:nvPr/>
        </p:nvSpPr>
        <p:spPr>
          <a:xfrm>
            <a:off x="1331804" y="2637218"/>
            <a:ext cx="3089947" cy="296663"/>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b="1" lang="en-US" sz="1800">
                <a:solidFill>
                  <a:srgbClr val="A40020"/>
                </a:solidFill>
                <a:latin typeface="Arial"/>
                <a:ea typeface="Arial"/>
                <a:cs typeface="Arial"/>
                <a:sym typeface="Arial"/>
              </a:rPr>
              <a:t>Algorithme </a:t>
            </a:r>
            <a:r>
              <a:rPr i="1" lang="en-US" sz="1800">
                <a:solidFill>
                  <a:srgbClr val="40458B"/>
                </a:solidFill>
                <a:latin typeface="Arial"/>
                <a:ea typeface="Arial"/>
                <a:cs typeface="Arial"/>
                <a:sym typeface="Arial"/>
              </a:rPr>
              <a:t>Nom_algorithme</a:t>
            </a:r>
            <a:endParaRPr sz="1800">
              <a:solidFill>
                <a:schemeClr val="dk1"/>
              </a:solidFill>
              <a:latin typeface="Arial"/>
              <a:ea typeface="Arial"/>
              <a:cs typeface="Arial"/>
              <a:sym typeface="Arial"/>
            </a:endParaRPr>
          </a:p>
        </p:txBody>
      </p:sp>
      <p:sp>
        <p:nvSpPr>
          <p:cNvPr id="685" name="Google Shape;685;p46"/>
          <p:cNvSpPr/>
          <p:nvPr/>
        </p:nvSpPr>
        <p:spPr>
          <a:xfrm>
            <a:off x="1346284" y="3434708"/>
            <a:ext cx="670565" cy="22390"/>
          </a:xfrm>
          <a:custGeom>
            <a:rect b="b" l="l" r="r" t="t"/>
            <a:pathLst>
              <a:path extrusionOk="0" h="20319" w="573405">
                <a:moveTo>
                  <a:pt x="573023" y="0"/>
                </a:moveTo>
                <a:lnTo>
                  <a:pt x="0" y="0"/>
                </a:lnTo>
                <a:lnTo>
                  <a:pt x="0" y="19812"/>
                </a:lnTo>
                <a:lnTo>
                  <a:pt x="573023" y="19812"/>
                </a:lnTo>
                <a:lnTo>
                  <a:pt x="573023" y="0"/>
                </a:lnTo>
                <a:close/>
              </a:path>
            </a:pathLst>
          </a:custGeom>
          <a:solidFill>
            <a:srgbClr val="A400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46"/>
          <p:cNvSpPr txBox="1"/>
          <p:nvPr/>
        </p:nvSpPr>
        <p:spPr>
          <a:xfrm>
            <a:off x="1346655" y="3174570"/>
            <a:ext cx="5019215" cy="1121889"/>
          </a:xfrm>
          <a:prstGeom prst="rect">
            <a:avLst/>
          </a:prstGeom>
          <a:noFill/>
          <a:ln>
            <a:noFill/>
          </a:ln>
        </p:spPr>
        <p:txBody>
          <a:bodyPr anchorCtr="0" anchor="t" bIns="0" lIns="0" spcFirstLastPara="1" rIns="0" wrap="square" tIns="13750">
            <a:spAutoFit/>
          </a:bodyPr>
          <a:lstStyle/>
          <a:p>
            <a:pPr indent="0" lvl="0" marL="0" marR="0" rtl="0" algn="l">
              <a:spcBef>
                <a:spcPts val="0"/>
              </a:spcBef>
              <a:spcAft>
                <a:spcPts val="0"/>
              </a:spcAft>
              <a:buNone/>
            </a:pPr>
            <a:r>
              <a:rPr b="1" lang="en-US" sz="1800">
                <a:solidFill>
                  <a:srgbClr val="A40020"/>
                </a:solidFill>
                <a:latin typeface="Arial"/>
                <a:ea typeface="Arial"/>
                <a:cs typeface="Arial"/>
                <a:sym typeface="Arial"/>
              </a:rPr>
              <a:t>Const</a:t>
            </a:r>
            <a:endParaRPr sz="1800">
              <a:solidFill>
                <a:schemeClr val="dk1"/>
              </a:solidFill>
              <a:latin typeface="Arial"/>
              <a:ea typeface="Arial"/>
              <a:cs typeface="Arial"/>
              <a:sym typeface="Arial"/>
            </a:endParaRPr>
          </a:p>
          <a:p>
            <a:pPr indent="0" lvl="0" marL="0" marR="0" rtl="0" algn="l">
              <a:spcBef>
                <a:spcPts val="0"/>
              </a:spcBef>
              <a:spcAft>
                <a:spcPts val="0"/>
              </a:spcAft>
              <a:buNone/>
            </a:pPr>
            <a:r>
              <a:rPr i="1" lang="en-US" sz="1800">
                <a:solidFill>
                  <a:srgbClr val="40458B"/>
                </a:solidFill>
                <a:latin typeface="Arial"/>
                <a:ea typeface="Arial"/>
                <a:cs typeface="Arial"/>
                <a:sym typeface="Arial"/>
              </a:rPr>
              <a:t>Liste des constantes avec leurs valeurs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lang="en-US" sz="1800" u="sng">
                <a:solidFill>
                  <a:srgbClr val="A40020"/>
                </a:solidFill>
                <a:latin typeface="Arial"/>
                <a:ea typeface="Arial"/>
                <a:cs typeface="Arial"/>
                <a:sym typeface="Arial"/>
              </a:rPr>
              <a:t>Var</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i="1" lang="en-US" sz="1800">
                <a:solidFill>
                  <a:srgbClr val="40458B"/>
                </a:solidFill>
                <a:latin typeface="Arial"/>
                <a:ea typeface="Arial"/>
                <a:cs typeface="Arial"/>
                <a:sym typeface="Arial"/>
              </a:rPr>
              <a:t>Liste des variables avec leurs types</a:t>
            </a:r>
            <a:endParaRPr sz="1800">
              <a:solidFill>
                <a:schemeClr val="dk1"/>
              </a:solidFill>
              <a:latin typeface="Arial"/>
              <a:ea typeface="Arial"/>
              <a:cs typeface="Arial"/>
              <a:sym typeface="Arial"/>
            </a:endParaRPr>
          </a:p>
        </p:txBody>
      </p:sp>
      <p:sp>
        <p:nvSpPr>
          <p:cNvPr id="687" name="Google Shape;687;p46"/>
          <p:cNvSpPr txBox="1"/>
          <p:nvPr/>
        </p:nvSpPr>
        <p:spPr>
          <a:xfrm>
            <a:off x="5956224" y="3980876"/>
            <a:ext cx="409171" cy="296663"/>
          </a:xfrm>
          <a:prstGeom prst="rect">
            <a:avLst/>
          </a:prstGeom>
          <a:noFill/>
          <a:ln>
            <a:noFill/>
          </a:ln>
        </p:spPr>
        <p:txBody>
          <a:bodyPr anchorCtr="0" anchor="t" bIns="0" lIns="0" spcFirstLastPara="1" rIns="0" wrap="square" tIns="13750">
            <a:spAutoFit/>
          </a:bodyPr>
          <a:lstStyle/>
          <a:p>
            <a:pPr indent="0" lvl="0" marL="0" marR="0" rtl="0" algn="l">
              <a:spcBef>
                <a:spcPts val="0"/>
              </a:spcBef>
              <a:spcAft>
                <a:spcPts val="0"/>
              </a:spcAft>
              <a:buNone/>
            </a:pPr>
            <a:r>
              <a:rPr i="1" lang="en-US" sz="1800">
                <a:solidFill>
                  <a:srgbClr val="40458B"/>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688" name="Google Shape;688;p46"/>
          <p:cNvSpPr/>
          <p:nvPr/>
        </p:nvSpPr>
        <p:spPr>
          <a:xfrm>
            <a:off x="1346284" y="4778087"/>
            <a:ext cx="670565" cy="22390"/>
          </a:xfrm>
          <a:custGeom>
            <a:rect b="b" l="l" r="r" t="t"/>
            <a:pathLst>
              <a:path extrusionOk="0" h="20320" w="573405">
                <a:moveTo>
                  <a:pt x="573023" y="0"/>
                </a:moveTo>
                <a:lnTo>
                  <a:pt x="0" y="0"/>
                </a:lnTo>
                <a:lnTo>
                  <a:pt x="0" y="19812"/>
                </a:lnTo>
                <a:lnTo>
                  <a:pt x="573023" y="19812"/>
                </a:lnTo>
                <a:lnTo>
                  <a:pt x="573023" y="0"/>
                </a:lnTo>
                <a:close/>
              </a:path>
            </a:pathLst>
          </a:custGeom>
          <a:solidFill>
            <a:srgbClr val="A400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46"/>
          <p:cNvSpPr txBox="1"/>
          <p:nvPr/>
        </p:nvSpPr>
        <p:spPr>
          <a:xfrm>
            <a:off x="1346656" y="4518227"/>
            <a:ext cx="1641882" cy="1952886"/>
          </a:xfrm>
          <a:prstGeom prst="rect">
            <a:avLst/>
          </a:prstGeom>
          <a:noFill/>
          <a:ln>
            <a:noFill/>
          </a:ln>
        </p:spPr>
        <p:txBody>
          <a:bodyPr anchorCtr="0" anchor="t" bIns="0" lIns="0" spcFirstLastPara="1" rIns="0" wrap="square" tIns="13750">
            <a:spAutoFit/>
          </a:bodyPr>
          <a:lstStyle/>
          <a:p>
            <a:pPr indent="0" lvl="0" marL="0" marR="0" rtl="0" algn="l">
              <a:spcBef>
                <a:spcPts val="0"/>
              </a:spcBef>
              <a:spcAft>
                <a:spcPts val="0"/>
              </a:spcAft>
              <a:buNone/>
            </a:pPr>
            <a:r>
              <a:rPr b="1" lang="en-US" sz="1800">
                <a:solidFill>
                  <a:srgbClr val="A40020"/>
                </a:solidFill>
                <a:latin typeface="Arial"/>
                <a:ea typeface="Arial"/>
                <a:cs typeface="Arial"/>
                <a:sym typeface="Arial"/>
              </a:rPr>
              <a:t>Debut</a:t>
            </a:r>
            <a:endParaRPr sz="1800">
              <a:solidFill>
                <a:schemeClr val="dk1"/>
              </a:solidFill>
              <a:latin typeface="Arial"/>
              <a:ea typeface="Arial"/>
              <a:cs typeface="Arial"/>
              <a:sym typeface="Arial"/>
            </a:endParaRPr>
          </a:p>
          <a:p>
            <a:pPr indent="0" lvl="0" marL="322973" marR="0" rtl="0" algn="l">
              <a:spcBef>
                <a:spcPts val="0"/>
              </a:spcBef>
              <a:spcAft>
                <a:spcPts val="0"/>
              </a:spcAft>
              <a:buNone/>
            </a:pPr>
            <a:r>
              <a:rPr i="1" lang="en-US" sz="1800">
                <a:solidFill>
                  <a:srgbClr val="40458B"/>
                </a:solidFill>
                <a:latin typeface="Arial"/>
                <a:ea typeface="Arial"/>
                <a:cs typeface="Arial"/>
                <a:sym typeface="Arial"/>
              </a:rPr>
              <a:t>Instruction 1</a:t>
            </a:r>
            <a:endParaRPr sz="1800">
              <a:solidFill>
                <a:schemeClr val="dk1"/>
              </a:solidFill>
              <a:latin typeface="Arial"/>
              <a:ea typeface="Arial"/>
              <a:cs typeface="Arial"/>
              <a:sym typeface="Arial"/>
            </a:endParaRPr>
          </a:p>
          <a:p>
            <a:pPr indent="0" lvl="0" marL="322973" marR="5793" rtl="0" algn="l">
              <a:spcBef>
                <a:spcPts val="0"/>
              </a:spcBef>
              <a:spcAft>
                <a:spcPts val="0"/>
              </a:spcAft>
              <a:buNone/>
            </a:pPr>
            <a:r>
              <a:rPr i="1" lang="en-US" sz="1800">
                <a:solidFill>
                  <a:srgbClr val="40458B"/>
                </a:solidFill>
                <a:latin typeface="Arial"/>
                <a:ea typeface="Arial"/>
                <a:cs typeface="Arial"/>
                <a:sym typeface="Arial"/>
              </a:rPr>
              <a:t>--…  Instruction 2</a:t>
            </a:r>
            <a:endParaRPr sz="1800">
              <a:solidFill>
                <a:schemeClr val="dk1"/>
              </a:solidFill>
              <a:latin typeface="Arial"/>
              <a:ea typeface="Arial"/>
              <a:cs typeface="Arial"/>
              <a:sym typeface="Arial"/>
            </a:endParaRPr>
          </a:p>
          <a:p>
            <a:pPr indent="0" lvl="0" marL="322973" marR="0" rtl="0" algn="l">
              <a:spcBef>
                <a:spcPts val="0"/>
              </a:spcBef>
              <a:spcAft>
                <a:spcPts val="0"/>
              </a:spcAft>
              <a:buNone/>
            </a:pPr>
            <a:r>
              <a:rPr i="1" lang="en-US" sz="1800">
                <a:solidFill>
                  <a:srgbClr val="40458B"/>
                </a:solidFill>
                <a:latin typeface="Arial"/>
                <a:ea typeface="Arial"/>
                <a:cs typeface="Arial"/>
                <a:sym typeface="Arial"/>
              </a:rPr>
              <a:t>--…</a:t>
            </a:r>
            <a:endParaRPr sz="1800">
              <a:solidFill>
                <a:schemeClr val="dk1"/>
              </a:solidFill>
              <a:latin typeface="Arial"/>
              <a:ea typeface="Arial"/>
              <a:cs typeface="Arial"/>
              <a:sym typeface="Arial"/>
            </a:endParaRPr>
          </a:p>
          <a:p>
            <a:pPr indent="0" lvl="0" marL="322973" marR="0" rtl="0" algn="l">
              <a:spcBef>
                <a:spcPts val="0"/>
              </a:spcBef>
              <a:spcAft>
                <a:spcPts val="0"/>
              </a:spcAft>
              <a:buNone/>
            </a:pPr>
            <a:r>
              <a:rPr i="1" lang="en-US" sz="1800">
                <a:solidFill>
                  <a:srgbClr val="40458B"/>
                </a:solidFill>
                <a:latin typeface="Arial"/>
                <a:ea typeface="Arial"/>
                <a:cs typeface="Arial"/>
                <a:sym typeface="Arial"/>
              </a:rPr>
              <a:t>...</a:t>
            </a:r>
            <a:endParaRPr sz="1800">
              <a:solidFill>
                <a:schemeClr val="dk1"/>
              </a:solidFill>
              <a:latin typeface="Arial"/>
              <a:ea typeface="Arial"/>
              <a:cs typeface="Arial"/>
              <a:sym typeface="Arial"/>
            </a:endParaRPr>
          </a:p>
          <a:p>
            <a:pPr indent="0" lvl="0" marL="322973" marR="0" rtl="0" algn="l">
              <a:spcBef>
                <a:spcPts val="0"/>
              </a:spcBef>
              <a:spcAft>
                <a:spcPts val="0"/>
              </a:spcAft>
              <a:buNone/>
            </a:pPr>
            <a:r>
              <a:rPr i="1" lang="en-US" sz="1800">
                <a:solidFill>
                  <a:srgbClr val="40458B"/>
                </a:solidFill>
                <a:latin typeface="Arial"/>
                <a:ea typeface="Arial"/>
                <a:cs typeface="Arial"/>
                <a:sym typeface="Arial"/>
              </a:rPr>
              <a:t>Instruction n</a:t>
            </a:r>
            <a:endParaRPr sz="1800">
              <a:solidFill>
                <a:schemeClr val="dk1"/>
              </a:solidFill>
              <a:latin typeface="Arial"/>
              <a:ea typeface="Arial"/>
              <a:cs typeface="Arial"/>
              <a:sym typeface="Arial"/>
            </a:endParaRPr>
          </a:p>
        </p:txBody>
      </p:sp>
      <p:sp>
        <p:nvSpPr>
          <p:cNvPr id="690" name="Google Shape;690;p46"/>
          <p:cNvSpPr txBox="1"/>
          <p:nvPr/>
        </p:nvSpPr>
        <p:spPr>
          <a:xfrm>
            <a:off x="1346655" y="6398955"/>
            <a:ext cx="741112" cy="565338"/>
          </a:xfrm>
          <a:prstGeom prst="rect">
            <a:avLst/>
          </a:prstGeom>
          <a:noFill/>
          <a:ln>
            <a:noFill/>
          </a:ln>
        </p:spPr>
        <p:txBody>
          <a:bodyPr anchorCtr="0" anchor="t" bIns="0" lIns="0" spcFirstLastPara="1" rIns="0" wrap="square" tIns="13750">
            <a:spAutoFit/>
          </a:bodyPr>
          <a:lstStyle/>
          <a:p>
            <a:pPr indent="0" lvl="0" marL="322973" marR="0" rtl="0" algn="l">
              <a:spcBef>
                <a:spcPts val="0"/>
              </a:spcBef>
              <a:spcAft>
                <a:spcPts val="0"/>
              </a:spcAft>
              <a:buNone/>
            </a:pPr>
            <a:r>
              <a:rPr i="1" lang="en-US" sz="1800">
                <a:solidFill>
                  <a:srgbClr val="40458B"/>
                </a:solidFill>
                <a:latin typeface="Arial"/>
                <a:ea typeface="Arial"/>
                <a:cs typeface="Arial"/>
                <a:sym typeface="Arial"/>
              </a:rPr>
              <a:t>--…</a:t>
            </a:r>
            <a:endParaRPr sz="1800">
              <a:solidFill>
                <a:schemeClr val="dk1"/>
              </a:solidFill>
              <a:latin typeface="Arial"/>
              <a:ea typeface="Arial"/>
              <a:cs typeface="Arial"/>
              <a:sym typeface="Arial"/>
            </a:endParaRPr>
          </a:p>
          <a:p>
            <a:pPr indent="0" lvl="0" marL="0" marR="0" rtl="0" algn="l">
              <a:spcBef>
                <a:spcPts val="6"/>
              </a:spcBef>
              <a:spcAft>
                <a:spcPts val="0"/>
              </a:spcAft>
              <a:buNone/>
            </a:pPr>
            <a:r>
              <a:rPr b="1" lang="en-US" sz="1800" u="sng">
                <a:solidFill>
                  <a:srgbClr val="A40020"/>
                </a:solidFill>
                <a:latin typeface="Arial"/>
                <a:ea typeface="Arial"/>
                <a:cs typeface="Arial"/>
                <a:sym typeface="Arial"/>
              </a:rPr>
              <a:t>Fin</a:t>
            </a:r>
            <a:endParaRPr sz="1800">
              <a:solidFill>
                <a:schemeClr val="dk1"/>
              </a:solidFill>
              <a:latin typeface="Arial"/>
              <a:ea typeface="Arial"/>
              <a:cs typeface="Arial"/>
              <a:sym typeface="Arial"/>
            </a:endParaRPr>
          </a:p>
        </p:txBody>
      </p:sp>
      <p:grpSp>
        <p:nvGrpSpPr>
          <p:cNvPr id="691" name="Google Shape;691;p46"/>
          <p:cNvGrpSpPr/>
          <p:nvPr/>
        </p:nvGrpSpPr>
        <p:grpSpPr>
          <a:xfrm>
            <a:off x="8347981" y="1833710"/>
            <a:ext cx="2345863" cy="532313"/>
            <a:chOff x="7138415" y="1664207"/>
            <a:chExt cx="2005964" cy="483108"/>
          </a:xfrm>
        </p:grpSpPr>
        <p:pic>
          <p:nvPicPr>
            <p:cNvPr id="692" name="Google Shape;692;p46"/>
            <p:cNvPicPr preferRelativeResize="0"/>
            <p:nvPr/>
          </p:nvPicPr>
          <p:blipFill rotWithShape="1">
            <a:blip r:embed="rId4">
              <a:alphaModFix/>
            </a:blip>
            <a:srcRect b="0" l="0" r="0" t="0"/>
            <a:stretch/>
          </p:blipFill>
          <p:spPr>
            <a:xfrm>
              <a:off x="7158227" y="1696211"/>
              <a:ext cx="1985772" cy="402336"/>
            </a:xfrm>
            <a:prstGeom prst="rect">
              <a:avLst/>
            </a:prstGeom>
            <a:noFill/>
            <a:ln>
              <a:noFill/>
            </a:ln>
          </p:spPr>
        </p:pic>
        <p:pic>
          <p:nvPicPr>
            <p:cNvPr id="693" name="Google Shape;693;p46"/>
            <p:cNvPicPr preferRelativeResize="0"/>
            <p:nvPr/>
          </p:nvPicPr>
          <p:blipFill rotWithShape="1">
            <a:blip r:embed="rId5">
              <a:alphaModFix/>
            </a:blip>
            <a:srcRect b="0" l="0" r="0" t="0"/>
            <a:stretch/>
          </p:blipFill>
          <p:spPr>
            <a:xfrm>
              <a:off x="7639811" y="1664207"/>
              <a:ext cx="1051559" cy="483108"/>
            </a:xfrm>
            <a:prstGeom prst="rect">
              <a:avLst/>
            </a:prstGeom>
            <a:noFill/>
            <a:ln>
              <a:noFill/>
            </a:ln>
          </p:spPr>
        </p:pic>
        <p:sp>
          <p:nvSpPr>
            <p:cNvPr id="694" name="Google Shape;694;p46"/>
            <p:cNvSpPr/>
            <p:nvPr/>
          </p:nvSpPr>
          <p:spPr>
            <a:xfrm>
              <a:off x="7138415" y="1676399"/>
              <a:ext cx="2005964" cy="390525"/>
            </a:xfrm>
            <a:custGeom>
              <a:rect b="b" l="l" r="r" t="t"/>
              <a:pathLst>
                <a:path extrusionOk="0" h="390525" w="2005965">
                  <a:moveTo>
                    <a:pt x="1940559" y="0"/>
                  </a:moveTo>
                  <a:lnTo>
                    <a:pt x="65024" y="0"/>
                  </a:lnTo>
                  <a:lnTo>
                    <a:pt x="39701" y="5105"/>
                  </a:lnTo>
                  <a:lnTo>
                    <a:pt x="19034" y="19034"/>
                  </a:lnTo>
                  <a:lnTo>
                    <a:pt x="5105" y="39701"/>
                  </a:lnTo>
                  <a:lnTo>
                    <a:pt x="0" y="65024"/>
                  </a:lnTo>
                  <a:lnTo>
                    <a:pt x="0" y="325120"/>
                  </a:lnTo>
                  <a:lnTo>
                    <a:pt x="5105" y="350442"/>
                  </a:lnTo>
                  <a:lnTo>
                    <a:pt x="19034" y="371109"/>
                  </a:lnTo>
                  <a:lnTo>
                    <a:pt x="39701" y="385038"/>
                  </a:lnTo>
                  <a:lnTo>
                    <a:pt x="65024" y="390144"/>
                  </a:lnTo>
                  <a:lnTo>
                    <a:pt x="1940559" y="390144"/>
                  </a:lnTo>
                  <a:lnTo>
                    <a:pt x="1965882" y="385038"/>
                  </a:lnTo>
                  <a:lnTo>
                    <a:pt x="1986549" y="371109"/>
                  </a:lnTo>
                  <a:lnTo>
                    <a:pt x="2000478" y="350442"/>
                  </a:lnTo>
                  <a:lnTo>
                    <a:pt x="2005583" y="325120"/>
                  </a:lnTo>
                  <a:lnTo>
                    <a:pt x="2005583" y="65024"/>
                  </a:lnTo>
                  <a:lnTo>
                    <a:pt x="2000478" y="39701"/>
                  </a:lnTo>
                  <a:lnTo>
                    <a:pt x="1986549" y="19034"/>
                  </a:lnTo>
                  <a:lnTo>
                    <a:pt x="1965882" y="5105"/>
                  </a:lnTo>
                  <a:lnTo>
                    <a:pt x="194055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46"/>
            <p:cNvSpPr/>
            <p:nvPr/>
          </p:nvSpPr>
          <p:spPr>
            <a:xfrm>
              <a:off x="7138415" y="1676399"/>
              <a:ext cx="2005964" cy="390525"/>
            </a:xfrm>
            <a:custGeom>
              <a:rect b="b" l="l" r="r" t="t"/>
              <a:pathLst>
                <a:path extrusionOk="0" h="390525" w="2005965">
                  <a:moveTo>
                    <a:pt x="0" y="65024"/>
                  </a:moveTo>
                  <a:lnTo>
                    <a:pt x="5105" y="39701"/>
                  </a:lnTo>
                  <a:lnTo>
                    <a:pt x="19034" y="19034"/>
                  </a:lnTo>
                  <a:lnTo>
                    <a:pt x="39701" y="5105"/>
                  </a:lnTo>
                  <a:lnTo>
                    <a:pt x="65024" y="0"/>
                  </a:lnTo>
                  <a:lnTo>
                    <a:pt x="1940559" y="0"/>
                  </a:lnTo>
                  <a:lnTo>
                    <a:pt x="1965882" y="5105"/>
                  </a:lnTo>
                  <a:lnTo>
                    <a:pt x="1986549" y="19034"/>
                  </a:lnTo>
                  <a:lnTo>
                    <a:pt x="2000478" y="39701"/>
                  </a:lnTo>
                  <a:lnTo>
                    <a:pt x="2005583" y="65024"/>
                  </a:lnTo>
                  <a:lnTo>
                    <a:pt x="2005583" y="325120"/>
                  </a:lnTo>
                  <a:lnTo>
                    <a:pt x="2000478" y="350442"/>
                  </a:lnTo>
                  <a:lnTo>
                    <a:pt x="1986549" y="371109"/>
                  </a:lnTo>
                  <a:lnTo>
                    <a:pt x="1965882" y="385038"/>
                  </a:lnTo>
                  <a:lnTo>
                    <a:pt x="1940559" y="390144"/>
                  </a:lnTo>
                  <a:lnTo>
                    <a:pt x="65024" y="390144"/>
                  </a:lnTo>
                  <a:lnTo>
                    <a:pt x="39701" y="385038"/>
                  </a:lnTo>
                  <a:lnTo>
                    <a:pt x="19034" y="371109"/>
                  </a:lnTo>
                  <a:lnTo>
                    <a:pt x="5105" y="350442"/>
                  </a:lnTo>
                  <a:lnTo>
                    <a:pt x="0" y="325120"/>
                  </a:lnTo>
                  <a:lnTo>
                    <a:pt x="0" y="65024"/>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96" name="Google Shape;696;p46"/>
          <p:cNvSpPr txBox="1"/>
          <p:nvPr/>
        </p:nvSpPr>
        <p:spPr>
          <a:xfrm>
            <a:off x="9054192" y="1861976"/>
            <a:ext cx="936415" cy="337790"/>
          </a:xfrm>
          <a:prstGeom prst="rect">
            <a:avLst/>
          </a:prstGeom>
          <a:noFill/>
          <a:ln>
            <a:noFill/>
          </a:ln>
        </p:spPr>
        <p:txBody>
          <a:bodyPr anchorCtr="0" anchor="t" bIns="0" lIns="0" spcFirstLastPara="1" rIns="0" wrap="square" tIns="14475">
            <a:spAutoFit/>
          </a:bodyPr>
          <a:lstStyle/>
          <a:p>
            <a:pPr indent="0" lvl="0" marL="14483" marR="0" rtl="0" algn="l">
              <a:spcBef>
                <a:spcPts val="0"/>
              </a:spcBef>
              <a:spcAft>
                <a:spcPts val="0"/>
              </a:spcAft>
              <a:buNone/>
            </a:pPr>
            <a:r>
              <a:rPr b="1" i="1" lang="en-US" sz="2100">
                <a:solidFill>
                  <a:srgbClr val="40458B"/>
                </a:solidFill>
                <a:latin typeface="Arial"/>
                <a:ea typeface="Arial"/>
                <a:cs typeface="Arial"/>
                <a:sym typeface="Arial"/>
              </a:rPr>
              <a:t>En-tête</a:t>
            </a:r>
            <a:endParaRPr sz="2100">
              <a:solidFill>
                <a:schemeClr val="dk1"/>
              </a:solidFill>
              <a:latin typeface="Arial"/>
              <a:ea typeface="Arial"/>
              <a:cs typeface="Arial"/>
              <a:sym typeface="Arial"/>
            </a:endParaRPr>
          </a:p>
        </p:txBody>
      </p:sp>
      <p:grpSp>
        <p:nvGrpSpPr>
          <p:cNvPr id="697" name="Google Shape;697;p46"/>
          <p:cNvGrpSpPr/>
          <p:nvPr/>
        </p:nvGrpSpPr>
        <p:grpSpPr>
          <a:xfrm>
            <a:off x="8258869" y="4030134"/>
            <a:ext cx="2434975" cy="958835"/>
            <a:chOff x="7062215" y="3657600"/>
            <a:chExt cx="2082164" cy="870204"/>
          </a:xfrm>
        </p:grpSpPr>
        <p:pic>
          <p:nvPicPr>
            <p:cNvPr id="698" name="Google Shape;698;p46"/>
            <p:cNvPicPr preferRelativeResize="0"/>
            <p:nvPr/>
          </p:nvPicPr>
          <p:blipFill rotWithShape="1">
            <a:blip r:embed="rId6">
              <a:alphaModFix/>
            </a:blip>
            <a:srcRect b="0" l="0" r="0" t="0"/>
            <a:stretch/>
          </p:blipFill>
          <p:spPr>
            <a:xfrm>
              <a:off x="7082027" y="3677412"/>
              <a:ext cx="2061972" cy="850392"/>
            </a:xfrm>
            <a:prstGeom prst="rect">
              <a:avLst/>
            </a:prstGeom>
            <a:noFill/>
            <a:ln>
              <a:noFill/>
            </a:ln>
          </p:spPr>
        </p:pic>
        <p:sp>
          <p:nvSpPr>
            <p:cNvPr id="699" name="Google Shape;699;p46"/>
            <p:cNvSpPr/>
            <p:nvPr/>
          </p:nvSpPr>
          <p:spPr>
            <a:xfrm>
              <a:off x="7062215" y="3657600"/>
              <a:ext cx="2082164" cy="838200"/>
            </a:xfrm>
            <a:custGeom>
              <a:rect b="b" l="l" r="r" t="t"/>
              <a:pathLst>
                <a:path extrusionOk="0" h="838200" w="2082165">
                  <a:moveTo>
                    <a:pt x="1942083" y="0"/>
                  </a:moveTo>
                  <a:lnTo>
                    <a:pt x="139700" y="0"/>
                  </a:lnTo>
                  <a:lnTo>
                    <a:pt x="95520" y="7116"/>
                  </a:lnTo>
                  <a:lnTo>
                    <a:pt x="57168" y="26936"/>
                  </a:lnTo>
                  <a:lnTo>
                    <a:pt x="26936" y="57168"/>
                  </a:lnTo>
                  <a:lnTo>
                    <a:pt x="7116" y="95520"/>
                  </a:lnTo>
                  <a:lnTo>
                    <a:pt x="0" y="139700"/>
                  </a:lnTo>
                  <a:lnTo>
                    <a:pt x="0" y="698500"/>
                  </a:lnTo>
                  <a:lnTo>
                    <a:pt x="7116" y="742630"/>
                  </a:lnTo>
                  <a:lnTo>
                    <a:pt x="26936" y="780976"/>
                  </a:lnTo>
                  <a:lnTo>
                    <a:pt x="57168" y="811227"/>
                  </a:lnTo>
                  <a:lnTo>
                    <a:pt x="95520" y="831071"/>
                  </a:lnTo>
                  <a:lnTo>
                    <a:pt x="139700" y="838200"/>
                  </a:lnTo>
                  <a:lnTo>
                    <a:pt x="1942083" y="838200"/>
                  </a:lnTo>
                  <a:lnTo>
                    <a:pt x="1986214" y="831071"/>
                  </a:lnTo>
                  <a:lnTo>
                    <a:pt x="2024560" y="811227"/>
                  </a:lnTo>
                  <a:lnTo>
                    <a:pt x="2054811" y="780976"/>
                  </a:lnTo>
                  <a:lnTo>
                    <a:pt x="2074655" y="742630"/>
                  </a:lnTo>
                  <a:lnTo>
                    <a:pt x="2081783" y="698500"/>
                  </a:lnTo>
                  <a:lnTo>
                    <a:pt x="2081783" y="139700"/>
                  </a:lnTo>
                  <a:lnTo>
                    <a:pt x="2074655" y="95520"/>
                  </a:lnTo>
                  <a:lnTo>
                    <a:pt x="2054811" y="57168"/>
                  </a:lnTo>
                  <a:lnTo>
                    <a:pt x="2024560" y="26936"/>
                  </a:lnTo>
                  <a:lnTo>
                    <a:pt x="1986214" y="7116"/>
                  </a:lnTo>
                  <a:lnTo>
                    <a:pt x="1942083"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46"/>
            <p:cNvSpPr/>
            <p:nvPr/>
          </p:nvSpPr>
          <p:spPr>
            <a:xfrm>
              <a:off x="7062215" y="3657600"/>
              <a:ext cx="2082164" cy="838200"/>
            </a:xfrm>
            <a:custGeom>
              <a:rect b="b" l="l" r="r" t="t"/>
              <a:pathLst>
                <a:path extrusionOk="0" h="838200" w="2082165">
                  <a:moveTo>
                    <a:pt x="0" y="139700"/>
                  </a:moveTo>
                  <a:lnTo>
                    <a:pt x="7116" y="95520"/>
                  </a:lnTo>
                  <a:lnTo>
                    <a:pt x="26936" y="57168"/>
                  </a:lnTo>
                  <a:lnTo>
                    <a:pt x="57168" y="26936"/>
                  </a:lnTo>
                  <a:lnTo>
                    <a:pt x="95520" y="7116"/>
                  </a:lnTo>
                  <a:lnTo>
                    <a:pt x="139700" y="0"/>
                  </a:lnTo>
                  <a:lnTo>
                    <a:pt x="1942083" y="0"/>
                  </a:lnTo>
                  <a:lnTo>
                    <a:pt x="1986214" y="7116"/>
                  </a:lnTo>
                  <a:lnTo>
                    <a:pt x="2024560" y="26936"/>
                  </a:lnTo>
                  <a:lnTo>
                    <a:pt x="2054811" y="57168"/>
                  </a:lnTo>
                  <a:lnTo>
                    <a:pt x="2074655" y="95520"/>
                  </a:lnTo>
                  <a:lnTo>
                    <a:pt x="2081783" y="139700"/>
                  </a:lnTo>
                  <a:lnTo>
                    <a:pt x="2081783" y="698500"/>
                  </a:lnTo>
                  <a:lnTo>
                    <a:pt x="2074655" y="742630"/>
                  </a:lnTo>
                  <a:lnTo>
                    <a:pt x="2054811" y="780976"/>
                  </a:lnTo>
                  <a:lnTo>
                    <a:pt x="2024560" y="811227"/>
                  </a:lnTo>
                  <a:lnTo>
                    <a:pt x="1986214" y="831071"/>
                  </a:lnTo>
                  <a:lnTo>
                    <a:pt x="1942083" y="838200"/>
                  </a:lnTo>
                  <a:lnTo>
                    <a:pt x="139700" y="838200"/>
                  </a:lnTo>
                  <a:lnTo>
                    <a:pt x="95520" y="831071"/>
                  </a:lnTo>
                  <a:lnTo>
                    <a:pt x="57168" y="811227"/>
                  </a:lnTo>
                  <a:lnTo>
                    <a:pt x="26936" y="780976"/>
                  </a:lnTo>
                  <a:lnTo>
                    <a:pt x="7116" y="742630"/>
                  </a:lnTo>
                  <a:lnTo>
                    <a:pt x="0" y="698500"/>
                  </a:lnTo>
                  <a:lnTo>
                    <a:pt x="0" y="1397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1" name="Google Shape;701;p46"/>
          <p:cNvSpPr txBox="1"/>
          <p:nvPr/>
        </p:nvSpPr>
        <p:spPr>
          <a:xfrm>
            <a:off x="8765469" y="4069595"/>
            <a:ext cx="1424301" cy="660955"/>
          </a:xfrm>
          <a:prstGeom prst="rect">
            <a:avLst/>
          </a:prstGeom>
          <a:noFill/>
          <a:ln>
            <a:noFill/>
          </a:ln>
        </p:spPr>
        <p:txBody>
          <a:bodyPr anchorCtr="0" anchor="t" bIns="0" lIns="0" spcFirstLastPara="1" rIns="0" wrap="square" tIns="14475">
            <a:spAutoFit/>
          </a:bodyPr>
          <a:lstStyle/>
          <a:p>
            <a:pPr indent="317904" lvl="0" marL="14483" marR="5793" rtl="0" algn="l">
              <a:spcBef>
                <a:spcPts val="0"/>
              </a:spcBef>
              <a:spcAft>
                <a:spcPts val="0"/>
              </a:spcAft>
              <a:buNone/>
            </a:pPr>
            <a:r>
              <a:rPr b="1" i="1" lang="en-US" sz="2100">
                <a:solidFill>
                  <a:srgbClr val="40458B"/>
                </a:solidFill>
                <a:latin typeface="Arial"/>
                <a:ea typeface="Arial"/>
                <a:cs typeface="Arial"/>
                <a:sym typeface="Arial"/>
              </a:rPr>
              <a:t>Partie  déclarative</a:t>
            </a:r>
            <a:endParaRPr sz="2100">
              <a:solidFill>
                <a:schemeClr val="dk1"/>
              </a:solidFill>
              <a:latin typeface="Arial"/>
              <a:ea typeface="Arial"/>
              <a:cs typeface="Arial"/>
              <a:sym typeface="Arial"/>
            </a:endParaRPr>
          </a:p>
        </p:txBody>
      </p:sp>
      <p:grpSp>
        <p:nvGrpSpPr>
          <p:cNvPr id="702" name="Google Shape;702;p46"/>
          <p:cNvGrpSpPr/>
          <p:nvPr/>
        </p:nvGrpSpPr>
        <p:grpSpPr>
          <a:xfrm>
            <a:off x="8376498" y="5709356"/>
            <a:ext cx="2316903" cy="874873"/>
            <a:chOff x="7162800" y="5181600"/>
            <a:chExt cx="1981200" cy="794003"/>
          </a:xfrm>
        </p:grpSpPr>
        <p:pic>
          <p:nvPicPr>
            <p:cNvPr id="703" name="Google Shape;703;p46"/>
            <p:cNvPicPr preferRelativeResize="0"/>
            <p:nvPr/>
          </p:nvPicPr>
          <p:blipFill rotWithShape="1">
            <a:blip r:embed="rId7">
              <a:alphaModFix/>
            </a:blip>
            <a:srcRect b="0" l="0" r="0" t="0"/>
            <a:stretch/>
          </p:blipFill>
          <p:spPr>
            <a:xfrm>
              <a:off x="7182612" y="5201412"/>
              <a:ext cx="1961388" cy="774191"/>
            </a:xfrm>
            <a:prstGeom prst="rect">
              <a:avLst/>
            </a:prstGeom>
            <a:noFill/>
            <a:ln>
              <a:noFill/>
            </a:ln>
          </p:spPr>
        </p:pic>
        <p:pic>
          <p:nvPicPr>
            <p:cNvPr id="704" name="Google Shape;704;p46"/>
            <p:cNvPicPr preferRelativeResize="0"/>
            <p:nvPr/>
          </p:nvPicPr>
          <p:blipFill rotWithShape="1">
            <a:blip r:embed="rId8">
              <a:alphaModFix/>
            </a:blip>
            <a:srcRect b="0" l="0" r="0" t="0"/>
            <a:stretch/>
          </p:blipFill>
          <p:spPr>
            <a:xfrm>
              <a:off x="7389876" y="5186172"/>
              <a:ext cx="1574292" cy="757427"/>
            </a:xfrm>
            <a:prstGeom prst="rect">
              <a:avLst/>
            </a:prstGeom>
            <a:noFill/>
            <a:ln>
              <a:noFill/>
            </a:ln>
          </p:spPr>
        </p:pic>
        <p:sp>
          <p:nvSpPr>
            <p:cNvPr id="705" name="Google Shape;705;p46"/>
            <p:cNvSpPr/>
            <p:nvPr/>
          </p:nvSpPr>
          <p:spPr>
            <a:xfrm>
              <a:off x="7162800" y="5181600"/>
              <a:ext cx="1981200" cy="762000"/>
            </a:xfrm>
            <a:custGeom>
              <a:rect b="b" l="l" r="r" t="t"/>
              <a:pathLst>
                <a:path extrusionOk="0" h="762000" w="1981200">
                  <a:moveTo>
                    <a:pt x="1854200" y="0"/>
                  </a:moveTo>
                  <a:lnTo>
                    <a:pt x="127000" y="0"/>
                  </a:lnTo>
                  <a:lnTo>
                    <a:pt x="77581" y="9985"/>
                  </a:lnTo>
                  <a:lnTo>
                    <a:pt x="37210" y="37211"/>
                  </a:lnTo>
                  <a:lnTo>
                    <a:pt x="9985" y="77581"/>
                  </a:lnTo>
                  <a:lnTo>
                    <a:pt x="0" y="127000"/>
                  </a:lnTo>
                  <a:lnTo>
                    <a:pt x="0" y="635000"/>
                  </a:lnTo>
                  <a:lnTo>
                    <a:pt x="9985" y="684434"/>
                  </a:lnTo>
                  <a:lnTo>
                    <a:pt x="37210" y="724803"/>
                  </a:lnTo>
                  <a:lnTo>
                    <a:pt x="77581" y="752019"/>
                  </a:lnTo>
                  <a:lnTo>
                    <a:pt x="127000" y="762000"/>
                  </a:lnTo>
                  <a:lnTo>
                    <a:pt x="1854200" y="762000"/>
                  </a:lnTo>
                  <a:lnTo>
                    <a:pt x="1903618" y="752019"/>
                  </a:lnTo>
                  <a:lnTo>
                    <a:pt x="1943989" y="724803"/>
                  </a:lnTo>
                  <a:lnTo>
                    <a:pt x="1971214" y="684434"/>
                  </a:lnTo>
                  <a:lnTo>
                    <a:pt x="1981200" y="635000"/>
                  </a:lnTo>
                  <a:lnTo>
                    <a:pt x="1981200" y="127000"/>
                  </a:lnTo>
                  <a:lnTo>
                    <a:pt x="1971214" y="77581"/>
                  </a:lnTo>
                  <a:lnTo>
                    <a:pt x="1943989" y="37211"/>
                  </a:lnTo>
                  <a:lnTo>
                    <a:pt x="1903618" y="9985"/>
                  </a:lnTo>
                  <a:lnTo>
                    <a:pt x="18542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46"/>
            <p:cNvSpPr/>
            <p:nvPr/>
          </p:nvSpPr>
          <p:spPr>
            <a:xfrm>
              <a:off x="7162800" y="5181600"/>
              <a:ext cx="1981200" cy="762000"/>
            </a:xfrm>
            <a:custGeom>
              <a:rect b="b" l="l" r="r" t="t"/>
              <a:pathLst>
                <a:path extrusionOk="0" h="762000" w="1981200">
                  <a:moveTo>
                    <a:pt x="0" y="127000"/>
                  </a:moveTo>
                  <a:lnTo>
                    <a:pt x="9985" y="77581"/>
                  </a:lnTo>
                  <a:lnTo>
                    <a:pt x="37210" y="37211"/>
                  </a:lnTo>
                  <a:lnTo>
                    <a:pt x="77581" y="9985"/>
                  </a:lnTo>
                  <a:lnTo>
                    <a:pt x="127000" y="0"/>
                  </a:lnTo>
                  <a:lnTo>
                    <a:pt x="1854200" y="0"/>
                  </a:lnTo>
                  <a:lnTo>
                    <a:pt x="1903618" y="9985"/>
                  </a:lnTo>
                  <a:lnTo>
                    <a:pt x="1943989" y="37211"/>
                  </a:lnTo>
                  <a:lnTo>
                    <a:pt x="1971214" y="77581"/>
                  </a:lnTo>
                  <a:lnTo>
                    <a:pt x="1981200" y="127000"/>
                  </a:lnTo>
                  <a:lnTo>
                    <a:pt x="1981200" y="635000"/>
                  </a:lnTo>
                  <a:lnTo>
                    <a:pt x="1971214" y="684434"/>
                  </a:lnTo>
                  <a:lnTo>
                    <a:pt x="1943989" y="724803"/>
                  </a:lnTo>
                  <a:lnTo>
                    <a:pt x="1903618" y="752019"/>
                  </a:lnTo>
                  <a:lnTo>
                    <a:pt x="1854200" y="762000"/>
                  </a:lnTo>
                  <a:lnTo>
                    <a:pt x="127000" y="762000"/>
                  </a:lnTo>
                  <a:lnTo>
                    <a:pt x="77581" y="752019"/>
                  </a:lnTo>
                  <a:lnTo>
                    <a:pt x="37210" y="724803"/>
                  </a:lnTo>
                  <a:lnTo>
                    <a:pt x="9985" y="684434"/>
                  </a:lnTo>
                  <a:lnTo>
                    <a:pt x="0" y="635000"/>
                  </a:lnTo>
                  <a:lnTo>
                    <a:pt x="0" y="127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7" name="Google Shape;707;p46"/>
          <p:cNvSpPr txBox="1"/>
          <p:nvPr/>
        </p:nvSpPr>
        <p:spPr>
          <a:xfrm>
            <a:off x="8762349" y="5745038"/>
            <a:ext cx="1546087" cy="660955"/>
          </a:xfrm>
          <a:prstGeom prst="rect">
            <a:avLst/>
          </a:prstGeom>
          <a:noFill/>
          <a:ln>
            <a:noFill/>
          </a:ln>
        </p:spPr>
        <p:txBody>
          <a:bodyPr anchorCtr="0" anchor="t" bIns="0" lIns="0" spcFirstLastPara="1" rIns="0" wrap="square" tIns="14475">
            <a:spAutoFit/>
          </a:bodyPr>
          <a:lstStyle/>
          <a:p>
            <a:pPr indent="0" lvl="0" marL="2172" marR="0" rtl="0" algn="ctr">
              <a:spcBef>
                <a:spcPts val="0"/>
              </a:spcBef>
              <a:spcAft>
                <a:spcPts val="0"/>
              </a:spcAft>
              <a:buNone/>
            </a:pPr>
            <a:r>
              <a:rPr b="1" i="1" lang="en-US" sz="2100">
                <a:solidFill>
                  <a:srgbClr val="40458B"/>
                </a:solidFill>
                <a:latin typeface="Arial"/>
                <a:ea typeface="Arial"/>
                <a:cs typeface="Arial"/>
                <a:sym typeface="Arial"/>
              </a:rPr>
              <a:t>Corps de</a:t>
            </a:r>
            <a:endParaRPr sz="2100">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1" i="1" lang="en-US" sz="2100">
                <a:solidFill>
                  <a:srgbClr val="40458B"/>
                </a:solidFill>
                <a:latin typeface="Arial"/>
                <a:ea typeface="Arial"/>
                <a:cs typeface="Arial"/>
                <a:sym typeface="Arial"/>
              </a:rPr>
              <a:t>l’algorithme</a:t>
            </a:r>
            <a:endParaRPr sz="2100">
              <a:solidFill>
                <a:schemeClr val="dk1"/>
              </a:solidFill>
              <a:latin typeface="Arial"/>
              <a:ea typeface="Arial"/>
              <a:cs typeface="Arial"/>
              <a:sym typeface="Arial"/>
            </a:endParaRPr>
          </a:p>
        </p:txBody>
      </p:sp>
      <p:grpSp>
        <p:nvGrpSpPr>
          <p:cNvPr id="708" name="Google Shape;708;p46"/>
          <p:cNvGrpSpPr/>
          <p:nvPr/>
        </p:nvGrpSpPr>
        <p:grpSpPr>
          <a:xfrm>
            <a:off x="4099137" y="1583506"/>
            <a:ext cx="3743133" cy="5217484"/>
            <a:chOff x="3505200" y="1437132"/>
            <a:chExt cx="3200779" cy="4735195"/>
          </a:xfrm>
        </p:grpSpPr>
        <p:sp>
          <p:nvSpPr>
            <p:cNvPr id="709" name="Google Shape;709;p46"/>
            <p:cNvSpPr/>
            <p:nvPr/>
          </p:nvSpPr>
          <p:spPr>
            <a:xfrm>
              <a:off x="6292595" y="1437132"/>
              <a:ext cx="413384" cy="4735195"/>
            </a:xfrm>
            <a:custGeom>
              <a:rect b="b" l="l" r="r" t="t"/>
              <a:pathLst>
                <a:path extrusionOk="0" h="4735195" w="413384">
                  <a:moveTo>
                    <a:pt x="32003" y="0"/>
                  </a:moveTo>
                  <a:lnTo>
                    <a:pt x="76491" y="4768"/>
                  </a:lnTo>
                  <a:lnTo>
                    <a:pt x="112823" y="17764"/>
                  </a:lnTo>
                  <a:lnTo>
                    <a:pt x="137320" y="37022"/>
                  </a:lnTo>
                  <a:lnTo>
                    <a:pt x="146303" y="60578"/>
                  </a:lnTo>
                  <a:lnTo>
                    <a:pt x="146303" y="302894"/>
                  </a:lnTo>
                  <a:lnTo>
                    <a:pt x="155287" y="326451"/>
                  </a:lnTo>
                  <a:lnTo>
                    <a:pt x="179784" y="345709"/>
                  </a:lnTo>
                  <a:lnTo>
                    <a:pt x="216116" y="358705"/>
                  </a:lnTo>
                  <a:lnTo>
                    <a:pt x="260603" y="363473"/>
                  </a:lnTo>
                  <a:lnTo>
                    <a:pt x="216116" y="368242"/>
                  </a:lnTo>
                  <a:lnTo>
                    <a:pt x="179784" y="381238"/>
                  </a:lnTo>
                  <a:lnTo>
                    <a:pt x="155287" y="400496"/>
                  </a:lnTo>
                  <a:lnTo>
                    <a:pt x="146303" y="424052"/>
                  </a:lnTo>
                  <a:lnTo>
                    <a:pt x="146303" y="666368"/>
                  </a:lnTo>
                  <a:lnTo>
                    <a:pt x="137320" y="689925"/>
                  </a:lnTo>
                  <a:lnTo>
                    <a:pt x="112823" y="709183"/>
                  </a:lnTo>
                  <a:lnTo>
                    <a:pt x="76491" y="722179"/>
                  </a:lnTo>
                  <a:lnTo>
                    <a:pt x="32003" y="726947"/>
                  </a:lnTo>
                </a:path>
                <a:path extrusionOk="0" h="4735195" w="413384">
                  <a:moveTo>
                    <a:pt x="0" y="1382267"/>
                  </a:moveTo>
                  <a:lnTo>
                    <a:pt x="47348" y="1388036"/>
                  </a:lnTo>
                  <a:lnTo>
                    <a:pt x="90813" y="1404468"/>
                  </a:lnTo>
                  <a:lnTo>
                    <a:pt x="129155" y="1430254"/>
                  </a:lnTo>
                  <a:lnTo>
                    <a:pt x="161135" y="1464081"/>
                  </a:lnTo>
                  <a:lnTo>
                    <a:pt x="185512" y="1504639"/>
                  </a:lnTo>
                  <a:lnTo>
                    <a:pt x="201048" y="1550618"/>
                  </a:lnTo>
                  <a:lnTo>
                    <a:pt x="206501" y="1600707"/>
                  </a:lnTo>
                  <a:lnTo>
                    <a:pt x="206501" y="1811527"/>
                  </a:lnTo>
                  <a:lnTo>
                    <a:pt x="211955" y="1861617"/>
                  </a:lnTo>
                  <a:lnTo>
                    <a:pt x="227491" y="1907596"/>
                  </a:lnTo>
                  <a:lnTo>
                    <a:pt x="251868" y="1948154"/>
                  </a:lnTo>
                  <a:lnTo>
                    <a:pt x="283848" y="1981981"/>
                  </a:lnTo>
                  <a:lnTo>
                    <a:pt x="322190" y="2007767"/>
                  </a:lnTo>
                  <a:lnTo>
                    <a:pt x="365655" y="2024199"/>
                  </a:lnTo>
                  <a:lnTo>
                    <a:pt x="413003" y="2029967"/>
                  </a:lnTo>
                  <a:lnTo>
                    <a:pt x="365655" y="2035736"/>
                  </a:lnTo>
                  <a:lnTo>
                    <a:pt x="322190" y="2052168"/>
                  </a:lnTo>
                  <a:lnTo>
                    <a:pt x="283848" y="2077954"/>
                  </a:lnTo>
                  <a:lnTo>
                    <a:pt x="251868" y="2111781"/>
                  </a:lnTo>
                  <a:lnTo>
                    <a:pt x="227491" y="2152339"/>
                  </a:lnTo>
                  <a:lnTo>
                    <a:pt x="211955" y="2198318"/>
                  </a:lnTo>
                  <a:lnTo>
                    <a:pt x="206501" y="2248407"/>
                  </a:lnTo>
                  <a:lnTo>
                    <a:pt x="206501" y="2459228"/>
                  </a:lnTo>
                  <a:lnTo>
                    <a:pt x="201048" y="2509317"/>
                  </a:lnTo>
                  <a:lnTo>
                    <a:pt x="185512" y="2555296"/>
                  </a:lnTo>
                  <a:lnTo>
                    <a:pt x="161135" y="2595854"/>
                  </a:lnTo>
                  <a:lnTo>
                    <a:pt x="129155" y="2629681"/>
                  </a:lnTo>
                  <a:lnTo>
                    <a:pt x="90813" y="2655467"/>
                  </a:lnTo>
                  <a:lnTo>
                    <a:pt x="47348" y="2671899"/>
                  </a:lnTo>
                  <a:lnTo>
                    <a:pt x="0" y="2677667"/>
                  </a:lnTo>
                </a:path>
                <a:path extrusionOk="0" h="4735195" w="413384">
                  <a:moveTo>
                    <a:pt x="32003" y="2906267"/>
                  </a:moveTo>
                  <a:lnTo>
                    <a:pt x="70380" y="2912031"/>
                  </a:lnTo>
                  <a:lnTo>
                    <a:pt x="106132" y="2928560"/>
                  </a:lnTo>
                  <a:lnTo>
                    <a:pt x="138490" y="2954716"/>
                  </a:lnTo>
                  <a:lnTo>
                    <a:pt x="166687" y="2989357"/>
                  </a:lnTo>
                  <a:lnTo>
                    <a:pt x="189955" y="3031345"/>
                  </a:lnTo>
                  <a:lnTo>
                    <a:pt x="207525" y="3079539"/>
                  </a:lnTo>
                  <a:lnTo>
                    <a:pt x="218631" y="3132799"/>
                  </a:lnTo>
                  <a:lnTo>
                    <a:pt x="222503" y="3189985"/>
                  </a:lnTo>
                  <a:lnTo>
                    <a:pt x="222503" y="3537584"/>
                  </a:lnTo>
                  <a:lnTo>
                    <a:pt x="226376" y="3594771"/>
                  </a:lnTo>
                  <a:lnTo>
                    <a:pt x="237482" y="3648031"/>
                  </a:lnTo>
                  <a:lnTo>
                    <a:pt x="255052" y="3696225"/>
                  </a:lnTo>
                  <a:lnTo>
                    <a:pt x="278320" y="3738213"/>
                  </a:lnTo>
                  <a:lnTo>
                    <a:pt x="306517" y="3772854"/>
                  </a:lnTo>
                  <a:lnTo>
                    <a:pt x="338875" y="3799010"/>
                  </a:lnTo>
                  <a:lnTo>
                    <a:pt x="374627" y="3815539"/>
                  </a:lnTo>
                  <a:lnTo>
                    <a:pt x="413003" y="3821303"/>
                  </a:lnTo>
                  <a:lnTo>
                    <a:pt x="374627" y="3827071"/>
                  </a:lnTo>
                  <a:lnTo>
                    <a:pt x="338875" y="3843613"/>
                  </a:lnTo>
                  <a:lnTo>
                    <a:pt x="306517" y="3869784"/>
                  </a:lnTo>
                  <a:lnTo>
                    <a:pt x="278320" y="3904440"/>
                  </a:lnTo>
                  <a:lnTo>
                    <a:pt x="255052" y="3946436"/>
                  </a:lnTo>
                  <a:lnTo>
                    <a:pt x="237482" y="3994628"/>
                  </a:lnTo>
                  <a:lnTo>
                    <a:pt x="226376" y="4047871"/>
                  </a:lnTo>
                  <a:lnTo>
                    <a:pt x="222503" y="4105020"/>
                  </a:lnTo>
                  <a:lnTo>
                    <a:pt x="222503" y="4451350"/>
                  </a:lnTo>
                  <a:lnTo>
                    <a:pt x="218631" y="4508528"/>
                  </a:lnTo>
                  <a:lnTo>
                    <a:pt x="207525" y="4561785"/>
                  </a:lnTo>
                  <a:lnTo>
                    <a:pt x="189955" y="4609979"/>
                  </a:lnTo>
                  <a:lnTo>
                    <a:pt x="166687" y="4651968"/>
                  </a:lnTo>
                  <a:lnTo>
                    <a:pt x="138490" y="4686613"/>
                  </a:lnTo>
                  <a:lnTo>
                    <a:pt x="106132" y="4712771"/>
                  </a:lnTo>
                  <a:lnTo>
                    <a:pt x="70380" y="4729303"/>
                  </a:lnTo>
                  <a:lnTo>
                    <a:pt x="32003" y="4735068"/>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46"/>
            <p:cNvSpPr/>
            <p:nvPr/>
          </p:nvSpPr>
          <p:spPr>
            <a:xfrm>
              <a:off x="3505200" y="5069078"/>
              <a:ext cx="303530" cy="862330"/>
            </a:xfrm>
            <a:custGeom>
              <a:rect b="b" l="l" r="r" t="t"/>
              <a:pathLst>
                <a:path extrusionOk="0" h="862329" w="303529">
                  <a:moveTo>
                    <a:pt x="76200" y="811022"/>
                  </a:moveTo>
                  <a:lnTo>
                    <a:pt x="0" y="836422"/>
                  </a:lnTo>
                  <a:lnTo>
                    <a:pt x="76200" y="861822"/>
                  </a:lnTo>
                  <a:lnTo>
                    <a:pt x="76200" y="842772"/>
                  </a:lnTo>
                  <a:lnTo>
                    <a:pt x="63500" y="842772"/>
                  </a:lnTo>
                  <a:lnTo>
                    <a:pt x="63500" y="830072"/>
                  </a:lnTo>
                  <a:lnTo>
                    <a:pt x="76200" y="830072"/>
                  </a:lnTo>
                  <a:lnTo>
                    <a:pt x="76200" y="811022"/>
                  </a:lnTo>
                  <a:close/>
                </a:path>
                <a:path extrusionOk="0" h="862329" w="303529">
                  <a:moveTo>
                    <a:pt x="76200" y="830072"/>
                  </a:moveTo>
                  <a:lnTo>
                    <a:pt x="63500" y="830072"/>
                  </a:lnTo>
                  <a:lnTo>
                    <a:pt x="63500" y="842772"/>
                  </a:lnTo>
                  <a:lnTo>
                    <a:pt x="76200" y="842772"/>
                  </a:lnTo>
                  <a:lnTo>
                    <a:pt x="76200" y="830072"/>
                  </a:lnTo>
                  <a:close/>
                </a:path>
                <a:path extrusionOk="0" h="862329" w="303529">
                  <a:moveTo>
                    <a:pt x="191070" y="830072"/>
                  </a:moveTo>
                  <a:lnTo>
                    <a:pt x="76200" y="830072"/>
                  </a:lnTo>
                  <a:lnTo>
                    <a:pt x="76200" y="842772"/>
                  </a:lnTo>
                  <a:lnTo>
                    <a:pt x="202564" y="842772"/>
                  </a:lnTo>
                  <a:lnTo>
                    <a:pt x="203262" y="835787"/>
                  </a:lnTo>
                  <a:lnTo>
                    <a:pt x="190500" y="835787"/>
                  </a:lnTo>
                  <a:lnTo>
                    <a:pt x="191070" y="830072"/>
                  </a:lnTo>
                  <a:close/>
                </a:path>
                <a:path extrusionOk="0" h="862329" w="303529">
                  <a:moveTo>
                    <a:pt x="269126" y="48661"/>
                  </a:moveTo>
                  <a:lnTo>
                    <a:pt x="190500" y="835787"/>
                  </a:lnTo>
                  <a:lnTo>
                    <a:pt x="196850" y="830072"/>
                  </a:lnTo>
                  <a:lnTo>
                    <a:pt x="203832" y="830072"/>
                  </a:lnTo>
                  <a:lnTo>
                    <a:pt x="281627" y="50546"/>
                  </a:lnTo>
                  <a:lnTo>
                    <a:pt x="275209" y="50546"/>
                  </a:lnTo>
                  <a:lnTo>
                    <a:pt x="269126" y="48661"/>
                  </a:lnTo>
                  <a:close/>
                </a:path>
                <a:path extrusionOk="0" h="862329" w="303529">
                  <a:moveTo>
                    <a:pt x="203832" y="830072"/>
                  </a:moveTo>
                  <a:lnTo>
                    <a:pt x="196850" y="830072"/>
                  </a:lnTo>
                  <a:lnTo>
                    <a:pt x="190500" y="835787"/>
                  </a:lnTo>
                  <a:lnTo>
                    <a:pt x="203262" y="835787"/>
                  </a:lnTo>
                  <a:lnTo>
                    <a:pt x="203832" y="830072"/>
                  </a:lnTo>
                  <a:close/>
                </a:path>
                <a:path extrusionOk="0" h="862329" w="303529">
                  <a:moveTo>
                    <a:pt x="271525" y="24638"/>
                  </a:moveTo>
                  <a:lnTo>
                    <a:pt x="269126" y="48661"/>
                  </a:lnTo>
                  <a:lnTo>
                    <a:pt x="275209" y="50546"/>
                  </a:lnTo>
                  <a:lnTo>
                    <a:pt x="281696" y="49853"/>
                  </a:lnTo>
                  <a:lnTo>
                    <a:pt x="284099" y="25781"/>
                  </a:lnTo>
                  <a:lnTo>
                    <a:pt x="271525" y="24638"/>
                  </a:lnTo>
                  <a:close/>
                </a:path>
                <a:path extrusionOk="0" h="862329" w="303529">
                  <a:moveTo>
                    <a:pt x="281696" y="49853"/>
                  </a:moveTo>
                  <a:lnTo>
                    <a:pt x="275209" y="50546"/>
                  </a:lnTo>
                  <a:lnTo>
                    <a:pt x="281627" y="50546"/>
                  </a:lnTo>
                  <a:lnTo>
                    <a:pt x="281696" y="49853"/>
                  </a:lnTo>
                  <a:close/>
                </a:path>
                <a:path extrusionOk="0" h="862329" w="303529">
                  <a:moveTo>
                    <a:pt x="302719" y="24638"/>
                  </a:moveTo>
                  <a:lnTo>
                    <a:pt x="271525" y="24638"/>
                  </a:lnTo>
                  <a:lnTo>
                    <a:pt x="284099" y="25781"/>
                  </a:lnTo>
                  <a:lnTo>
                    <a:pt x="281696" y="49853"/>
                  </a:lnTo>
                  <a:lnTo>
                    <a:pt x="285251" y="49474"/>
                  </a:lnTo>
                  <a:lnTo>
                    <a:pt x="293830" y="44831"/>
                  </a:lnTo>
                  <a:lnTo>
                    <a:pt x="300051" y="37330"/>
                  </a:lnTo>
                  <a:lnTo>
                    <a:pt x="303022" y="27686"/>
                  </a:lnTo>
                  <a:lnTo>
                    <a:pt x="302719" y="24638"/>
                  </a:lnTo>
                  <a:close/>
                </a:path>
                <a:path extrusionOk="0" h="862329" w="303529">
                  <a:moveTo>
                    <a:pt x="280288" y="0"/>
                  </a:moveTo>
                  <a:lnTo>
                    <a:pt x="270246" y="998"/>
                  </a:lnTo>
                  <a:lnTo>
                    <a:pt x="261667" y="5603"/>
                  </a:lnTo>
                  <a:lnTo>
                    <a:pt x="255446" y="13090"/>
                  </a:lnTo>
                  <a:lnTo>
                    <a:pt x="252475" y="22733"/>
                  </a:lnTo>
                  <a:lnTo>
                    <a:pt x="253491" y="32775"/>
                  </a:lnTo>
                  <a:lnTo>
                    <a:pt x="258127" y="41354"/>
                  </a:lnTo>
                  <a:lnTo>
                    <a:pt x="265620" y="47575"/>
                  </a:lnTo>
                  <a:lnTo>
                    <a:pt x="269126" y="48661"/>
                  </a:lnTo>
                  <a:lnTo>
                    <a:pt x="271525" y="24638"/>
                  </a:lnTo>
                  <a:lnTo>
                    <a:pt x="302719" y="24638"/>
                  </a:lnTo>
                  <a:lnTo>
                    <a:pt x="302023" y="17645"/>
                  </a:lnTo>
                  <a:lnTo>
                    <a:pt x="297418" y="9080"/>
                  </a:lnTo>
                  <a:lnTo>
                    <a:pt x="289931" y="2897"/>
                  </a:lnTo>
                  <a:lnTo>
                    <a:pt x="28028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1" name="Google Shape;711;p46"/>
          <p:cNvSpPr txBox="1"/>
          <p:nvPr/>
        </p:nvSpPr>
        <p:spPr>
          <a:xfrm>
            <a:off x="2260910" y="6412389"/>
            <a:ext cx="1554999" cy="660955"/>
          </a:xfrm>
          <a:prstGeom prst="rect">
            <a:avLst/>
          </a:prstGeom>
          <a:noFill/>
          <a:ln>
            <a:noFill/>
          </a:ln>
        </p:spPr>
        <p:txBody>
          <a:bodyPr anchorCtr="0" anchor="t" bIns="0" lIns="0" spcFirstLastPara="1" rIns="0" wrap="square" tIns="14475">
            <a:spAutoFit/>
          </a:bodyPr>
          <a:lstStyle/>
          <a:p>
            <a:pPr indent="432319" lvl="0" marL="0" marR="5793" rtl="0" algn="l">
              <a:spcBef>
                <a:spcPts val="0"/>
              </a:spcBef>
              <a:spcAft>
                <a:spcPts val="0"/>
              </a:spcAft>
              <a:buNone/>
            </a:pPr>
            <a:r>
              <a:rPr i="1" lang="en-US" sz="2100">
                <a:solidFill>
                  <a:srgbClr val="A40020"/>
                </a:solidFill>
                <a:latin typeface="Arial"/>
                <a:ea typeface="Arial"/>
                <a:cs typeface="Arial"/>
                <a:sym typeface="Arial"/>
              </a:rPr>
              <a:t>Ligne  commentaire</a:t>
            </a:r>
            <a:endParaRPr sz="2100">
              <a:solidFill>
                <a:schemeClr val="dk1"/>
              </a:solidFill>
              <a:latin typeface="Arial"/>
              <a:ea typeface="Arial"/>
              <a:cs typeface="Arial"/>
              <a:sym typeface="Arial"/>
            </a:endParaRPr>
          </a:p>
        </p:txBody>
      </p:sp>
      <p:sp>
        <p:nvSpPr>
          <p:cNvPr id="712" name="Google Shape;712;p46"/>
          <p:cNvSpPr/>
          <p:nvPr/>
        </p:nvSpPr>
        <p:spPr>
          <a:xfrm>
            <a:off x="1158452" y="3106561"/>
            <a:ext cx="6148705" cy="4030133"/>
          </a:xfrm>
          <a:custGeom>
            <a:rect b="b" l="l" r="r" t="t"/>
            <a:pathLst>
              <a:path extrusionOk="0" h="3657600" w="5257800">
                <a:moveTo>
                  <a:pt x="0" y="1295400"/>
                </a:moveTo>
                <a:lnTo>
                  <a:pt x="5257800" y="1295400"/>
                </a:lnTo>
                <a:lnTo>
                  <a:pt x="5257800" y="0"/>
                </a:lnTo>
                <a:lnTo>
                  <a:pt x="0" y="0"/>
                </a:lnTo>
                <a:lnTo>
                  <a:pt x="0" y="1295400"/>
                </a:lnTo>
                <a:close/>
              </a:path>
              <a:path extrusionOk="0" h="3657600" w="5257800">
                <a:moveTo>
                  <a:pt x="0" y="3657600"/>
                </a:moveTo>
                <a:lnTo>
                  <a:pt x="5257800" y="3657600"/>
                </a:lnTo>
                <a:lnTo>
                  <a:pt x="5257800" y="1371600"/>
                </a:lnTo>
                <a:lnTo>
                  <a:pt x="0" y="1371600"/>
                </a:lnTo>
                <a:lnTo>
                  <a:pt x="0" y="3657600"/>
                </a:lnTo>
                <a:close/>
              </a:path>
            </a:pathLst>
          </a:custGeom>
          <a:noFill/>
          <a:ln cap="flat" cmpd="sng" w="9525">
            <a:solidFill>
              <a:srgbClr val="40458B"/>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46"/>
          <p:cNvSpPr txBox="1"/>
          <p:nvPr>
            <p:ph idx="12" type="sldNum"/>
          </p:nvPr>
        </p:nvSpPr>
        <p:spPr>
          <a:xfrm>
            <a:off x="9174362" y="6813294"/>
            <a:ext cx="388211" cy="215410"/>
          </a:xfrm>
          <a:prstGeom prst="rect">
            <a:avLst/>
          </a:prstGeom>
          <a:noFill/>
          <a:ln>
            <a:noFill/>
          </a:ln>
        </p:spPr>
        <p:txBody>
          <a:bodyPr anchorCtr="0" anchor="t" bIns="0" lIns="0" spcFirstLastPara="1" rIns="0" wrap="square" tIns="15200">
            <a:spAutoFit/>
          </a:bodyPr>
          <a:lstStyle/>
          <a:p>
            <a:pPr indent="0" lvl="0" marL="105725" rtl="0" algn="l">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47"/>
          <p:cNvSpPr txBox="1"/>
          <p:nvPr>
            <p:ph type="title"/>
          </p:nvPr>
        </p:nvSpPr>
        <p:spPr>
          <a:xfrm>
            <a:off x="2679700" y="730250"/>
            <a:ext cx="4097650"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Partie déclarative</a:t>
            </a:r>
            <a:endParaRPr/>
          </a:p>
        </p:txBody>
      </p:sp>
      <p:sp>
        <p:nvSpPr>
          <p:cNvPr id="719" name="Google Shape;719;p47"/>
          <p:cNvSpPr txBox="1"/>
          <p:nvPr>
            <p:ph idx="1" type="body"/>
          </p:nvPr>
        </p:nvSpPr>
        <p:spPr>
          <a:xfrm>
            <a:off x="165100" y="1844039"/>
            <a:ext cx="10058400" cy="2371579"/>
          </a:xfrm>
          <a:prstGeom prst="rect">
            <a:avLst/>
          </a:prstGeom>
          <a:noFill/>
          <a:ln>
            <a:noFill/>
          </a:ln>
        </p:spPr>
        <p:txBody>
          <a:bodyPr anchorCtr="0" anchor="t" bIns="0" lIns="0" spcFirstLastPara="1" rIns="0" wrap="square" tIns="270900">
            <a:spAutoFit/>
          </a:bodyPr>
          <a:lstStyle/>
          <a:p>
            <a:pPr indent="-342900" lvl="0" marL="1385682" marR="5793" rtl="0" algn="l">
              <a:lnSpc>
                <a:spcPct val="136833"/>
              </a:lnSpc>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Avant d'utiliser n'importe quel objet algorithmique, il  faut le </a:t>
            </a:r>
            <a:r>
              <a:rPr b="1" lang="en-US" sz="2400">
                <a:solidFill>
                  <a:srgbClr val="FF0000"/>
                </a:solidFill>
                <a:latin typeface="Times New Roman"/>
                <a:ea typeface="Times New Roman"/>
                <a:cs typeface="Times New Roman"/>
                <a:sym typeface="Times New Roman"/>
              </a:rPr>
              <a:t>déclarer</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au niveau de la partie déclarative de  l'algorithme.</a:t>
            </a:r>
            <a:endParaRPr sz="2400">
              <a:latin typeface="Times New Roman"/>
              <a:ea typeface="Times New Roman"/>
              <a:cs typeface="Times New Roman"/>
              <a:sym typeface="Times New Roman"/>
            </a:endParaRPr>
          </a:p>
          <a:p>
            <a:pPr indent="0" lvl="0" marL="1042782" marR="5793" rtl="0" algn="l">
              <a:lnSpc>
                <a:spcPct val="136833"/>
              </a:lnSpc>
              <a:spcBef>
                <a:spcPts val="222"/>
              </a:spcBef>
              <a:spcAft>
                <a:spcPts val="0"/>
              </a:spcAft>
              <a:buNone/>
            </a:pPr>
            <a:r>
              <a:t/>
            </a:r>
            <a:endParaRPr sz="2400">
              <a:latin typeface="Times New Roman"/>
              <a:ea typeface="Times New Roman"/>
              <a:cs typeface="Times New Roman"/>
              <a:sym typeface="Times New Roman"/>
            </a:endParaRPr>
          </a:p>
          <a:p>
            <a:pPr indent="-342900" lvl="0" marL="1385682" marR="438113" rtl="0" algn="l">
              <a:spcBef>
                <a:spcPts val="547"/>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Ces objets peuvent être de deux natures à savoir :  constante ou variable.</a:t>
            </a:r>
            <a:endParaRPr/>
          </a:p>
        </p:txBody>
      </p:sp>
      <p:sp>
        <p:nvSpPr>
          <p:cNvPr id="720" name="Google Shape;720;p47"/>
          <p:cNvSpPr txBox="1"/>
          <p:nvPr>
            <p:ph idx="12" type="sldNum"/>
          </p:nvPr>
        </p:nvSpPr>
        <p:spPr>
          <a:xfrm>
            <a:off x="9174362" y="6813294"/>
            <a:ext cx="515738" cy="215410"/>
          </a:xfrm>
          <a:prstGeom prst="rect">
            <a:avLst/>
          </a:prstGeom>
          <a:noFill/>
          <a:ln>
            <a:noFill/>
          </a:ln>
        </p:spPr>
        <p:txBody>
          <a:bodyPr anchorCtr="0" anchor="t" bIns="0" lIns="0" spcFirstLastPara="1" rIns="0" wrap="square" tIns="15200">
            <a:spAutoFit/>
          </a:bodyPr>
          <a:lstStyle/>
          <a:p>
            <a:pPr indent="0" lvl="0" marL="105725" rtl="0" algn="l">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48"/>
          <p:cNvSpPr txBox="1"/>
          <p:nvPr>
            <p:ph type="title"/>
          </p:nvPr>
        </p:nvSpPr>
        <p:spPr>
          <a:xfrm>
            <a:off x="1807650" y="882650"/>
            <a:ext cx="5960085"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Définition des constantes</a:t>
            </a:r>
            <a:endParaRPr/>
          </a:p>
        </p:txBody>
      </p:sp>
      <p:sp>
        <p:nvSpPr>
          <p:cNvPr id="726" name="Google Shape;726;p48"/>
          <p:cNvSpPr txBox="1"/>
          <p:nvPr/>
        </p:nvSpPr>
        <p:spPr>
          <a:xfrm>
            <a:off x="980228" y="4953705"/>
            <a:ext cx="3564467" cy="1014013"/>
          </a:xfrm>
          <a:prstGeom prst="rect">
            <a:avLst/>
          </a:prstGeom>
          <a:noFill/>
          <a:ln cap="flat" cmpd="sng" w="9525">
            <a:solidFill>
              <a:srgbClr val="40458B"/>
            </a:solidFill>
            <a:prstDash val="solid"/>
            <a:round/>
            <a:headEnd len="sm" w="sm" type="none"/>
            <a:tailEnd len="sm" w="sm" type="none"/>
          </a:ln>
        </p:spPr>
        <p:txBody>
          <a:bodyPr anchorCtr="0" anchor="t" bIns="0" lIns="0" spcFirstLastPara="1" rIns="0" wrap="square" tIns="16650">
            <a:spAutoFit/>
          </a:bodyPr>
          <a:lstStyle/>
          <a:p>
            <a:pPr indent="0" lvl="0" marL="625669" marR="655359" rtl="0" algn="l">
              <a:lnSpc>
                <a:spcPct val="120000"/>
              </a:lnSpc>
              <a:spcBef>
                <a:spcPts val="0"/>
              </a:spcBef>
              <a:spcAft>
                <a:spcPts val="0"/>
              </a:spcAft>
              <a:buNone/>
            </a:pPr>
            <a:r>
              <a:rPr lang="en-US" sz="2700">
                <a:solidFill>
                  <a:srgbClr val="40458B"/>
                </a:solidFill>
                <a:latin typeface="Tahoma"/>
                <a:ea typeface="Tahoma"/>
                <a:cs typeface="Tahoma"/>
                <a:sym typeface="Tahoma"/>
              </a:rPr>
              <a:t>a (Entier) = 5  b (Réel) = 2.5</a:t>
            </a:r>
            <a:endParaRPr sz="2700">
              <a:solidFill>
                <a:schemeClr val="dk1"/>
              </a:solidFill>
              <a:latin typeface="Tahoma"/>
              <a:ea typeface="Tahoma"/>
              <a:cs typeface="Tahoma"/>
              <a:sym typeface="Tahoma"/>
            </a:endParaRPr>
          </a:p>
        </p:txBody>
      </p:sp>
      <p:grpSp>
        <p:nvGrpSpPr>
          <p:cNvPr id="727" name="Google Shape;727;p48"/>
          <p:cNvGrpSpPr/>
          <p:nvPr/>
        </p:nvGrpSpPr>
        <p:grpSpPr>
          <a:xfrm>
            <a:off x="1782233" y="2350910"/>
            <a:ext cx="7521025" cy="1041118"/>
            <a:chOff x="1524000" y="2133599"/>
            <a:chExt cx="6431280" cy="944880"/>
          </a:xfrm>
        </p:grpSpPr>
        <p:pic>
          <p:nvPicPr>
            <p:cNvPr id="728" name="Google Shape;728;p48"/>
            <p:cNvPicPr preferRelativeResize="0"/>
            <p:nvPr/>
          </p:nvPicPr>
          <p:blipFill rotWithShape="1">
            <a:blip r:embed="rId3">
              <a:alphaModFix/>
            </a:blip>
            <a:srcRect b="0" l="0" r="0" t="0"/>
            <a:stretch/>
          </p:blipFill>
          <p:spPr>
            <a:xfrm>
              <a:off x="1545336" y="2154935"/>
              <a:ext cx="6409944" cy="923544"/>
            </a:xfrm>
            <a:prstGeom prst="rect">
              <a:avLst/>
            </a:prstGeom>
            <a:noFill/>
            <a:ln>
              <a:noFill/>
            </a:ln>
          </p:spPr>
        </p:pic>
        <p:sp>
          <p:nvSpPr>
            <p:cNvPr id="729" name="Google Shape;729;p48"/>
            <p:cNvSpPr/>
            <p:nvPr/>
          </p:nvSpPr>
          <p:spPr>
            <a:xfrm>
              <a:off x="1524000" y="2133599"/>
              <a:ext cx="6400800" cy="914400"/>
            </a:xfrm>
            <a:custGeom>
              <a:rect b="b" l="l" r="r" t="t"/>
              <a:pathLst>
                <a:path extrusionOk="0" h="914400" w="6400800">
                  <a:moveTo>
                    <a:pt x="6248400" y="0"/>
                  </a:moveTo>
                  <a:lnTo>
                    <a:pt x="152400" y="0"/>
                  </a:lnTo>
                  <a:lnTo>
                    <a:pt x="104217" y="7766"/>
                  </a:lnTo>
                  <a:lnTo>
                    <a:pt x="62380" y="29394"/>
                  </a:lnTo>
                  <a:lnTo>
                    <a:pt x="29394" y="62380"/>
                  </a:lnTo>
                  <a:lnTo>
                    <a:pt x="7766" y="104217"/>
                  </a:lnTo>
                  <a:lnTo>
                    <a:pt x="0" y="152400"/>
                  </a:lnTo>
                  <a:lnTo>
                    <a:pt x="0" y="762000"/>
                  </a:lnTo>
                  <a:lnTo>
                    <a:pt x="7766" y="810182"/>
                  </a:lnTo>
                  <a:lnTo>
                    <a:pt x="29394" y="852019"/>
                  </a:lnTo>
                  <a:lnTo>
                    <a:pt x="62380" y="885005"/>
                  </a:lnTo>
                  <a:lnTo>
                    <a:pt x="104217" y="906633"/>
                  </a:lnTo>
                  <a:lnTo>
                    <a:pt x="152400" y="914400"/>
                  </a:lnTo>
                  <a:lnTo>
                    <a:pt x="6248400" y="914400"/>
                  </a:lnTo>
                  <a:lnTo>
                    <a:pt x="6296582" y="906633"/>
                  </a:lnTo>
                  <a:lnTo>
                    <a:pt x="6338419" y="885005"/>
                  </a:lnTo>
                  <a:lnTo>
                    <a:pt x="6371405" y="852019"/>
                  </a:lnTo>
                  <a:lnTo>
                    <a:pt x="6393033" y="810182"/>
                  </a:lnTo>
                  <a:lnTo>
                    <a:pt x="6400800" y="762000"/>
                  </a:lnTo>
                  <a:lnTo>
                    <a:pt x="6400800" y="152400"/>
                  </a:lnTo>
                  <a:lnTo>
                    <a:pt x="6393033" y="104217"/>
                  </a:lnTo>
                  <a:lnTo>
                    <a:pt x="6371405" y="62380"/>
                  </a:lnTo>
                  <a:lnTo>
                    <a:pt x="6338419" y="29394"/>
                  </a:lnTo>
                  <a:lnTo>
                    <a:pt x="6296582" y="7766"/>
                  </a:lnTo>
                  <a:lnTo>
                    <a:pt x="6248400" y="0"/>
                  </a:lnTo>
                  <a:close/>
                </a:path>
              </a:pathLst>
            </a:custGeom>
            <a:solidFill>
              <a:srgbClr val="F1F1F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48"/>
            <p:cNvSpPr/>
            <p:nvPr/>
          </p:nvSpPr>
          <p:spPr>
            <a:xfrm>
              <a:off x="1524000" y="2133599"/>
              <a:ext cx="6400800" cy="914400"/>
            </a:xfrm>
            <a:custGeom>
              <a:rect b="b" l="l" r="r" t="t"/>
              <a:pathLst>
                <a:path extrusionOk="0" h="914400" w="6400800">
                  <a:moveTo>
                    <a:pt x="0" y="152400"/>
                  </a:moveTo>
                  <a:lnTo>
                    <a:pt x="7766" y="104217"/>
                  </a:lnTo>
                  <a:lnTo>
                    <a:pt x="29394" y="62380"/>
                  </a:lnTo>
                  <a:lnTo>
                    <a:pt x="62380" y="29394"/>
                  </a:lnTo>
                  <a:lnTo>
                    <a:pt x="104217" y="7766"/>
                  </a:lnTo>
                  <a:lnTo>
                    <a:pt x="152400" y="0"/>
                  </a:lnTo>
                  <a:lnTo>
                    <a:pt x="6248400" y="0"/>
                  </a:lnTo>
                  <a:lnTo>
                    <a:pt x="6296582" y="7766"/>
                  </a:lnTo>
                  <a:lnTo>
                    <a:pt x="6338419" y="29394"/>
                  </a:lnTo>
                  <a:lnTo>
                    <a:pt x="6371405" y="62380"/>
                  </a:lnTo>
                  <a:lnTo>
                    <a:pt x="6393033" y="104217"/>
                  </a:lnTo>
                  <a:lnTo>
                    <a:pt x="6400800" y="152400"/>
                  </a:lnTo>
                  <a:lnTo>
                    <a:pt x="6400800" y="762000"/>
                  </a:lnTo>
                  <a:lnTo>
                    <a:pt x="6393033" y="810182"/>
                  </a:lnTo>
                  <a:lnTo>
                    <a:pt x="6371405" y="852019"/>
                  </a:lnTo>
                  <a:lnTo>
                    <a:pt x="6338419" y="885005"/>
                  </a:lnTo>
                  <a:lnTo>
                    <a:pt x="6296582" y="906633"/>
                  </a:lnTo>
                  <a:lnTo>
                    <a:pt x="6248400" y="914400"/>
                  </a:lnTo>
                  <a:lnTo>
                    <a:pt x="152400" y="914400"/>
                  </a:lnTo>
                  <a:lnTo>
                    <a:pt x="104217" y="906633"/>
                  </a:lnTo>
                  <a:lnTo>
                    <a:pt x="62380" y="885005"/>
                  </a:lnTo>
                  <a:lnTo>
                    <a:pt x="29394" y="852019"/>
                  </a:lnTo>
                  <a:lnTo>
                    <a:pt x="7766" y="810182"/>
                  </a:lnTo>
                  <a:lnTo>
                    <a:pt x="0" y="762000"/>
                  </a:lnTo>
                  <a:lnTo>
                    <a:pt x="0" y="152400"/>
                  </a:lnTo>
                  <a:close/>
                </a:path>
              </a:pathLst>
            </a:custGeom>
            <a:noFill/>
            <a:ln cap="flat" cmpd="sng" w="9525">
              <a:solidFill>
                <a:srgbClr val="000000"/>
              </a:solidFill>
              <a:prstDash val="dash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1" name="Google Shape;731;p48"/>
          <p:cNvSpPr txBox="1"/>
          <p:nvPr/>
        </p:nvSpPr>
        <p:spPr>
          <a:xfrm>
            <a:off x="2572654" y="2383883"/>
            <a:ext cx="4797178" cy="734232"/>
          </a:xfrm>
          <a:prstGeom prst="rect">
            <a:avLst/>
          </a:prstGeom>
          <a:noFill/>
          <a:ln>
            <a:noFill/>
          </a:ln>
        </p:spPr>
        <p:txBody>
          <a:bodyPr anchorCtr="0" anchor="t" bIns="0" lIns="0" spcFirstLastPara="1" rIns="0" wrap="square" tIns="15925">
            <a:spAutoFit/>
          </a:bodyPr>
          <a:lstStyle/>
          <a:p>
            <a:pPr indent="0" lvl="0" marL="14483" marR="0" rtl="0" algn="l">
              <a:lnSpc>
                <a:spcPct val="119250"/>
              </a:lnSpc>
              <a:spcBef>
                <a:spcPts val="0"/>
              </a:spcBef>
              <a:spcAft>
                <a:spcPts val="0"/>
              </a:spcAft>
              <a:buNone/>
            </a:pPr>
            <a:r>
              <a:rPr b="1" lang="en-US" sz="2400">
                <a:solidFill>
                  <a:srgbClr val="A40020"/>
                </a:solidFill>
                <a:latin typeface="Tahoma"/>
                <a:ea typeface="Tahoma"/>
                <a:cs typeface="Tahoma"/>
                <a:sym typeface="Tahoma"/>
              </a:rPr>
              <a:t>Const</a:t>
            </a:r>
            <a:endParaRPr sz="2400">
              <a:solidFill>
                <a:schemeClr val="dk1"/>
              </a:solidFill>
              <a:latin typeface="Tahoma"/>
              <a:ea typeface="Tahoma"/>
              <a:cs typeface="Tahoma"/>
              <a:sym typeface="Tahoma"/>
            </a:endParaRPr>
          </a:p>
          <a:p>
            <a:pPr indent="0" lvl="0" marL="337456" marR="0" rtl="0" algn="l">
              <a:lnSpc>
                <a:spcPct val="118521"/>
              </a:lnSpc>
              <a:spcBef>
                <a:spcPts val="0"/>
              </a:spcBef>
              <a:spcAft>
                <a:spcPts val="0"/>
              </a:spcAft>
              <a:buNone/>
            </a:pPr>
            <a:r>
              <a:rPr b="1" lang="en-US" sz="2300">
                <a:solidFill>
                  <a:srgbClr val="40458B"/>
                </a:solidFill>
                <a:latin typeface="Tahoma"/>
                <a:ea typeface="Tahoma"/>
                <a:cs typeface="Tahoma"/>
                <a:sym typeface="Tahoma"/>
              </a:rPr>
              <a:t>identificateur (Type) = valeur</a:t>
            </a:r>
            <a:endParaRPr sz="2300">
              <a:solidFill>
                <a:schemeClr val="dk1"/>
              </a:solidFill>
              <a:latin typeface="Tahoma"/>
              <a:ea typeface="Tahoma"/>
              <a:cs typeface="Tahoma"/>
              <a:sym typeface="Tahoma"/>
            </a:endParaRPr>
          </a:p>
        </p:txBody>
      </p:sp>
      <p:sp>
        <p:nvSpPr>
          <p:cNvPr id="732" name="Google Shape;732;p48"/>
          <p:cNvSpPr txBox="1"/>
          <p:nvPr>
            <p:ph idx="12" type="sldNum"/>
          </p:nvPr>
        </p:nvSpPr>
        <p:spPr>
          <a:xfrm>
            <a:off x="9174362" y="6813294"/>
            <a:ext cx="363338" cy="215410"/>
          </a:xfrm>
          <a:prstGeom prst="rect">
            <a:avLst/>
          </a:prstGeom>
          <a:noFill/>
          <a:ln>
            <a:noFill/>
          </a:ln>
        </p:spPr>
        <p:txBody>
          <a:bodyPr anchorCtr="0" anchor="t" bIns="0" lIns="0" spcFirstLastPara="1" rIns="0" wrap="square" tIns="15200">
            <a:spAutoFit/>
          </a:bodyPr>
          <a:lstStyle/>
          <a:p>
            <a:pPr indent="0" lvl="0" marL="105725" rtl="0" algn="l">
              <a:spcBef>
                <a:spcPts val="0"/>
              </a:spcBef>
              <a:spcAft>
                <a:spcPts val="0"/>
              </a:spcAft>
              <a:buNone/>
            </a:pPr>
            <a:fld id="{00000000-1234-1234-1234-123412341234}" type="slidenum">
              <a:rPr lang="en-US"/>
              <a:t>‹#›</a:t>
            </a:fld>
            <a:endParaRPr/>
          </a:p>
        </p:txBody>
      </p:sp>
      <p:sp>
        <p:nvSpPr>
          <p:cNvPr id="733" name="Google Shape;733;p48"/>
          <p:cNvSpPr txBox="1"/>
          <p:nvPr/>
        </p:nvSpPr>
        <p:spPr>
          <a:xfrm>
            <a:off x="626752" y="4233738"/>
            <a:ext cx="1462917" cy="397416"/>
          </a:xfrm>
          <a:prstGeom prst="rect">
            <a:avLst/>
          </a:prstGeom>
          <a:noFill/>
          <a:ln>
            <a:noFill/>
          </a:ln>
        </p:spPr>
        <p:txBody>
          <a:bodyPr anchorCtr="0" anchor="t" bIns="0" lIns="0" spcFirstLastPara="1" rIns="0" wrap="square" tIns="13750">
            <a:spAutoFit/>
          </a:bodyPr>
          <a:lstStyle/>
          <a:p>
            <a:pPr indent="0" lvl="0" marL="14483" marR="0" rtl="0" algn="l">
              <a:spcBef>
                <a:spcPts val="0"/>
              </a:spcBef>
              <a:spcAft>
                <a:spcPts val="0"/>
              </a:spcAft>
              <a:buNone/>
            </a:pPr>
            <a:r>
              <a:rPr lang="en-US" sz="2500">
                <a:solidFill>
                  <a:srgbClr val="40458B"/>
                </a:solidFill>
                <a:latin typeface="Tahoma"/>
                <a:ea typeface="Tahoma"/>
                <a:cs typeface="Tahoma"/>
                <a:sym typeface="Tahoma"/>
              </a:rPr>
              <a:t>Exemple :</a:t>
            </a:r>
            <a:endParaRPr sz="2500">
              <a:solidFill>
                <a:schemeClr val="dk1"/>
              </a:solidFill>
              <a:latin typeface="Tahoma"/>
              <a:ea typeface="Tahoma"/>
              <a:cs typeface="Tahoma"/>
              <a:sym typeface="Tahom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49"/>
          <p:cNvSpPr txBox="1"/>
          <p:nvPr>
            <p:ph type="title"/>
          </p:nvPr>
        </p:nvSpPr>
        <p:spPr>
          <a:xfrm>
            <a:off x="2876524" y="958850"/>
            <a:ext cx="5511557"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Définition des variables</a:t>
            </a:r>
            <a:endParaRPr/>
          </a:p>
        </p:txBody>
      </p:sp>
      <p:grpSp>
        <p:nvGrpSpPr>
          <p:cNvPr id="739" name="Google Shape;739;p49"/>
          <p:cNvGrpSpPr/>
          <p:nvPr/>
        </p:nvGrpSpPr>
        <p:grpSpPr>
          <a:xfrm>
            <a:off x="2851572" y="3106560"/>
            <a:ext cx="5293233" cy="1272849"/>
            <a:chOff x="2438399" y="2819399"/>
            <a:chExt cx="4526280" cy="1155191"/>
          </a:xfrm>
        </p:grpSpPr>
        <p:pic>
          <p:nvPicPr>
            <p:cNvPr id="740" name="Google Shape;740;p49"/>
            <p:cNvPicPr preferRelativeResize="0"/>
            <p:nvPr/>
          </p:nvPicPr>
          <p:blipFill rotWithShape="1">
            <a:blip r:embed="rId3">
              <a:alphaModFix/>
            </a:blip>
            <a:srcRect b="0" l="0" r="0" t="0"/>
            <a:stretch/>
          </p:blipFill>
          <p:spPr>
            <a:xfrm>
              <a:off x="2459735" y="2840735"/>
              <a:ext cx="4504944" cy="999744"/>
            </a:xfrm>
            <a:prstGeom prst="rect">
              <a:avLst/>
            </a:prstGeom>
            <a:noFill/>
            <a:ln>
              <a:noFill/>
            </a:ln>
          </p:spPr>
        </p:pic>
        <p:pic>
          <p:nvPicPr>
            <p:cNvPr id="741" name="Google Shape;741;p49"/>
            <p:cNvPicPr preferRelativeResize="0"/>
            <p:nvPr/>
          </p:nvPicPr>
          <p:blipFill rotWithShape="1">
            <a:blip r:embed="rId4">
              <a:alphaModFix/>
            </a:blip>
            <a:srcRect b="0" l="0" r="0" t="0"/>
            <a:stretch/>
          </p:blipFill>
          <p:spPr>
            <a:xfrm>
              <a:off x="2828543" y="3133343"/>
              <a:ext cx="3113532" cy="841247"/>
            </a:xfrm>
            <a:prstGeom prst="rect">
              <a:avLst/>
            </a:prstGeom>
            <a:noFill/>
            <a:ln>
              <a:noFill/>
            </a:ln>
          </p:spPr>
        </p:pic>
        <p:sp>
          <p:nvSpPr>
            <p:cNvPr id="742" name="Google Shape;742;p49"/>
            <p:cNvSpPr/>
            <p:nvPr/>
          </p:nvSpPr>
          <p:spPr>
            <a:xfrm>
              <a:off x="2438399" y="2819399"/>
              <a:ext cx="4495800" cy="990600"/>
            </a:xfrm>
            <a:custGeom>
              <a:rect b="b" l="l" r="r" t="t"/>
              <a:pathLst>
                <a:path extrusionOk="0" h="990600" w="4495800">
                  <a:moveTo>
                    <a:pt x="4330700" y="0"/>
                  </a:moveTo>
                  <a:lnTo>
                    <a:pt x="165100" y="0"/>
                  </a:lnTo>
                  <a:lnTo>
                    <a:pt x="121208" y="5897"/>
                  </a:lnTo>
                  <a:lnTo>
                    <a:pt x="81769" y="22540"/>
                  </a:lnTo>
                  <a:lnTo>
                    <a:pt x="48355" y="48355"/>
                  </a:lnTo>
                  <a:lnTo>
                    <a:pt x="22540" y="81769"/>
                  </a:lnTo>
                  <a:lnTo>
                    <a:pt x="5897" y="121208"/>
                  </a:lnTo>
                  <a:lnTo>
                    <a:pt x="0" y="165100"/>
                  </a:lnTo>
                  <a:lnTo>
                    <a:pt x="0" y="825500"/>
                  </a:lnTo>
                  <a:lnTo>
                    <a:pt x="5897" y="869391"/>
                  </a:lnTo>
                  <a:lnTo>
                    <a:pt x="22540" y="908830"/>
                  </a:lnTo>
                  <a:lnTo>
                    <a:pt x="48355" y="942244"/>
                  </a:lnTo>
                  <a:lnTo>
                    <a:pt x="81769" y="968059"/>
                  </a:lnTo>
                  <a:lnTo>
                    <a:pt x="121208" y="984702"/>
                  </a:lnTo>
                  <a:lnTo>
                    <a:pt x="165100" y="990600"/>
                  </a:lnTo>
                  <a:lnTo>
                    <a:pt x="4330700" y="990600"/>
                  </a:lnTo>
                  <a:lnTo>
                    <a:pt x="4374591" y="984702"/>
                  </a:lnTo>
                  <a:lnTo>
                    <a:pt x="4414030" y="968059"/>
                  </a:lnTo>
                  <a:lnTo>
                    <a:pt x="4447444" y="942244"/>
                  </a:lnTo>
                  <a:lnTo>
                    <a:pt x="4473259" y="908830"/>
                  </a:lnTo>
                  <a:lnTo>
                    <a:pt x="4489902" y="869391"/>
                  </a:lnTo>
                  <a:lnTo>
                    <a:pt x="4495800" y="825500"/>
                  </a:lnTo>
                  <a:lnTo>
                    <a:pt x="4495800" y="165100"/>
                  </a:lnTo>
                  <a:lnTo>
                    <a:pt x="4489902" y="121208"/>
                  </a:lnTo>
                  <a:lnTo>
                    <a:pt x="4473259" y="81769"/>
                  </a:lnTo>
                  <a:lnTo>
                    <a:pt x="4447444" y="48355"/>
                  </a:lnTo>
                  <a:lnTo>
                    <a:pt x="4414030" y="22540"/>
                  </a:lnTo>
                  <a:lnTo>
                    <a:pt x="4374591" y="5897"/>
                  </a:lnTo>
                  <a:lnTo>
                    <a:pt x="4330700" y="0"/>
                  </a:lnTo>
                  <a:close/>
                </a:path>
              </a:pathLst>
            </a:custGeom>
            <a:solidFill>
              <a:srgbClr val="F1F1F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49"/>
            <p:cNvSpPr/>
            <p:nvPr/>
          </p:nvSpPr>
          <p:spPr>
            <a:xfrm>
              <a:off x="2438399" y="2819399"/>
              <a:ext cx="4495800" cy="990600"/>
            </a:xfrm>
            <a:custGeom>
              <a:rect b="b" l="l" r="r" t="t"/>
              <a:pathLst>
                <a:path extrusionOk="0" h="990600" w="4495800">
                  <a:moveTo>
                    <a:pt x="0" y="165100"/>
                  </a:moveTo>
                  <a:lnTo>
                    <a:pt x="5897" y="121208"/>
                  </a:lnTo>
                  <a:lnTo>
                    <a:pt x="22540" y="81769"/>
                  </a:lnTo>
                  <a:lnTo>
                    <a:pt x="48355" y="48355"/>
                  </a:lnTo>
                  <a:lnTo>
                    <a:pt x="81769" y="22540"/>
                  </a:lnTo>
                  <a:lnTo>
                    <a:pt x="121208" y="5897"/>
                  </a:lnTo>
                  <a:lnTo>
                    <a:pt x="165100" y="0"/>
                  </a:lnTo>
                  <a:lnTo>
                    <a:pt x="4330700" y="0"/>
                  </a:lnTo>
                  <a:lnTo>
                    <a:pt x="4374591" y="5897"/>
                  </a:lnTo>
                  <a:lnTo>
                    <a:pt x="4414030" y="22540"/>
                  </a:lnTo>
                  <a:lnTo>
                    <a:pt x="4447444" y="48355"/>
                  </a:lnTo>
                  <a:lnTo>
                    <a:pt x="4473259" y="81769"/>
                  </a:lnTo>
                  <a:lnTo>
                    <a:pt x="4489902" y="121208"/>
                  </a:lnTo>
                  <a:lnTo>
                    <a:pt x="4495800" y="165100"/>
                  </a:lnTo>
                  <a:lnTo>
                    <a:pt x="4495800" y="825500"/>
                  </a:lnTo>
                  <a:lnTo>
                    <a:pt x="4489902" y="869391"/>
                  </a:lnTo>
                  <a:lnTo>
                    <a:pt x="4473259" y="908830"/>
                  </a:lnTo>
                  <a:lnTo>
                    <a:pt x="4447444" y="942244"/>
                  </a:lnTo>
                  <a:lnTo>
                    <a:pt x="4414030" y="968059"/>
                  </a:lnTo>
                  <a:lnTo>
                    <a:pt x="4374591" y="984702"/>
                  </a:lnTo>
                  <a:lnTo>
                    <a:pt x="4330700" y="990600"/>
                  </a:lnTo>
                  <a:lnTo>
                    <a:pt x="165100" y="990600"/>
                  </a:lnTo>
                  <a:lnTo>
                    <a:pt x="121208" y="984702"/>
                  </a:lnTo>
                  <a:lnTo>
                    <a:pt x="81769" y="968059"/>
                  </a:lnTo>
                  <a:lnTo>
                    <a:pt x="48355" y="942244"/>
                  </a:lnTo>
                  <a:lnTo>
                    <a:pt x="22540" y="908830"/>
                  </a:lnTo>
                  <a:lnTo>
                    <a:pt x="5897" y="869391"/>
                  </a:lnTo>
                  <a:lnTo>
                    <a:pt x="0" y="825500"/>
                  </a:lnTo>
                  <a:lnTo>
                    <a:pt x="0" y="165100"/>
                  </a:lnTo>
                  <a:close/>
                </a:path>
              </a:pathLst>
            </a:custGeom>
            <a:noFill/>
            <a:ln cap="flat" cmpd="sng" w="9525">
              <a:solidFill>
                <a:srgbClr val="000000"/>
              </a:solidFill>
              <a:prstDash val="dash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4" name="Google Shape;744;p49"/>
          <p:cNvSpPr txBox="1"/>
          <p:nvPr/>
        </p:nvSpPr>
        <p:spPr>
          <a:xfrm>
            <a:off x="2513246" y="5392822"/>
            <a:ext cx="1367864" cy="1552776"/>
          </a:xfrm>
          <a:prstGeom prst="rect">
            <a:avLst/>
          </a:prstGeom>
          <a:noFill/>
          <a:ln>
            <a:noFill/>
          </a:ln>
        </p:spPr>
        <p:txBody>
          <a:bodyPr anchorCtr="0" anchor="t" bIns="0" lIns="0" spcFirstLastPara="1" rIns="0" wrap="square" tIns="13750">
            <a:spAutoFit/>
          </a:bodyPr>
          <a:lstStyle/>
          <a:p>
            <a:pPr indent="0" lvl="0" marL="0" marR="5793" rtl="0" algn="just">
              <a:spcBef>
                <a:spcPts val="0"/>
              </a:spcBef>
              <a:spcAft>
                <a:spcPts val="0"/>
              </a:spcAft>
              <a:buNone/>
            </a:pPr>
            <a:r>
              <a:rPr lang="en-US" sz="2500">
                <a:solidFill>
                  <a:srgbClr val="40458B"/>
                </a:solidFill>
                <a:latin typeface="Tahoma"/>
                <a:ea typeface="Tahoma"/>
                <a:cs typeface="Tahoma"/>
                <a:sym typeface="Tahoma"/>
              </a:rPr>
              <a:t>x (Entier)  y (Entier)  z (Réel)</a:t>
            </a:r>
            <a:endParaRPr sz="2500">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rPr lang="en-US" sz="2500">
                <a:solidFill>
                  <a:srgbClr val="40458B"/>
                </a:solidFill>
                <a:latin typeface="Tahoma"/>
                <a:ea typeface="Tahoma"/>
                <a:cs typeface="Tahoma"/>
                <a:sym typeface="Tahoma"/>
              </a:rPr>
              <a:t>r (Entier)</a:t>
            </a:r>
            <a:endParaRPr sz="2500">
              <a:solidFill>
                <a:schemeClr val="dk1"/>
              </a:solidFill>
              <a:latin typeface="Tahoma"/>
              <a:ea typeface="Tahoma"/>
              <a:cs typeface="Tahoma"/>
              <a:sym typeface="Tahoma"/>
            </a:endParaRPr>
          </a:p>
        </p:txBody>
      </p:sp>
      <p:sp>
        <p:nvSpPr>
          <p:cNvPr id="745" name="Google Shape;745;p49"/>
          <p:cNvSpPr txBox="1"/>
          <p:nvPr/>
        </p:nvSpPr>
        <p:spPr>
          <a:xfrm>
            <a:off x="4652372" y="5392822"/>
            <a:ext cx="4080572" cy="1552776"/>
          </a:xfrm>
          <a:prstGeom prst="rect">
            <a:avLst/>
          </a:prstGeom>
          <a:noFill/>
          <a:ln>
            <a:noFill/>
          </a:ln>
        </p:spPr>
        <p:txBody>
          <a:bodyPr anchorCtr="0" anchor="t" bIns="0" lIns="0" spcFirstLastPara="1" rIns="0" wrap="square" tIns="13750">
            <a:spAutoFit/>
          </a:bodyPr>
          <a:lstStyle/>
          <a:p>
            <a:pPr indent="0" lvl="0" marL="0" marR="0" rtl="0" algn="l">
              <a:spcBef>
                <a:spcPts val="0"/>
              </a:spcBef>
              <a:spcAft>
                <a:spcPts val="0"/>
              </a:spcAft>
              <a:buNone/>
            </a:pPr>
            <a:r>
              <a:rPr lang="en-US" sz="2500">
                <a:solidFill>
                  <a:srgbClr val="40458B"/>
                </a:solidFill>
                <a:latin typeface="Tahoma"/>
                <a:ea typeface="Tahoma"/>
                <a:cs typeface="Tahoma"/>
                <a:sym typeface="Tahoma"/>
              </a:rPr>
              <a:t>-- Dividende.</a:t>
            </a:r>
            <a:endParaRPr sz="2500">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rPr lang="en-US" sz="2500">
                <a:solidFill>
                  <a:srgbClr val="40458B"/>
                </a:solidFill>
                <a:latin typeface="Tahoma"/>
                <a:ea typeface="Tahoma"/>
                <a:cs typeface="Tahoma"/>
                <a:sym typeface="Tahoma"/>
              </a:rPr>
              <a:t>-- Diviseur différent de zéro.</a:t>
            </a:r>
            <a:endParaRPr sz="2500">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rPr lang="en-US" sz="2500">
                <a:solidFill>
                  <a:srgbClr val="40458B"/>
                </a:solidFill>
                <a:latin typeface="Tahoma"/>
                <a:ea typeface="Tahoma"/>
                <a:cs typeface="Tahoma"/>
                <a:sym typeface="Tahoma"/>
              </a:rPr>
              <a:t>-- Quotient.</a:t>
            </a:r>
            <a:endParaRPr sz="2500">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rPr lang="en-US" sz="2500">
                <a:solidFill>
                  <a:srgbClr val="40458B"/>
                </a:solidFill>
                <a:latin typeface="Tahoma"/>
                <a:ea typeface="Tahoma"/>
                <a:cs typeface="Tahoma"/>
                <a:sym typeface="Tahoma"/>
              </a:rPr>
              <a:t>-- Reste de la division.</a:t>
            </a:r>
            <a:endParaRPr sz="2500">
              <a:solidFill>
                <a:schemeClr val="dk1"/>
              </a:solidFill>
              <a:latin typeface="Tahoma"/>
              <a:ea typeface="Tahoma"/>
              <a:cs typeface="Tahoma"/>
              <a:sym typeface="Tahoma"/>
            </a:endParaRPr>
          </a:p>
        </p:txBody>
      </p:sp>
      <p:sp>
        <p:nvSpPr>
          <p:cNvPr id="746" name="Google Shape;746;p49"/>
          <p:cNvSpPr/>
          <p:nvPr/>
        </p:nvSpPr>
        <p:spPr>
          <a:xfrm>
            <a:off x="1425787" y="4953705"/>
            <a:ext cx="7485380" cy="2099028"/>
          </a:xfrm>
          <a:custGeom>
            <a:rect b="b" l="l" r="r" t="t"/>
            <a:pathLst>
              <a:path extrusionOk="0" h="1905000" w="6400800">
                <a:moveTo>
                  <a:pt x="0" y="1905000"/>
                </a:moveTo>
                <a:lnTo>
                  <a:pt x="6400800" y="1905000"/>
                </a:lnTo>
                <a:lnTo>
                  <a:pt x="6400800" y="0"/>
                </a:lnTo>
                <a:lnTo>
                  <a:pt x="0" y="0"/>
                </a:lnTo>
                <a:lnTo>
                  <a:pt x="0" y="1905000"/>
                </a:lnTo>
                <a:close/>
              </a:path>
            </a:pathLst>
          </a:custGeom>
          <a:noFill/>
          <a:ln cap="flat" cmpd="sng" w="9525">
            <a:solidFill>
              <a:srgbClr val="40458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49"/>
          <p:cNvSpPr txBox="1"/>
          <p:nvPr/>
        </p:nvSpPr>
        <p:spPr>
          <a:xfrm>
            <a:off x="1062655" y="1957353"/>
            <a:ext cx="8835422" cy="3389907"/>
          </a:xfrm>
          <a:prstGeom prst="rect">
            <a:avLst/>
          </a:prstGeom>
          <a:noFill/>
          <a:ln>
            <a:noFill/>
          </a:ln>
        </p:spPr>
        <p:txBody>
          <a:bodyPr anchorCtr="0" anchor="t" bIns="0" lIns="0" spcFirstLastPara="1" rIns="0" wrap="square" tIns="14475">
            <a:spAutoFit/>
          </a:bodyPr>
          <a:lstStyle/>
          <a:p>
            <a:pPr indent="0" lvl="0" marL="491701" marR="5793" rtl="0" algn="l">
              <a:spcBef>
                <a:spcPts val="0"/>
              </a:spcBef>
              <a:spcAft>
                <a:spcPts val="0"/>
              </a:spcAft>
              <a:buNone/>
            </a:pPr>
            <a:r>
              <a:rPr lang="en-US" sz="2700">
                <a:solidFill>
                  <a:schemeClr val="dk1"/>
                </a:solidFill>
                <a:latin typeface="Tahoma"/>
                <a:ea typeface="Tahoma"/>
                <a:cs typeface="Tahoma"/>
                <a:sym typeface="Tahoma"/>
              </a:rPr>
              <a:t>sert à déclarer les différentes variables utilisées dans  l'algorithme.</a:t>
            </a:r>
            <a:endParaRPr sz="2700">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t/>
            </a:r>
            <a:endParaRPr sz="3600">
              <a:solidFill>
                <a:schemeClr val="dk1"/>
              </a:solidFill>
              <a:latin typeface="Tahoma"/>
              <a:ea typeface="Tahoma"/>
              <a:cs typeface="Tahoma"/>
              <a:sym typeface="Tahoma"/>
            </a:endParaRPr>
          </a:p>
          <a:p>
            <a:pPr indent="0" lvl="0" marL="2412881" marR="0" rtl="0" algn="l">
              <a:lnSpc>
                <a:spcPct val="119250"/>
              </a:lnSpc>
              <a:spcBef>
                <a:spcPts val="0"/>
              </a:spcBef>
              <a:spcAft>
                <a:spcPts val="0"/>
              </a:spcAft>
              <a:buNone/>
            </a:pPr>
            <a:r>
              <a:rPr b="1" lang="en-US" sz="2400">
                <a:solidFill>
                  <a:srgbClr val="A40020"/>
                </a:solidFill>
                <a:latin typeface="Tahoma"/>
                <a:ea typeface="Tahoma"/>
                <a:cs typeface="Tahoma"/>
                <a:sym typeface="Tahoma"/>
              </a:rPr>
              <a:t>Var</a:t>
            </a:r>
            <a:endParaRPr sz="2400">
              <a:solidFill>
                <a:schemeClr val="dk1"/>
              </a:solidFill>
              <a:latin typeface="Tahoma"/>
              <a:ea typeface="Tahoma"/>
              <a:cs typeface="Tahoma"/>
              <a:sym typeface="Tahoma"/>
            </a:endParaRPr>
          </a:p>
          <a:p>
            <a:pPr indent="0" lvl="0" marL="0" marR="57932" rtl="0" algn="ctr">
              <a:lnSpc>
                <a:spcPct val="118521"/>
              </a:lnSpc>
              <a:spcBef>
                <a:spcPts val="0"/>
              </a:spcBef>
              <a:spcAft>
                <a:spcPts val="0"/>
              </a:spcAft>
              <a:buNone/>
            </a:pPr>
            <a:r>
              <a:rPr lang="en-US" sz="2300">
                <a:solidFill>
                  <a:srgbClr val="40458B"/>
                </a:solidFill>
                <a:latin typeface="Tahoma"/>
                <a:ea typeface="Tahoma"/>
                <a:cs typeface="Tahoma"/>
                <a:sym typeface="Tahoma"/>
              </a:rPr>
              <a:t>identificateur (</a:t>
            </a:r>
            <a:r>
              <a:rPr b="1" lang="en-US" sz="2300">
                <a:solidFill>
                  <a:srgbClr val="40458B"/>
                </a:solidFill>
                <a:latin typeface="Tahoma"/>
                <a:ea typeface="Tahoma"/>
                <a:cs typeface="Tahoma"/>
                <a:sym typeface="Tahoma"/>
              </a:rPr>
              <a:t>Type</a:t>
            </a:r>
            <a:r>
              <a:rPr lang="en-US" sz="2300">
                <a:solidFill>
                  <a:srgbClr val="40458B"/>
                </a:solidFill>
                <a:latin typeface="Tahoma"/>
                <a:ea typeface="Tahoma"/>
                <a:cs typeface="Tahoma"/>
                <a:sym typeface="Tahoma"/>
              </a:rPr>
              <a:t>)</a:t>
            </a:r>
            <a:endParaRPr sz="2300">
              <a:solidFill>
                <a:schemeClr val="dk1"/>
              </a:solidFill>
              <a:latin typeface="Tahoma"/>
              <a:ea typeface="Tahoma"/>
              <a:cs typeface="Tahoma"/>
              <a:sym typeface="Tahoma"/>
            </a:endParaRPr>
          </a:p>
          <a:p>
            <a:pPr indent="0" lvl="0" marL="0" marR="6998224" rtl="0" algn="ctr">
              <a:spcBef>
                <a:spcPts val="1226"/>
              </a:spcBef>
              <a:spcAft>
                <a:spcPts val="0"/>
              </a:spcAft>
              <a:buNone/>
            </a:pPr>
            <a:r>
              <a:rPr b="1" lang="en-US" sz="2500">
                <a:solidFill>
                  <a:srgbClr val="40458B"/>
                </a:solidFill>
                <a:latin typeface="Tahoma"/>
                <a:ea typeface="Tahoma"/>
                <a:cs typeface="Tahoma"/>
                <a:sym typeface="Tahoma"/>
              </a:rPr>
              <a:t>Exemple :</a:t>
            </a:r>
            <a:endParaRPr sz="2500">
              <a:solidFill>
                <a:schemeClr val="dk1"/>
              </a:solidFill>
              <a:latin typeface="Tahoma"/>
              <a:ea typeface="Tahoma"/>
              <a:cs typeface="Tahoma"/>
              <a:sym typeface="Tahoma"/>
            </a:endParaRPr>
          </a:p>
          <a:p>
            <a:pPr indent="0" lvl="0" marL="969642" marR="0" rtl="0" algn="l">
              <a:spcBef>
                <a:spcPts val="2623"/>
              </a:spcBef>
              <a:spcAft>
                <a:spcPts val="0"/>
              </a:spcAft>
              <a:buNone/>
            </a:pPr>
            <a:r>
              <a:rPr lang="en-US" sz="2600">
                <a:solidFill>
                  <a:srgbClr val="40458B"/>
                </a:solidFill>
                <a:latin typeface="Tahoma"/>
                <a:ea typeface="Tahoma"/>
                <a:cs typeface="Tahoma"/>
                <a:sym typeface="Tahoma"/>
              </a:rPr>
              <a:t>Var</a:t>
            </a:r>
            <a:endParaRPr sz="2600">
              <a:solidFill>
                <a:schemeClr val="dk1"/>
              </a:solidFill>
              <a:latin typeface="Tahoma"/>
              <a:ea typeface="Tahoma"/>
              <a:cs typeface="Tahoma"/>
              <a:sym typeface="Tahoma"/>
            </a:endParaRPr>
          </a:p>
        </p:txBody>
      </p:sp>
      <p:sp>
        <p:nvSpPr>
          <p:cNvPr id="748" name="Google Shape;748;p49"/>
          <p:cNvSpPr txBox="1"/>
          <p:nvPr>
            <p:ph idx="12" type="sldNum"/>
          </p:nvPr>
        </p:nvSpPr>
        <p:spPr>
          <a:xfrm>
            <a:off x="9174362" y="6813294"/>
            <a:ext cx="363338" cy="215410"/>
          </a:xfrm>
          <a:prstGeom prst="rect">
            <a:avLst/>
          </a:prstGeom>
          <a:noFill/>
          <a:ln>
            <a:noFill/>
          </a:ln>
        </p:spPr>
        <p:txBody>
          <a:bodyPr anchorCtr="0" anchor="t" bIns="0" lIns="0" spcFirstLastPara="1" rIns="0" wrap="square" tIns="15200">
            <a:spAutoFit/>
          </a:bodyPr>
          <a:lstStyle/>
          <a:p>
            <a:pPr indent="0" lvl="0" marL="105725" rtl="0" algn="l">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50"/>
          <p:cNvSpPr txBox="1"/>
          <p:nvPr>
            <p:ph type="title"/>
          </p:nvPr>
        </p:nvSpPr>
        <p:spPr>
          <a:xfrm>
            <a:off x="2908300" y="806450"/>
            <a:ext cx="5031839" cy="568622"/>
          </a:xfrm>
          <a:prstGeom prst="rect">
            <a:avLst/>
          </a:prstGeom>
          <a:noFill/>
          <a:ln>
            <a:noFill/>
          </a:ln>
        </p:spPr>
        <p:txBody>
          <a:bodyPr anchorCtr="0" anchor="t" bIns="0" lIns="0" spcFirstLastPara="1" rIns="0" wrap="square" tIns="14475">
            <a:spAutoFit/>
          </a:bodyPr>
          <a:lstStyle/>
          <a:p>
            <a:pPr indent="0" lvl="0" marL="14483" rtl="0" algn="l">
              <a:spcBef>
                <a:spcPts val="0"/>
              </a:spcBef>
              <a:spcAft>
                <a:spcPts val="0"/>
              </a:spcAft>
              <a:buNone/>
            </a:pPr>
            <a:r>
              <a:rPr lang="en-US" sz="3600">
                <a:solidFill>
                  <a:srgbClr val="FF0000"/>
                </a:solidFill>
              </a:rPr>
              <a:t>Corps de l’algorithme</a:t>
            </a:r>
            <a:endParaRPr/>
          </a:p>
        </p:txBody>
      </p:sp>
      <p:pic>
        <p:nvPicPr>
          <p:cNvPr id="754" name="Google Shape;754;p50"/>
          <p:cNvPicPr preferRelativeResize="0"/>
          <p:nvPr/>
        </p:nvPicPr>
        <p:blipFill rotWithShape="1">
          <a:blip r:embed="rId3">
            <a:alphaModFix/>
          </a:blip>
          <a:srcRect b="0" l="0" r="0" t="0"/>
          <a:stretch/>
        </p:blipFill>
        <p:spPr>
          <a:xfrm>
            <a:off x="1087161" y="2208177"/>
            <a:ext cx="222779" cy="214940"/>
          </a:xfrm>
          <a:prstGeom prst="rect">
            <a:avLst/>
          </a:prstGeom>
          <a:noFill/>
          <a:ln>
            <a:noFill/>
          </a:ln>
        </p:spPr>
      </p:pic>
      <p:sp>
        <p:nvSpPr>
          <p:cNvPr id="755" name="Google Shape;755;p50"/>
          <p:cNvSpPr txBox="1"/>
          <p:nvPr/>
        </p:nvSpPr>
        <p:spPr>
          <a:xfrm>
            <a:off x="1473610" y="2127715"/>
            <a:ext cx="8505709" cy="723242"/>
          </a:xfrm>
          <a:prstGeom prst="rect">
            <a:avLst/>
          </a:prstGeom>
          <a:noFill/>
          <a:ln>
            <a:noFill/>
          </a:ln>
        </p:spPr>
        <p:txBody>
          <a:bodyPr anchorCtr="0" anchor="t" bIns="0" lIns="0" spcFirstLastPara="1" rIns="0" wrap="square" tIns="15200">
            <a:spAutoFit/>
          </a:bodyPr>
          <a:lstStyle/>
          <a:p>
            <a:pPr indent="0" lvl="0" marL="14483" marR="5793" rtl="0" algn="l">
              <a:spcBef>
                <a:spcPts val="0"/>
              </a:spcBef>
              <a:spcAft>
                <a:spcPts val="0"/>
              </a:spcAft>
              <a:buNone/>
            </a:pPr>
            <a:r>
              <a:rPr lang="en-US" sz="2300">
                <a:solidFill>
                  <a:srgbClr val="40458B"/>
                </a:solidFill>
                <a:latin typeface="Arial"/>
                <a:ea typeface="Arial"/>
                <a:cs typeface="Arial"/>
                <a:sym typeface="Arial"/>
              </a:rPr>
              <a:t>Contient l’ensemble des instructions applicables sur l’ensemble  des objets algorithmiques déjà déclarés au niveau de la partie</a:t>
            </a:r>
            <a:endParaRPr sz="2300">
              <a:solidFill>
                <a:schemeClr val="dk1"/>
              </a:solidFill>
              <a:latin typeface="Arial"/>
              <a:ea typeface="Arial"/>
              <a:cs typeface="Arial"/>
              <a:sym typeface="Arial"/>
            </a:endParaRPr>
          </a:p>
        </p:txBody>
      </p:sp>
      <p:sp>
        <p:nvSpPr>
          <p:cNvPr id="756" name="Google Shape;756;p50"/>
          <p:cNvSpPr txBox="1"/>
          <p:nvPr>
            <p:ph idx="12" type="sldNum"/>
          </p:nvPr>
        </p:nvSpPr>
        <p:spPr>
          <a:xfrm>
            <a:off x="9174362" y="6813294"/>
            <a:ext cx="439538" cy="215410"/>
          </a:xfrm>
          <a:prstGeom prst="rect">
            <a:avLst/>
          </a:prstGeom>
          <a:noFill/>
          <a:ln>
            <a:noFill/>
          </a:ln>
        </p:spPr>
        <p:txBody>
          <a:bodyPr anchorCtr="0" anchor="t" bIns="0" lIns="0" spcFirstLastPara="1" rIns="0" wrap="square" tIns="15200">
            <a:spAutoFit/>
          </a:bodyPr>
          <a:lstStyle/>
          <a:p>
            <a:pPr indent="0" lvl="0" marL="105725" rtl="0" algn="l">
              <a:spcBef>
                <a:spcPts val="0"/>
              </a:spcBef>
              <a:spcAft>
                <a:spcPts val="0"/>
              </a:spcAft>
              <a:buNone/>
            </a:pPr>
            <a:fld id="{00000000-1234-1234-1234-123412341234}" type="slidenum">
              <a:rPr lang="en-US"/>
              <a:t>‹#›</a:t>
            </a:fld>
            <a:endParaRPr/>
          </a:p>
        </p:txBody>
      </p:sp>
      <p:sp>
        <p:nvSpPr>
          <p:cNvPr id="757" name="Google Shape;757;p50"/>
          <p:cNvSpPr txBox="1"/>
          <p:nvPr/>
        </p:nvSpPr>
        <p:spPr>
          <a:xfrm>
            <a:off x="1473611" y="2799404"/>
            <a:ext cx="8507936"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précédente	(déclarative).	Ces	instructions	se	divisent</a:t>
            </a:r>
            <a:endParaRPr sz="2300">
              <a:solidFill>
                <a:schemeClr val="dk1"/>
              </a:solidFill>
              <a:latin typeface="Arial"/>
              <a:ea typeface="Arial"/>
              <a:cs typeface="Arial"/>
              <a:sym typeface="Arial"/>
            </a:endParaRPr>
          </a:p>
        </p:txBody>
      </p:sp>
      <p:sp>
        <p:nvSpPr>
          <p:cNvPr id="758" name="Google Shape;758;p50"/>
          <p:cNvSpPr txBox="1"/>
          <p:nvPr/>
        </p:nvSpPr>
        <p:spPr>
          <a:xfrm>
            <a:off x="1473611" y="3000872"/>
            <a:ext cx="8504966" cy="1853652"/>
          </a:xfrm>
          <a:prstGeom prst="rect">
            <a:avLst/>
          </a:prstGeom>
          <a:noFill/>
          <a:ln>
            <a:noFill/>
          </a:ln>
        </p:spPr>
        <p:txBody>
          <a:bodyPr anchorCtr="0" anchor="t" bIns="0" lIns="0" spcFirstLastPara="1" rIns="0" wrap="square" tIns="154225">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essentiellement en trois catégories :</a:t>
            </a:r>
            <a:endParaRPr sz="2300">
              <a:solidFill>
                <a:schemeClr val="dk1"/>
              </a:solidFill>
              <a:latin typeface="Arial"/>
              <a:ea typeface="Arial"/>
              <a:cs typeface="Arial"/>
              <a:sym typeface="Arial"/>
            </a:endParaRPr>
          </a:p>
          <a:p>
            <a:pPr indent="-327318" lvl="0" marL="471423" marR="6517" rtl="0" algn="l">
              <a:spcBef>
                <a:spcPts val="1095"/>
              </a:spcBef>
              <a:spcAft>
                <a:spcPts val="0"/>
              </a:spcAft>
              <a:buClr>
                <a:srgbClr val="40458B"/>
              </a:buClr>
              <a:buSzPts val="1380"/>
              <a:buFont typeface="Noto Sans Symbols"/>
              <a:buChar char="■"/>
            </a:pPr>
            <a:r>
              <a:rPr lang="en-US" sz="2300">
                <a:solidFill>
                  <a:srgbClr val="40458B"/>
                </a:solidFill>
                <a:latin typeface="Arial"/>
                <a:ea typeface="Arial"/>
                <a:cs typeface="Arial"/>
                <a:sym typeface="Arial"/>
              </a:rPr>
              <a:t>Les	instructions	</a:t>
            </a:r>
            <a:r>
              <a:rPr lang="en-US" sz="2300">
                <a:solidFill>
                  <a:srgbClr val="A40020"/>
                </a:solidFill>
                <a:latin typeface="Arial"/>
                <a:ea typeface="Arial"/>
                <a:cs typeface="Arial"/>
                <a:sym typeface="Arial"/>
              </a:rPr>
              <a:t>simples	</a:t>
            </a:r>
            <a:r>
              <a:rPr lang="en-US" sz="2300">
                <a:solidFill>
                  <a:srgbClr val="40458B"/>
                </a:solidFill>
                <a:latin typeface="Arial"/>
                <a:ea typeface="Arial"/>
                <a:cs typeface="Arial"/>
                <a:sym typeface="Arial"/>
              </a:rPr>
              <a:t>:	Entrée	de	données,	sortie	de  résultats, affectation.</a:t>
            </a:r>
            <a:endParaRPr sz="2300">
              <a:solidFill>
                <a:schemeClr val="dk1"/>
              </a:solidFill>
              <a:latin typeface="Arial"/>
              <a:ea typeface="Arial"/>
              <a:cs typeface="Arial"/>
              <a:sym typeface="Arial"/>
            </a:endParaRPr>
          </a:p>
          <a:p>
            <a:pPr indent="-327318" lvl="0" marL="471423" marR="0" rtl="0" algn="l">
              <a:spcBef>
                <a:spcPts val="1095"/>
              </a:spcBef>
              <a:spcAft>
                <a:spcPts val="0"/>
              </a:spcAft>
              <a:buClr>
                <a:srgbClr val="40458B"/>
              </a:buClr>
              <a:buSzPts val="1380"/>
              <a:buFont typeface="Noto Sans Symbols"/>
              <a:buChar char="■"/>
            </a:pPr>
            <a:r>
              <a:rPr lang="en-US" sz="2300">
                <a:solidFill>
                  <a:srgbClr val="40458B"/>
                </a:solidFill>
                <a:latin typeface="Arial"/>
                <a:ea typeface="Arial"/>
                <a:cs typeface="Arial"/>
                <a:sym typeface="Arial"/>
              </a:rPr>
              <a:t>Les structures </a:t>
            </a:r>
            <a:r>
              <a:rPr lang="en-US" sz="2300">
                <a:solidFill>
                  <a:srgbClr val="A40020"/>
                </a:solidFill>
                <a:latin typeface="Arial"/>
                <a:ea typeface="Arial"/>
                <a:cs typeface="Arial"/>
                <a:sym typeface="Arial"/>
              </a:rPr>
              <a:t>décisionnelles </a:t>
            </a:r>
            <a:r>
              <a:rPr lang="en-US" sz="2300">
                <a:solidFill>
                  <a:srgbClr val="40458B"/>
                </a:solidFill>
                <a:latin typeface="Arial"/>
                <a:ea typeface="Arial"/>
                <a:cs typeface="Arial"/>
                <a:sym typeface="Arial"/>
              </a:rPr>
              <a:t>(conditionnelles) : Ce sont des</a:t>
            </a:r>
            <a:endParaRPr sz="2300">
              <a:solidFill>
                <a:schemeClr val="dk1"/>
              </a:solidFill>
              <a:latin typeface="Arial"/>
              <a:ea typeface="Arial"/>
              <a:cs typeface="Arial"/>
              <a:sym typeface="Arial"/>
            </a:endParaRPr>
          </a:p>
        </p:txBody>
      </p:sp>
      <p:sp>
        <p:nvSpPr>
          <p:cNvPr id="759" name="Google Shape;759;p50"/>
          <p:cNvSpPr txBox="1"/>
          <p:nvPr/>
        </p:nvSpPr>
        <p:spPr>
          <a:xfrm>
            <a:off x="1942336" y="4747245"/>
            <a:ext cx="8036387" cy="369299"/>
          </a:xfrm>
          <a:prstGeom prst="rect">
            <a:avLst/>
          </a:prstGeom>
          <a:noFill/>
          <a:ln>
            <a:noFill/>
          </a:ln>
        </p:spPr>
        <p:txBody>
          <a:bodyPr anchorCtr="0" anchor="t" bIns="0" lIns="0" spcFirstLastPara="1" rIns="0" wrap="square" tIns="15200">
            <a:spAutoFit/>
          </a:bodyPr>
          <a:lstStyle/>
          <a:p>
            <a:pPr indent="0" lvl="0" marL="14483" marR="0" rtl="0" algn="l">
              <a:spcBef>
                <a:spcPts val="0"/>
              </a:spcBef>
              <a:spcAft>
                <a:spcPts val="0"/>
              </a:spcAft>
              <a:buNone/>
            </a:pPr>
            <a:r>
              <a:rPr lang="en-US" sz="2300">
                <a:solidFill>
                  <a:srgbClr val="40458B"/>
                </a:solidFill>
                <a:latin typeface="Arial"/>
                <a:ea typeface="Arial"/>
                <a:cs typeface="Arial"/>
                <a:sym typeface="Arial"/>
              </a:rPr>
              <a:t>structures	de	contrôle	permettant	de	choisir	entre	les</a:t>
            </a:r>
            <a:endParaRPr sz="2300">
              <a:solidFill>
                <a:schemeClr val="dk1"/>
              </a:solidFill>
              <a:latin typeface="Arial"/>
              <a:ea typeface="Arial"/>
              <a:cs typeface="Arial"/>
              <a:sym typeface="Arial"/>
            </a:endParaRPr>
          </a:p>
        </p:txBody>
      </p:sp>
      <p:sp>
        <p:nvSpPr>
          <p:cNvPr id="760" name="Google Shape;760;p50"/>
          <p:cNvSpPr txBox="1"/>
          <p:nvPr/>
        </p:nvSpPr>
        <p:spPr>
          <a:xfrm>
            <a:off x="1607277" y="4950179"/>
            <a:ext cx="8370556" cy="1711857"/>
          </a:xfrm>
          <a:prstGeom prst="rect">
            <a:avLst/>
          </a:prstGeom>
          <a:noFill/>
          <a:ln>
            <a:noFill/>
          </a:ln>
        </p:spPr>
        <p:txBody>
          <a:bodyPr anchorCtr="0" anchor="t" bIns="0" lIns="0" spcFirstLastPara="1" rIns="0" wrap="square" tIns="153500">
            <a:spAutoFit/>
          </a:bodyPr>
          <a:lstStyle/>
          <a:p>
            <a:pPr indent="0" lvl="0" marL="341077" marR="0" rtl="0" algn="l">
              <a:spcBef>
                <a:spcPts val="0"/>
              </a:spcBef>
              <a:spcAft>
                <a:spcPts val="0"/>
              </a:spcAft>
              <a:buNone/>
            </a:pPr>
            <a:r>
              <a:rPr lang="en-US" sz="2300">
                <a:solidFill>
                  <a:srgbClr val="40458B"/>
                </a:solidFill>
                <a:latin typeface="Arial"/>
                <a:ea typeface="Arial"/>
                <a:cs typeface="Arial"/>
                <a:sym typeface="Arial"/>
              </a:rPr>
              <a:t>traitements.</a:t>
            </a:r>
            <a:endParaRPr sz="2300">
              <a:solidFill>
                <a:schemeClr val="dk1"/>
              </a:solidFill>
              <a:latin typeface="Arial"/>
              <a:ea typeface="Arial"/>
              <a:cs typeface="Arial"/>
              <a:sym typeface="Arial"/>
            </a:endParaRPr>
          </a:p>
          <a:p>
            <a:pPr indent="-327318" lvl="0" marL="341077" marR="5793" rtl="0" algn="just">
              <a:spcBef>
                <a:spcPts val="1095"/>
              </a:spcBef>
              <a:spcAft>
                <a:spcPts val="0"/>
              </a:spcAft>
              <a:buClr>
                <a:srgbClr val="40458B"/>
              </a:buClr>
              <a:buSzPts val="1380"/>
              <a:buFont typeface="Noto Sans Symbols"/>
              <a:buChar char="■"/>
            </a:pPr>
            <a:r>
              <a:rPr lang="en-US" sz="2300">
                <a:solidFill>
                  <a:srgbClr val="40458B"/>
                </a:solidFill>
                <a:latin typeface="Arial"/>
                <a:ea typeface="Arial"/>
                <a:cs typeface="Arial"/>
                <a:sym typeface="Arial"/>
              </a:rPr>
              <a:t>Les structures </a:t>
            </a:r>
            <a:r>
              <a:rPr lang="en-US" sz="2300">
                <a:solidFill>
                  <a:srgbClr val="A40020"/>
                </a:solidFill>
                <a:latin typeface="Arial"/>
                <a:ea typeface="Arial"/>
                <a:cs typeface="Arial"/>
                <a:sym typeface="Arial"/>
              </a:rPr>
              <a:t>itératives </a:t>
            </a:r>
            <a:r>
              <a:rPr lang="en-US" sz="2300">
                <a:solidFill>
                  <a:srgbClr val="40458B"/>
                </a:solidFill>
                <a:latin typeface="Arial"/>
                <a:ea typeface="Arial"/>
                <a:cs typeface="Arial"/>
                <a:sym typeface="Arial"/>
              </a:rPr>
              <a:t>(répétitives) : Ce sont structures de  contrôle permettant de répéter un ensemble de traitements  autant de fois qu’on veut.</a:t>
            </a:r>
            <a:endParaRPr sz="23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7F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2021-09-19T18:21:32Z</dcterms:created>
  <dc:creator>Ammar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2019-09-12T00:00:00Z</vt:filetime>
  </property>
  <property fmtid="{D5CDD505-2E9C-101B-9397-08002B2CF9AE}" pid="3" name="Creator">
    <vt:lpwstr>PDFCreator 3.3.2.3528</vt:lpwstr>
  </property>
  <property fmtid="{D5CDD505-2E9C-101B-9397-08002B2CF9AE}" pid="4" name="LastSaved">
    <vt:filetime>2021-09-19T00:00:00Z</vt:filetime>
  </property>
</Properties>
</file>